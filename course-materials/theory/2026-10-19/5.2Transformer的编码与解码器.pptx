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4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57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38.xml" ContentType="application/vnd.openxmlformats-officedocument.presentationml.notesSl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notesSlides/notesSlide39.xml" ContentType="application/vnd.openxmlformats-officedocument.presentationml.notesSlide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630.xml" ContentType="application/vnd.openxmlformats-officedocument.presentationml.tags+xml"/>
  <Override PartName="/ppt/tags/tag640.xml" ContentType="application/vnd.openxmlformats-officedocument.presentationml.tags+xml"/>
  <Override PartName="/ppt/tags/tag650.xml" ContentType="application/vnd.openxmlformats-officedocument.presentationml.tags+xml"/>
  <Override PartName="/ppt/tags/tag660.xml" ContentType="application/vnd.openxmlformats-officedocument.presentationml.tags+xml"/>
  <Override PartName="/ppt/tags/tag670.xml" ContentType="application/vnd.openxmlformats-officedocument.presentationml.tags+xml"/>
  <Override PartName="/ppt/tags/tag850.xml" ContentType="application/vnd.openxmlformats-officedocument.presentationml.tags+xml"/>
  <Override PartName="/ppt/tags/tag860.xml" ContentType="application/vnd.openxmlformats-officedocument.presentationml.tags+xml"/>
  <Override PartName="/ppt/tags/tag870.xml" ContentType="application/vnd.openxmlformats-officedocument.presentationml.tags+xml"/>
  <Override PartName="/ppt/tags/tag880.xml" ContentType="application/vnd.openxmlformats-officedocument.presentationml.tags+xml"/>
  <Override PartName="/ppt/tags/tag890.xml" ContentType="application/vnd.openxmlformats-officedocument.presentationml.tags+xml"/>
  <Override PartName="/ppt/tags/tag1130.xml" ContentType="application/vnd.openxmlformats-officedocument.presentationml.tags+xml"/>
  <Override PartName="/ppt/tags/tag1140.xml" ContentType="application/vnd.openxmlformats-officedocument.presentationml.tags+xml"/>
  <Override PartName="/ppt/tags/tag1150.xml" ContentType="application/vnd.openxmlformats-officedocument.presentationml.tags+xml"/>
  <Override PartName="/ppt/tags/tag1160.xml" ContentType="application/vnd.openxmlformats-officedocument.presentationml.tags+xml"/>
  <Override PartName="/ppt/tags/tag1170.xml" ContentType="application/vnd.openxmlformats-officedocument.presentationml.tags+xml"/>
  <Override PartName="/ppt/tags/tag1590.xml" ContentType="application/vnd.openxmlformats-officedocument.presentationml.tags+xml"/>
  <Override PartName="/ppt/tags/tag1600.xml" ContentType="application/vnd.openxmlformats-officedocument.presentationml.tags+xml"/>
  <Override PartName="/ppt/tags/tag1610.xml" ContentType="application/vnd.openxmlformats-officedocument.presentationml.tags+xml"/>
  <Override PartName="/ppt/tags/tag1620.xml" ContentType="application/vnd.openxmlformats-officedocument.presentationml.tags+xml"/>
  <Override PartName="/ppt/tags/tag163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</p:sldMasterIdLst>
  <p:notesMasterIdLst>
    <p:notesMasterId r:id="rId59"/>
  </p:notesMasterIdLst>
  <p:sldIdLst>
    <p:sldId id="4841" r:id="rId3"/>
    <p:sldId id="383" r:id="rId4"/>
    <p:sldId id="4843" r:id="rId5"/>
    <p:sldId id="4862" r:id="rId6"/>
    <p:sldId id="4846" r:id="rId7"/>
    <p:sldId id="4847" r:id="rId8"/>
    <p:sldId id="4848" r:id="rId9"/>
    <p:sldId id="4863" r:id="rId10"/>
    <p:sldId id="4844" r:id="rId11"/>
    <p:sldId id="4812" r:id="rId12"/>
    <p:sldId id="397" r:id="rId13"/>
    <p:sldId id="398" r:id="rId14"/>
    <p:sldId id="399" r:id="rId15"/>
    <p:sldId id="400" r:id="rId16"/>
    <p:sldId id="401" r:id="rId17"/>
    <p:sldId id="402" r:id="rId18"/>
    <p:sldId id="4811" r:id="rId19"/>
    <p:sldId id="4809" r:id="rId20"/>
    <p:sldId id="4857" r:id="rId21"/>
    <p:sldId id="408" r:id="rId22"/>
    <p:sldId id="409" r:id="rId23"/>
    <p:sldId id="410" r:id="rId24"/>
    <p:sldId id="475" r:id="rId25"/>
    <p:sldId id="396" r:id="rId26"/>
    <p:sldId id="413" r:id="rId27"/>
    <p:sldId id="414" r:id="rId28"/>
    <p:sldId id="4813" r:id="rId29"/>
    <p:sldId id="4851" r:id="rId30"/>
    <p:sldId id="480" r:id="rId31"/>
    <p:sldId id="4852" r:id="rId32"/>
    <p:sldId id="4853" r:id="rId33"/>
    <p:sldId id="4845" r:id="rId34"/>
    <p:sldId id="481" r:id="rId35"/>
    <p:sldId id="4814" r:id="rId36"/>
    <p:sldId id="4854" r:id="rId37"/>
    <p:sldId id="4856" r:id="rId38"/>
    <p:sldId id="415" r:id="rId39"/>
    <p:sldId id="4855" r:id="rId40"/>
    <p:sldId id="345" r:id="rId41"/>
    <p:sldId id="346" r:id="rId42"/>
    <p:sldId id="349" r:id="rId43"/>
    <p:sldId id="483" r:id="rId44"/>
    <p:sldId id="482" r:id="rId45"/>
    <p:sldId id="416" r:id="rId46"/>
    <p:sldId id="417" r:id="rId47"/>
    <p:sldId id="485" r:id="rId48"/>
    <p:sldId id="4860" r:id="rId49"/>
    <p:sldId id="4858" r:id="rId50"/>
    <p:sldId id="4859" r:id="rId51"/>
    <p:sldId id="4861" r:id="rId52"/>
    <p:sldId id="418" r:id="rId53"/>
    <p:sldId id="4815" r:id="rId54"/>
    <p:sldId id="419" r:id="rId55"/>
    <p:sldId id="4840" r:id="rId56"/>
    <p:sldId id="4850" r:id="rId57"/>
    <p:sldId id="4807" r:id="rId58"/>
  </p:sldIdLst>
  <p:sldSz cx="12192000" cy="6858000"/>
  <p:notesSz cx="6858000" cy="9144000"/>
  <p:custDataLst>
    <p:tags r:id="rId6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D6F2"/>
    <a:srgbClr val="FAE4EF"/>
    <a:srgbClr val="DDBEA9"/>
    <a:srgbClr val="4472C4"/>
    <a:srgbClr val="203864"/>
    <a:srgbClr val="A1B8E1"/>
    <a:srgbClr val="E6F4F7"/>
    <a:srgbClr val="D0D9DE"/>
    <a:srgbClr val="A5A58D"/>
    <a:srgbClr val="B8B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92"/>
    <p:restoredTop sz="83546"/>
  </p:normalViewPr>
  <p:slideViewPr>
    <p:cSldViewPr snapToGrid="0">
      <p:cViewPr varScale="1">
        <p:scale>
          <a:sx n="207" d="100"/>
          <a:sy n="207" d="100"/>
        </p:scale>
        <p:origin x="200" y="5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gs" Target="tags/tag1.xml"/><Relationship Id="rId65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an Yuanhe" userId="8b41a650fa060b16" providerId="Windows Live" clId="Web-{F3AB1EAD-94C3-4F10-BEFA-94EEF3E392AB}"/>
    <pc:docChg chg="modSld">
      <pc:chgData name="Tian Yuanhe" userId="8b41a650fa060b16" providerId="Windows Live" clId="Web-{F3AB1EAD-94C3-4F10-BEFA-94EEF3E392AB}" dt="2025-04-17T07:58:11.716" v="21" actId="14100"/>
      <pc:docMkLst>
        <pc:docMk/>
      </pc:docMkLst>
      <pc:sldChg chg="delSp modSp">
        <pc:chgData name="Tian Yuanhe" userId="8b41a650fa060b16" providerId="Windows Live" clId="Web-{F3AB1EAD-94C3-4F10-BEFA-94EEF3E392AB}" dt="2025-04-17T06:45:17.875" v="13"/>
        <pc:sldMkLst>
          <pc:docMk/>
          <pc:sldMk cId="0" sldId="345"/>
        </pc:sldMkLst>
      </pc:sldChg>
      <pc:sldChg chg="addSp delSp modSp">
        <pc:chgData name="Tian Yuanhe" userId="8b41a650fa060b16" providerId="Windows Live" clId="Web-{F3AB1EAD-94C3-4F10-BEFA-94EEF3E392AB}" dt="2025-04-17T06:45:36.500" v="17" actId="14100"/>
        <pc:sldMkLst>
          <pc:docMk/>
          <pc:sldMk cId="0" sldId="346"/>
        </pc:sldMkLst>
      </pc:sldChg>
      <pc:sldChg chg="addSp delSp modSp">
        <pc:chgData name="Tian Yuanhe" userId="8b41a650fa060b16" providerId="Windows Live" clId="Web-{F3AB1EAD-94C3-4F10-BEFA-94EEF3E392AB}" dt="2025-04-17T06:44:33.655" v="10"/>
        <pc:sldMkLst>
          <pc:docMk/>
          <pc:sldMk cId="3550736363" sldId="396"/>
        </pc:sldMkLst>
      </pc:sldChg>
      <pc:sldChg chg="addSp delSp modSp">
        <pc:chgData name="Tian Yuanhe" userId="8b41a650fa060b16" providerId="Windows Live" clId="Web-{F3AB1EAD-94C3-4F10-BEFA-94EEF3E392AB}" dt="2025-04-17T07:58:11.716" v="21" actId="14100"/>
        <pc:sldMkLst>
          <pc:docMk/>
          <pc:sldMk cId="3501328769" sldId="4811"/>
        </pc:sldMkLst>
        <pc:picChg chg="add mod">
          <ac:chgData name="Tian Yuanhe" userId="8b41a650fa060b16" providerId="Windows Live" clId="Web-{F3AB1EAD-94C3-4F10-BEFA-94EEF3E392AB}" dt="2025-04-17T07:58:11.716" v="21" actId="14100"/>
          <ac:picMkLst>
            <pc:docMk/>
            <pc:sldMk cId="3501328769" sldId="4811"/>
            <ac:picMk id="25" creationId="{848CF245-4E2B-99B0-5D75-ACBFDF18DFCA}"/>
          </ac:picMkLst>
        </pc:picChg>
      </pc:sldChg>
    </pc:docChg>
  </pc:docChgLst>
  <pc:docChgLst>
    <pc:chgData name="Yuanhe Tian" userId="8b41a650fa060b16" providerId="LiveId" clId="{A7CFACAF-95CA-FE44-8CC2-80888C897F5E}"/>
    <pc:docChg chg="undo custSel addSld delSld modSld sldOrd">
      <pc:chgData name="Yuanhe Tian" userId="8b41a650fa060b16" providerId="LiveId" clId="{A7CFACAF-95CA-FE44-8CC2-80888C897F5E}" dt="2025-05-07T03:05:52.299" v="8015"/>
      <pc:docMkLst>
        <pc:docMk/>
      </pc:docMkLst>
      <pc:sldChg chg="addSp delSp modSp mod">
        <pc:chgData name="Yuanhe Tian" userId="8b41a650fa060b16" providerId="LiveId" clId="{A7CFACAF-95CA-FE44-8CC2-80888C897F5E}" dt="2025-05-07T03:05:52.299" v="8015"/>
        <pc:sldMkLst>
          <pc:docMk/>
          <pc:sldMk cId="0" sldId="345"/>
        </pc:sldMkLst>
        <pc:spChg chg="add del mod">
          <ac:chgData name="Yuanhe Tian" userId="8b41a650fa060b16" providerId="LiveId" clId="{A7CFACAF-95CA-FE44-8CC2-80888C897F5E}" dt="2025-05-07T03:05:51.953" v="8014" actId="478"/>
          <ac:spMkLst>
            <pc:docMk/>
            <pc:sldMk cId="0" sldId="345"/>
            <ac:spMk id="2" creationId="{DB992863-9C6E-8717-E5A0-64D2E2FEFD93}"/>
          </ac:spMkLst>
        </pc:spChg>
        <pc:spChg chg="add del mod">
          <ac:chgData name="Yuanhe Tian" userId="8b41a650fa060b16" providerId="LiveId" clId="{A7CFACAF-95CA-FE44-8CC2-80888C897F5E}" dt="2025-05-07T03:05:51.953" v="8014" actId="478"/>
          <ac:spMkLst>
            <pc:docMk/>
            <pc:sldMk cId="0" sldId="345"/>
            <ac:spMk id="3" creationId="{2AD4BC83-F0FC-6BD4-AA8C-4824FFC89B59}"/>
          </ac:spMkLst>
        </pc:spChg>
        <pc:spChg chg="del">
          <ac:chgData name="Yuanhe Tian" userId="8b41a650fa060b16" providerId="LiveId" clId="{A7CFACAF-95CA-FE44-8CC2-80888C897F5E}" dt="2025-05-07T03:05:51.953" v="8014" actId="478"/>
          <ac:spMkLst>
            <pc:docMk/>
            <pc:sldMk cId="0" sldId="345"/>
            <ac:spMk id="4" creationId="{63738EBF-1881-7FF4-2FA0-D8D7F2EADA49}"/>
          </ac:spMkLst>
        </pc:spChg>
        <pc:spChg chg="del">
          <ac:chgData name="Yuanhe Tian" userId="8b41a650fa060b16" providerId="LiveId" clId="{A7CFACAF-95CA-FE44-8CC2-80888C897F5E}" dt="2025-05-07T03:05:51.953" v="8014" actId="478"/>
          <ac:spMkLst>
            <pc:docMk/>
            <pc:sldMk cId="0" sldId="345"/>
            <ac:spMk id="5" creationId="{C021AC7B-F5DA-A5A1-92B8-A42B881B0F47}"/>
          </ac:spMkLst>
        </pc:spChg>
        <pc:spChg chg="mod">
          <ac:chgData name="Yuanhe Tian" userId="8b41a650fa060b16" providerId="LiveId" clId="{A7CFACAF-95CA-FE44-8CC2-80888C897F5E}" dt="2025-05-06T05:50:22.616" v="7956"/>
          <ac:spMkLst>
            <pc:docMk/>
            <pc:sldMk cId="0" sldId="345"/>
            <ac:spMk id="7" creationId="{9E3BD0DE-37D1-4E27-DD19-3B834069113B}"/>
          </ac:spMkLst>
        </pc:spChg>
        <pc:spChg chg="mod">
          <ac:chgData name="Yuanhe Tian" userId="8b41a650fa060b16" providerId="LiveId" clId="{A7CFACAF-95CA-FE44-8CC2-80888C897F5E}" dt="2025-05-06T05:50:22.616" v="7956"/>
          <ac:spMkLst>
            <pc:docMk/>
            <pc:sldMk cId="0" sldId="345"/>
            <ac:spMk id="8" creationId="{59EB4E40-6B58-CCD8-ED3F-63E75155FC42}"/>
          </ac:spMkLst>
        </pc:spChg>
        <pc:spChg chg="del">
          <ac:chgData name="Yuanhe Tian" userId="8b41a650fa060b16" providerId="LiveId" clId="{A7CFACAF-95CA-FE44-8CC2-80888C897F5E}" dt="2025-05-07T03:05:51.953" v="8014" actId="478"/>
          <ac:spMkLst>
            <pc:docMk/>
            <pc:sldMk cId="0" sldId="345"/>
            <ac:spMk id="12" creationId="{E3EF273A-5BE1-0E07-23C1-5225D57C4883}"/>
          </ac:spMkLst>
        </pc:spChg>
        <pc:spChg chg="mod">
          <ac:chgData name="Yuanhe Tian" userId="8b41a650fa060b16" providerId="LiveId" clId="{A7CFACAF-95CA-FE44-8CC2-80888C897F5E}" dt="2025-05-06T05:50:22.616" v="7956"/>
          <ac:spMkLst>
            <pc:docMk/>
            <pc:sldMk cId="0" sldId="345"/>
            <ac:spMk id="14" creationId="{FEEF70CC-DCE2-5FFA-EBDC-B74CDEB29573}"/>
          </ac:spMkLst>
        </pc:spChg>
        <pc:spChg chg="mod">
          <ac:chgData name="Yuanhe Tian" userId="8b41a650fa060b16" providerId="LiveId" clId="{A7CFACAF-95CA-FE44-8CC2-80888C897F5E}" dt="2025-05-06T05:50:22.616" v="7956"/>
          <ac:spMkLst>
            <pc:docMk/>
            <pc:sldMk cId="0" sldId="345"/>
            <ac:spMk id="16" creationId="{38929EBF-8BB9-BE29-1E03-E71D7A6015A6}"/>
          </ac:spMkLst>
        </pc:spChg>
        <pc:spChg chg="add mod">
          <ac:chgData name="Yuanhe Tian" userId="8b41a650fa060b16" providerId="LiveId" clId="{A7CFACAF-95CA-FE44-8CC2-80888C897F5E}" dt="2025-05-06T05:50:22.616" v="7956"/>
          <ac:spMkLst>
            <pc:docMk/>
            <pc:sldMk cId="0" sldId="345"/>
            <ac:spMk id="19" creationId="{D4D4A6B0-6ECA-5DB6-190B-637598F36B2C}"/>
          </ac:spMkLst>
        </pc:spChg>
        <pc:spChg chg="mod">
          <ac:chgData name="Yuanhe Tian" userId="8b41a650fa060b16" providerId="LiveId" clId="{A7CFACAF-95CA-FE44-8CC2-80888C897F5E}" dt="2025-05-06T05:50:22.616" v="7956"/>
          <ac:spMkLst>
            <pc:docMk/>
            <pc:sldMk cId="0" sldId="345"/>
            <ac:spMk id="21" creationId="{79F96F93-3CAD-E935-2B51-796438CDBBD5}"/>
          </ac:spMkLst>
        </pc:spChg>
        <pc:spChg chg="mod">
          <ac:chgData name="Yuanhe Tian" userId="8b41a650fa060b16" providerId="LiveId" clId="{A7CFACAF-95CA-FE44-8CC2-80888C897F5E}" dt="2025-05-06T05:50:22.616" v="7956"/>
          <ac:spMkLst>
            <pc:docMk/>
            <pc:sldMk cId="0" sldId="345"/>
            <ac:spMk id="23" creationId="{C3854BD3-64D8-7AB4-DA29-B95836D92C1A}"/>
          </ac:spMkLst>
        </pc:spChg>
        <pc:spChg chg="mod">
          <ac:chgData name="Yuanhe Tian" userId="8b41a650fa060b16" providerId="LiveId" clId="{A7CFACAF-95CA-FE44-8CC2-80888C897F5E}" dt="2025-05-06T05:50:22.616" v="7956"/>
          <ac:spMkLst>
            <pc:docMk/>
            <pc:sldMk cId="0" sldId="345"/>
            <ac:spMk id="25" creationId="{F0EE4174-FF2F-BFA8-12F3-F5288674C69B}"/>
          </ac:spMkLst>
        </pc:spChg>
        <pc:spChg chg="del">
          <ac:chgData name="Yuanhe Tian" userId="8b41a650fa060b16" providerId="LiveId" clId="{A7CFACAF-95CA-FE44-8CC2-80888C897F5E}" dt="2025-05-07T03:05:51.953" v="8014" actId="478"/>
          <ac:spMkLst>
            <pc:docMk/>
            <pc:sldMk cId="0" sldId="345"/>
            <ac:spMk id="26" creationId="{70C864EE-C7A4-9F47-F524-DD36550E5018}"/>
          </ac:spMkLst>
        </pc:spChg>
        <pc:spChg chg="del">
          <ac:chgData name="Yuanhe Tian" userId="8b41a650fa060b16" providerId="LiveId" clId="{A7CFACAF-95CA-FE44-8CC2-80888C897F5E}" dt="2025-05-07T03:05:51.953" v="8014" actId="478"/>
          <ac:spMkLst>
            <pc:docMk/>
            <pc:sldMk cId="0" sldId="345"/>
            <ac:spMk id="27" creationId="{D40B264D-50FC-FFD0-016D-B39FEB4D252B}"/>
          </ac:spMkLst>
        </pc:spChg>
        <pc:spChg chg="del">
          <ac:chgData name="Yuanhe Tian" userId="8b41a650fa060b16" providerId="LiveId" clId="{A7CFACAF-95CA-FE44-8CC2-80888C897F5E}" dt="2025-05-07T03:05:51.953" v="8014" actId="478"/>
          <ac:spMkLst>
            <pc:docMk/>
            <pc:sldMk cId="0" sldId="345"/>
            <ac:spMk id="28" creationId="{67ECFCF5-08C9-988D-CD9B-A2CC0255C72C}"/>
          </ac:spMkLst>
        </pc:spChg>
        <pc:spChg chg="del">
          <ac:chgData name="Yuanhe Tian" userId="8b41a650fa060b16" providerId="LiveId" clId="{A7CFACAF-95CA-FE44-8CC2-80888C897F5E}" dt="2025-05-07T03:05:51.953" v="8014" actId="478"/>
          <ac:spMkLst>
            <pc:docMk/>
            <pc:sldMk cId="0" sldId="345"/>
            <ac:spMk id="42" creationId="{705BEDE0-E92E-6A55-E1F6-8D2FF6F36166}"/>
          </ac:spMkLst>
        </pc:spChg>
        <pc:spChg chg="add mod">
          <ac:chgData name="Yuanhe Tian" userId="8b41a650fa060b16" providerId="LiveId" clId="{A7CFACAF-95CA-FE44-8CC2-80888C897F5E}" dt="2025-05-07T03:05:52.299" v="8015"/>
          <ac:spMkLst>
            <pc:docMk/>
            <pc:sldMk cId="0" sldId="345"/>
            <ac:spMk id="46" creationId="{17F636D1-2225-81A4-27F7-BE7B3810598C}"/>
          </ac:spMkLst>
        </pc:spChg>
        <pc:spChg chg="mod">
          <ac:chgData name="Yuanhe Tian" userId="8b41a650fa060b16" providerId="LiveId" clId="{A7CFACAF-95CA-FE44-8CC2-80888C897F5E}" dt="2025-05-07T03:05:52.299" v="8015"/>
          <ac:spMkLst>
            <pc:docMk/>
            <pc:sldMk cId="0" sldId="345"/>
            <ac:spMk id="51" creationId="{0AA6F3CB-9B71-05CA-B9A3-9150D486A2F1}"/>
          </ac:spMkLst>
        </pc:spChg>
        <pc:spChg chg="mod">
          <ac:chgData name="Yuanhe Tian" userId="8b41a650fa060b16" providerId="LiveId" clId="{A7CFACAF-95CA-FE44-8CC2-80888C897F5E}" dt="2025-05-07T03:05:52.299" v="8015"/>
          <ac:spMkLst>
            <pc:docMk/>
            <pc:sldMk cId="0" sldId="345"/>
            <ac:spMk id="53" creationId="{251892B1-BB80-2CD8-3B78-2DBDD80ACA3A}"/>
          </ac:spMkLst>
        </pc:spChg>
        <pc:spChg chg="mod">
          <ac:chgData name="Yuanhe Tian" userId="8b41a650fa060b16" providerId="LiveId" clId="{A7CFACAF-95CA-FE44-8CC2-80888C897F5E}" dt="2025-05-07T03:05:52.299" v="8015"/>
          <ac:spMkLst>
            <pc:docMk/>
            <pc:sldMk cId="0" sldId="345"/>
            <ac:spMk id="56" creationId="{281C2799-363A-1CAA-732E-F9D32B8393C1}"/>
          </ac:spMkLst>
        </pc:spChg>
        <pc:spChg chg="mod">
          <ac:chgData name="Yuanhe Tian" userId="8b41a650fa060b16" providerId="LiveId" clId="{A7CFACAF-95CA-FE44-8CC2-80888C897F5E}" dt="2025-05-07T03:05:52.299" v="8015"/>
          <ac:spMkLst>
            <pc:docMk/>
            <pc:sldMk cId="0" sldId="345"/>
            <ac:spMk id="60" creationId="{CDC3C395-E669-7B55-A192-7C53A0560FD3}"/>
          </ac:spMkLst>
        </pc:spChg>
        <pc:spChg chg="mod">
          <ac:chgData name="Yuanhe Tian" userId="8b41a650fa060b16" providerId="LiveId" clId="{A7CFACAF-95CA-FE44-8CC2-80888C897F5E}" dt="2025-05-07T03:05:52.299" v="8015"/>
          <ac:spMkLst>
            <pc:docMk/>
            <pc:sldMk cId="0" sldId="345"/>
            <ac:spMk id="62" creationId="{FE633F94-6FA5-49F1-353B-3604969A7558}"/>
          </ac:spMkLst>
        </pc:spChg>
        <pc:spChg chg="mod">
          <ac:chgData name="Yuanhe Tian" userId="8b41a650fa060b16" providerId="LiveId" clId="{A7CFACAF-95CA-FE44-8CC2-80888C897F5E}" dt="2025-05-07T03:05:52.299" v="8015"/>
          <ac:spMkLst>
            <pc:docMk/>
            <pc:sldMk cId="0" sldId="345"/>
            <ac:spMk id="63" creationId="{3FED93BF-7CC8-0CD7-83EA-77E4460ADD98}"/>
          </ac:spMkLst>
        </pc:spChg>
        <pc:spChg chg="mod">
          <ac:chgData name="Yuanhe Tian" userId="8b41a650fa060b16" providerId="LiveId" clId="{A7CFACAF-95CA-FE44-8CC2-80888C897F5E}" dt="2025-05-07T03:05:52.299" v="8015"/>
          <ac:spMkLst>
            <pc:docMk/>
            <pc:sldMk cId="0" sldId="345"/>
            <ac:spMk id="64" creationId="{2507CE20-1D25-7E4D-7552-6480D3798B20}"/>
          </ac:spMkLst>
        </pc:spChg>
        <pc:spChg chg="mod">
          <ac:chgData name="Yuanhe Tian" userId="8b41a650fa060b16" providerId="LiveId" clId="{A7CFACAF-95CA-FE44-8CC2-80888C897F5E}" dt="2025-05-07T03:05:52.299" v="8015"/>
          <ac:spMkLst>
            <pc:docMk/>
            <pc:sldMk cId="0" sldId="345"/>
            <ac:spMk id="66" creationId="{2CE28B8A-1445-B347-7197-8C9EB02310E9}"/>
          </ac:spMkLst>
        </pc:spChg>
        <pc:spChg chg="add mod">
          <ac:chgData name="Yuanhe Tian" userId="8b41a650fa060b16" providerId="LiveId" clId="{A7CFACAF-95CA-FE44-8CC2-80888C897F5E}" dt="2025-05-07T03:05:52.299" v="8015"/>
          <ac:spMkLst>
            <pc:docMk/>
            <pc:sldMk cId="0" sldId="345"/>
            <ac:spMk id="68" creationId="{F67C56AD-1744-4D3B-377A-F36EE107F7A8}"/>
          </ac:spMkLst>
        </pc:spChg>
        <pc:spChg chg="mod">
          <ac:chgData name="Yuanhe Tian" userId="8b41a650fa060b16" providerId="LiveId" clId="{A7CFACAF-95CA-FE44-8CC2-80888C897F5E}" dt="2025-05-06T05:52:46.178" v="7957" actId="1076"/>
          <ac:spMkLst>
            <pc:docMk/>
            <pc:sldMk cId="0" sldId="345"/>
            <ac:spMk id="80" creationId="{00000000-0000-0000-0000-000000000000}"/>
          </ac:spMkLst>
        </pc:spChg>
        <pc:spChg chg="del">
          <ac:chgData name="Yuanhe Tian" userId="8b41a650fa060b16" providerId="LiveId" clId="{A7CFACAF-95CA-FE44-8CC2-80888C897F5E}" dt="2025-05-06T05:50:21.768" v="7955" actId="478"/>
          <ac:spMkLst>
            <pc:docMk/>
            <pc:sldMk cId="0" sldId="345"/>
            <ac:spMk id="95" creationId="{725B321C-C318-3F69-386B-C47CCBA43626}"/>
          </ac:spMkLst>
        </pc:spChg>
        <pc:spChg chg="del">
          <ac:chgData name="Yuanhe Tian" userId="8b41a650fa060b16" providerId="LiveId" clId="{A7CFACAF-95CA-FE44-8CC2-80888C897F5E}" dt="2025-05-06T05:50:21.768" v="7955" actId="478"/>
          <ac:spMkLst>
            <pc:docMk/>
            <pc:sldMk cId="0" sldId="345"/>
            <ac:spMk id="96" creationId="{DBBE7FCB-3EA3-D229-FF1F-BB522B04AE03}"/>
          </ac:spMkLst>
        </pc:spChg>
        <pc:spChg chg="del">
          <ac:chgData name="Yuanhe Tian" userId="8b41a650fa060b16" providerId="LiveId" clId="{A7CFACAF-95CA-FE44-8CC2-80888C897F5E}" dt="2025-05-06T05:50:21.768" v="7955" actId="478"/>
          <ac:spMkLst>
            <pc:docMk/>
            <pc:sldMk cId="0" sldId="345"/>
            <ac:spMk id="98" creationId="{15EDA754-B8C8-A935-0C7D-2CB6A4026300}"/>
          </ac:spMkLst>
        </pc:spChg>
        <pc:spChg chg="del">
          <ac:chgData name="Yuanhe Tian" userId="8b41a650fa060b16" providerId="LiveId" clId="{A7CFACAF-95CA-FE44-8CC2-80888C897F5E}" dt="2025-05-06T05:50:21.768" v="7955" actId="478"/>
          <ac:spMkLst>
            <pc:docMk/>
            <pc:sldMk cId="0" sldId="345"/>
            <ac:spMk id="99" creationId="{D37C2797-5BA4-A8C0-B469-DA018D7FCBD8}"/>
          </ac:spMkLst>
        </pc:spChg>
        <pc:spChg chg="del">
          <ac:chgData name="Yuanhe Tian" userId="8b41a650fa060b16" providerId="LiveId" clId="{A7CFACAF-95CA-FE44-8CC2-80888C897F5E}" dt="2025-05-06T05:50:21.768" v="7955" actId="478"/>
          <ac:spMkLst>
            <pc:docMk/>
            <pc:sldMk cId="0" sldId="345"/>
            <ac:spMk id="100" creationId="{1DC05559-82EC-51CF-E137-029E738BA11C}"/>
          </ac:spMkLst>
        </pc:spChg>
        <pc:spChg chg="del">
          <ac:chgData name="Yuanhe Tian" userId="8b41a650fa060b16" providerId="LiveId" clId="{A7CFACAF-95CA-FE44-8CC2-80888C897F5E}" dt="2025-05-06T05:50:21.768" v="7955" actId="478"/>
          <ac:spMkLst>
            <pc:docMk/>
            <pc:sldMk cId="0" sldId="345"/>
            <ac:spMk id="101" creationId="{38771611-D82B-F1D3-4DD1-D7F721BE9670}"/>
          </ac:spMkLst>
        </pc:spChg>
        <pc:spChg chg="del">
          <ac:chgData name="Yuanhe Tian" userId="8b41a650fa060b16" providerId="LiveId" clId="{A7CFACAF-95CA-FE44-8CC2-80888C897F5E}" dt="2025-05-06T05:50:21.768" v="7955" actId="478"/>
          <ac:spMkLst>
            <pc:docMk/>
            <pc:sldMk cId="0" sldId="345"/>
            <ac:spMk id="130" creationId="{45F12510-2B39-3DC3-BE77-7829E9277043}"/>
          </ac:spMkLst>
        </pc:spChg>
        <pc:spChg chg="del">
          <ac:chgData name="Yuanhe Tian" userId="8b41a650fa060b16" providerId="LiveId" clId="{A7CFACAF-95CA-FE44-8CC2-80888C897F5E}" dt="2025-05-06T05:50:21.768" v="7955" actId="478"/>
          <ac:spMkLst>
            <pc:docMk/>
            <pc:sldMk cId="0" sldId="345"/>
            <ac:spMk id="132" creationId="{A90C1F29-8B93-DA7A-8CFD-D868D30C36E4}"/>
          </ac:spMkLst>
        </pc:spChg>
        <pc:spChg chg="del">
          <ac:chgData name="Yuanhe Tian" userId="8b41a650fa060b16" providerId="LiveId" clId="{A7CFACAF-95CA-FE44-8CC2-80888C897F5E}" dt="2025-05-06T05:50:21.768" v="7955" actId="478"/>
          <ac:spMkLst>
            <pc:docMk/>
            <pc:sldMk cId="0" sldId="345"/>
            <ac:spMk id="134" creationId="{06318C19-1571-9958-4960-8DFBEAEA73B7}"/>
          </ac:spMkLst>
        </pc:spChg>
        <pc:spChg chg="del">
          <ac:chgData name="Yuanhe Tian" userId="8b41a650fa060b16" providerId="LiveId" clId="{A7CFACAF-95CA-FE44-8CC2-80888C897F5E}" dt="2025-05-06T05:50:21.768" v="7955" actId="478"/>
          <ac:spMkLst>
            <pc:docMk/>
            <pc:sldMk cId="0" sldId="345"/>
            <ac:spMk id="135" creationId="{12AC4657-C345-B393-12A0-29AE611E74E7}"/>
          </ac:spMkLst>
        </pc:spChg>
        <pc:grpChg chg="del">
          <ac:chgData name="Yuanhe Tian" userId="8b41a650fa060b16" providerId="LiveId" clId="{A7CFACAF-95CA-FE44-8CC2-80888C897F5E}" dt="2025-05-07T03:05:51.953" v="8014" actId="478"/>
          <ac:grpSpMkLst>
            <pc:docMk/>
            <pc:sldMk cId="0" sldId="345"/>
            <ac:grpSpMk id="34" creationId="{F0FEE47F-0248-5296-14AC-92D0044C9349}"/>
          </ac:grpSpMkLst>
        </pc:grpChg>
      </pc:sldChg>
      <pc:sldChg chg="addSp delSp modSp mod">
        <pc:chgData name="Yuanhe Tian" userId="8b41a650fa060b16" providerId="LiveId" clId="{A7CFACAF-95CA-FE44-8CC2-80888C897F5E}" dt="2025-05-07T03:05:43.444" v="8013" actId="166"/>
        <pc:sldMkLst>
          <pc:docMk/>
          <pc:sldMk cId="0" sldId="346"/>
        </pc:sldMkLst>
        <pc:spChg chg="del">
          <ac:chgData name="Yuanhe Tian" userId="8b41a650fa060b16" providerId="LiveId" clId="{A7CFACAF-95CA-FE44-8CC2-80888C897F5E}" dt="2025-05-07T03:05:38.826" v="8011" actId="478"/>
          <ac:spMkLst>
            <pc:docMk/>
            <pc:sldMk cId="0" sldId="346"/>
            <ac:spMk id="2" creationId="{3FFB2B79-42B0-A45D-D3EF-C0D0BF21BC90}"/>
          </ac:spMkLst>
        </pc:spChg>
        <pc:spChg chg="del">
          <ac:chgData name="Yuanhe Tian" userId="8b41a650fa060b16" providerId="LiveId" clId="{A7CFACAF-95CA-FE44-8CC2-80888C897F5E}" dt="2025-05-07T03:05:38.826" v="8011" actId="478"/>
          <ac:spMkLst>
            <pc:docMk/>
            <pc:sldMk cId="0" sldId="346"/>
            <ac:spMk id="3" creationId="{19D429C7-33D0-F41F-B326-EAAD4A073F44}"/>
          </ac:spMkLst>
        </pc:spChg>
        <pc:spChg chg="del">
          <ac:chgData name="Yuanhe Tian" userId="8b41a650fa060b16" providerId="LiveId" clId="{A7CFACAF-95CA-FE44-8CC2-80888C897F5E}" dt="2025-05-07T03:05:38.826" v="8011" actId="478"/>
          <ac:spMkLst>
            <pc:docMk/>
            <pc:sldMk cId="0" sldId="346"/>
            <ac:spMk id="4" creationId="{FD0F772C-B79A-594E-6CD6-8F77E5760F40}"/>
          </ac:spMkLst>
        </pc:spChg>
        <pc:spChg chg="mod">
          <ac:chgData name="Yuanhe Tian" userId="8b41a650fa060b16" providerId="LiveId" clId="{A7CFACAF-95CA-FE44-8CC2-80888C897F5E}" dt="2025-05-06T05:50:01" v="7952" actId="166"/>
          <ac:spMkLst>
            <pc:docMk/>
            <pc:sldMk cId="0" sldId="346"/>
            <ac:spMk id="6" creationId="{B4A85A9A-BB51-F9A5-6A2C-340D55748F75}"/>
          </ac:spMkLst>
        </pc:spChg>
        <pc:spChg chg="mod">
          <ac:chgData name="Yuanhe Tian" userId="8b41a650fa060b16" providerId="LiveId" clId="{A7CFACAF-95CA-FE44-8CC2-80888C897F5E}" dt="2025-05-06T05:49:56.291" v="7951"/>
          <ac:spMkLst>
            <pc:docMk/>
            <pc:sldMk cId="0" sldId="346"/>
            <ac:spMk id="12" creationId="{B77E1463-AC4C-471B-008B-F540E1B3CE66}"/>
          </ac:spMkLst>
        </pc:spChg>
        <pc:spChg chg="del">
          <ac:chgData name="Yuanhe Tian" userId="8b41a650fa060b16" providerId="LiveId" clId="{A7CFACAF-95CA-FE44-8CC2-80888C897F5E}" dt="2025-05-07T03:05:38.826" v="8011" actId="478"/>
          <ac:spMkLst>
            <pc:docMk/>
            <pc:sldMk cId="0" sldId="346"/>
            <ac:spMk id="13" creationId="{DE7E173B-FF5C-1600-E9B4-019E06142C79}"/>
          </ac:spMkLst>
        </pc:spChg>
        <pc:spChg chg="add del mod">
          <ac:chgData name="Yuanhe Tian" userId="8b41a650fa060b16" providerId="LiveId" clId="{A7CFACAF-95CA-FE44-8CC2-80888C897F5E}" dt="2025-05-07T03:05:38.826" v="8011" actId="478"/>
          <ac:spMkLst>
            <pc:docMk/>
            <pc:sldMk cId="0" sldId="346"/>
            <ac:spMk id="15" creationId="{0CCBE766-334A-1937-900B-B793EC5DDA5D}"/>
          </ac:spMkLst>
        </pc:spChg>
        <pc:spChg chg="mod">
          <ac:chgData name="Yuanhe Tian" userId="8b41a650fa060b16" providerId="LiveId" clId="{A7CFACAF-95CA-FE44-8CC2-80888C897F5E}" dt="2025-05-06T05:49:56.291" v="7951"/>
          <ac:spMkLst>
            <pc:docMk/>
            <pc:sldMk cId="0" sldId="346"/>
            <ac:spMk id="23" creationId="{E91BAB66-23A7-1315-747E-E102EE108187}"/>
          </ac:spMkLst>
        </pc:spChg>
        <pc:spChg chg="mod">
          <ac:chgData name="Yuanhe Tian" userId="8b41a650fa060b16" providerId="LiveId" clId="{A7CFACAF-95CA-FE44-8CC2-80888C897F5E}" dt="2025-05-06T05:49:56.291" v="7951"/>
          <ac:spMkLst>
            <pc:docMk/>
            <pc:sldMk cId="0" sldId="346"/>
            <ac:spMk id="32" creationId="{43633786-4E24-0CC4-D263-257DAE148889}"/>
          </ac:spMkLst>
        </pc:spChg>
        <pc:spChg chg="del">
          <ac:chgData name="Yuanhe Tian" userId="8b41a650fa060b16" providerId="LiveId" clId="{A7CFACAF-95CA-FE44-8CC2-80888C897F5E}" dt="2025-05-07T03:05:38.826" v="8011" actId="478"/>
          <ac:spMkLst>
            <pc:docMk/>
            <pc:sldMk cId="0" sldId="346"/>
            <ac:spMk id="33" creationId="{DB39390E-BD27-C58E-F01F-FBB4DD8F849F}"/>
          </ac:spMkLst>
        </pc:spChg>
        <pc:spChg chg="add del mod">
          <ac:chgData name="Yuanhe Tian" userId="8b41a650fa060b16" providerId="LiveId" clId="{A7CFACAF-95CA-FE44-8CC2-80888C897F5E}" dt="2025-05-07T03:05:38.826" v="8011" actId="478"/>
          <ac:spMkLst>
            <pc:docMk/>
            <pc:sldMk cId="0" sldId="346"/>
            <ac:spMk id="36" creationId="{20A95AC3-99C4-6485-2442-257472154B8D}"/>
          </ac:spMkLst>
        </pc:spChg>
        <pc:spChg chg="mod">
          <ac:chgData name="Yuanhe Tian" userId="8b41a650fa060b16" providerId="LiveId" clId="{A7CFACAF-95CA-FE44-8CC2-80888C897F5E}" dt="2025-05-06T05:49:56.291" v="7951"/>
          <ac:spMkLst>
            <pc:docMk/>
            <pc:sldMk cId="0" sldId="346"/>
            <ac:spMk id="42" creationId="{A7B6EFC4-0CB8-8CC0-03F0-ED509762519E}"/>
          </ac:spMkLst>
        </pc:spChg>
        <pc:spChg chg="add mod">
          <ac:chgData name="Yuanhe Tian" userId="8b41a650fa060b16" providerId="LiveId" clId="{A7CFACAF-95CA-FE44-8CC2-80888C897F5E}" dt="2025-05-06T05:49:56.291" v="7951"/>
          <ac:spMkLst>
            <pc:docMk/>
            <pc:sldMk cId="0" sldId="346"/>
            <ac:spMk id="43" creationId="{D785C512-223F-AC01-AE30-7AA4CE4FCE85}"/>
          </ac:spMkLst>
        </pc:spChg>
        <pc:spChg chg="mod">
          <ac:chgData name="Yuanhe Tian" userId="8b41a650fa060b16" providerId="LiveId" clId="{A7CFACAF-95CA-FE44-8CC2-80888C897F5E}" dt="2025-05-06T05:49:56.291" v="7951"/>
          <ac:spMkLst>
            <pc:docMk/>
            <pc:sldMk cId="0" sldId="346"/>
            <ac:spMk id="49" creationId="{7E08C6B1-90B9-A571-77D1-B748E2DD48F5}"/>
          </ac:spMkLst>
        </pc:spChg>
        <pc:spChg chg="del">
          <ac:chgData name="Yuanhe Tian" userId="8b41a650fa060b16" providerId="LiveId" clId="{A7CFACAF-95CA-FE44-8CC2-80888C897F5E}" dt="2025-05-07T03:05:38.826" v="8011" actId="478"/>
          <ac:spMkLst>
            <pc:docMk/>
            <pc:sldMk cId="0" sldId="346"/>
            <ac:spMk id="50" creationId="{F9EC03FC-84D5-D487-6967-D4FAA7C82B5A}"/>
          </ac:spMkLst>
        </pc:spChg>
        <pc:spChg chg="add mod">
          <ac:chgData name="Yuanhe Tian" userId="8b41a650fa060b16" providerId="LiveId" clId="{A7CFACAF-95CA-FE44-8CC2-80888C897F5E}" dt="2025-05-06T05:49:56.291" v="7951"/>
          <ac:spMkLst>
            <pc:docMk/>
            <pc:sldMk cId="0" sldId="346"/>
            <ac:spMk id="57" creationId="{EA19B08E-1D3E-680A-76CB-6F240172DC22}"/>
          </ac:spMkLst>
        </pc:spChg>
        <pc:spChg chg="add del mod">
          <ac:chgData name="Yuanhe Tian" userId="8b41a650fa060b16" providerId="LiveId" clId="{A7CFACAF-95CA-FE44-8CC2-80888C897F5E}" dt="2025-05-07T03:05:38.826" v="8011" actId="478"/>
          <ac:spMkLst>
            <pc:docMk/>
            <pc:sldMk cId="0" sldId="346"/>
            <ac:spMk id="58" creationId="{0992A7E9-D7E1-9A18-8EE7-FC2A295CDE82}"/>
          </ac:spMkLst>
        </pc:spChg>
        <pc:spChg chg="del">
          <ac:chgData name="Yuanhe Tian" userId="8b41a650fa060b16" providerId="LiveId" clId="{A7CFACAF-95CA-FE44-8CC2-80888C897F5E}" dt="2025-05-07T03:05:38.826" v="8011" actId="478"/>
          <ac:spMkLst>
            <pc:docMk/>
            <pc:sldMk cId="0" sldId="346"/>
            <ac:spMk id="59" creationId="{87D07EED-E1EC-8266-9B08-8F9190FA4C1C}"/>
          </ac:spMkLst>
        </pc:spChg>
        <pc:spChg chg="add mod">
          <ac:chgData name="Yuanhe Tian" userId="8b41a650fa060b16" providerId="LiveId" clId="{A7CFACAF-95CA-FE44-8CC2-80888C897F5E}" dt="2025-05-07T03:05:39.349" v="8012"/>
          <ac:spMkLst>
            <pc:docMk/>
            <pc:sldMk cId="0" sldId="346"/>
            <ac:spMk id="148" creationId="{C890B4E8-41CC-46AB-26F3-F7F2CB1D3628}"/>
          </ac:spMkLst>
        </pc:spChg>
        <pc:spChg chg="mod">
          <ac:chgData name="Yuanhe Tian" userId="8b41a650fa060b16" providerId="LiveId" clId="{A7CFACAF-95CA-FE44-8CC2-80888C897F5E}" dt="2025-05-07T03:05:43.444" v="8013" actId="166"/>
          <ac:spMkLst>
            <pc:docMk/>
            <pc:sldMk cId="0" sldId="346"/>
            <ac:spMk id="151" creationId="{E716F9A2-C188-798D-58CD-BAD375150152}"/>
          </ac:spMkLst>
        </pc:spChg>
        <pc:spChg chg="mod">
          <ac:chgData name="Yuanhe Tian" userId="8b41a650fa060b16" providerId="LiveId" clId="{A7CFACAF-95CA-FE44-8CC2-80888C897F5E}" dt="2025-05-07T03:05:39.349" v="8012"/>
          <ac:spMkLst>
            <pc:docMk/>
            <pc:sldMk cId="0" sldId="346"/>
            <ac:spMk id="153" creationId="{B4C7AC37-8F82-B30A-1A91-5BAA1C91F28B}"/>
          </ac:spMkLst>
        </pc:spChg>
        <pc:spChg chg="mod">
          <ac:chgData name="Yuanhe Tian" userId="8b41a650fa060b16" providerId="LiveId" clId="{A7CFACAF-95CA-FE44-8CC2-80888C897F5E}" dt="2025-05-05T21:15:53.475" v="5530" actId="255"/>
          <ac:spMkLst>
            <pc:docMk/>
            <pc:sldMk cId="0" sldId="346"/>
            <ac:spMk id="154" creationId="{A06F0684-0518-4688-A823-298EFA2660D5}"/>
          </ac:spMkLst>
        </pc:spChg>
        <pc:spChg chg="add mod">
          <ac:chgData name="Yuanhe Tian" userId="8b41a650fa060b16" providerId="LiveId" clId="{A7CFACAF-95CA-FE44-8CC2-80888C897F5E}" dt="2025-05-07T03:05:39.349" v="8012"/>
          <ac:spMkLst>
            <pc:docMk/>
            <pc:sldMk cId="0" sldId="346"/>
            <ac:spMk id="157" creationId="{E8252F19-387C-5441-D0D9-59B59ED17C71}"/>
          </ac:spMkLst>
        </pc:spChg>
        <pc:spChg chg="add mod">
          <ac:chgData name="Yuanhe Tian" userId="8b41a650fa060b16" providerId="LiveId" clId="{A7CFACAF-95CA-FE44-8CC2-80888C897F5E}" dt="2025-05-07T03:05:39.349" v="8012"/>
          <ac:spMkLst>
            <pc:docMk/>
            <pc:sldMk cId="0" sldId="346"/>
            <ac:spMk id="162" creationId="{314FE435-3B8E-B6E3-15BB-E2FF4154EE14}"/>
          </ac:spMkLst>
        </pc:spChg>
        <pc:spChg chg="add mod">
          <ac:chgData name="Yuanhe Tian" userId="8b41a650fa060b16" providerId="LiveId" clId="{A7CFACAF-95CA-FE44-8CC2-80888C897F5E}" dt="2025-05-07T03:05:39.349" v="8012"/>
          <ac:spMkLst>
            <pc:docMk/>
            <pc:sldMk cId="0" sldId="346"/>
            <ac:spMk id="172" creationId="{2F0C6ABE-4A26-9BA4-3B28-79026FE9A6C8}"/>
          </ac:spMkLst>
        </pc:spChg>
        <pc:spChg chg="add mod">
          <ac:chgData name="Yuanhe Tian" userId="8b41a650fa060b16" providerId="LiveId" clId="{A7CFACAF-95CA-FE44-8CC2-80888C897F5E}" dt="2025-05-07T03:05:39.349" v="8012"/>
          <ac:spMkLst>
            <pc:docMk/>
            <pc:sldMk cId="0" sldId="346"/>
            <ac:spMk id="181" creationId="{E541CD6F-C3FA-8178-48C2-6BB7D51A0029}"/>
          </ac:spMkLst>
        </pc:spChg>
        <pc:spChg chg="mod">
          <ac:chgData name="Yuanhe Tian" userId="8b41a650fa060b16" providerId="LiveId" clId="{A7CFACAF-95CA-FE44-8CC2-80888C897F5E}" dt="2025-05-07T03:05:39.349" v="8012"/>
          <ac:spMkLst>
            <pc:docMk/>
            <pc:sldMk cId="0" sldId="346"/>
            <ac:spMk id="185" creationId="{B6787509-F0AB-F98B-DBD0-4876F6DFD92D}"/>
          </ac:spMkLst>
        </pc:spChg>
        <pc:spChg chg="mod">
          <ac:chgData name="Yuanhe Tian" userId="8b41a650fa060b16" providerId="LiveId" clId="{A7CFACAF-95CA-FE44-8CC2-80888C897F5E}" dt="2025-05-07T03:05:39.349" v="8012"/>
          <ac:spMkLst>
            <pc:docMk/>
            <pc:sldMk cId="0" sldId="346"/>
            <ac:spMk id="186" creationId="{8E6772CF-73D6-F79C-9482-BCBD2D1F3676}"/>
          </ac:spMkLst>
        </pc:spChg>
        <pc:spChg chg="mod">
          <ac:chgData name="Yuanhe Tian" userId="8b41a650fa060b16" providerId="LiveId" clId="{A7CFACAF-95CA-FE44-8CC2-80888C897F5E}" dt="2025-05-07T03:05:39.349" v="8012"/>
          <ac:spMkLst>
            <pc:docMk/>
            <pc:sldMk cId="0" sldId="346"/>
            <ac:spMk id="305" creationId="{FB83E87E-F3C9-AB70-8A01-0BFC3F84A7B9}"/>
          </ac:spMkLst>
        </pc:spChg>
        <pc:spChg chg="mod">
          <ac:chgData name="Yuanhe Tian" userId="8b41a650fa060b16" providerId="LiveId" clId="{A7CFACAF-95CA-FE44-8CC2-80888C897F5E}" dt="2025-05-07T03:05:39.349" v="8012"/>
          <ac:spMkLst>
            <pc:docMk/>
            <pc:sldMk cId="0" sldId="346"/>
            <ac:spMk id="311" creationId="{06D49676-6500-362C-30D0-18BEAD2B3B18}"/>
          </ac:spMkLst>
        </pc:spChg>
        <pc:grpChg chg="del">
          <ac:chgData name="Yuanhe Tian" userId="8b41a650fa060b16" providerId="LiveId" clId="{A7CFACAF-95CA-FE44-8CC2-80888C897F5E}" dt="2025-05-06T05:49:42.469" v="7949" actId="478"/>
          <ac:grpSpMkLst>
            <pc:docMk/>
            <pc:sldMk cId="0" sldId="346"/>
            <ac:grpSpMk id="146" creationId="{BB3F2ED4-3FF9-C101-7A7C-F5B64D2C1919}"/>
          </ac:grpSpMkLst>
        </pc:grpChg>
        <pc:cxnChg chg="mod">
          <ac:chgData name="Yuanhe Tian" userId="8b41a650fa060b16" providerId="LiveId" clId="{A7CFACAF-95CA-FE44-8CC2-80888C897F5E}" dt="2025-05-06T05:50:08.673" v="7954" actId="166"/>
          <ac:cxnSpMkLst>
            <pc:docMk/>
            <pc:sldMk cId="0" sldId="346"/>
            <ac:cxnSpMk id="139" creationId="{69854D1E-32CC-476E-5AC0-2287FDE5B68F}"/>
          </ac:cxnSpMkLst>
        </pc:cxnChg>
        <pc:cxnChg chg="mod">
          <ac:chgData name="Yuanhe Tian" userId="8b41a650fa060b16" providerId="LiveId" clId="{A7CFACAF-95CA-FE44-8CC2-80888C897F5E}" dt="2025-05-06T05:49:42.469" v="7949" actId="478"/>
          <ac:cxnSpMkLst>
            <pc:docMk/>
            <pc:sldMk cId="0" sldId="346"/>
            <ac:cxnSpMk id="200" creationId="{66D88CA8-D156-DFBE-61E1-084C4006D18C}"/>
          </ac:cxnSpMkLst>
        </pc:cxnChg>
        <pc:cxnChg chg="mod">
          <ac:chgData name="Yuanhe Tian" userId="8b41a650fa060b16" providerId="LiveId" clId="{A7CFACAF-95CA-FE44-8CC2-80888C897F5E}" dt="2025-05-06T05:49:42.469" v="7949" actId="478"/>
          <ac:cxnSpMkLst>
            <pc:docMk/>
            <pc:sldMk cId="0" sldId="346"/>
            <ac:cxnSpMk id="215" creationId="{D3B12589-674B-D467-3A25-26964144CEC9}"/>
          </ac:cxnSpMkLst>
        </pc:cxnChg>
        <pc:cxnChg chg="mod">
          <ac:chgData name="Yuanhe Tian" userId="8b41a650fa060b16" providerId="LiveId" clId="{A7CFACAF-95CA-FE44-8CC2-80888C897F5E}" dt="2025-05-06T05:50:05.985" v="7953" actId="166"/>
          <ac:cxnSpMkLst>
            <pc:docMk/>
            <pc:sldMk cId="0" sldId="346"/>
            <ac:cxnSpMk id="323" creationId="{4EADF8D1-99BF-4E74-B22B-4BA92C6FA8A9}"/>
          </ac:cxnSpMkLst>
        </pc:cxnChg>
      </pc:sldChg>
      <pc:sldChg chg="addSp delSp modSp mod">
        <pc:chgData name="Yuanhe Tian" userId="8b41a650fa060b16" providerId="LiveId" clId="{A7CFACAF-95CA-FE44-8CC2-80888C897F5E}" dt="2025-05-07T03:05:24.076" v="8010"/>
        <pc:sldMkLst>
          <pc:docMk/>
          <pc:sldMk cId="0" sldId="349"/>
        </pc:sldMkLst>
        <pc:spChg chg="add del mod">
          <ac:chgData name="Yuanhe Tian" userId="8b41a650fa060b16" providerId="LiveId" clId="{A7CFACAF-95CA-FE44-8CC2-80888C897F5E}" dt="2025-05-07T03:05:23.543" v="8009" actId="478"/>
          <ac:spMkLst>
            <pc:docMk/>
            <pc:sldMk cId="0" sldId="349"/>
            <ac:spMk id="2" creationId="{1B7DC1B5-8C48-2A4D-750F-1DEE5D57F0B4}"/>
          </ac:spMkLst>
        </pc:spChg>
        <pc:spChg chg="del">
          <ac:chgData name="Yuanhe Tian" userId="8b41a650fa060b16" providerId="LiveId" clId="{A7CFACAF-95CA-FE44-8CC2-80888C897F5E}" dt="2025-05-07T03:05:23.543" v="8009" actId="478"/>
          <ac:spMkLst>
            <pc:docMk/>
            <pc:sldMk cId="0" sldId="349"/>
            <ac:spMk id="3" creationId="{2BAD0FB5-06DD-D946-6C87-594DDCDD78DA}"/>
          </ac:spMkLst>
        </pc:spChg>
        <pc:spChg chg="del">
          <ac:chgData name="Yuanhe Tian" userId="8b41a650fa060b16" providerId="LiveId" clId="{A7CFACAF-95CA-FE44-8CC2-80888C897F5E}" dt="2025-05-07T03:05:23.543" v="8009" actId="478"/>
          <ac:spMkLst>
            <pc:docMk/>
            <pc:sldMk cId="0" sldId="349"/>
            <ac:spMk id="7" creationId="{1D5B3150-2336-EC73-1567-27E28FD2519F}"/>
          </ac:spMkLst>
        </pc:spChg>
        <pc:spChg chg="del mod">
          <ac:chgData name="Yuanhe Tian" userId="8b41a650fa060b16" providerId="LiveId" clId="{A7CFACAF-95CA-FE44-8CC2-80888C897F5E}" dt="2025-05-07T03:05:23.543" v="8009" actId="478"/>
          <ac:spMkLst>
            <pc:docMk/>
            <pc:sldMk cId="0" sldId="349"/>
            <ac:spMk id="9" creationId="{C05701C6-68DA-A627-0DF9-8D6A09753F76}"/>
          </ac:spMkLst>
        </pc:spChg>
        <pc:spChg chg="del">
          <ac:chgData name="Yuanhe Tian" userId="8b41a650fa060b16" providerId="LiveId" clId="{A7CFACAF-95CA-FE44-8CC2-80888C897F5E}" dt="2025-05-07T03:05:23.543" v="8009" actId="478"/>
          <ac:spMkLst>
            <pc:docMk/>
            <pc:sldMk cId="0" sldId="349"/>
            <ac:spMk id="18" creationId="{630106B6-30CB-9945-00F2-1421E02F79EC}"/>
          </ac:spMkLst>
        </pc:spChg>
        <pc:spChg chg="mod">
          <ac:chgData name="Yuanhe Tian" userId="8b41a650fa060b16" providerId="LiveId" clId="{A7CFACAF-95CA-FE44-8CC2-80888C897F5E}" dt="2025-05-06T05:48:38.504" v="7894"/>
          <ac:spMkLst>
            <pc:docMk/>
            <pc:sldMk cId="0" sldId="349"/>
            <ac:spMk id="20" creationId="{D7780147-BE62-5DE0-1752-ECAA0E2ECF7A}"/>
          </ac:spMkLst>
        </pc:spChg>
        <pc:spChg chg="add mod">
          <ac:chgData name="Yuanhe Tian" userId="8b41a650fa060b16" providerId="LiveId" clId="{A7CFACAF-95CA-FE44-8CC2-80888C897F5E}" dt="2025-05-06T05:48:38.504" v="7894"/>
          <ac:spMkLst>
            <pc:docMk/>
            <pc:sldMk cId="0" sldId="349"/>
            <ac:spMk id="29" creationId="{8925B627-292C-1395-6E14-92EE4EEC8F5A}"/>
          </ac:spMkLst>
        </pc:spChg>
        <pc:spChg chg="mod">
          <ac:chgData name="Yuanhe Tian" userId="8b41a650fa060b16" providerId="LiveId" clId="{A7CFACAF-95CA-FE44-8CC2-80888C897F5E}" dt="2025-05-06T05:48:52.135" v="7896" actId="1076"/>
          <ac:spMkLst>
            <pc:docMk/>
            <pc:sldMk cId="0" sldId="349"/>
            <ac:spMk id="36" creationId="{260AD90E-2015-68C1-6CCC-AFE7AE18A227}"/>
          </ac:spMkLst>
        </pc:spChg>
        <pc:spChg chg="del mod">
          <ac:chgData name="Yuanhe Tian" userId="8b41a650fa060b16" providerId="LiveId" clId="{A7CFACAF-95CA-FE44-8CC2-80888C897F5E}" dt="2025-05-07T03:05:23.543" v="8009" actId="478"/>
          <ac:spMkLst>
            <pc:docMk/>
            <pc:sldMk cId="0" sldId="349"/>
            <ac:spMk id="37" creationId="{A763641E-CA16-FB95-0C7F-90660B6C54DF}"/>
          </ac:spMkLst>
        </pc:spChg>
        <pc:spChg chg="add del mod">
          <ac:chgData name="Yuanhe Tian" userId="8b41a650fa060b16" providerId="LiveId" clId="{A7CFACAF-95CA-FE44-8CC2-80888C897F5E}" dt="2025-05-07T03:05:23.543" v="8009" actId="478"/>
          <ac:spMkLst>
            <pc:docMk/>
            <pc:sldMk cId="0" sldId="349"/>
            <ac:spMk id="38" creationId="{31713D3C-F896-44BA-E320-B6A957D5F104}"/>
          </ac:spMkLst>
        </pc:spChg>
        <pc:spChg chg="del mod">
          <ac:chgData name="Yuanhe Tian" userId="8b41a650fa060b16" providerId="LiveId" clId="{A7CFACAF-95CA-FE44-8CC2-80888C897F5E}" dt="2025-05-07T03:05:23.543" v="8009" actId="478"/>
          <ac:spMkLst>
            <pc:docMk/>
            <pc:sldMk cId="0" sldId="349"/>
            <ac:spMk id="39" creationId="{32BD67F9-B116-5E88-7834-7979DDDE93B9}"/>
          </ac:spMkLst>
        </pc:spChg>
        <pc:spChg chg="add mod">
          <ac:chgData name="Yuanhe Tian" userId="8b41a650fa060b16" providerId="LiveId" clId="{A7CFACAF-95CA-FE44-8CC2-80888C897F5E}" dt="2025-05-06T05:48:52.135" v="7896" actId="1076"/>
          <ac:spMkLst>
            <pc:docMk/>
            <pc:sldMk cId="0" sldId="349"/>
            <ac:spMk id="46" creationId="{96D40B40-EB90-244C-FCA7-81C04C2B45DF}"/>
          </ac:spMkLst>
        </pc:spChg>
        <pc:spChg chg="del">
          <ac:chgData name="Yuanhe Tian" userId="8b41a650fa060b16" providerId="LiveId" clId="{A7CFACAF-95CA-FE44-8CC2-80888C897F5E}" dt="2025-05-07T03:05:23.543" v="8009" actId="478"/>
          <ac:spMkLst>
            <pc:docMk/>
            <pc:sldMk cId="0" sldId="349"/>
            <ac:spMk id="53" creationId="{EC9D1BC4-06CF-7C32-0AA5-BB2AECAF72FC}"/>
          </ac:spMkLst>
        </pc:spChg>
        <pc:spChg chg="mod">
          <ac:chgData name="Yuanhe Tian" userId="8b41a650fa060b16" providerId="LiveId" clId="{A7CFACAF-95CA-FE44-8CC2-80888C897F5E}" dt="2025-05-06T05:48:38.504" v="7894"/>
          <ac:spMkLst>
            <pc:docMk/>
            <pc:sldMk cId="0" sldId="349"/>
            <ac:spMk id="58" creationId="{46A0C868-1A54-6480-61D0-9F0C60C9D787}"/>
          </ac:spMkLst>
        </pc:spChg>
        <pc:spChg chg="del">
          <ac:chgData name="Yuanhe Tian" userId="8b41a650fa060b16" providerId="LiveId" clId="{A7CFACAF-95CA-FE44-8CC2-80888C897F5E}" dt="2025-05-07T03:05:23.543" v="8009" actId="478"/>
          <ac:spMkLst>
            <pc:docMk/>
            <pc:sldMk cId="0" sldId="349"/>
            <ac:spMk id="60" creationId="{129B6CB4-0049-E8BD-719B-EB64E63461E8}"/>
          </ac:spMkLst>
        </pc:spChg>
        <pc:spChg chg="mod">
          <ac:chgData name="Yuanhe Tian" userId="8b41a650fa060b16" providerId="LiveId" clId="{A7CFACAF-95CA-FE44-8CC2-80888C897F5E}" dt="2025-05-06T05:48:52.135" v="7896" actId="1076"/>
          <ac:spMkLst>
            <pc:docMk/>
            <pc:sldMk cId="0" sldId="349"/>
            <ac:spMk id="61" creationId="{E4FCC9CD-C873-CD06-01BF-CCAF6F141B67}"/>
          </ac:spMkLst>
        </pc:spChg>
        <pc:spChg chg="add mod">
          <ac:chgData name="Yuanhe Tian" userId="8b41a650fa060b16" providerId="LiveId" clId="{A7CFACAF-95CA-FE44-8CC2-80888C897F5E}" dt="2025-05-06T05:48:52.135" v="7896" actId="1076"/>
          <ac:spMkLst>
            <pc:docMk/>
            <pc:sldMk cId="0" sldId="349"/>
            <ac:spMk id="62" creationId="{24E1B6C7-8195-CFD0-BBB2-71E657131200}"/>
          </ac:spMkLst>
        </pc:spChg>
        <pc:spChg chg="mod">
          <ac:chgData name="Yuanhe Tian" userId="8b41a650fa060b16" providerId="LiveId" clId="{A7CFACAF-95CA-FE44-8CC2-80888C897F5E}" dt="2025-05-06T05:48:52.135" v="7896" actId="1076"/>
          <ac:spMkLst>
            <pc:docMk/>
            <pc:sldMk cId="0" sldId="349"/>
            <ac:spMk id="84" creationId="{51FCC983-4139-616B-C59E-28DEC17DB725}"/>
          </ac:spMkLst>
        </pc:spChg>
        <pc:spChg chg="mod">
          <ac:chgData name="Yuanhe Tian" userId="8b41a650fa060b16" providerId="LiveId" clId="{A7CFACAF-95CA-FE44-8CC2-80888C897F5E}" dt="2025-05-06T05:48:38.504" v="7894"/>
          <ac:spMkLst>
            <pc:docMk/>
            <pc:sldMk cId="0" sldId="349"/>
            <ac:spMk id="101" creationId="{42FF60B6-3368-9D28-E424-2CCFFDE9945D}"/>
          </ac:spMkLst>
        </pc:spChg>
        <pc:spChg chg="mod">
          <ac:chgData name="Yuanhe Tian" userId="8b41a650fa060b16" providerId="LiveId" clId="{A7CFACAF-95CA-FE44-8CC2-80888C897F5E}" dt="2025-05-06T05:48:38.504" v="7894"/>
          <ac:spMkLst>
            <pc:docMk/>
            <pc:sldMk cId="0" sldId="349"/>
            <ac:spMk id="103" creationId="{CF4F2B58-8542-A129-7C9C-891A63DFB3A5}"/>
          </ac:spMkLst>
        </pc:spChg>
        <pc:spChg chg="mod">
          <ac:chgData name="Yuanhe Tian" userId="8b41a650fa060b16" providerId="LiveId" clId="{A7CFACAF-95CA-FE44-8CC2-80888C897F5E}" dt="2025-05-06T05:48:38.504" v="7894"/>
          <ac:spMkLst>
            <pc:docMk/>
            <pc:sldMk cId="0" sldId="349"/>
            <ac:spMk id="111" creationId="{11D70286-281A-CFC4-88BF-42F40865B736}"/>
          </ac:spMkLst>
        </pc:spChg>
        <pc:spChg chg="add mod">
          <ac:chgData name="Yuanhe Tian" userId="8b41a650fa060b16" providerId="LiveId" clId="{A7CFACAF-95CA-FE44-8CC2-80888C897F5E}" dt="2025-05-07T03:05:24.076" v="8010"/>
          <ac:spMkLst>
            <pc:docMk/>
            <pc:sldMk cId="0" sldId="349"/>
            <ac:spMk id="127" creationId="{2D389170-EF23-B13A-C478-40363BDE693E}"/>
          </ac:spMkLst>
        </pc:spChg>
        <pc:spChg chg="add mod">
          <ac:chgData name="Yuanhe Tian" userId="8b41a650fa060b16" providerId="LiveId" clId="{A7CFACAF-95CA-FE44-8CC2-80888C897F5E}" dt="2025-05-07T03:05:24.076" v="8010"/>
          <ac:spMkLst>
            <pc:docMk/>
            <pc:sldMk cId="0" sldId="349"/>
            <ac:spMk id="195" creationId="{5AF5F40A-7C38-4027-391C-0CBBF356CD42}"/>
          </ac:spMkLst>
        </pc:spChg>
        <pc:spChg chg="mod">
          <ac:chgData name="Yuanhe Tian" userId="8b41a650fa060b16" providerId="LiveId" clId="{A7CFACAF-95CA-FE44-8CC2-80888C897F5E}" dt="2025-05-07T03:05:24.076" v="8010"/>
          <ac:spMkLst>
            <pc:docMk/>
            <pc:sldMk cId="0" sldId="349"/>
            <ac:spMk id="218" creationId="{B8CA784D-1C2B-EC7A-88AC-D00FD4F1E5DE}"/>
          </ac:spMkLst>
        </pc:spChg>
        <pc:spChg chg="mod">
          <ac:chgData name="Yuanhe Tian" userId="8b41a650fa060b16" providerId="LiveId" clId="{A7CFACAF-95CA-FE44-8CC2-80888C897F5E}" dt="2025-05-07T03:05:24.076" v="8010"/>
          <ac:spMkLst>
            <pc:docMk/>
            <pc:sldMk cId="0" sldId="349"/>
            <ac:spMk id="224" creationId="{08BE2996-4875-563C-1C77-AAFE86309548}"/>
          </ac:spMkLst>
        </pc:spChg>
        <pc:spChg chg="add mod">
          <ac:chgData name="Yuanhe Tian" userId="8b41a650fa060b16" providerId="LiveId" clId="{A7CFACAF-95CA-FE44-8CC2-80888C897F5E}" dt="2025-05-07T03:05:24.076" v="8010"/>
          <ac:spMkLst>
            <pc:docMk/>
            <pc:sldMk cId="0" sldId="349"/>
            <ac:spMk id="230" creationId="{347F4D2E-C203-B1CF-6919-C50051ED23E7}"/>
          </ac:spMkLst>
        </pc:spChg>
        <pc:spChg chg="mod">
          <ac:chgData name="Yuanhe Tian" userId="8b41a650fa060b16" providerId="LiveId" clId="{A7CFACAF-95CA-FE44-8CC2-80888C897F5E}" dt="2025-05-07T03:05:24.076" v="8010"/>
          <ac:spMkLst>
            <pc:docMk/>
            <pc:sldMk cId="0" sldId="349"/>
            <ac:spMk id="269" creationId="{2AEA1ABB-E84D-FBFC-BC26-37B43F2E3F56}"/>
          </ac:spMkLst>
        </pc:spChg>
        <pc:spChg chg="mod">
          <ac:chgData name="Yuanhe Tian" userId="8b41a650fa060b16" providerId="LiveId" clId="{A7CFACAF-95CA-FE44-8CC2-80888C897F5E}" dt="2025-05-07T03:05:24.076" v="8010"/>
          <ac:spMkLst>
            <pc:docMk/>
            <pc:sldMk cId="0" sldId="349"/>
            <ac:spMk id="276" creationId="{AB9A3F1D-5D34-4EB6-BFED-A4B994B066C0}"/>
          </ac:spMkLst>
        </pc:spChg>
        <pc:spChg chg="mod">
          <ac:chgData name="Yuanhe Tian" userId="8b41a650fa060b16" providerId="LiveId" clId="{A7CFACAF-95CA-FE44-8CC2-80888C897F5E}" dt="2025-05-07T03:05:24.076" v="8010"/>
          <ac:spMkLst>
            <pc:docMk/>
            <pc:sldMk cId="0" sldId="349"/>
            <ac:spMk id="280" creationId="{67D2F0F8-CC95-9190-E7B8-B32111CBC4EA}"/>
          </ac:spMkLst>
        </pc:spChg>
        <pc:spChg chg="mod">
          <ac:chgData name="Yuanhe Tian" userId="8b41a650fa060b16" providerId="LiveId" clId="{A7CFACAF-95CA-FE44-8CC2-80888C897F5E}" dt="2025-05-07T03:05:24.076" v="8010"/>
          <ac:spMkLst>
            <pc:docMk/>
            <pc:sldMk cId="0" sldId="349"/>
            <ac:spMk id="281" creationId="{377C005D-789C-6366-CAEA-B74F83192F72}"/>
          </ac:spMkLst>
        </pc:spChg>
        <pc:spChg chg="mod">
          <ac:chgData name="Yuanhe Tian" userId="8b41a650fa060b16" providerId="LiveId" clId="{A7CFACAF-95CA-FE44-8CC2-80888C897F5E}" dt="2025-05-07T03:05:24.076" v="8010"/>
          <ac:spMkLst>
            <pc:docMk/>
            <pc:sldMk cId="0" sldId="349"/>
            <ac:spMk id="282" creationId="{AABFE208-BC1E-8A3C-9643-17E2FE87293B}"/>
          </ac:spMkLst>
        </pc:spChg>
        <pc:grpChg chg="del">
          <ac:chgData name="Yuanhe Tian" userId="8b41a650fa060b16" providerId="LiveId" clId="{A7CFACAF-95CA-FE44-8CC2-80888C897F5E}" dt="2025-05-06T05:48:37.731" v="7893" actId="478"/>
          <ac:grpSpMkLst>
            <pc:docMk/>
            <pc:sldMk cId="0" sldId="349"/>
            <ac:grpSpMk id="4" creationId="{A0625D3F-D7D1-7490-77D6-47DAC833F1B4}"/>
          </ac:grpSpMkLst>
        </pc:grpChg>
        <pc:grpChg chg="mod">
          <ac:chgData name="Yuanhe Tian" userId="8b41a650fa060b16" providerId="LiveId" clId="{A7CFACAF-95CA-FE44-8CC2-80888C897F5E}" dt="2025-05-06T05:48:57.620" v="7906" actId="1035"/>
          <ac:grpSpMkLst>
            <pc:docMk/>
            <pc:sldMk cId="0" sldId="349"/>
            <ac:grpSpMk id="87" creationId="{49C82564-8C38-4205-3472-65A71001B8CB}"/>
          </ac:grpSpMkLst>
        </pc:grpChg>
        <pc:cxnChg chg="mod">
          <ac:chgData name="Yuanhe Tian" userId="8b41a650fa060b16" providerId="LiveId" clId="{A7CFACAF-95CA-FE44-8CC2-80888C897F5E}" dt="2025-05-06T05:49:02.985" v="7917" actId="1038"/>
          <ac:cxnSpMkLst>
            <pc:docMk/>
            <pc:sldMk cId="0" sldId="349"/>
            <ac:cxnSpMk id="89" creationId="{E40BC52B-31C6-F8EE-6741-B168FB57C49D}"/>
          </ac:cxnSpMkLst>
        </pc:cxnChg>
        <pc:cxnChg chg="mod">
          <ac:chgData name="Yuanhe Tian" userId="8b41a650fa060b16" providerId="LiveId" clId="{A7CFACAF-95CA-FE44-8CC2-80888C897F5E}" dt="2025-05-06T05:48:37.731" v="7893" actId="478"/>
          <ac:cxnSpMkLst>
            <pc:docMk/>
            <pc:sldMk cId="0" sldId="349"/>
            <ac:cxnSpMk id="280" creationId="{F14AA77E-C5AF-3166-1F82-1A8B783AC54E}"/>
          </ac:cxnSpMkLst>
        </pc:cxnChg>
        <pc:cxnChg chg="mod">
          <ac:chgData name="Yuanhe Tian" userId="8b41a650fa060b16" providerId="LiveId" clId="{A7CFACAF-95CA-FE44-8CC2-80888C897F5E}" dt="2025-05-06T05:48:37.731" v="7893" actId="478"/>
          <ac:cxnSpMkLst>
            <pc:docMk/>
            <pc:sldMk cId="0" sldId="349"/>
            <ac:cxnSpMk id="295" creationId="{D66199B8-AE45-DDA7-4533-6F05524061E7}"/>
          </ac:cxnSpMkLst>
        </pc:cxnChg>
      </pc:sldChg>
      <pc:sldChg chg="delSp modSp mod">
        <pc:chgData name="Yuanhe Tian" userId="8b41a650fa060b16" providerId="LiveId" clId="{A7CFACAF-95CA-FE44-8CC2-80888C897F5E}" dt="2025-05-03T22:02:52.944" v="4618" actId="478"/>
        <pc:sldMkLst>
          <pc:docMk/>
          <pc:sldMk cId="1026772549" sldId="383"/>
        </pc:sldMkLst>
      </pc:sldChg>
      <pc:sldChg chg="delSp mod">
        <pc:chgData name="Yuanhe Tian" userId="8b41a650fa060b16" providerId="LiveId" clId="{A7CFACAF-95CA-FE44-8CC2-80888C897F5E}" dt="2025-05-03T20:12:58.957" v="2641" actId="478"/>
        <pc:sldMkLst>
          <pc:docMk/>
          <pc:sldMk cId="3550736363" sldId="396"/>
        </pc:sldMkLst>
      </pc:sldChg>
      <pc:sldChg chg="addSp delSp modSp mod">
        <pc:chgData name="Yuanhe Tian" userId="8b41a650fa060b16" providerId="LiveId" clId="{A7CFACAF-95CA-FE44-8CC2-80888C897F5E}" dt="2025-05-03T17:50:52.252" v="1846" actId="2711"/>
        <pc:sldMkLst>
          <pc:docMk/>
          <pc:sldMk cId="1866187902" sldId="397"/>
        </pc:sldMkLst>
        <pc:spChg chg="mod">
          <ac:chgData name="Yuanhe Tian" userId="8b41a650fa060b16" providerId="LiveId" clId="{A7CFACAF-95CA-FE44-8CC2-80888C897F5E}" dt="2025-05-03T17:49:37.814" v="1762" actId="20577"/>
          <ac:spMkLst>
            <pc:docMk/>
            <pc:sldMk cId="1866187902" sldId="397"/>
            <ac:spMk id="2" creationId="{01C8ED6D-2101-47BE-A000-9ABE5E9E727D}"/>
          </ac:spMkLst>
        </pc:spChg>
        <pc:spChg chg="mod">
          <ac:chgData name="Yuanhe Tian" userId="8b41a650fa060b16" providerId="LiveId" clId="{A7CFACAF-95CA-FE44-8CC2-80888C897F5E}" dt="2025-05-03T17:50:52.252" v="1846" actId="2711"/>
          <ac:spMkLst>
            <pc:docMk/>
            <pc:sldMk cId="1866187902" sldId="397"/>
            <ac:spMk id="9" creationId="{BB84BD20-74EA-F79D-911F-19EB9049879B}"/>
          </ac:spMkLst>
        </pc:spChg>
        <pc:spChg chg="mod">
          <ac:chgData name="Yuanhe Tian" userId="8b41a650fa060b16" providerId="LiveId" clId="{A7CFACAF-95CA-FE44-8CC2-80888C897F5E}" dt="2025-05-03T17:50:52.252" v="1846" actId="2711"/>
          <ac:spMkLst>
            <pc:docMk/>
            <pc:sldMk cId="1866187902" sldId="397"/>
            <ac:spMk id="10" creationId="{36E53055-A1EA-01E2-657E-A6F1F3D6EB03}"/>
          </ac:spMkLst>
        </pc:spChg>
        <pc:spChg chg="mod">
          <ac:chgData name="Yuanhe Tian" userId="8b41a650fa060b16" providerId="LiveId" clId="{A7CFACAF-95CA-FE44-8CC2-80888C897F5E}" dt="2025-05-03T17:50:52.252" v="1846" actId="2711"/>
          <ac:spMkLst>
            <pc:docMk/>
            <pc:sldMk cId="1866187902" sldId="397"/>
            <ac:spMk id="11" creationId="{AAD11E26-5DE6-6A29-52FF-4E35DA16A37C}"/>
          </ac:spMkLst>
        </pc:spChg>
        <pc:spChg chg="mod">
          <ac:chgData name="Yuanhe Tian" userId="8b41a650fa060b16" providerId="LiveId" clId="{A7CFACAF-95CA-FE44-8CC2-80888C897F5E}" dt="2025-05-03T17:50:01.392" v="1773" actId="404"/>
          <ac:spMkLst>
            <pc:docMk/>
            <pc:sldMk cId="1866187902" sldId="397"/>
            <ac:spMk id="26" creationId="{F1C227CF-871D-F09D-22B1-CB357097C202}"/>
          </ac:spMkLst>
        </pc:spChg>
        <pc:spChg chg="mod">
          <ac:chgData name="Yuanhe Tian" userId="8b41a650fa060b16" providerId="LiveId" clId="{A7CFACAF-95CA-FE44-8CC2-80888C897F5E}" dt="2025-05-03T17:50:01.392" v="1773" actId="404"/>
          <ac:spMkLst>
            <pc:docMk/>
            <pc:sldMk cId="1866187902" sldId="397"/>
            <ac:spMk id="28" creationId="{6B324878-6ED3-1BC2-FB32-4D74C4D728D7}"/>
          </ac:spMkLst>
        </pc:spChg>
        <pc:spChg chg="mod">
          <ac:chgData name="Yuanhe Tian" userId="8b41a650fa060b16" providerId="LiveId" clId="{A7CFACAF-95CA-FE44-8CC2-80888C897F5E}" dt="2025-05-03T17:50:01.392" v="1773" actId="404"/>
          <ac:spMkLst>
            <pc:docMk/>
            <pc:sldMk cId="1866187902" sldId="397"/>
            <ac:spMk id="33" creationId="{1B0FE322-61A4-2588-F77A-A17A0B894483}"/>
          </ac:spMkLst>
        </pc:spChg>
        <pc:spChg chg="mod">
          <ac:chgData name="Yuanhe Tian" userId="8b41a650fa060b16" providerId="LiveId" clId="{A7CFACAF-95CA-FE44-8CC2-80888C897F5E}" dt="2025-05-03T17:50:01.392" v="1773" actId="404"/>
          <ac:spMkLst>
            <pc:docMk/>
            <pc:sldMk cId="1866187902" sldId="397"/>
            <ac:spMk id="42" creationId="{5172A964-A0B2-79AC-9F2F-0BFFA798DE2B}"/>
          </ac:spMkLst>
        </pc:spChg>
        <pc:spChg chg="mod">
          <ac:chgData name="Yuanhe Tian" userId="8b41a650fa060b16" providerId="LiveId" clId="{A7CFACAF-95CA-FE44-8CC2-80888C897F5E}" dt="2025-05-03T17:50:01.392" v="1773" actId="404"/>
          <ac:spMkLst>
            <pc:docMk/>
            <pc:sldMk cId="1866187902" sldId="397"/>
            <ac:spMk id="43" creationId="{76EE9831-D5DB-E1E7-2C06-77B6C45AF1EE}"/>
          </ac:spMkLst>
        </pc:spChg>
        <pc:spChg chg="mod">
          <ac:chgData name="Yuanhe Tian" userId="8b41a650fa060b16" providerId="LiveId" clId="{A7CFACAF-95CA-FE44-8CC2-80888C897F5E}" dt="2025-05-03T17:50:01.392" v="1773" actId="404"/>
          <ac:spMkLst>
            <pc:docMk/>
            <pc:sldMk cId="1866187902" sldId="397"/>
            <ac:spMk id="45" creationId="{8C493EE7-8779-7C48-331F-0EC2FD2FA5B5}"/>
          </ac:spMkLst>
        </pc:spChg>
        <pc:spChg chg="mod">
          <ac:chgData name="Yuanhe Tian" userId="8b41a650fa060b16" providerId="LiveId" clId="{A7CFACAF-95CA-FE44-8CC2-80888C897F5E}" dt="2025-05-03T17:50:01.392" v="1773" actId="404"/>
          <ac:spMkLst>
            <pc:docMk/>
            <pc:sldMk cId="1866187902" sldId="397"/>
            <ac:spMk id="67" creationId="{5799BB69-5200-B4D7-05A0-65D67BE06A94}"/>
          </ac:spMkLst>
        </pc:spChg>
        <pc:spChg chg="mod">
          <ac:chgData name="Yuanhe Tian" userId="8b41a650fa060b16" providerId="LiveId" clId="{A7CFACAF-95CA-FE44-8CC2-80888C897F5E}" dt="2025-05-03T17:50:01.392" v="1773" actId="404"/>
          <ac:spMkLst>
            <pc:docMk/>
            <pc:sldMk cId="1866187902" sldId="397"/>
            <ac:spMk id="72" creationId="{7F436478-9F03-52A4-B94B-004E14EFC6AE}"/>
          </ac:spMkLst>
        </pc:spChg>
        <pc:spChg chg="mod">
          <ac:chgData name="Yuanhe Tian" userId="8b41a650fa060b16" providerId="LiveId" clId="{A7CFACAF-95CA-FE44-8CC2-80888C897F5E}" dt="2025-05-03T17:50:01.392" v="1773" actId="404"/>
          <ac:spMkLst>
            <pc:docMk/>
            <pc:sldMk cId="1866187902" sldId="397"/>
            <ac:spMk id="86" creationId="{E73DAE31-8B74-43F9-EB2A-4EFAC6624F95}"/>
          </ac:spMkLst>
        </pc:spChg>
        <pc:grpChg chg="mod">
          <ac:chgData name="Yuanhe Tian" userId="8b41a650fa060b16" providerId="LiveId" clId="{A7CFACAF-95CA-FE44-8CC2-80888C897F5E}" dt="2025-05-03T17:50:05.462" v="1774" actId="1076"/>
          <ac:grpSpMkLst>
            <pc:docMk/>
            <pc:sldMk cId="1866187902" sldId="397"/>
            <ac:grpSpMk id="7" creationId="{7D8083DE-AC76-4B35-25F1-07373AB0EDB9}"/>
          </ac:grpSpMkLst>
        </pc:grpChg>
      </pc:sldChg>
      <pc:sldChg chg="addSp delSp modSp mod modNotesTx">
        <pc:chgData name="Yuanhe Tian" userId="8b41a650fa060b16" providerId="LiveId" clId="{A7CFACAF-95CA-FE44-8CC2-80888C897F5E}" dt="2025-05-03T17:53:05.271" v="2002" actId="20577"/>
        <pc:sldMkLst>
          <pc:docMk/>
          <pc:sldMk cId="906033592" sldId="398"/>
        </pc:sldMkLst>
        <pc:spChg chg="mod">
          <ac:chgData name="Yuanhe Tian" userId="8b41a650fa060b16" providerId="LiveId" clId="{A7CFACAF-95CA-FE44-8CC2-80888C897F5E}" dt="2025-05-03T17:52:14.663" v="1956" actId="20577"/>
          <ac:spMkLst>
            <pc:docMk/>
            <pc:sldMk cId="906033592" sldId="398"/>
            <ac:spMk id="3" creationId="{866A6C00-20A5-40BC-A550-BDAB003F6C25}"/>
          </ac:spMkLst>
        </pc:spChg>
        <pc:spChg chg="mod">
          <ac:chgData name="Yuanhe Tian" userId="8b41a650fa060b16" providerId="LiveId" clId="{A7CFACAF-95CA-FE44-8CC2-80888C897F5E}" dt="2025-05-03T17:51:41.390" v="1890"/>
          <ac:spMkLst>
            <pc:docMk/>
            <pc:sldMk cId="906033592" sldId="398"/>
            <ac:spMk id="9" creationId="{C1C409F2-E5AF-7654-8F58-398277CF4D3F}"/>
          </ac:spMkLst>
        </pc:spChg>
        <pc:spChg chg="mod">
          <ac:chgData name="Yuanhe Tian" userId="8b41a650fa060b16" providerId="LiveId" clId="{A7CFACAF-95CA-FE44-8CC2-80888C897F5E}" dt="2025-05-03T17:51:41.390" v="1890"/>
          <ac:spMkLst>
            <pc:docMk/>
            <pc:sldMk cId="906033592" sldId="398"/>
            <ac:spMk id="10" creationId="{73614657-5098-272C-4427-233EA49953F5}"/>
          </ac:spMkLst>
        </pc:spChg>
        <pc:spChg chg="mod">
          <ac:chgData name="Yuanhe Tian" userId="8b41a650fa060b16" providerId="LiveId" clId="{A7CFACAF-95CA-FE44-8CC2-80888C897F5E}" dt="2025-05-03T17:51:41.390" v="1890"/>
          <ac:spMkLst>
            <pc:docMk/>
            <pc:sldMk cId="906033592" sldId="398"/>
            <ac:spMk id="11" creationId="{9F65838D-0D12-7C7A-AE8C-0358602146FE}"/>
          </ac:spMkLst>
        </pc:spChg>
        <pc:spChg chg="mod">
          <ac:chgData name="Yuanhe Tian" userId="8b41a650fa060b16" providerId="LiveId" clId="{A7CFACAF-95CA-FE44-8CC2-80888C897F5E}" dt="2025-05-03T17:51:41.390" v="1890"/>
          <ac:spMkLst>
            <pc:docMk/>
            <pc:sldMk cId="906033592" sldId="398"/>
            <ac:spMk id="12" creationId="{010BA4DC-6476-A6B9-A694-2D14F6322002}"/>
          </ac:spMkLst>
        </pc:spChg>
        <pc:spChg chg="mod">
          <ac:chgData name="Yuanhe Tian" userId="8b41a650fa060b16" providerId="LiveId" clId="{A7CFACAF-95CA-FE44-8CC2-80888C897F5E}" dt="2025-05-03T17:51:41.390" v="1890"/>
          <ac:spMkLst>
            <pc:docMk/>
            <pc:sldMk cId="906033592" sldId="398"/>
            <ac:spMk id="13" creationId="{99C00E11-90CD-3086-A6AE-4EC81EEC6550}"/>
          </ac:spMkLst>
        </pc:spChg>
        <pc:spChg chg="mod">
          <ac:chgData name="Yuanhe Tian" userId="8b41a650fa060b16" providerId="LiveId" clId="{A7CFACAF-95CA-FE44-8CC2-80888C897F5E}" dt="2025-05-03T17:51:41.390" v="1890"/>
          <ac:spMkLst>
            <pc:docMk/>
            <pc:sldMk cId="906033592" sldId="398"/>
            <ac:spMk id="14" creationId="{D6B88838-A3B4-4338-22F6-2912C29DB8FD}"/>
          </ac:spMkLst>
        </pc:spChg>
        <pc:spChg chg="mod">
          <ac:chgData name="Yuanhe Tian" userId="8b41a650fa060b16" providerId="LiveId" clId="{A7CFACAF-95CA-FE44-8CC2-80888C897F5E}" dt="2025-05-03T17:51:41.390" v="1890"/>
          <ac:spMkLst>
            <pc:docMk/>
            <pc:sldMk cId="906033592" sldId="398"/>
            <ac:spMk id="15" creationId="{A6AC3B86-1773-BB1C-811E-917C61790BD5}"/>
          </ac:spMkLst>
        </pc:spChg>
        <pc:grpChg chg="add mod">
          <ac:chgData name="Yuanhe Tian" userId="8b41a650fa060b16" providerId="LiveId" clId="{A7CFACAF-95CA-FE44-8CC2-80888C897F5E}" dt="2025-05-03T17:51:59.842" v="1917" actId="1076"/>
          <ac:grpSpMkLst>
            <pc:docMk/>
            <pc:sldMk cId="906033592" sldId="398"/>
            <ac:grpSpMk id="7" creationId="{7DEA5918-D16F-5777-5BB8-A33979BD4E53}"/>
          </ac:grpSpMkLst>
        </pc:grpChg>
        <pc:grpChg chg="mod">
          <ac:chgData name="Yuanhe Tian" userId="8b41a650fa060b16" providerId="LiveId" clId="{A7CFACAF-95CA-FE44-8CC2-80888C897F5E}" dt="2025-05-03T17:51:41.390" v="1890"/>
          <ac:grpSpMkLst>
            <pc:docMk/>
            <pc:sldMk cId="906033592" sldId="398"/>
            <ac:grpSpMk id="8" creationId="{31EF0ED3-25B3-2D9E-76AD-C364F44BE78B}"/>
          </ac:grpSpMkLst>
        </pc:grpChg>
      </pc:sldChg>
      <pc:sldChg chg="modNotesTx">
        <pc:chgData name="Yuanhe Tian" userId="8b41a650fa060b16" providerId="LiveId" clId="{A7CFACAF-95CA-FE44-8CC2-80888C897F5E}" dt="2025-05-03T17:53:14.313" v="2039" actId="20577"/>
        <pc:sldMkLst>
          <pc:docMk/>
          <pc:sldMk cId="1456088454" sldId="399"/>
        </pc:sldMkLst>
      </pc:sldChg>
      <pc:sldChg chg="addSp delSp modSp mod modNotesTx">
        <pc:chgData name="Yuanhe Tian" userId="8b41a650fa060b16" providerId="LiveId" clId="{A7CFACAF-95CA-FE44-8CC2-80888C897F5E}" dt="2025-05-03T17:53:24.609" v="2058" actId="20577"/>
        <pc:sldMkLst>
          <pc:docMk/>
          <pc:sldMk cId="2537432672" sldId="400"/>
        </pc:sldMkLst>
        <pc:spChg chg="mod">
          <ac:chgData name="Yuanhe Tian" userId="8b41a650fa060b16" providerId="LiveId" clId="{A7CFACAF-95CA-FE44-8CC2-80888C897F5E}" dt="2025-05-03T17:52:41.192" v="1958"/>
          <ac:spMkLst>
            <pc:docMk/>
            <pc:sldMk cId="2537432672" sldId="400"/>
            <ac:spMk id="8" creationId="{81783430-F0BB-1A7D-C1ED-49D3633940EC}"/>
          </ac:spMkLst>
        </pc:spChg>
        <pc:spChg chg="mod">
          <ac:chgData name="Yuanhe Tian" userId="8b41a650fa060b16" providerId="LiveId" clId="{A7CFACAF-95CA-FE44-8CC2-80888C897F5E}" dt="2025-05-03T17:52:41.192" v="1958"/>
          <ac:spMkLst>
            <pc:docMk/>
            <pc:sldMk cId="2537432672" sldId="400"/>
            <ac:spMk id="10" creationId="{9A77EACA-64D1-555B-F347-A6C782E38476}"/>
          </ac:spMkLst>
        </pc:spChg>
        <pc:spChg chg="mod">
          <ac:chgData name="Yuanhe Tian" userId="8b41a650fa060b16" providerId="LiveId" clId="{A7CFACAF-95CA-FE44-8CC2-80888C897F5E}" dt="2025-05-03T17:52:41.192" v="1958"/>
          <ac:spMkLst>
            <pc:docMk/>
            <pc:sldMk cId="2537432672" sldId="400"/>
            <ac:spMk id="11" creationId="{9D8ED397-067B-9EAD-7204-C99E49D716DE}"/>
          </ac:spMkLst>
        </pc:spChg>
        <pc:spChg chg="mod">
          <ac:chgData name="Yuanhe Tian" userId="8b41a650fa060b16" providerId="LiveId" clId="{A7CFACAF-95CA-FE44-8CC2-80888C897F5E}" dt="2025-05-03T17:52:41.192" v="1958"/>
          <ac:spMkLst>
            <pc:docMk/>
            <pc:sldMk cId="2537432672" sldId="400"/>
            <ac:spMk id="12" creationId="{ACF6F7CE-3C61-BD40-979B-6A22AA73538D}"/>
          </ac:spMkLst>
        </pc:spChg>
        <pc:spChg chg="mod">
          <ac:chgData name="Yuanhe Tian" userId="8b41a650fa060b16" providerId="LiveId" clId="{A7CFACAF-95CA-FE44-8CC2-80888C897F5E}" dt="2025-05-03T17:52:41.192" v="1958"/>
          <ac:spMkLst>
            <pc:docMk/>
            <pc:sldMk cId="2537432672" sldId="400"/>
            <ac:spMk id="13" creationId="{72747C0F-8C73-6DA0-58EF-21152DED20F4}"/>
          </ac:spMkLst>
        </pc:spChg>
        <pc:spChg chg="mod">
          <ac:chgData name="Yuanhe Tian" userId="8b41a650fa060b16" providerId="LiveId" clId="{A7CFACAF-95CA-FE44-8CC2-80888C897F5E}" dt="2025-05-03T17:52:41.192" v="1958"/>
          <ac:spMkLst>
            <pc:docMk/>
            <pc:sldMk cId="2537432672" sldId="400"/>
            <ac:spMk id="16" creationId="{7F5DE3AF-1146-A251-03FE-8B003AD1D3C0}"/>
          </ac:spMkLst>
        </pc:spChg>
        <pc:spChg chg="mod">
          <ac:chgData name="Yuanhe Tian" userId="8b41a650fa060b16" providerId="LiveId" clId="{A7CFACAF-95CA-FE44-8CC2-80888C897F5E}" dt="2025-05-03T17:52:41.192" v="1958"/>
          <ac:spMkLst>
            <pc:docMk/>
            <pc:sldMk cId="2537432672" sldId="400"/>
            <ac:spMk id="17" creationId="{A8DFFD85-548B-CF86-8B96-BC41A922DEBC}"/>
          </ac:spMkLst>
        </pc:spChg>
        <pc:spChg chg="mod">
          <ac:chgData name="Yuanhe Tian" userId="8b41a650fa060b16" providerId="LiveId" clId="{A7CFACAF-95CA-FE44-8CC2-80888C897F5E}" dt="2025-05-03T17:52:41.192" v="1958"/>
          <ac:spMkLst>
            <pc:docMk/>
            <pc:sldMk cId="2537432672" sldId="400"/>
            <ac:spMk id="18" creationId="{D3F1E682-9208-D785-92C1-E56A37CAE7E6}"/>
          </ac:spMkLst>
        </pc:spChg>
        <pc:spChg chg="mod">
          <ac:chgData name="Yuanhe Tian" userId="8b41a650fa060b16" providerId="LiveId" clId="{A7CFACAF-95CA-FE44-8CC2-80888C897F5E}" dt="2025-05-03T17:52:41.192" v="1958"/>
          <ac:spMkLst>
            <pc:docMk/>
            <pc:sldMk cId="2537432672" sldId="400"/>
            <ac:spMk id="19" creationId="{0802991B-0A91-4A9F-B2E9-6FD19D1EF056}"/>
          </ac:spMkLst>
        </pc:spChg>
        <pc:spChg chg="mod">
          <ac:chgData name="Yuanhe Tian" userId="8b41a650fa060b16" providerId="LiveId" clId="{A7CFACAF-95CA-FE44-8CC2-80888C897F5E}" dt="2025-05-03T17:52:41.192" v="1958"/>
          <ac:spMkLst>
            <pc:docMk/>
            <pc:sldMk cId="2537432672" sldId="400"/>
            <ac:spMk id="20" creationId="{C319FB3B-7768-591A-C1CB-97E293BBB0C6}"/>
          </ac:spMkLst>
        </pc:spChg>
        <pc:grpChg chg="mod">
          <ac:chgData name="Yuanhe Tian" userId="8b41a650fa060b16" providerId="LiveId" clId="{A7CFACAF-95CA-FE44-8CC2-80888C897F5E}" dt="2025-05-03T17:52:45.184" v="1959" actId="1076"/>
          <ac:grpSpMkLst>
            <pc:docMk/>
            <pc:sldMk cId="2537432672" sldId="400"/>
            <ac:grpSpMk id="6" creationId="{C627367A-88E6-EF72-0983-BEC4C120E448}"/>
          </ac:grpSpMkLst>
        </pc:grpChg>
      </pc:sldChg>
      <pc:sldChg chg="modSp mod modNotesTx">
        <pc:chgData name="Yuanhe Tian" userId="8b41a650fa060b16" providerId="LiveId" clId="{A7CFACAF-95CA-FE44-8CC2-80888C897F5E}" dt="2025-05-03T17:53:52.753" v="2104" actId="20577"/>
        <pc:sldMkLst>
          <pc:docMk/>
          <pc:sldMk cId="180667309" sldId="401"/>
        </pc:sldMkLst>
        <pc:spChg chg="mod">
          <ac:chgData name="Yuanhe Tian" userId="8b41a650fa060b16" providerId="LiveId" clId="{A7CFACAF-95CA-FE44-8CC2-80888C897F5E}" dt="2025-05-03T17:53:41.826" v="2062" actId="1076"/>
          <ac:spMkLst>
            <pc:docMk/>
            <pc:sldMk cId="180667309" sldId="401"/>
            <ac:spMk id="6" creationId="{28DCE1B7-ADA3-CB69-6D27-8231F3C27C32}"/>
          </ac:spMkLst>
        </pc:spChg>
      </pc:sldChg>
      <pc:sldChg chg="addSp delSp modSp mod modNotesTx">
        <pc:chgData name="Yuanhe Tian" userId="8b41a650fa060b16" providerId="LiveId" clId="{A7CFACAF-95CA-FE44-8CC2-80888C897F5E}" dt="2025-05-05T21:45:40.371" v="6979" actId="20577"/>
        <pc:sldMkLst>
          <pc:docMk/>
          <pc:sldMk cId="2401468459" sldId="402"/>
        </pc:sldMkLst>
        <pc:spChg chg="mod">
          <ac:chgData name="Yuanhe Tian" userId="8b41a650fa060b16" providerId="LiveId" clId="{A7CFACAF-95CA-FE44-8CC2-80888C897F5E}" dt="2025-05-03T17:54:52.205" v="2143" actId="20577"/>
          <ac:spMkLst>
            <pc:docMk/>
            <pc:sldMk cId="2401468459" sldId="402"/>
            <ac:spMk id="2" creationId="{86685AA2-1D4E-44E2-AEA6-30F64164F288}"/>
          </ac:spMkLst>
        </pc:spChg>
        <pc:spChg chg="add mod">
          <ac:chgData name="Yuanhe Tian" userId="8b41a650fa060b16" providerId="LiveId" clId="{A7CFACAF-95CA-FE44-8CC2-80888C897F5E}" dt="2025-05-05T21:42:03.061" v="6834" actId="20577"/>
          <ac:spMkLst>
            <pc:docMk/>
            <pc:sldMk cId="2401468459" sldId="402"/>
            <ac:spMk id="13" creationId="{C01ACC2B-809F-FEA6-BEDB-02AA25B19903}"/>
          </ac:spMkLst>
        </pc:spChg>
        <pc:spChg chg="mod">
          <ac:chgData name="Yuanhe Tian" userId="8b41a650fa060b16" providerId="LiveId" clId="{A7CFACAF-95CA-FE44-8CC2-80888C897F5E}" dt="2025-05-03T17:56:03.602" v="2207" actId="20577"/>
          <ac:spMkLst>
            <pc:docMk/>
            <pc:sldMk cId="2401468459" sldId="402"/>
            <ac:spMk id="21" creationId="{F494C354-F4DE-DD74-78DD-784CCE4568F0}"/>
          </ac:spMkLst>
        </pc:spChg>
        <pc:spChg chg="mod">
          <ac:chgData name="Yuanhe Tian" userId="8b41a650fa060b16" providerId="LiveId" clId="{A7CFACAF-95CA-FE44-8CC2-80888C897F5E}" dt="2025-05-03T17:56:06.879" v="2214" actId="20577"/>
          <ac:spMkLst>
            <pc:docMk/>
            <pc:sldMk cId="2401468459" sldId="402"/>
            <ac:spMk id="22" creationId="{A5792283-F4D6-F8A7-4404-AA781AC42743}"/>
          </ac:spMkLst>
        </pc:spChg>
        <pc:spChg chg="mod">
          <ac:chgData name="Yuanhe Tian" userId="8b41a650fa060b16" providerId="LiveId" clId="{A7CFACAF-95CA-FE44-8CC2-80888C897F5E}" dt="2025-05-03T17:55:58.692" v="2200"/>
          <ac:spMkLst>
            <pc:docMk/>
            <pc:sldMk cId="2401468459" sldId="402"/>
            <ac:spMk id="26" creationId="{F7438FFD-7B43-3FBB-67AB-53C583711494}"/>
          </ac:spMkLst>
        </pc:spChg>
        <pc:spChg chg="mod">
          <ac:chgData name="Yuanhe Tian" userId="8b41a650fa060b16" providerId="LiveId" clId="{A7CFACAF-95CA-FE44-8CC2-80888C897F5E}" dt="2025-05-03T17:55:58.692" v="2200"/>
          <ac:spMkLst>
            <pc:docMk/>
            <pc:sldMk cId="2401468459" sldId="402"/>
            <ac:spMk id="30" creationId="{1A2082A5-7F85-93C1-E296-40109710AD50}"/>
          </ac:spMkLst>
        </pc:spChg>
        <pc:spChg chg="mod">
          <ac:chgData name="Yuanhe Tian" userId="8b41a650fa060b16" providerId="LiveId" clId="{A7CFACAF-95CA-FE44-8CC2-80888C897F5E}" dt="2025-05-03T17:55:58.692" v="2200"/>
          <ac:spMkLst>
            <pc:docMk/>
            <pc:sldMk cId="2401468459" sldId="402"/>
            <ac:spMk id="31" creationId="{77D0414A-56D8-83A9-B67C-73EDC9B0819D}"/>
          </ac:spMkLst>
        </pc:spChg>
        <pc:spChg chg="mod">
          <ac:chgData name="Yuanhe Tian" userId="8b41a650fa060b16" providerId="LiveId" clId="{A7CFACAF-95CA-FE44-8CC2-80888C897F5E}" dt="2025-05-03T17:55:58.692" v="2200"/>
          <ac:spMkLst>
            <pc:docMk/>
            <pc:sldMk cId="2401468459" sldId="402"/>
            <ac:spMk id="37" creationId="{404D2EE8-AA72-633C-41BC-351DC212D714}"/>
          </ac:spMkLst>
        </pc:spChg>
        <pc:spChg chg="mod">
          <ac:chgData name="Yuanhe Tian" userId="8b41a650fa060b16" providerId="LiveId" clId="{A7CFACAF-95CA-FE44-8CC2-80888C897F5E}" dt="2025-05-03T17:55:58.692" v="2200"/>
          <ac:spMkLst>
            <pc:docMk/>
            <pc:sldMk cId="2401468459" sldId="402"/>
            <ac:spMk id="38" creationId="{B0BB22C9-50FC-16FB-CA2E-BE46D683C49D}"/>
          </ac:spMkLst>
        </pc:spChg>
        <pc:spChg chg="mod">
          <ac:chgData name="Yuanhe Tian" userId="8b41a650fa060b16" providerId="LiveId" clId="{A7CFACAF-95CA-FE44-8CC2-80888C897F5E}" dt="2025-05-03T17:55:58.692" v="2200"/>
          <ac:spMkLst>
            <pc:docMk/>
            <pc:sldMk cId="2401468459" sldId="402"/>
            <ac:spMk id="42" creationId="{AE536F05-2B31-E972-6505-DE45C84F7C8D}"/>
          </ac:spMkLst>
        </pc:spChg>
        <pc:spChg chg="mod">
          <ac:chgData name="Yuanhe Tian" userId="8b41a650fa060b16" providerId="LiveId" clId="{A7CFACAF-95CA-FE44-8CC2-80888C897F5E}" dt="2025-05-03T17:55:58.692" v="2200"/>
          <ac:spMkLst>
            <pc:docMk/>
            <pc:sldMk cId="2401468459" sldId="402"/>
            <ac:spMk id="43" creationId="{1B1A4371-36DB-035D-FBB9-C4F640D3CBA1}"/>
          </ac:spMkLst>
        </pc:spChg>
        <pc:spChg chg="mod">
          <ac:chgData name="Yuanhe Tian" userId="8b41a650fa060b16" providerId="LiveId" clId="{A7CFACAF-95CA-FE44-8CC2-80888C897F5E}" dt="2025-05-03T17:55:58.692" v="2200"/>
          <ac:spMkLst>
            <pc:docMk/>
            <pc:sldMk cId="2401468459" sldId="402"/>
            <ac:spMk id="44" creationId="{72E62FAA-D64F-F925-AC21-E6E414A337CF}"/>
          </ac:spMkLst>
        </pc:spChg>
        <pc:spChg chg="mod">
          <ac:chgData name="Yuanhe Tian" userId="8b41a650fa060b16" providerId="LiveId" clId="{A7CFACAF-95CA-FE44-8CC2-80888C897F5E}" dt="2025-05-03T17:55:58.692" v="2200"/>
          <ac:spMkLst>
            <pc:docMk/>
            <pc:sldMk cId="2401468459" sldId="402"/>
            <ac:spMk id="49" creationId="{B3382160-6833-D0C0-B224-430EDF80F386}"/>
          </ac:spMkLst>
        </pc:spChg>
        <pc:spChg chg="mod">
          <ac:chgData name="Yuanhe Tian" userId="8b41a650fa060b16" providerId="LiveId" clId="{A7CFACAF-95CA-FE44-8CC2-80888C897F5E}" dt="2025-05-03T17:55:58.692" v="2200"/>
          <ac:spMkLst>
            <pc:docMk/>
            <pc:sldMk cId="2401468459" sldId="402"/>
            <ac:spMk id="50" creationId="{13AE3181-06A4-A089-B60E-C5ADEB423542}"/>
          </ac:spMkLst>
        </pc:spChg>
        <pc:spChg chg="mod">
          <ac:chgData name="Yuanhe Tian" userId="8b41a650fa060b16" providerId="LiveId" clId="{A7CFACAF-95CA-FE44-8CC2-80888C897F5E}" dt="2025-05-03T17:56:11.444" v="2228" actId="20577"/>
          <ac:spMkLst>
            <pc:docMk/>
            <pc:sldMk cId="2401468459" sldId="402"/>
            <ac:spMk id="56" creationId="{F479E741-804F-2B9E-2F0C-E7067ADAB2FF}"/>
          </ac:spMkLst>
        </pc:spChg>
        <pc:spChg chg="mod">
          <ac:chgData name="Yuanhe Tian" userId="8b41a650fa060b16" providerId="LiveId" clId="{A7CFACAF-95CA-FE44-8CC2-80888C897F5E}" dt="2025-05-03T17:56:17.347" v="2246" actId="20577"/>
          <ac:spMkLst>
            <pc:docMk/>
            <pc:sldMk cId="2401468459" sldId="402"/>
            <ac:spMk id="64" creationId="{233CF777-BE0B-8252-05C1-E8774C2E8123}"/>
          </ac:spMkLst>
        </pc:spChg>
        <pc:grpChg chg="mod">
          <ac:chgData name="Yuanhe Tian" userId="8b41a650fa060b16" providerId="LiveId" clId="{A7CFACAF-95CA-FE44-8CC2-80888C897F5E}" dt="2025-05-03T17:56:00.998" v="2201" actId="1076"/>
          <ac:grpSpMkLst>
            <pc:docMk/>
            <pc:sldMk cId="2401468459" sldId="402"/>
            <ac:grpSpMk id="14" creationId="{C64BB09D-E764-E3FB-183A-9531FFB61C61}"/>
          </ac:grpSpMkLst>
        </pc:grpChg>
      </pc:sldChg>
      <pc:sldChg chg="addSp delSp modSp mod modNotesTx">
        <pc:chgData name="Yuanhe Tian" userId="8b41a650fa060b16" providerId="LiveId" clId="{A7CFACAF-95CA-FE44-8CC2-80888C897F5E}" dt="2025-05-05T22:33:06.368" v="7165" actId="20577"/>
        <pc:sldMkLst>
          <pc:docMk/>
          <pc:sldMk cId="382838476" sldId="408"/>
        </pc:sldMkLst>
        <pc:spChg chg="mod">
          <ac:chgData name="Yuanhe Tian" userId="8b41a650fa060b16" providerId="LiveId" clId="{A7CFACAF-95CA-FE44-8CC2-80888C897F5E}" dt="2025-05-03T20:12:05.011" v="2625" actId="404"/>
          <ac:spMkLst>
            <pc:docMk/>
            <pc:sldMk cId="382838476" sldId="408"/>
            <ac:spMk id="18" creationId="{38881220-48C5-C52E-F33F-1D2DFC845940}"/>
          </ac:spMkLst>
        </pc:spChg>
        <pc:spChg chg="mod">
          <ac:chgData name="Yuanhe Tian" userId="8b41a650fa060b16" providerId="LiveId" clId="{A7CFACAF-95CA-FE44-8CC2-80888C897F5E}" dt="2025-05-03T20:12:05.011" v="2625" actId="404"/>
          <ac:spMkLst>
            <pc:docMk/>
            <pc:sldMk cId="382838476" sldId="408"/>
            <ac:spMk id="29" creationId="{C9BDC30E-F9EB-6E65-E6F4-198F7998A31B}"/>
          </ac:spMkLst>
        </pc:spChg>
        <pc:spChg chg="mod">
          <ac:chgData name="Yuanhe Tian" userId="8b41a650fa060b16" providerId="LiveId" clId="{A7CFACAF-95CA-FE44-8CC2-80888C897F5E}" dt="2025-05-03T20:12:05.011" v="2625" actId="404"/>
          <ac:spMkLst>
            <pc:docMk/>
            <pc:sldMk cId="382838476" sldId="408"/>
            <ac:spMk id="38" creationId="{7AD336B9-D93C-BD29-09E1-5CD1A0140BE5}"/>
          </ac:spMkLst>
        </pc:spChg>
        <pc:spChg chg="mod">
          <ac:chgData name="Yuanhe Tian" userId="8b41a650fa060b16" providerId="LiveId" clId="{A7CFACAF-95CA-FE44-8CC2-80888C897F5E}" dt="2025-05-03T20:12:05.011" v="2625" actId="404"/>
          <ac:spMkLst>
            <pc:docMk/>
            <pc:sldMk cId="382838476" sldId="408"/>
            <ac:spMk id="41" creationId="{5CAF69EE-072D-E8D2-369B-FFB787447AB8}"/>
          </ac:spMkLst>
        </pc:spChg>
        <pc:spChg chg="mod">
          <ac:chgData name="Yuanhe Tian" userId="8b41a650fa060b16" providerId="LiveId" clId="{A7CFACAF-95CA-FE44-8CC2-80888C897F5E}" dt="2025-05-03T20:12:05.011" v="2625" actId="404"/>
          <ac:spMkLst>
            <pc:docMk/>
            <pc:sldMk cId="382838476" sldId="408"/>
            <ac:spMk id="63" creationId="{E2071921-B0D4-6C08-3385-0C05C23F2F1C}"/>
          </ac:spMkLst>
        </pc:spChg>
        <pc:spChg chg="mod">
          <ac:chgData name="Yuanhe Tian" userId="8b41a650fa060b16" providerId="LiveId" clId="{A7CFACAF-95CA-FE44-8CC2-80888C897F5E}" dt="2025-05-03T20:12:05.011" v="2625" actId="404"/>
          <ac:spMkLst>
            <pc:docMk/>
            <pc:sldMk cId="382838476" sldId="408"/>
            <ac:spMk id="75" creationId="{6630E842-399C-B857-6BCC-BB7A57326ED3}"/>
          </ac:spMkLst>
        </pc:spChg>
        <pc:spChg chg="mod">
          <ac:chgData name="Yuanhe Tian" userId="8b41a650fa060b16" providerId="LiveId" clId="{A7CFACAF-95CA-FE44-8CC2-80888C897F5E}" dt="2025-05-03T20:12:05.011" v="2625" actId="404"/>
          <ac:spMkLst>
            <pc:docMk/>
            <pc:sldMk cId="382838476" sldId="408"/>
            <ac:spMk id="124" creationId="{8359D3B9-9C9F-4900-56A0-CE6CCBE240CE}"/>
          </ac:spMkLst>
        </pc:spChg>
        <pc:spChg chg="mod">
          <ac:chgData name="Yuanhe Tian" userId="8b41a650fa060b16" providerId="LiveId" clId="{A7CFACAF-95CA-FE44-8CC2-80888C897F5E}" dt="2025-05-03T20:12:05.011" v="2625" actId="404"/>
          <ac:spMkLst>
            <pc:docMk/>
            <pc:sldMk cId="382838476" sldId="408"/>
            <ac:spMk id="125" creationId="{A024F642-3FE1-2FB3-A127-6D37C2FBE447}"/>
          </ac:spMkLst>
        </pc:spChg>
        <pc:spChg chg="mod">
          <ac:chgData name="Yuanhe Tian" userId="8b41a650fa060b16" providerId="LiveId" clId="{A7CFACAF-95CA-FE44-8CC2-80888C897F5E}" dt="2025-05-03T20:12:05.011" v="2625" actId="404"/>
          <ac:spMkLst>
            <pc:docMk/>
            <pc:sldMk cId="382838476" sldId="408"/>
            <ac:spMk id="134" creationId="{BB8D626F-D438-9E5F-52CD-908591CDD7C3}"/>
          </ac:spMkLst>
        </pc:spChg>
        <pc:spChg chg="mod">
          <ac:chgData name="Yuanhe Tian" userId="8b41a650fa060b16" providerId="LiveId" clId="{A7CFACAF-95CA-FE44-8CC2-80888C897F5E}" dt="2025-05-03T20:12:05.011" v="2625" actId="404"/>
          <ac:spMkLst>
            <pc:docMk/>
            <pc:sldMk cId="382838476" sldId="408"/>
            <ac:spMk id="140" creationId="{9983FC16-5F34-E8FA-3B51-834BA49AD914}"/>
          </ac:spMkLst>
        </pc:spChg>
        <pc:grpChg chg="mod">
          <ac:chgData name="Yuanhe Tian" userId="8b41a650fa060b16" providerId="LiveId" clId="{A7CFACAF-95CA-FE44-8CC2-80888C897F5E}" dt="2025-05-03T20:12:16.875" v="2629" actId="1076"/>
          <ac:grpSpMkLst>
            <pc:docMk/>
            <pc:sldMk cId="382838476" sldId="408"/>
            <ac:grpSpMk id="4" creationId="{AFE95B89-4643-8E79-04D8-2B38DB2B9CA4}"/>
          </ac:grpSpMkLst>
        </pc:grpChg>
      </pc:sldChg>
      <pc:sldChg chg="modSp mod">
        <pc:chgData name="Yuanhe Tian" userId="8b41a650fa060b16" providerId="LiveId" clId="{A7CFACAF-95CA-FE44-8CC2-80888C897F5E}" dt="2025-05-03T20:12:33.543" v="2636" actId="1076"/>
        <pc:sldMkLst>
          <pc:docMk/>
          <pc:sldMk cId="2095487570" sldId="409"/>
        </pc:sldMkLst>
        <pc:spChg chg="mod">
          <ac:chgData name="Yuanhe Tian" userId="8b41a650fa060b16" providerId="LiveId" clId="{A7CFACAF-95CA-FE44-8CC2-80888C897F5E}" dt="2025-05-03T20:12:33.543" v="2636" actId="1076"/>
          <ac:spMkLst>
            <pc:docMk/>
            <pc:sldMk cId="2095487570" sldId="409"/>
            <ac:spMk id="6" creationId="{D04C0763-99F2-4A5E-B99B-7455160B7A3A}"/>
          </ac:spMkLst>
        </pc:spChg>
        <pc:picChg chg="mod">
          <ac:chgData name="Yuanhe Tian" userId="8b41a650fa060b16" providerId="LiveId" clId="{A7CFACAF-95CA-FE44-8CC2-80888C897F5E}" dt="2025-05-03T20:12:23.993" v="2630" actId="1076"/>
          <ac:picMkLst>
            <pc:docMk/>
            <pc:sldMk cId="2095487570" sldId="409"/>
            <ac:picMk id="4" creationId="{C451D550-A70D-4A90-9BD3-31B63AE43377}"/>
          </ac:picMkLst>
        </pc:picChg>
        <pc:picChg chg="mod">
          <ac:chgData name="Yuanhe Tian" userId="8b41a650fa060b16" providerId="LiveId" clId="{A7CFACAF-95CA-FE44-8CC2-80888C897F5E}" dt="2025-05-03T20:12:25.927" v="2631" actId="1076"/>
          <ac:picMkLst>
            <pc:docMk/>
            <pc:sldMk cId="2095487570" sldId="409"/>
            <ac:picMk id="5" creationId="{83F6BC8E-A17F-4CBB-BB88-61533010867A}"/>
          </ac:picMkLst>
        </pc:picChg>
      </pc:sldChg>
      <pc:sldChg chg="addSp delSp modSp mod delAnim modNotesTx">
        <pc:chgData name="Yuanhe Tian" userId="8b41a650fa060b16" providerId="LiveId" clId="{A7CFACAF-95CA-FE44-8CC2-80888C897F5E}" dt="2025-05-05T22:35:30.103" v="7205" actId="20577"/>
        <pc:sldMkLst>
          <pc:docMk/>
          <pc:sldMk cId="1795440273" sldId="410"/>
        </pc:sldMkLst>
        <pc:spChg chg="mod">
          <ac:chgData name="Yuanhe Tian" userId="8b41a650fa060b16" providerId="LiveId" clId="{A7CFACAF-95CA-FE44-8CC2-80888C897F5E}" dt="2025-05-05T20:49:07.982" v="4799" actId="1076"/>
          <ac:spMkLst>
            <pc:docMk/>
            <pc:sldMk cId="1795440273" sldId="410"/>
            <ac:spMk id="3" creationId="{B2DF2633-12FA-422B-9CBF-A3F4C4D77D34}"/>
          </ac:spMkLst>
        </pc:spChg>
        <pc:spChg chg="add mod">
          <ac:chgData name="Yuanhe Tian" userId="8b41a650fa060b16" providerId="LiveId" clId="{A7CFACAF-95CA-FE44-8CC2-80888C897F5E}" dt="2025-05-05T21:04:04.230" v="5015" actId="164"/>
          <ac:spMkLst>
            <pc:docMk/>
            <pc:sldMk cId="1795440273" sldId="410"/>
            <ac:spMk id="6" creationId="{566FA851-AEE4-897B-25E9-7A905E23A1A2}"/>
          </ac:spMkLst>
        </pc:spChg>
        <pc:spChg chg="add mod">
          <ac:chgData name="Yuanhe Tian" userId="8b41a650fa060b16" providerId="LiveId" clId="{A7CFACAF-95CA-FE44-8CC2-80888C897F5E}" dt="2025-05-05T21:04:04.230" v="5015" actId="164"/>
          <ac:spMkLst>
            <pc:docMk/>
            <pc:sldMk cId="1795440273" sldId="410"/>
            <ac:spMk id="7" creationId="{80A522C6-D57C-B743-54DD-112FECB7DE34}"/>
          </ac:spMkLst>
        </pc:spChg>
        <pc:spChg chg="add mod">
          <ac:chgData name="Yuanhe Tian" userId="8b41a650fa060b16" providerId="LiveId" clId="{A7CFACAF-95CA-FE44-8CC2-80888C897F5E}" dt="2025-05-05T20:51:15.553" v="4839" actId="465"/>
          <ac:spMkLst>
            <pc:docMk/>
            <pc:sldMk cId="1795440273" sldId="410"/>
            <ac:spMk id="8" creationId="{0C5B0B19-C798-0A14-32E0-F4654C177704}"/>
          </ac:spMkLst>
        </pc:spChg>
        <pc:spChg chg="add mod">
          <ac:chgData name="Yuanhe Tian" userId="8b41a650fa060b16" providerId="LiveId" clId="{A7CFACAF-95CA-FE44-8CC2-80888C897F5E}" dt="2025-05-05T21:04:04.230" v="5015" actId="164"/>
          <ac:spMkLst>
            <pc:docMk/>
            <pc:sldMk cId="1795440273" sldId="410"/>
            <ac:spMk id="9" creationId="{3F49027E-0C1A-75B8-B635-97C741C763D9}"/>
          </ac:spMkLst>
        </pc:spChg>
        <pc:spChg chg="add mod">
          <ac:chgData name="Yuanhe Tian" userId="8b41a650fa060b16" providerId="LiveId" clId="{A7CFACAF-95CA-FE44-8CC2-80888C897F5E}" dt="2025-05-05T20:51:15.553" v="4839" actId="465"/>
          <ac:spMkLst>
            <pc:docMk/>
            <pc:sldMk cId="1795440273" sldId="410"/>
            <ac:spMk id="14" creationId="{85BB5C76-8BDA-5728-F949-B541742724B8}"/>
          </ac:spMkLst>
        </pc:spChg>
        <pc:spChg chg="add mod">
          <ac:chgData name="Yuanhe Tian" userId="8b41a650fa060b16" providerId="LiveId" clId="{A7CFACAF-95CA-FE44-8CC2-80888C897F5E}" dt="2025-05-05T21:04:04.230" v="5015" actId="164"/>
          <ac:spMkLst>
            <pc:docMk/>
            <pc:sldMk cId="1795440273" sldId="410"/>
            <ac:spMk id="15" creationId="{C12EEB29-E5B7-40A0-534E-29D3C8EBC68E}"/>
          </ac:spMkLst>
        </pc:spChg>
        <pc:spChg chg="add mod">
          <ac:chgData name="Yuanhe Tian" userId="8b41a650fa060b16" providerId="LiveId" clId="{A7CFACAF-95CA-FE44-8CC2-80888C897F5E}" dt="2025-05-05T21:04:04.230" v="5015" actId="164"/>
          <ac:spMkLst>
            <pc:docMk/>
            <pc:sldMk cId="1795440273" sldId="410"/>
            <ac:spMk id="16" creationId="{F56C2B0F-403A-FE7A-0932-FD86B66452DC}"/>
          </ac:spMkLst>
        </pc:spChg>
        <pc:spChg chg="add mod">
          <ac:chgData name="Yuanhe Tian" userId="8b41a650fa060b16" providerId="LiveId" clId="{A7CFACAF-95CA-FE44-8CC2-80888C897F5E}" dt="2025-05-05T21:04:04.230" v="5015" actId="164"/>
          <ac:spMkLst>
            <pc:docMk/>
            <pc:sldMk cId="1795440273" sldId="410"/>
            <ac:spMk id="17" creationId="{ED7C0AB1-4651-247B-08D2-7ACC3A518787}"/>
          </ac:spMkLst>
        </pc:spChg>
        <pc:spChg chg="add mod">
          <ac:chgData name="Yuanhe Tian" userId="8b41a650fa060b16" providerId="LiveId" clId="{A7CFACAF-95CA-FE44-8CC2-80888C897F5E}" dt="2025-05-05T20:56:32.272" v="4862" actId="1036"/>
          <ac:spMkLst>
            <pc:docMk/>
            <pc:sldMk cId="1795440273" sldId="410"/>
            <ac:spMk id="18" creationId="{E1B209B7-6CAA-A9FC-0CE9-AF0CA3C23FAB}"/>
          </ac:spMkLst>
        </pc:spChg>
        <pc:spChg chg="add mod">
          <ac:chgData name="Yuanhe Tian" userId="8b41a650fa060b16" providerId="LiveId" clId="{A7CFACAF-95CA-FE44-8CC2-80888C897F5E}" dt="2025-05-05T21:04:04.230" v="5015" actId="164"/>
          <ac:spMkLst>
            <pc:docMk/>
            <pc:sldMk cId="1795440273" sldId="410"/>
            <ac:spMk id="19" creationId="{A16C2885-B86E-F523-E692-D17B0F17F462}"/>
          </ac:spMkLst>
        </pc:spChg>
        <pc:spChg chg="add mod">
          <ac:chgData name="Yuanhe Tian" userId="8b41a650fa060b16" providerId="LiveId" clId="{A7CFACAF-95CA-FE44-8CC2-80888C897F5E}" dt="2025-05-05T21:04:04.230" v="5015" actId="164"/>
          <ac:spMkLst>
            <pc:docMk/>
            <pc:sldMk cId="1795440273" sldId="410"/>
            <ac:spMk id="20" creationId="{AEBC5E83-CA3F-C481-6433-897B37132D3B}"/>
          </ac:spMkLst>
        </pc:spChg>
        <pc:spChg chg="add mod">
          <ac:chgData name="Yuanhe Tian" userId="8b41a650fa060b16" providerId="LiveId" clId="{A7CFACAF-95CA-FE44-8CC2-80888C897F5E}" dt="2025-05-05T21:04:04.230" v="5015" actId="164"/>
          <ac:spMkLst>
            <pc:docMk/>
            <pc:sldMk cId="1795440273" sldId="410"/>
            <ac:spMk id="21" creationId="{6D527546-36C2-00EA-3D1E-8A69531EBA2F}"/>
          </ac:spMkLst>
        </pc:spChg>
        <pc:spChg chg="add mod">
          <ac:chgData name="Yuanhe Tian" userId="8b41a650fa060b16" providerId="LiveId" clId="{A7CFACAF-95CA-FE44-8CC2-80888C897F5E}" dt="2025-05-05T20:56:32.272" v="4862" actId="1036"/>
          <ac:spMkLst>
            <pc:docMk/>
            <pc:sldMk cId="1795440273" sldId="410"/>
            <ac:spMk id="22" creationId="{4311AE86-4320-8076-D866-7294C1D0B130}"/>
          </ac:spMkLst>
        </pc:spChg>
        <pc:spChg chg="add mod">
          <ac:chgData name="Yuanhe Tian" userId="8b41a650fa060b16" providerId="LiveId" clId="{A7CFACAF-95CA-FE44-8CC2-80888C897F5E}" dt="2025-05-05T20:56:32.272" v="4862" actId="1036"/>
          <ac:spMkLst>
            <pc:docMk/>
            <pc:sldMk cId="1795440273" sldId="410"/>
            <ac:spMk id="23" creationId="{63BF8858-044E-32BD-3FA4-99ADBD2ACA84}"/>
          </ac:spMkLst>
        </pc:spChg>
        <pc:spChg chg="add mod">
          <ac:chgData name="Yuanhe Tian" userId="8b41a650fa060b16" providerId="LiveId" clId="{A7CFACAF-95CA-FE44-8CC2-80888C897F5E}" dt="2025-05-05T20:56:32.272" v="4862" actId="1036"/>
          <ac:spMkLst>
            <pc:docMk/>
            <pc:sldMk cId="1795440273" sldId="410"/>
            <ac:spMk id="24" creationId="{CEBC537D-5ED3-3ADD-3F76-033A87045DEA}"/>
          </ac:spMkLst>
        </pc:spChg>
        <pc:spChg chg="add mod">
          <ac:chgData name="Yuanhe Tian" userId="8b41a650fa060b16" providerId="LiveId" clId="{A7CFACAF-95CA-FE44-8CC2-80888C897F5E}" dt="2025-05-05T21:04:04.230" v="5015" actId="164"/>
          <ac:spMkLst>
            <pc:docMk/>
            <pc:sldMk cId="1795440273" sldId="410"/>
            <ac:spMk id="25" creationId="{412EA0FC-99E3-F2ED-C6CE-5484ADAE103F}"/>
          </ac:spMkLst>
        </pc:spChg>
        <pc:spChg chg="add mod">
          <ac:chgData name="Yuanhe Tian" userId="8b41a650fa060b16" providerId="LiveId" clId="{A7CFACAF-95CA-FE44-8CC2-80888C897F5E}" dt="2025-05-05T21:05:30.089" v="5030" actId="164"/>
          <ac:spMkLst>
            <pc:docMk/>
            <pc:sldMk cId="1795440273" sldId="410"/>
            <ac:spMk id="49" creationId="{DA572E70-4D08-15FD-0AD2-27A6CBE39B5D}"/>
          </ac:spMkLst>
        </pc:spChg>
        <pc:spChg chg="add mod">
          <ac:chgData name="Yuanhe Tian" userId="8b41a650fa060b16" providerId="LiveId" clId="{A7CFACAF-95CA-FE44-8CC2-80888C897F5E}" dt="2025-05-05T21:05:30.089" v="5030" actId="164"/>
          <ac:spMkLst>
            <pc:docMk/>
            <pc:sldMk cId="1795440273" sldId="410"/>
            <ac:spMk id="50" creationId="{77B16BF2-F721-BAA8-588B-CDFC3FD0B566}"/>
          </ac:spMkLst>
        </pc:spChg>
        <pc:spChg chg="add mod">
          <ac:chgData name="Yuanhe Tian" userId="8b41a650fa060b16" providerId="LiveId" clId="{A7CFACAF-95CA-FE44-8CC2-80888C897F5E}" dt="2025-05-05T21:05:30.089" v="5030" actId="164"/>
          <ac:spMkLst>
            <pc:docMk/>
            <pc:sldMk cId="1795440273" sldId="410"/>
            <ac:spMk id="51" creationId="{70E3C6CF-9B25-C0C8-6F56-1D23660963B4}"/>
          </ac:spMkLst>
        </pc:spChg>
        <pc:spChg chg="add mod">
          <ac:chgData name="Yuanhe Tian" userId="8b41a650fa060b16" providerId="LiveId" clId="{A7CFACAF-95CA-FE44-8CC2-80888C897F5E}" dt="2025-05-05T21:05:30.089" v="5030" actId="164"/>
          <ac:spMkLst>
            <pc:docMk/>
            <pc:sldMk cId="1795440273" sldId="410"/>
            <ac:spMk id="52" creationId="{C6B2E3C7-5605-5B55-BE55-F6DA4D8323A6}"/>
          </ac:spMkLst>
        </pc:spChg>
        <pc:spChg chg="add mod">
          <ac:chgData name="Yuanhe Tian" userId="8b41a650fa060b16" providerId="LiveId" clId="{A7CFACAF-95CA-FE44-8CC2-80888C897F5E}" dt="2025-05-05T21:05:30.089" v="5030" actId="164"/>
          <ac:spMkLst>
            <pc:docMk/>
            <pc:sldMk cId="1795440273" sldId="410"/>
            <ac:spMk id="53" creationId="{82455F2E-ED05-A299-2BA5-AE8AB126107B}"/>
          </ac:spMkLst>
        </pc:spChg>
        <pc:spChg chg="add mod">
          <ac:chgData name="Yuanhe Tian" userId="8b41a650fa060b16" providerId="LiveId" clId="{A7CFACAF-95CA-FE44-8CC2-80888C897F5E}" dt="2025-05-05T21:05:30.089" v="5030" actId="164"/>
          <ac:spMkLst>
            <pc:docMk/>
            <pc:sldMk cId="1795440273" sldId="410"/>
            <ac:spMk id="54" creationId="{B8710AC5-9905-8E39-DEEB-B9200D45A02F}"/>
          </ac:spMkLst>
        </pc:spChg>
        <pc:spChg chg="add del mod">
          <ac:chgData name="Yuanhe Tian" userId="8b41a650fa060b16" providerId="LiveId" clId="{A7CFACAF-95CA-FE44-8CC2-80888C897F5E}" dt="2025-05-05T21:05:30.089" v="5030" actId="164"/>
          <ac:spMkLst>
            <pc:docMk/>
            <pc:sldMk cId="1795440273" sldId="410"/>
            <ac:spMk id="55" creationId="{7848B975-BF58-679D-B92A-E7B3CFE8A7DB}"/>
          </ac:spMkLst>
        </pc:spChg>
        <pc:spChg chg="add mod">
          <ac:chgData name="Yuanhe Tian" userId="8b41a650fa060b16" providerId="LiveId" clId="{A7CFACAF-95CA-FE44-8CC2-80888C897F5E}" dt="2025-05-05T21:03:58.003" v="5014" actId="1037"/>
          <ac:spMkLst>
            <pc:docMk/>
            <pc:sldMk cId="1795440273" sldId="410"/>
            <ac:spMk id="56" creationId="{1092C959-B328-62B5-E280-B136B39D6406}"/>
          </ac:spMkLst>
        </pc:spChg>
        <pc:spChg chg="add mod">
          <ac:chgData name="Yuanhe Tian" userId="8b41a650fa060b16" providerId="LiveId" clId="{A7CFACAF-95CA-FE44-8CC2-80888C897F5E}" dt="2025-05-05T21:05:30.089" v="5030" actId="164"/>
          <ac:spMkLst>
            <pc:docMk/>
            <pc:sldMk cId="1795440273" sldId="410"/>
            <ac:spMk id="58" creationId="{F7290B1D-8B66-0C56-1B03-A93DA89DE4A6}"/>
          </ac:spMkLst>
        </pc:spChg>
        <pc:spChg chg="add mod">
          <ac:chgData name="Yuanhe Tian" userId="8b41a650fa060b16" providerId="LiveId" clId="{A7CFACAF-95CA-FE44-8CC2-80888C897F5E}" dt="2025-05-05T21:05:30.089" v="5030" actId="164"/>
          <ac:spMkLst>
            <pc:docMk/>
            <pc:sldMk cId="1795440273" sldId="410"/>
            <ac:spMk id="59" creationId="{020FA2D8-866F-73E0-D937-F719127AD046}"/>
          </ac:spMkLst>
        </pc:spChg>
        <pc:spChg chg="add mod">
          <ac:chgData name="Yuanhe Tian" userId="8b41a650fa060b16" providerId="LiveId" clId="{A7CFACAF-95CA-FE44-8CC2-80888C897F5E}" dt="2025-05-05T21:05:30.089" v="5030" actId="164"/>
          <ac:spMkLst>
            <pc:docMk/>
            <pc:sldMk cId="1795440273" sldId="410"/>
            <ac:spMk id="60" creationId="{106E04D1-EBB7-3B83-7F88-AE48EF89503E}"/>
          </ac:spMkLst>
        </pc:spChg>
        <pc:spChg chg="add mod">
          <ac:chgData name="Yuanhe Tian" userId="8b41a650fa060b16" providerId="LiveId" clId="{A7CFACAF-95CA-FE44-8CC2-80888C897F5E}" dt="2025-05-05T21:05:24.888" v="5029" actId="207"/>
          <ac:spMkLst>
            <pc:docMk/>
            <pc:sldMk cId="1795440273" sldId="410"/>
            <ac:spMk id="61" creationId="{6B27C2E1-4048-7B60-6948-AB1F31A9F5A1}"/>
          </ac:spMkLst>
        </pc:spChg>
        <pc:grpChg chg="mod">
          <ac:chgData name="Yuanhe Tian" userId="8b41a650fa060b16" providerId="LiveId" clId="{A7CFACAF-95CA-FE44-8CC2-80888C897F5E}" dt="2025-05-05T21:05:32.202" v="5031" actId="1076"/>
          <ac:grpSpMkLst>
            <pc:docMk/>
            <pc:sldMk cId="1795440273" sldId="410"/>
            <ac:grpSpMk id="62" creationId="{5C4A9CB1-DC24-2193-56A9-84C7915BD521}"/>
          </ac:grpSpMkLst>
        </pc:grpChg>
        <pc:cxnChg chg="add mod">
          <ac:chgData name="Yuanhe Tian" userId="8b41a650fa060b16" providerId="LiveId" clId="{A7CFACAF-95CA-FE44-8CC2-80888C897F5E}" dt="2025-05-05T20:56:49.415" v="4868" actId="692"/>
          <ac:cxnSpMkLst>
            <pc:docMk/>
            <pc:sldMk cId="1795440273" sldId="410"/>
            <ac:cxnSpMk id="27" creationId="{317AC00B-9D2E-4047-43CB-D5D7D8D5FA6C}"/>
          </ac:cxnSpMkLst>
        </pc:cxnChg>
        <pc:cxnChg chg="add mod">
          <ac:chgData name="Yuanhe Tian" userId="8b41a650fa060b16" providerId="LiveId" clId="{A7CFACAF-95CA-FE44-8CC2-80888C897F5E}" dt="2025-05-05T20:57:01.953" v="4878" actId="692"/>
          <ac:cxnSpMkLst>
            <pc:docMk/>
            <pc:sldMk cId="1795440273" sldId="410"/>
            <ac:cxnSpMk id="28" creationId="{53F6F112-E7C0-5C25-632D-FC4EADB23C2F}"/>
          </ac:cxnSpMkLst>
        </pc:cxnChg>
        <pc:cxnChg chg="add mod">
          <ac:chgData name="Yuanhe Tian" userId="8b41a650fa060b16" providerId="LiveId" clId="{A7CFACAF-95CA-FE44-8CC2-80888C897F5E}" dt="2025-05-05T20:57:17.678" v="4890" actId="692"/>
          <ac:cxnSpMkLst>
            <pc:docMk/>
            <pc:sldMk cId="1795440273" sldId="410"/>
            <ac:cxnSpMk id="31" creationId="{93E37772-F24D-1B80-6554-9F60B47F2A7A}"/>
          </ac:cxnSpMkLst>
        </pc:cxnChg>
        <pc:cxnChg chg="add mod">
          <ac:chgData name="Yuanhe Tian" userId="8b41a650fa060b16" providerId="LiveId" clId="{A7CFACAF-95CA-FE44-8CC2-80888C897F5E}" dt="2025-05-05T20:57:30.766" v="4900" actId="692"/>
          <ac:cxnSpMkLst>
            <pc:docMk/>
            <pc:sldMk cId="1795440273" sldId="410"/>
            <ac:cxnSpMk id="34" creationId="{F29155F5-606F-47EF-7E55-BA96AE323074}"/>
          </ac:cxnSpMkLst>
        </pc:cxnChg>
        <pc:cxnChg chg="add mod">
          <ac:chgData name="Yuanhe Tian" userId="8b41a650fa060b16" providerId="LiveId" clId="{A7CFACAF-95CA-FE44-8CC2-80888C897F5E}" dt="2025-05-05T20:58:08.569" v="4906" actId="692"/>
          <ac:cxnSpMkLst>
            <pc:docMk/>
            <pc:sldMk cId="1795440273" sldId="410"/>
            <ac:cxnSpMk id="37" creationId="{4A6C34EC-BB3A-2107-D7A3-E6B9299D7AC4}"/>
          </ac:cxnSpMkLst>
        </pc:cxnChg>
        <pc:cxnChg chg="add mod">
          <ac:chgData name="Yuanhe Tian" userId="8b41a650fa060b16" providerId="LiveId" clId="{A7CFACAF-95CA-FE44-8CC2-80888C897F5E}" dt="2025-05-05T20:58:43.316" v="4910" actId="692"/>
          <ac:cxnSpMkLst>
            <pc:docMk/>
            <pc:sldMk cId="1795440273" sldId="410"/>
            <ac:cxnSpMk id="40" creationId="{4B82FE47-3D85-C3C9-6061-300F69ECC08F}"/>
          </ac:cxnSpMkLst>
        </pc:cxnChg>
        <pc:cxnChg chg="add mod">
          <ac:chgData name="Yuanhe Tian" userId="8b41a650fa060b16" providerId="LiveId" clId="{A7CFACAF-95CA-FE44-8CC2-80888C897F5E}" dt="2025-05-05T20:59:48.382" v="4933" actId="692"/>
          <ac:cxnSpMkLst>
            <pc:docMk/>
            <pc:sldMk cId="1795440273" sldId="410"/>
            <ac:cxnSpMk id="43" creationId="{5DF69B2F-D182-7171-40EE-933C632EFF86}"/>
          </ac:cxnSpMkLst>
        </pc:cxnChg>
        <pc:cxnChg chg="add mod">
          <ac:chgData name="Yuanhe Tian" userId="8b41a650fa060b16" providerId="LiveId" clId="{A7CFACAF-95CA-FE44-8CC2-80888C897F5E}" dt="2025-05-05T20:59:39.975" v="4930" actId="692"/>
          <ac:cxnSpMkLst>
            <pc:docMk/>
            <pc:sldMk cId="1795440273" sldId="410"/>
            <ac:cxnSpMk id="46" creationId="{BA09985C-0590-030C-444B-652584297F97}"/>
          </ac:cxnSpMkLst>
        </pc:cxnChg>
      </pc:sldChg>
      <pc:sldChg chg="addSp delSp modSp mod modNotesTx">
        <pc:chgData name="Yuanhe Tian" userId="8b41a650fa060b16" providerId="LiveId" clId="{A7CFACAF-95CA-FE44-8CC2-80888C897F5E}" dt="2025-05-05T22:36:05.239" v="7232" actId="20577"/>
        <pc:sldMkLst>
          <pc:docMk/>
          <pc:sldMk cId="3419133696" sldId="413"/>
        </pc:sldMkLst>
        <pc:spChg chg="mod">
          <ac:chgData name="Yuanhe Tian" userId="8b41a650fa060b16" providerId="LiveId" clId="{A7CFACAF-95CA-FE44-8CC2-80888C897F5E}" dt="2025-05-03T20:16:05.785" v="2729" actId="14100"/>
          <ac:spMkLst>
            <pc:docMk/>
            <pc:sldMk cId="3419133696" sldId="413"/>
            <ac:spMk id="3" creationId="{20036C3D-98F1-4C99-84EF-EF3CA1D1A29A}"/>
          </ac:spMkLst>
        </pc:spChg>
        <pc:spChg chg="add mod">
          <ac:chgData name="Yuanhe Tian" userId="8b41a650fa060b16" providerId="LiveId" clId="{A7CFACAF-95CA-FE44-8CC2-80888C897F5E}" dt="2025-05-03T20:23:09.684" v="2779" actId="403"/>
          <ac:spMkLst>
            <pc:docMk/>
            <pc:sldMk cId="3419133696" sldId="413"/>
            <ac:spMk id="8" creationId="{2C3F7E3B-355D-D939-122C-848D383EB4B2}"/>
          </ac:spMkLst>
        </pc:spChg>
        <pc:spChg chg="add mod">
          <ac:chgData name="Yuanhe Tian" userId="8b41a650fa060b16" providerId="LiveId" clId="{A7CFACAF-95CA-FE44-8CC2-80888C897F5E}" dt="2025-05-03T20:21:46.631" v="2736" actId="20577"/>
          <ac:spMkLst>
            <pc:docMk/>
            <pc:sldMk cId="3419133696" sldId="413"/>
            <ac:spMk id="9" creationId="{FF2F69A5-0825-46F3-8CCA-EDB2DC1AF15A}"/>
          </ac:spMkLst>
        </pc:spChg>
        <pc:spChg chg="add mod">
          <ac:chgData name="Yuanhe Tian" userId="8b41a650fa060b16" providerId="LiveId" clId="{A7CFACAF-95CA-FE44-8CC2-80888C897F5E}" dt="2025-05-03T20:23:06.717" v="2778" actId="1076"/>
          <ac:spMkLst>
            <pc:docMk/>
            <pc:sldMk cId="3419133696" sldId="413"/>
            <ac:spMk id="10" creationId="{9C7C8AD6-4EAF-3C9D-4F2E-155E92A18AD6}"/>
          </ac:spMkLst>
        </pc:spChg>
        <pc:picChg chg="mod">
          <ac:chgData name="Yuanhe Tian" userId="8b41a650fa060b16" providerId="LiveId" clId="{A7CFACAF-95CA-FE44-8CC2-80888C897F5E}" dt="2025-05-03T20:15:38.842" v="2725" actId="1076"/>
          <ac:picMkLst>
            <pc:docMk/>
            <pc:sldMk cId="3419133696" sldId="413"/>
            <ac:picMk id="4" creationId="{855F7975-FEBE-4F2A-94ED-227A0A4B050A}"/>
          </ac:picMkLst>
        </pc:picChg>
        <pc:picChg chg="add mod">
          <ac:chgData name="Yuanhe Tian" userId="8b41a650fa060b16" providerId="LiveId" clId="{A7CFACAF-95CA-FE44-8CC2-80888C897F5E}" dt="2025-05-03T20:16:14.066" v="2731" actId="1076"/>
          <ac:picMkLst>
            <pc:docMk/>
            <pc:sldMk cId="3419133696" sldId="413"/>
            <ac:picMk id="1026" creationId="{075CAA8E-2117-FF5C-0294-807F6D9393DC}"/>
          </ac:picMkLst>
        </pc:picChg>
      </pc:sldChg>
      <pc:sldChg chg="modSp modNotesTx">
        <pc:chgData name="Yuanhe Tian" userId="8b41a650fa060b16" providerId="LiveId" clId="{A7CFACAF-95CA-FE44-8CC2-80888C897F5E}" dt="2025-05-05T21:44:35.182" v="6947" actId="20577"/>
        <pc:sldMkLst>
          <pc:docMk/>
          <pc:sldMk cId="1615958035" sldId="414"/>
        </pc:sldMkLst>
        <pc:spChg chg="mod">
          <ac:chgData name="Yuanhe Tian" userId="8b41a650fa060b16" providerId="LiveId" clId="{A7CFACAF-95CA-FE44-8CC2-80888C897F5E}" dt="2025-05-03T20:23:25.607" v="2780"/>
          <ac:spMkLst>
            <pc:docMk/>
            <pc:sldMk cId="1615958035" sldId="414"/>
            <ac:spMk id="3" creationId="{60D7813A-4A2A-4B8A-B496-3171EDC76608}"/>
          </ac:spMkLst>
        </pc:spChg>
      </pc:sldChg>
      <pc:sldChg chg="delSp modSp mod">
        <pc:chgData name="Yuanhe Tian" userId="8b41a650fa060b16" providerId="LiveId" clId="{A7CFACAF-95CA-FE44-8CC2-80888C897F5E}" dt="2025-05-03T21:22:03.638" v="4181" actId="20577"/>
        <pc:sldMkLst>
          <pc:docMk/>
          <pc:sldMk cId="3104789301" sldId="415"/>
        </pc:sldMkLst>
        <pc:spChg chg="mod">
          <ac:chgData name="Yuanhe Tian" userId="8b41a650fa060b16" providerId="LiveId" clId="{A7CFACAF-95CA-FE44-8CC2-80888C897F5E}" dt="2025-05-03T21:22:03.638" v="4181" actId="20577"/>
          <ac:spMkLst>
            <pc:docMk/>
            <pc:sldMk cId="3104789301" sldId="415"/>
            <ac:spMk id="2" creationId="{6BECCD6B-7F9D-44E5-A7A2-CC28B55E8924}"/>
          </ac:spMkLst>
        </pc:spChg>
      </pc:sldChg>
      <pc:sldChg chg="addSp delSp modSp mod modAnim modNotesTx">
        <pc:chgData name="Yuanhe Tian" userId="8b41a650fa060b16" providerId="LiveId" clId="{A7CFACAF-95CA-FE44-8CC2-80888C897F5E}" dt="2025-05-03T20:37:43.661" v="3137" actId="478"/>
        <pc:sldMkLst>
          <pc:docMk/>
          <pc:sldMk cId="3988708762" sldId="416"/>
        </pc:sldMkLst>
        <pc:spChg chg="add mod">
          <ac:chgData name="Yuanhe Tian" userId="8b41a650fa060b16" providerId="LiveId" clId="{A7CFACAF-95CA-FE44-8CC2-80888C897F5E}" dt="2025-05-03T20:29:13.907" v="2857" actId="1035"/>
          <ac:spMkLst>
            <pc:docMk/>
            <pc:sldMk cId="3988708762" sldId="416"/>
            <ac:spMk id="5" creationId="{320938F7-8D00-C31A-FA12-C69A59D19E63}"/>
          </ac:spMkLst>
        </pc:spChg>
        <pc:spChg chg="add mod">
          <ac:chgData name="Yuanhe Tian" userId="8b41a650fa060b16" providerId="LiveId" clId="{A7CFACAF-95CA-FE44-8CC2-80888C897F5E}" dt="2025-05-03T20:29:21.841" v="2866" actId="1076"/>
          <ac:spMkLst>
            <pc:docMk/>
            <pc:sldMk cId="3988708762" sldId="416"/>
            <ac:spMk id="6" creationId="{21BC24AE-6FE1-E3C5-FD34-FA832A002C19}"/>
          </ac:spMkLst>
        </pc:spChg>
        <pc:spChg chg="add mod">
          <ac:chgData name="Yuanhe Tian" userId="8b41a650fa060b16" providerId="LiveId" clId="{A7CFACAF-95CA-FE44-8CC2-80888C897F5E}" dt="2025-05-03T20:29:30.871" v="2875" actId="1076"/>
          <ac:spMkLst>
            <pc:docMk/>
            <pc:sldMk cId="3988708762" sldId="416"/>
            <ac:spMk id="7" creationId="{9DCCC28B-8FB0-0034-8DD9-2C5D56820E13}"/>
          </ac:spMkLst>
        </pc:spChg>
        <pc:spChg chg="add mod">
          <ac:chgData name="Yuanhe Tian" userId="8b41a650fa060b16" providerId="LiveId" clId="{A7CFACAF-95CA-FE44-8CC2-80888C897F5E}" dt="2025-05-03T20:30:27.948" v="2912" actId="1035"/>
          <ac:spMkLst>
            <pc:docMk/>
            <pc:sldMk cId="3988708762" sldId="416"/>
            <ac:spMk id="8" creationId="{B2A189C8-3D05-1DBB-50E0-37FA9930B537}"/>
          </ac:spMkLst>
        </pc:spChg>
        <pc:spChg chg="add mod">
          <ac:chgData name="Yuanhe Tian" userId="8b41a650fa060b16" providerId="LiveId" clId="{A7CFACAF-95CA-FE44-8CC2-80888C897F5E}" dt="2025-05-03T20:30:17.716" v="2902" actId="14100"/>
          <ac:spMkLst>
            <pc:docMk/>
            <pc:sldMk cId="3988708762" sldId="416"/>
            <ac:spMk id="9" creationId="{565F1A3B-0B80-6837-7ACA-1D742207C737}"/>
          </ac:spMkLst>
        </pc:spChg>
        <pc:picChg chg="mod">
          <ac:chgData name="Yuanhe Tian" userId="8b41a650fa060b16" providerId="LiveId" clId="{A7CFACAF-95CA-FE44-8CC2-80888C897F5E}" dt="2025-05-03T20:29:34.127" v="2878" actId="1076"/>
          <ac:picMkLst>
            <pc:docMk/>
            <pc:sldMk cId="3988708762" sldId="416"/>
            <ac:picMk id="4" creationId="{33CDE237-6F34-4E52-89E9-C0CBBB60CD95}"/>
          </ac:picMkLst>
        </pc:picChg>
      </pc:sldChg>
      <pc:sldChg chg="addSp modSp mod modAnim modNotesTx">
        <pc:chgData name="Yuanhe Tian" userId="8b41a650fa060b16" providerId="LiveId" clId="{A7CFACAF-95CA-FE44-8CC2-80888C897F5E}" dt="2025-05-05T22:38:31.087" v="7317" actId="14100"/>
        <pc:sldMkLst>
          <pc:docMk/>
          <pc:sldMk cId="3449706009" sldId="417"/>
        </pc:sldMkLst>
        <pc:spChg chg="add mod">
          <ac:chgData name="Yuanhe Tian" userId="8b41a650fa060b16" providerId="LiveId" clId="{A7CFACAF-95CA-FE44-8CC2-80888C897F5E}" dt="2025-05-03T20:31:07.147" v="2973"/>
          <ac:spMkLst>
            <pc:docMk/>
            <pc:sldMk cId="3449706009" sldId="417"/>
            <ac:spMk id="3" creationId="{E20FD08A-8534-C7F4-9CC9-FA97D4778CEA}"/>
          </ac:spMkLst>
        </pc:spChg>
        <pc:spChg chg="add mod">
          <ac:chgData name="Yuanhe Tian" userId="8b41a650fa060b16" providerId="LiveId" clId="{A7CFACAF-95CA-FE44-8CC2-80888C897F5E}" dt="2025-05-03T20:31:07.147" v="2973"/>
          <ac:spMkLst>
            <pc:docMk/>
            <pc:sldMk cId="3449706009" sldId="417"/>
            <ac:spMk id="5" creationId="{413DB41E-F219-3E21-36F3-652B9B2CDC44}"/>
          </ac:spMkLst>
        </pc:spChg>
        <pc:spChg chg="add mod">
          <ac:chgData name="Yuanhe Tian" userId="8b41a650fa060b16" providerId="LiveId" clId="{A7CFACAF-95CA-FE44-8CC2-80888C897F5E}" dt="2025-05-03T20:31:07.147" v="2973"/>
          <ac:spMkLst>
            <pc:docMk/>
            <pc:sldMk cId="3449706009" sldId="417"/>
            <ac:spMk id="6" creationId="{300415E8-8CBE-DF66-E745-1C1D08D7A8A2}"/>
          </ac:spMkLst>
        </pc:spChg>
        <pc:spChg chg="add mod">
          <ac:chgData name="Yuanhe Tian" userId="8b41a650fa060b16" providerId="LiveId" clId="{A7CFACAF-95CA-FE44-8CC2-80888C897F5E}" dt="2025-05-05T22:38:31.087" v="7317" actId="14100"/>
          <ac:spMkLst>
            <pc:docMk/>
            <pc:sldMk cId="3449706009" sldId="417"/>
            <ac:spMk id="7" creationId="{D686237E-F7A5-54E3-3D12-F7E2BAEB7A99}"/>
          </ac:spMkLst>
        </pc:spChg>
        <pc:spChg chg="add mod">
          <ac:chgData name="Yuanhe Tian" userId="8b41a650fa060b16" providerId="LiveId" clId="{A7CFACAF-95CA-FE44-8CC2-80888C897F5E}" dt="2025-05-03T20:31:07.147" v="2973"/>
          <ac:spMkLst>
            <pc:docMk/>
            <pc:sldMk cId="3449706009" sldId="417"/>
            <ac:spMk id="8" creationId="{4B06DE9A-E8F4-8B0C-8F5A-D33D3CEEBACB}"/>
          </ac:spMkLst>
        </pc:spChg>
        <pc:spChg chg="add mod">
          <ac:chgData name="Yuanhe Tian" userId="8b41a650fa060b16" providerId="LiveId" clId="{A7CFACAF-95CA-FE44-8CC2-80888C897F5E}" dt="2025-05-03T20:31:26.567" v="2981" actId="1076"/>
          <ac:spMkLst>
            <pc:docMk/>
            <pc:sldMk cId="3449706009" sldId="417"/>
            <ac:spMk id="9" creationId="{48140215-05A9-0E30-2163-A887FF20C7D5}"/>
          </ac:spMkLst>
        </pc:spChg>
        <pc:spChg chg="add mod">
          <ac:chgData name="Yuanhe Tian" userId="8b41a650fa060b16" providerId="LiveId" clId="{A7CFACAF-95CA-FE44-8CC2-80888C897F5E}" dt="2025-05-03T20:31:39.417" v="2985" actId="14100"/>
          <ac:spMkLst>
            <pc:docMk/>
            <pc:sldMk cId="3449706009" sldId="417"/>
            <ac:spMk id="10" creationId="{97AD2942-F083-24FD-9047-C14CB0A2751F}"/>
          </ac:spMkLst>
        </pc:spChg>
        <pc:spChg chg="add mod">
          <ac:chgData name="Yuanhe Tian" userId="8b41a650fa060b16" providerId="LiveId" clId="{A7CFACAF-95CA-FE44-8CC2-80888C897F5E}" dt="2025-05-03T20:31:54.209" v="2990" actId="1036"/>
          <ac:spMkLst>
            <pc:docMk/>
            <pc:sldMk cId="3449706009" sldId="417"/>
            <ac:spMk id="11" creationId="{088D5B5D-D8A4-9081-5666-48152EA8E3FB}"/>
          </ac:spMkLst>
        </pc:spChg>
        <pc:spChg chg="add mod">
          <ac:chgData name="Yuanhe Tian" userId="8b41a650fa060b16" providerId="LiveId" clId="{A7CFACAF-95CA-FE44-8CC2-80888C897F5E}" dt="2025-05-03T20:32:13.706" v="2998" actId="1035"/>
          <ac:spMkLst>
            <pc:docMk/>
            <pc:sldMk cId="3449706009" sldId="417"/>
            <ac:spMk id="12" creationId="{BDA63538-CB5A-B986-6E77-BAFF921FA284}"/>
          </ac:spMkLst>
        </pc:spChg>
        <pc:spChg chg="add mod">
          <ac:chgData name="Yuanhe Tian" userId="8b41a650fa060b16" providerId="LiveId" clId="{A7CFACAF-95CA-FE44-8CC2-80888C897F5E}" dt="2025-05-03T20:32:23.300" v="3006" actId="20577"/>
          <ac:spMkLst>
            <pc:docMk/>
            <pc:sldMk cId="3449706009" sldId="417"/>
            <ac:spMk id="13" creationId="{40122107-562A-93EB-A708-BD3D9A872601}"/>
          </ac:spMkLst>
        </pc:spChg>
        <pc:spChg chg="add mod">
          <ac:chgData name="Yuanhe Tian" userId="8b41a650fa060b16" providerId="LiveId" clId="{A7CFACAF-95CA-FE44-8CC2-80888C897F5E}" dt="2025-05-03T20:32:31.061" v="3008" actId="1076"/>
          <ac:spMkLst>
            <pc:docMk/>
            <pc:sldMk cId="3449706009" sldId="417"/>
            <ac:spMk id="14" creationId="{0A254439-8450-2FB2-BDFB-60981148EABA}"/>
          </ac:spMkLst>
        </pc:spChg>
        <pc:spChg chg="add mod">
          <ac:chgData name="Yuanhe Tian" userId="8b41a650fa060b16" providerId="LiveId" clId="{A7CFACAF-95CA-FE44-8CC2-80888C897F5E}" dt="2025-05-03T20:32:40.198" v="3015" actId="20577"/>
          <ac:spMkLst>
            <pc:docMk/>
            <pc:sldMk cId="3449706009" sldId="417"/>
            <ac:spMk id="15" creationId="{614B9CA1-D04B-392B-679E-EE35D55336E8}"/>
          </ac:spMkLst>
        </pc:spChg>
        <pc:spChg chg="add mod">
          <ac:chgData name="Yuanhe Tian" userId="8b41a650fa060b16" providerId="LiveId" clId="{A7CFACAF-95CA-FE44-8CC2-80888C897F5E}" dt="2025-05-03T20:33:24.097" v="3020" actId="1036"/>
          <ac:spMkLst>
            <pc:docMk/>
            <pc:sldMk cId="3449706009" sldId="417"/>
            <ac:spMk id="16" creationId="{A527F993-1CE1-E275-0BD6-8F46D2629803}"/>
          </ac:spMkLst>
        </pc:spChg>
      </pc:sldChg>
      <pc:sldChg chg="addSp delSp modSp mod modNotesTx">
        <pc:chgData name="Yuanhe Tian" userId="8b41a650fa060b16" providerId="LiveId" clId="{A7CFACAF-95CA-FE44-8CC2-80888C897F5E}" dt="2025-05-03T22:02:43.932" v="4617" actId="20577"/>
        <pc:sldMkLst>
          <pc:docMk/>
          <pc:sldMk cId="433198386" sldId="418"/>
        </pc:sldMkLst>
        <pc:spChg chg="mod">
          <ac:chgData name="Yuanhe Tian" userId="8b41a650fa060b16" providerId="LiveId" clId="{A7CFACAF-95CA-FE44-8CC2-80888C897F5E}" dt="2025-05-03T22:01:16.862" v="4532" actId="20577"/>
          <ac:spMkLst>
            <pc:docMk/>
            <pc:sldMk cId="433198386" sldId="418"/>
            <ac:spMk id="2" creationId="{C68F2606-282D-4F3E-978D-F320C4C3CCA8}"/>
          </ac:spMkLst>
        </pc:spChg>
        <pc:spChg chg="add mod">
          <ac:chgData name="Yuanhe Tian" userId="8b41a650fa060b16" providerId="LiveId" clId="{A7CFACAF-95CA-FE44-8CC2-80888C897F5E}" dt="2025-05-03T22:02:43.932" v="4617" actId="20577"/>
          <ac:spMkLst>
            <pc:docMk/>
            <pc:sldMk cId="433198386" sldId="418"/>
            <ac:spMk id="4" creationId="{721139EA-7C48-86F6-C561-9E0FAB9193AC}"/>
          </ac:spMkLst>
        </pc:spChg>
      </pc:sldChg>
      <pc:sldChg chg="ord modNotesTx">
        <pc:chgData name="Yuanhe Tian" userId="8b41a650fa060b16" providerId="LiveId" clId="{A7CFACAF-95CA-FE44-8CC2-80888C897F5E}" dt="2025-05-03T22:00:56.975" v="4462" actId="20577"/>
        <pc:sldMkLst>
          <pc:docMk/>
          <pc:sldMk cId="3246522559" sldId="419"/>
        </pc:sldMkLst>
      </pc:sldChg>
      <pc:sldChg chg="addSp delSp modSp mod">
        <pc:chgData name="Yuanhe Tian" userId="8b41a650fa060b16" providerId="LiveId" clId="{A7CFACAF-95CA-FE44-8CC2-80888C897F5E}" dt="2025-05-05T21:42:53.445" v="6836" actId="1076"/>
        <pc:sldMkLst>
          <pc:docMk/>
          <pc:sldMk cId="4275818848" sldId="475"/>
        </pc:sldMkLst>
        <pc:spChg chg="mod">
          <ac:chgData name="Yuanhe Tian" userId="8b41a650fa060b16" providerId="LiveId" clId="{A7CFACAF-95CA-FE44-8CC2-80888C897F5E}" dt="2025-05-05T21:42:50.658" v="6835"/>
          <ac:spMkLst>
            <pc:docMk/>
            <pc:sldMk cId="4275818848" sldId="475"/>
            <ac:spMk id="19" creationId="{8D0BA359-8410-48B8-A701-8F5CEFA55106}"/>
          </ac:spMkLst>
        </pc:spChg>
        <pc:spChg chg="mod">
          <ac:chgData name="Yuanhe Tian" userId="8b41a650fa060b16" providerId="LiveId" clId="{A7CFACAF-95CA-FE44-8CC2-80888C897F5E}" dt="2025-05-05T21:42:50.658" v="6835"/>
          <ac:spMkLst>
            <pc:docMk/>
            <pc:sldMk cId="4275818848" sldId="475"/>
            <ac:spMk id="20" creationId="{246BA014-7254-AF8A-42FA-993F419BFD21}"/>
          </ac:spMkLst>
        </pc:spChg>
        <pc:spChg chg="mod">
          <ac:chgData name="Yuanhe Tian" userId="8b41a650fa060b16" providerId="LiveId" clId="{A7CFACAF-95CA-FE44-8CC2-80888C897F5E}" dt="2025-05-05T21:42:50.658" v="6835"/>
          <ac:spMkLst>
            <pc:docMk/>
            <pc:sldMk cId="4275818848" sldId="475"/>
            <ac:spMk id="1029" creationId="{96779CFE-E70B-E1D4-6ABF-6D278F88A369}"/>
          </ac:spMkLst>
        </pc:spChg>
        <pc:spChg chg="mod">
          <ac:chgData name="Yuanhe Tian" userId="8b41a650fa060b16" providerId="LiveId" clId="{A7CFACAF-95CA-FE44-8CC2-80888C897F5E}" dt="2025-05-05T21:42:50.658" v="6835"/>
          <ac:spMkLst>
            <pc:docMk/>
            <pc:sldMk cId="4275818848" sldId="475"/>
            <ac:spMk id="1031" creationId="{DF5C6238-BF98-982E-7EF6-C8C031D901D2}"/>
          </ac:spMkLst>
        </pc:spChg>
        <pc:spChg chg="mod">
          <ac:chgData name="Yuanhe Tian" userId="8b41a650fa060b16" providerId="LiveId" clId="{A7CFACAF-95CA-FE44-8CC2-80888C897F5E}" dt="2025-05-05T21:42:50.658" v="6835"/>
          <ac:spMkLst>
            <pc:docMk/>
            <pc:sldMk cId="4275818848" sldId="475"/>
            <ac:spMk id="1032" creationId="{FB662392-879E-4151-BB18-A5FD093C5678}"/>
          </ac:spMkLst>
        </pc:spChg>
        <pc:spChg chg="mod">
          <ac:chgData name="Yuanhe Tian" userId="8b41a650fa060b16" providerId="LiveId" clId="{A7CFACAF-95CA-FE44-8CC2-80888C897F5E}" dt="2025-05-05T21:42:50.658" v="6835"/>
          <ac:spMkLst>
            <pc:docMk/>
            <pc:sldMk cId="4275818848" sldId="475"/>
            <ac:spMk id="1033" creationId="{8D9D8D69-D2A7-0B6E-3D28-B6E36B491627}"/>
          </ac:spMkLst>
        </pc:spChg>
        <pc:spChg chg="mod">
          <ac:chgData name="Yuanhe Tian" userId="8b41a650fa060b16" providerId="LiveId" clId="{A7CFACAF-95CA-FE44-8CC2-80888C897F5E}" dt="2025-05-05T21:42:50.658" v="6835"/>
          <ac:spMkLst>
            <pc:docMk/>
            <pc:sldMk cId="4275818848" sldId="475"/>
            <ac:spMk id="1034" creationId="{49793A04-5AE2-1F9E-145D-6A61046AB6A5}"/>
          </ac:spMkLst>
        </pc:spChg>
        <pc:spChg chg="mod">
          <ac:chgData name="Yuanhe Tian" userId="8b41a650fa060b16" providerId="LiveId" clId="{A7CFACAF-95CA-FE44-8CC2-80888C897F5E}" dt="2025-05-05T21:42:50.658" v="6835"/>
          <ac:spMkLst>
            <pc:docMk/>
            <pc:sldMk cId="4275818848" sldId="475"/>
            <ac:spMk id="1035" creationId="{E071E3A1-4339-DE75-C668-B712E2E22471}"/>
          </ac:spMkLst>
        </pc:spChg>
        <pc:spChg chg="mod">
          <ac:chgData name="Yuanhe Tian" userId="8b41a650fa060b16" providerId="LiveId" clId="{A7CFACAF-95CA-FE44-8CC2-80888C897F5E}" dt="2025-05-05T21:42:50.658" v="6835"/>
          <ac:spMkLst>
            <pc:docMk/>
            <pc:sldMk cId="4275818848" sldId="475"/>
            <ac:spMk id="1036" creationId="{5DAF2813-F46C-FB35-2AB0-690F6FA7F750}"/>
          </ac:spMkLst>
        </pc:spChg>
        <pc:spChg chg="mod">
          <ac:chgData name="Yuanhe Tian" userId="8b41a650fa060b16" providerId="LiveId" clId="{A7CFACAF-95CA-FE44-8CC2-80888C897F5E}" dt="2025-05-05T21:42:50.658" v="6835"/>
          <ac:spMkLst>
            <pc:docMk/>
            <pc:sldMk cId="4275818848" sldId="475"/>
            <ac:spMk id="1037" creationId="{5AF01D13-1B92-C1C9-B784-AA0C18736B43}"/>
          </ac:spMkLst>
        </pc:spChg>
        <pc:grpChg chg="mod">
          <ac:chgData name="Yuanhe Tian" userId="8b41a650fa060b16" providerId="LiveId" clId="{A7CFACAF-95CA-FE44-8CC2-80888C897F5E}" dt="2025-05-05T21:42:53.445" v="6836" actId="1076"/>
          <ac:grpSpMkLst>
            <pc:docMk/>
            <pc:sldMk cId="4275818848" sldId="475"/>
            <ac:grpSpMk id="3" creationId="{DE4C14D3-5FD9-69E8-03C3-42353710C450}"/>
          </ac:grpSpMkLst>
        </pc:grpChg>
      </pc:sldChg>
      <pc:sldChg chg="addSp delSp modSp mod modNotesTx">
        <pc:chgData name="Yuanhe Tian" userId="8b41a650fa060b16" providerId="LiveId" clId="{A7CFACAF-95CA-FE44-8CC2-80888C897F5E}" dt="2025-05-05T21:38:07.776" v="6818"/>
        <pc:sldMkLst>
          <pc:docMk/>
          <pc:sldMk cId="666438794" sldId="480"/>
        </pc:sldMkLst>
        <pc:spChg chg="mod">
          <ac:chgData name="Yuanhe Tian" userId="8b41a650fa060b16" providerId="LiveId" clId="{A7CFACAF-95CA-FE44-8CC2-80888C897F5E}" dt="2025-05-03T20:56:21.511" v="3414" actId="20577"/>
          <ac:spMkLst>
            <pc:docMk/>
            <pc:sldMk cId="666438794" sldId="480"/>
            <ac:spMk id="3" creationId="{8B818B1C-FCD8-F7E2-ED1F-2ED32E5A3830}"/>
          </ac:spMkLst>
        </pc:spChg>
        <pc:spChg chg="add mod">
          <ac:chgData name="Yuanhe Tian" userId="8b41a650fa060b16" providerId="LiveId" clId="{A7CFACAF-95CA-FE44-8CC2-80888C897F5E}" dt="2025-05-05T21:38:07.776" v="6818"/>
          <ac:spMkLst>
            <pc:docMk/>
            <pc:sldMk cId="666438794" sldId="480"/>
            <ac:spMk id="7" creationId="{AFE0945C-B3C6-ACB0-7E30-D88B0EE2DCD6}"/>
          </ac:spMkLst>
        </pc:spChg>
      </pc:sldChg>
      <pc:sldChg chg="delSp modSp mod">
        <pc:chgData name="Yuanhe Tian" userId="8b41a650fa060b16" providerId="LiveId" clId="{A7CFACAF-95CA-FE44-8CC2-80888C897F5E}" dt="2025-05-03T20:58:41.300" v="3447" actId="478"/>
        <pc:sldMkLst>
          <pc:docMk/>
          <pc:sldMk cId="138194537" sldId="481"/>
        </pc:sldMkLst>
        <pc:spChg chg="mod">
          <ac:chgData name="Yuanhe Tian" userId="8b41a650fa060b16" providerId="LiveId" clId="{A7CFACAF-95CA-FE44-8CC2-80888C897F5E}" dt="2025-05-03T20:57:58.876" v="3446" actId="20577"/>
          <ac:spMkLst>
            <pc:docMk/>
            <pc:sldMk cId="138194537" sldId="481"/>
            <ac:spMk id="3" creationId="{8B818B1C-FCD8-F7E2-ED1F-2ED32E5A3830}"/>
          </ac:spMkLst>
        </pc:spChg>
      </pc:sldChg>
      <pc:sldChg chg="addSp delSp modSp mod">
        <pc:chgData name="Yuanhe Tian" userId="8b41a650fa060b16" providerId="LiveId" clId="{A7CFACAF-95CA-FE44-8CC2-80888C897F5E}" dt="2025-05-07T03:04:52.024" v="8005" actId="207"/>
        <pc:sldMkLst>
          <pc:docMk/>
          <pc:sldMk cId="2741396377" sldId="482"/>
        </pc:sldMkLst>
        <pc:spChg chg="mod">
          <ac:chgData name="Yuanhe Tian" userId="8b41a650fa060b16" providerId="LiveId" clId="{A7CFACAF-95CA-FE44-8CC2-80888C897F5E}" dt="2025-05-07T03:02:41.593" v="7966" actId="207"/>
          <ac:spMkLst>
            <pc:docMk/>
            <pc:sldMk cId="2741396377" sldId="482"/>
            <ac:spMk id="115" creationId="{D32FA104-C5CD-2A1A-6757-85B9194AAE9B}"/>
          </ac:spMkLst>
        </pc:spChg>
        <pc:spChg chg="mod">
          <ac:chgData name="Yuanhe Tian" userId="8b41a650fa060b16" providerId="LiveId" clId="{A7CFACAF-95CA-FE44-8CC2-80888C897F5E}" dt="2025-05-07T03:02:37.917" v="7965" actId="207"/>
          <ac:spMkLst>
            <pc:docMk/>
            <pc:sldMk cId="2741396377" sldId="482"/>
            <ac:spMk id="450" creationId="{CFA0D7DD-7565-AB4F-3B72-5048FD351D49}"/>
          </ac:spMkLst>
        </pc:spChg>
        <pc:spChg chg="mod">
          <ac:chgData name="Yuanhe Tian" userId="8b41a650fa060b16" providerId="LiveId" clId="{A7CFACAF-95CA-FE44-8CC2-80888C897F5E}" dt="2025-05-07T03:02:28.526" v="7963" actId="207"/>
          <ac:spMkLst>
            <pc:docMk/>
            <pc:sldMk cId="2741396377" sldId="482"/>
            <ac:spMk id="451" creationId="{96575871-BCB5-3C51-9762-5FB676C23371}"/>
          </ac:spMkLst>
        </pc:spChg>
        <pc:spChg chg="mod">
          <ac:chgData name="Yuanhe Tian" userId="8b41a650fa060b16" providerId="LiveId" clId="{A7CFACAF-95CA-FE44-8CC2-80888C897F5E}" dt="2025-05-07T03:02:34.443" v="7964" actId="207"/>
          <ac:spMkLst>
            <pc:docMk/>
            <pc:sldMk cId="2741396377" sldId="482"/>
            <ac:spMk id="536" creationId="{31A1BF7A-F5F1-D43D-704B-6791410602E2}"/>
          </ac:spMkLst>
        </pc:spChg>
        <pc:spChg chg="mod">
          <ac:chgData name="Yuanhe Tian" userId="8b41a650fa060b16" providerId="LiveId" clId="{A7CFACAF-95CA-FE44-8CC2-80888C897F5E}" dt="2025-05-07T03:03:33.531" v="7980" actId="207"/>
          <ac:spMkLst>
            <pc:docMk/>
            <pc:sldMk cId="2741396377" sldId="482"/>
            <ac:spMk id="538" creationId="{D29F34FD-A818-F5D5-BC96-06F0C91CDEDB}"/>
          </ac:spMkLst>
        </pc:spChg>
        <pc:spChg chg="mod">
          <ac:chgData name="Yuanhe Tian" userId="8b41a650fa060b16" providerId="LiveId" clId="{A7CFACAF-95CA-FE44-8CC2-80888C897F5E}" dt="2025-05-06T05:44:20.611" v="7719" actId="1036"/>
          <ac:spMkLst>
            <pc:docMk/>
            <pc:sldMk cId="2741396377" sldId="482"/>
            <ac:spMk id="541" creationId="{AF828570-BB70-F544-8834-68FE47A16872}"/>
          </ac:spMkLst>
        </pc:spChg>
        <pc:spChg chg="mod topLvl">
          <ac:chgData name="Yuanhe Tian" userId="8b41a650fa060b16" providerId="LiveId" clId="{A7CFACAF-95CA-FE44-8CC2-80888C897F5E}" dt="2025-05-06T05:39:41.642" v="7535" actId="165"/>
          <ac:spMkLst>
            <pc:docMk/>
            <pc:sldMk cId="2741396377" sldId="482"/>
            <ac:spMk id="548" creationId="{D7B199AF-B4BF-4FF0-52AE-BFA2D4363E68}"/>
          </ac:spMkLst>
        </pc:spChg>
        <pc:spChg chg="mod">
          <ac:chgData name="Yuanhe Tian" userId="8b41a650fa060b16" providerId="LiveId" clId="{A7CFACAF-95CA-FE44-8CC2-80888C897F5E}" dt="2025-05-06T05:46:39.885" v="7856" actId="20577"/>
          <ac:spMkLst>
            <pc:docMk/>
            <pc:sldMk cId="2741396377" sldId="482"/>
            <ac:spMk id="551" creationId="{702615B6-0BDE-2E68-148A-B0CACFF0DD6F}"/>
          </ac:spMkLst>
        </pc:spChg>
        <pc:spChg chg="mod topLvl">
          <ac:chgData name="Yuanhe Tian" userId="8b41a650fa060b16" providerId="LiveId" clId="{A7CFACAF-95CA-FE44-8CC2-80888C897F5E}" dt="2025-05-07T03:03:49.518" v="7983" actId="207"/>
          <ac:spMkLst>
            <pc:docMk/>
            <pc:sldMk cId="2741396377" sldId="482"/>
            <ac:spMk id="552" creationId="{56663C63-D966-9C7D-5157-3044A8DFF25B}"/>
          </ac:spMkLst>
        </pc:spChg>
        <pc:spChg chg="mod">
          <ac:chgData name="Yuanhe Tian" userId="8b41a650fa060b16" providerId="LiveId" clId="{A7CFACAF-95CA-FE44-8CC2-80888C897F5E}" dt="2025-05-06T05:46:50.863" v="7857" actId="692"/>
          <ac:spMkLst>
            <pc:docMk/>
            <pc:sldMk cId="2741396377" sldId="482"/>
            <ac:spMk id="553" creationId="{3FA82D2D-4CC7-99D5-86D3-8B1CAA7BB506}"/>
          </ac:spMkLst>
        </pc:spChg>
        <pc:spChg chg="mod topLvl">
          <ac:chgData name="Yuanhe Tian" userId="8b41a650fa060b16" providerId="LiveId" clId="{A7CFACAF-95CA-FE44-8CC2-80888C897F5E}" dt="2025-05-06T05:39:41.642" v="7535" actId="165"/>
          <ac:spMkLst>
            <pc:docMk/>
            <pc:sldMk cId="2741396377" sldId="482"/>
            <ac:spMk id="556" creationId="{863C1378-AA38-6F42-9B8E-89F21C180D06}"/>
          </ac:spMkLst>
        </pc:spChg>
        <pc:spChg chg="del">
          <ac:chgData name="Yuanhe Tian" userId="8b41a650fa060b16" providerId="LiveId" clId="{A7CFACAF-95CA-FE44-8CC2-80888C897F5E}" dt="2025-05-06T05:40:47.231" v="7552" actId="478"/>
          <ac:spMkLst>
            <pc:docMk/>
            <pc:sldMk cId="2741396377" sldId="482"/>
            <ac:spMk id="558" creationId="{E4E0CD52-3CEE-2A1A-F18D-6B68CCEF438A}"/>
          </ac:spMkLst>
        </pc:spChg>
        <pc:spChg chg="mod">
          <ac:chgData name="Yuanhe Tian" userId="8b41a650fa060b16" providerId="LiveId" clId="{A7CFACAF-95CA-FE44-8CC2-80888C897F5E}" dt="2025-05-06T05:43:21.435" v="7660" actId="1076"/>
          <ac:spMkLst>
            <pc:docMk/>
            <pc:sldMk cId="2741396377" sldId="482"/>
            <ac:spMk id="559" creationId="{C4552554-F941-B868-D68D-9FAFB7A3CDE2}"/>
          </ac:spMkLst>
        </pc:spChg>
        <pc:spChg chg="mod">
          <ac:chgData name="Yuanhe Tian" userId="8b41a650fa060b16" providerId="LiveId" clId="{A7CFACAF-95CA-FE44-8CC2-80888C897F5E}" dt="2025-05-06T05:39:41.642" v="7535" actId="165"/>
          <ac:spMkLst>
            <pc:docMk/>
            <pc:sldMk cId="2741396377" sldId="482"/>
            <ac:spMk id="568" creationId="{2580E193-F7B7-6A45-AE08-0C221015CE80}"/>
          </ac:spMkLst>
        </pc:spChg>
        <pc:spChg chg="mod">
          <ac:chgData name="Yuanhe Tian" userId="8b41a650fa060b16" providerId="LiveId" clId="{A7CFACAF-95CA-FE44-8CC2-80888C897F5E}" dt="2025-05-06T05:39:41.642" v="7535" actId="165"/>
          <ac:spMkLst>
            <pc:docMk/>
            <pc:sldMk cId="2741396377" sldId="482"/>
            <ac:spMk id="570" creationId="{0485913E-1E1A-DD7F-5AD7-81DEFA790D01}"/>
          </ac:spMkLst>
        </pc:spChg>
        <pc:spChg chg="mod">
          <ac:chgData name="Yuanhe Tian" userId="8b41a650fa060b16" providerId="LiveId" clId="{A7CFACAF-95CA-FE44-8CC2-80888C897F5E}" dt="2025-05-06T05:39:41.642" v="7535" actId="165"/>
          <ac:spMkLst>
            <pc:docMk/>
            <pc:sldMk cId="2741396377" sldId="482"/>
            <ac:spMk id="575" creationId="{915EC71D-5A02-1681-5C82-06C0245F8EFC}"/>
          </ac:spMkLst>
        </pc:spChg>
        <pc:spChg chg="del">
          <ac:chgData name="Yuanhe Tian" userId="8b41a650fa060b16" providerId="LiveId" clId="{A7CFACAF-95CA-FE44-8CC2-80888C897F5E}" dt="2025-05-06T05:39:47.790" v="7536" actId="478"/>
          <ac:spMkLst>
            <pc:docMk/>
            <pc:sldMk cId="2741396377" sldId="482"/>
            <ac:spMk id="582" creationId="{D50D1A81-CA2A-E664-1893-09069E88E0A8}"/>
          </ac:spMkLst>
        </pc:spChg>
        <pc:spChg chg="mod">
          <ac:chgData name="Yuanhe Tian" userId="8b41a650fa060b16" providerId="LiveId" clId="{A7CFACAF-95CA-FE44-8CC2-80888C897F5E}" dt="2025-05-07T03:03:00.168" v="7968" actId="207"/>
          <ac:spMkLst>
            <pc:docMk/>
            <pc:sldMk cId="2741396377" sldId="482"/>
            <ac:spMk id="583" creationId="{8F058DE1-1DB8-67D2-0FF0-EB5220709F4A}"/>
          </ac:spMkLst>
        </pc:spChg>
        <pc:spChg chg="mod">
          <ac:chgData name="Yuanhe Tian" userId="8b41a650fa060b16" providerId="LiveId" clId="{A7CFACAF-95CA-FE44-8CC2-80888C897F5E}" dt="2025-05-07T03:03:00.168" v="7968" actId="207"/>
          <ac:spMkLst>
            <pc:docMk/>
            <pc:sldMk cId="2741396377" sldId="482"/>
            <ac:spMk id="584" creationId="{024E3ABC-8381-460A-EDBA-5B5A4A1969E5}"/>
          </ac:spMkLst>
        </pc:spChg>
        <pc:spChg chg="mod">
          <ac:chgData name="Yuanhe Tian" userId="8b41a650fa060b16" providerId="LiveId" clId="{A7CFACAF-95CA-FE44-8CC2-80888C897F5E}" dt="2025-05-07T03:03:00.168" v="7968" actId="207"/>
          <ac:spMkLst>
            <pc:docMk/>
            <pc:sldMk cId="2741396377" sldId="482"/>
            <ac:spMk id="585" creationId="{58203C60-A701-924A-2646-8F181B49DAB5}"/>
          </ac:spMkLst>
        </pc:spChg>
        <pc:spChg chg="mod">
          <ac:chgData name="Yuanhe Tian" userId="8b41a650fa060b16" providerId="LiveId" clId="{A7CFACAF-95CA-FE44-8CC2-80888C897F5E}" dt="2025-05-07T03:03:00.168" v="7968" actId="207"/>
          <ac:spMkLst>
            <pc:docMk/>
            <pc:sldMk cId="2741396377" sldId="482"/>
            <ac:spMk id="586" creationId="{D0F981A9-3D48-5F89-ACC1-959092540BD6}"/>
          </ac:spMkLst>
        </pc:spChg>
        <pc:spChg chg="mod">
          <ac:chgData name="Yuanhe Tian" userId="8b41a650fa060b16" providerId="LiveId" clId="{A7CFACAF-95CA-FE44-8CC2-80888C897F5E}" dt="2025-05-07T03:03:04.605" v="7970" actId="207"/>
          <ac:spMkLst>
            <pc:docMk/>
            <pc:sldMk cId="2741396377" sldId="482"/>
            <ac:spMk id="587" creationId="{0EEB252D-A473-2E74-39E1-82A4A8F59263}"/>
          </ac:spMkLst>
        </pc:spChg>
        <pc:spChg chg="del">
          <ac:chgData name="Yuanhe Tian" userId="8b41a650fa060b16" providerId="LiveId" clId="{A7CFACAF-95CA-FE44-8CC2-80888C897F5E}" dt="2025-05-06T05:40:02.645" v="7538" actId="478"/>
          <ac:spMkLst>
            <pc:docMk/>
            <pc:sldMk cId="2741396377" sldId="482"/>
            <ac:spMk id="588" creationId="{0022FE64-15E3-A32E-100C-E1F55AE699A1}"/>
          </ac:spMkLst>
        </pc:spChg>
        <pc:spChg chg="mod">
          <ac:chgData name="Yuanhe Tian" userId="8b41a650fa060b16" providerId="LiveId" clId="{A7CFACAF-95CA-FE44-8CC2-80888C897F5E}" dt="2025-05-07T03:03:10.784" v="7972" actId="207"/>
          <ac:spMkLst>
            <pc:docMk/>
            <pc:sldMk cId="2741396377" sldId="482"/>
            <ac:spMk id="589" creationId="{D3DD765F-5EAE-578E-9B52-C7169BB43610}"/>
          </ac:spMkLst>
        </pc:spChg>
        <pc:spChg chg="mod">
          <ac:chgData name="Yuanhe Tian" userId="8b41a650fa060b16" providerId="LiveId" clId="{A7CFACAF-95CA-FE44-8CC2-80888C897F5E}" dt="2025-05-07T03:03:10.784" v="7972" actId="207"/>
          <ac:spMkLst>
            <pc:docMk/>
            <pc:sldMk cId="2741396377" sldId="482"/>
            <ac:spMk id="590" creationId="{67EBB59D-C95B-442E-5967-9E77437A0D03}"/>
          </ac:spMkLst>
        </pc:spChg>
        <pc:spChg chg="mod">
          <ac:chgData name="Yuanhe Tian" userId="8b41a650fa060b16" providerId="LiveId" clId="{A7CFACAF-95CA-FE44-8CC2-80888C897F5E}" dt="2025-05-07T03:03:10.784" v="7972" actId="207"/>
          <ac:spMkLst>
            <pc:docMk/>
            <pc:sldMk cId="2741396377" sldId="482"/>
            <ac:spMk id="591" creationId="{1DD13F01-2370-C93B-34D4-FD6EE982491D}"/>
          </ac:spMkLst>
        </pc:spChg>
        <pc:spChg chg="mod">
          <ac:chgData name="Yuanhe Tian" userId="8b41a650fa060b16" providerId="LiveId" clId="{A7CFACAF-95CA-FE44-8CC2-80888C897F5E}" dt="2025-05-07T03:03:10.784" v="7972" actId="207"/>
          <ac:spMkLst>
            <pc:docMk/>
            <pc:sldMk cId="2741396377" sldId="482"/>
            <ac:spMk id="592" creationId="{689E0949-F36A-570A-2A7A-29D1F8F0E373}"/>
          </ac:spMkLst>
        </pc:spChg>
        <pc:spChg chg="mod">
          <ac:chgData name="Yuanhe Tian" userId="8b41a650fa060b16" providerId="LiveId" clId="{A7CFACAF-95CA-FE44-8CC2-80888C897F5E}" dt="2025-05-07T03:03:10.784" v="7972" actId="207"/>
          <ac:spMkLst>
            <pc:docMk/>
            <pc:sldMk cId="2741396377" sldId="482"/>
            <ac:spMk id="593" creationId="{7100EC1F-74A2-6BE7-F8DF-9B5E099379E6}"/>
          </ac:spMkLst>
        </pc:spChg>
        <pc:spChg chg="del">
          <ac:chgData name="Yuanhe Tian" userId="8b41a650fa060b16" providerId="LiveId" clId="{A7CFACAF-95CA-FE44-8CC2-80888C897F5E}" dt="2025-05-06T05:40:19.338" v="7541" actId="478"/>
          <ac:spMkLst>
            <pc:docMk/>
            <pc:sldMk cId="2741396377" sldId="482"/>
            <ac:spMk id="594" creationId="{32268E88-AA74-F841-44C4-CF23C2947DCF}"/>
          </ac:spMkLst>
        </pc:spChg>
        <pc:spChg chg="mod">
          <ac:chgData name="Yuanhe Tian" userId="8b41a650fa060b16" providerId="LiveId" clId="{A7CFACAF-95CA-FE44-8CC2-80888C897F5E}" dt="2025-05-06T05:41:05.970" v="7556" actId="14861"/>
          <ac:spMkLst>
            <pc:docMk/>
            <pc:sldMk cId="2741396377" sldId="482"/>
            <ac:spMk id="595" creationId="{D2E382DB-3DA6-A44D-618E-636A615CF048}"/>
          </ac:spMkLst>
        </pc:spChg>
        <pc:spChg chg="mod">
          <ac:chgData name="Yuanhe Tian" userId="8b41a650fa060b16" providerId="LiveId" clId="{A7CFACAF-95CA-FE44-8CC2-80888C897F5E}" dt="2025-05-07T03:03:20.564" v="7975" actId="207"/>
          <ac:spMkLst>
            <pc:docMk/>
            <pc:sldMk cId="2741396377" sldId="482"/>
            <ac:spMk id="596" creationId="{48C6A8DB-902B-2A30-1712-1FCAFBF48762}"/>
          </ac:spMkLst>
        </pc:spChg>
        <pc:spChg chg="mod">
          <ac:chgData name="Yuanhe Tian" userId="8b41a650fa060b16" providerId="LiveId" clId="{A7CFACAF-95CA-FE44-8CC2-80888C897F5E}" dt="2025-05-07T03:03:20.564" v="7975" actId="207"/>
          <ac:spMkLst>
            <pc:docMk/>
            <pc:sldMk cId="2741396377" sldId="482"/>
            <ac:spMk id="597" creationId="{7EC6A26C-0F50-0304-2873-3E89BD46DBE9}"/>
          </ac:spMkLst>
        </pc:spChg>
        <pc:spChg chg="mod">
          <ac:chgData name="Yuanhe Tian" userId="8b41a650fa060b16" providerId="LiveId" clId="{A7CFACAF-95CA-FE44-8CC2-80888C897F5E}" dt="2025-05-07T03:03:20.564" v="7975" actId="207"/>
          <ac:spMkLst>
            <pc:docMk/>
            <pc:sldMk cId="2741396377" sldId="482"/>
            <ac:spMk id="598" creationId="{554D3DF9-898B-52D5-0C40-31EC86137182}"/>
          </ac:spMkLst>
        </pc:spChg>
        <pc:spChg chg="mod">
          <ac:chgData name="Yuanhe Tian" userId="8b41a650fa060b16" providerId="LiveId" clId="{A7CFACAF-95CA-FE44-8CC2-80888C897F5E}" dt="2025-05-06T05:41:05.970" v="7556" actId="14861"/>
          <ac:spMkLst>
            <pc:docMk/>
            <pc:sldMk cId="2741396377" sldId="482"/>
            <ac:spMk id="599" creationId="{FDE13511-FB07-ABB2-0FF4-C42A8E6A04A2}"/>
          </ac:spMkLst>
        </pc:spChg>
        <pc:spChg chg="mod">
          <ac:chgData name="Yuanhe Tian" userId="8b41a650fa060b16" providerId="LiveId" clId="{A7CFACAF-95CA-FE44-8CC2-80888C897F5E}" dt="2025-05-07T03:03:49.518" v="7983" actId="207"/>
          <ac:spMkLst>
            <pc:docMk/>
            <pc:sldMk cId="2741396377" sldId="482"/>
            <ac:spMk id="600" creationId="{14F93F5D-18B5-C126-22F7-977E5F66D3EC}"/>
          </ac:spMkLst>
        </pc:spChg>
        <pc:spChg chg="mod">
          <ac:chgData name="Yuanhe Tian" userId="8b41a650fa060b16" providerId="LiveId" clId="{A7CFACAF-95CA-FE44-8CC2-80888C897F5E}" dt="2025-05-07T03:03:49.518" v="7983" actId="207"/>
          <ac:spMkLst>
            <pc:docMk/>
            <pc:sldMk cId="2741396377" sldId="482"/>
            <ac:spMk id="601" creationId="{FF8A7455-518C-B00E-E0B6-425F83A432EF}"/>
          </ac:spMkLst>
        </pc:spChg>
        <pc:spChg chg="mod">
          <ac:chgData name="Yuanhe Tian" userId="8b41a650fa060b16" providerId="LiveId" clId="{A7CFACAF-95CA-FE44-8CC2-80888C897F5E}" dt="2025-05-07T03:04:52.024" v="8005" actId="207"/>
          <ac:spMkLst>
            <pc:docMk/>
            <pc:sldMk cId="2741396377" sldId="482"/>
            <ac:spMk id="602" creationId="{2D94BAE2-FABE-80B8-88FD-7B0FA2C422FB}"/>
          </ac:spMkLst>
        </pc:spChg>
        <pc:spChg chg="mod topLvl">
          <ac:chgData name="Yuanhe Tian" userId="8b41a650fa060b16" providerId="LiveId" clId="{A7CFACAF-95CA-FE44-8CC2-80888C897F5E}" dt="2025-05-07T03:04:10.383" v="7988" actId="1076"/>
          <ac:spMkLst>
            <pc:docMk/>
            <pc:sldMk cId="2741396377" sldId="482"/>
            <ac:spMk id="604" creationId="{CE9F13E3-BF1B-879C-8CA6-3FE88BF7C3BF}"/>
          </ac:spMkLst>
        </pc:spChg>
        <pc:spChg chg="del mod topLvl">
          <ac:chgData name="Yuanhe Tian" userId="8b41a650fa060b16" providerId="LiveId" clId="{A7CFACAF-95CA-FE44-8CC2-80888C897F5E}" dt="2025-05-07T03:04:06.116" v="7987" actId="478"/>
          <ac:spMkLst>
            <pc:docMk/>
            <pc:sldMk cId="2741396377" sldId="482"/>
            <ac:spMk id="605" creationId="{D5427DCD-B467-4D17-DE96-72769F416D9B}"/>
          </ac:spMkLst>
        </pc:spChg>
        <pc:spChg chg="mod topLvl">
          <ac:chgData name="Yuanhe Tian" userId="8b41a650fa060b16" providerId="LiveId" clId="{A7CFACAF-95CA-FE44-8CC2-80888C897F5E}" dt="2025-05-07T03:04:15.199" v="7990" actId="692"/>
          <ac:spMkLst>
            <pc:docMk/>
            <pc:sldMk cId="2741396377" sldId="482"/>
            <ac:spMk id="606" creationId="{40DD13A3-0CDA-5738-E8E5-0797AA50AD3F}"/>
          </ac:spMkLst>
        </pc:spChg>
        <pc:spChg chg="del topLvl">
          <ac:chgData name="Yuanhe Tian" userId="8b41a650fa060b16" providerId="LiveId" clId="{A7CFACAF-95CA-FE44-8CC2-80888C897F5E}" dt="2025-05-07T03:04:12.229" v="7989" actId="478"/>
          <ac:spMkLst>
            <pc:docMk/>
            <pc:sldMk cId="2741396377" sldId="482"/>
            <ac:spMk id="607" creationId="{1850DB6D-D76F-F209-019A-480E10FC014C}"/>
          </ac:spMkLst>
        </pc:spChg>
        <pc:spChg chg="mod topLvl">
          <ac:chgData name="Yuanhe Tian" userId="8b41a650fa060b16" providerId="LiveId" clId="{A7CFACAF-95CA-FE44-8CC2-80888C897F5E}" dt="2025-05-07T03:04:39.165" v="7996" actId="692"/>
          <ac:spMkLst>
            <pc:docMk/>
            <pc:sldMk cId="2741396377" sldId="482"/>
            <ac:spMk id="608" creationId="{A19E0170-E0F3-5D53-3773-63684C398142}"/>
          </ac:spMkLst>
        </pc:spChg>
        <pc:spChg chg="del mod topLvl">
          <ac:chgData name="Yuanhe Tian" userId="8b41a650fa060b16" providerId="LiveId" clId="{A7CFACAF-95CA-FE44-8CC2-80888C897F5E}" dt="2025-05-07T03:04:36.225" v="7995" actId="478"/>
          <ac:spMkLst>
            <pc:docMk/>
            <pc:sldMk cId="2741396377" sldId="482"/>
            <ac:spMk id="609" creationId="{AB61ABD4-6FBB-CF5B-6C8B-88DE3E2F2598}"/>
          </ac:spMkLst>
        </pc:spChg>
        <pc:spChg chg="mod">
          <ac:chgData name="Yuanhe Tian" userId="8b41a650fa060b16" providerId="LiveId" clId="{A7CFACAF-95CA-FE44-8CC2-80888C897F5E}" dt="2025-05-07T03:03:49.518" v="7983" actId="207"/>
          <ac:spMkLst>
            <pc:docMk/>
            <pc:sldMk cId="2741396377" sldId="482"/>
            <ac:spMk id="610" creationId="{0405C393-BFCF-F662-7400-296BEFB85FB4}"/>
          </ac:spMkLst>
        </pc:spChg>
        <pc:spChg chg="mod">
          <ac:chgData name="Yuanhe Tian" userId="8b41a650fa060b16" providerId="LiveId" clId="{A7CFACAF-95CA-FE44-8CC2-80888C897F5E}" dt="2025-05-07T03:04:29.724" v="7994" actId="166"/>
          <ac:spMkLst>
            <pc:docMk/>
            <pc:sldMk cId="2741396377" sldId="482"/>
            <ac:spMk id="611" creationId="{163E21DD-4663-68D0-5901-544A5F46B5AF}"/>
          </ac:spMkLst>
        </pc:spChg>
        <pc:spChg chg="mod topLvl">
          <ac:chgData name="Yuanhe Tian" userId="8b41a650fa060b16" providerId="LiveId" clId="{A7CFACAF-95CA-FE44-8CC2-80888C897F5E}" dt="2025-05-07T03:04:25.623" v="7993" actId="692"/>
          <ac:spMkLst>
            <pc:docMk/>
            <pc:sldMk cId="2741396377" sldId="482"/>
            <ac:spMk id="612" creationId="{DE1D96C0-9777-3554-2E86-D4A2770A03D5}"/>
          </ac:spMkLst>
        </pc:spChg>
        <pc:spChg chg="del topLvl">
          <ac:chgData name="Yuanhe Tian" userId="8b41a650fa060b16" providerId="LiveId" clId="{A7CFACAF-95CA-FE44-8CC2-80888C897F5E}" dt="2025-05-07T03:04:19.562" v="7991" actId="478"/>
          <ac:spMkLst>
            <pc:docMk/>
            <pc:sldMk cId="2741396377" sldId="482"/>
            <ac:spMk id="613" creationId="{321E5BC4-8430-2E08-3176-7FB52CF0ECFC}"/>
          </ac:spMkLst>
        </pc:spChg>
        <pc:spChg chg="mod topLvl">
          <ac:chgData name="Yuanhe Tian" userId="8b41a650fa060b16" providerId="LiveId" clId="{A7CFACAF-95CA-FE44-8CC2-80888C897F5E}" dt="2025-05-06T05:42:18.493" v="7637" actId="165"/>
          <ac:spMkLst>
            <pc:docMk/>
            <pc:sldMk cId="2741396377" sldId="482"/>
            <ac:spMk id="614" creationId="{AAA242D5-88C5-9A25-9BC1-BB1D7137F268}"/>
          </ac:spMkLst>
        </pc:spChg>
        <pc:spChg chg="mod topLvl">
          <ac:chgData name="Yuanhe Tian" userId="8b41a650fa060b16" providerId="LiveId" clId="{A7CFACAF-95CA-FE44-8CC2-80888C897F5E}" dt="2025-05-07T03:02:20.147" v="7962" actId="207"/>
          <ac:spMkLst>
            <pc:docMk/>
            <pc:sldMk cId="2741396377" sldId="482"/>
            <ac:spMk id="615" creationId="{FC299566-0155-D55F-782B-FC2E0538A42E}"/>
          </ac:spMkLst>
        </pc:spChg>
        <pc:spChg chg="add mod">
          <ac:chgData name="Yuanhe Tian" userId="8b41a650fa060b16" providerId="LiveId" clId="{A7CFACAF-95CA-FE44-8CC2-80888C897F5E}" dt="2025-05-06T05:40:53.064" v="7554" actId="1076"/>
          <ac:spMkLst>
            <pc:docMk/>
            <pc:sldMk cId="2741396377" sldId="482"/>
            <ac:spMk id="616" creationId="{4BE0DE0F-E59D-D722-41BB-793A80F05A3E}"/>
          </ac:spMkLst>
        </pc:spChg>
        <pc:spChg chg="mod">
          <ac:chgData name="Yuanhe Tian" userId="8b41a650fa060b16" providerId="LiveId" clId="{A7CFACAF-95CA-FE44-8CC2-80888C897F5E}" dt="2025-05-07T03:03:26.706" v="7977" actId="207"/>
          <ac:spMkLst>
            <pc:docMk/>
            <pc:sldMk cId="2741396377" sldId="482"/>
            <ac:spMk id="618" creationId="{2CA52B82-FD50-5337-7A34-BDF3A7E67D77}"/>
          </ac:spMkLst>
        </pc:spChg>
        <pc:spChg chg="mod">
          <ac:chgData name="Yuanhe Tian" userId="8b41a650fa060b16" providerId="LiveId" clId="{A7CFACAF-95CA-FE44-8CC2-80888C897F5E}" dt="2025-05-07T03:03:26.706" v="7977" actId="207"/>
          <ac:spMkLst>
            <pc:docMk/>
            <pc:sldMk cId="2741396377" sldId="482"/>
            <ac:spMk id="619" creationId="{7C1970E7-2638-68C1-E6D4-B85AE3CE8FCC}"/>
          </ac:spMkLst>
        </pc:spChg>
        <pc:spChg chg="mod">
          <ac:chgData name="Yuanhe Tian" userId="8b41a650fa060b16" providerId="LiveId" clId="{A7CFACAF-95CA-FE44-8CC2-80888C897F5E}" dt="2025-05-07T03:03:26.706" v="7977" actId="207"/>
          <ac:spMkLst>
            <pc:docMk/>
            <pc:sldMk cId="2741396377" sldId="482"/>
            <ac:spMk id="620" creationId="{A91765D1-57B3-FAED-1D9A-DC38BBA7570C}"/>
          </ac:spMkLst>
        </pc:spChg>
        <pc:spChg chg="mod">
          <ac:chgData name="Yuanhe Tian" userId="8b41a650fa060b16" providerId="LiveId" clId="{A7CFACAF-95CA-FE44-8CC2-80888C897F5E}" dt="2025-05-07T03:03:26.706" v="7977" actId="207"/>
          <ac:spMkLst>
            <pc:docMk/>
            <pc:sldMk cId="2741396377" sldId="482"/>
            <ac:spMk id="621" creationId="{3DD4DF9C-B469-56B2-2CC6-2773E6DE93DA}"/>
          </ac:spMkLst>
        </pc:spChg>
        <pc:spChg chg="mod">
          <ac:chgData name="Yuanhe Tian" userId="8b41a650fa060b16" providerId="LiveId" clId="{A7CFACAF-95CA-FE44-8CC2-80888C897F5E}" dt="2025-05-07T03:03:29.361" v="7979" actId="207"/>
          <ac:spMkLst>
            <pc:docMk/>
            <pc:sldMk cId="2741396377" sldId="482"/>
            <ac:spMk id="622" creationId="{DC66F851-30A4-723D-9802-26BF165CF4BF}"/>
          </ac:spMkLst>
        </pc:spChg>
        <pc:spChg chg="mod">
          <ac:chgData name="Yuanhe Tian" userId="8b41a650fa060b16" providerId="LiveId" clId="{A7CFACAF-95CA-FE44-8CC2-80888C897F5E}" dt="2025-05-06T05:43:43.618" v="7663"/>
          <ac:spMkLst>
            <pc:docMk/>
            <pc:sldMk cId="2741396377" sldId="482"/>
            <ac:spMk id="624" creationId="{B92E77F2-59C2-77B2-75C7-98ED4F523D21}"/>
          </ac:spMkLst>
        </pc:spChg>
        <pc:spChg chg="mod">
          <ac:chgData name="Yuanhe Tian" userId="8b41a650fa060b16" providerId="LiveId" clId="{A7CFACAF-95CA-FE44-8CC2-80888C897F5E}" dt="2025-05-07T03:03:20.564" v="7975" actId="207"/>
          <ac:spMkLst>
            <pc:docMk/>
            <pc:sldMk cId="2741396377" sldId="482"/>
            <ac:spMk id="625" creationId="{450A7F50-674A-A689-FBC6-DD5700BC2673}"/>
          </ac:spMkLst>
        </pc:spChg>
        <pc:spChg chg="mod">
          <ac:chgData name="Yuanhe Tian" userId="8b41a650fa060b16" providerId="LiveId" clId="{A7CFACAF-95CA-FE44-8CC2-80888C897F5E}" dt="2025-05-06T05:43:43.618" v="7663"/>
          <ac:spMkLst>
            <pc:docMk/>
            <pc:sldMk cId="2741396377" sldId="482"/>
            <ac:spMk id="626" creationId="{AD5C9AD6-9C7B-A63C-CD5D-437D3AE19F08}"/>
          </ac:spMkLst>
        </pc:spChg>
        <pc:spChg chg="mod">
          <ac:chgData name="Yuanhe Tian" userId="8b41a650fa060b16" providerId="LiveId" clId="{A7CFACAF-95CA-FE44-8CC2-80888C897F5E}" dt="2025-05-07T03:03:20.564" v="7975" actId="207"/>
          <ac:spMkLst>
            <pc:docMk/>
            <pc:sldMk cId="2741396377" sldId="482"/>
            <ac:spMk id="627" creationId="{1391504D-D138-B2DD-D140-19BE42B0B369}"/>
          </ac:spMkLst>
        </pc:spChg>
        <pc:spChg chg="mod">
          <ac:chgData name="Yuanhe Tian" userId="8b41a650fa060b16" providerId="LiveId" clId="{A7CFACAF-95CA-FE44-8CC2-80888C897F5E}" dt="2025-05-07T03:03:20.564" v="7975" actId="207"/>
          <ac:spMkLst>
            <pc:docMk/>
            <pc:sldMk cId="2741396377" sldId="482"/>
            <ac:spMk id="628" creationId="{120C0E6A-A5B1-DA39-7F70-D061C58AA98B}"/>
          </ac:spMkLst>
        </pc:spChg>
        <pc:spChg chg="mod">
          <ac:chgData name="Yuanhe Tian" userId="8b41a650fa060b16" providerId="LiveId" clId="{A7CFACAF-95CA-FE44-8CC2-80888C897F5E}" dt="2025-05-07T03:03:20.564" v="7975" actId="207"/>
          <ac:spMkLst>
            <pc:docMk/>
            <pc:sldMk cId="2741396377" sldId="482"/>
            <ac:spMk id="630" creationId="{F9E9D184-0240-13A4-FDCC-7468B5217902}"/>
          </ac:spMkLst>
        </pc:spChg>
        <pc:spChg chg="mod">
          <ac:chgData name="Yuanhe Tian" userId="8b41a650fa060b16" providerId="LiveId" clId="{A7CFACAF-95CA-FE44-8CC2-80888C897F5E}" dt="2025-05-07T03:03:20.564" v="7975" actId="207"/>
          <ac:spMkLst>
            <pc:docMk/>
            <pc:sldMk cId="2741396377" sldId="482"/>
            <ac:spMk id="631" creationId="{62B8DE60-955B-FB15-C971-CAE08609C5E5}"/>
          </ac:spMkLst>
        </pc:spChg>
        <pc:spChg chg="mod">
          <ac:chgData name="Yuanhe Tian" userId="8b41a650fa060b16" providerId="LiveId" clId="{A7CFACAF-95CA-FE44-8CC2-80888C897F5E}" dt="2025-05-07T03:03:20.564" v="7975" actId="207"/>
          <ac:spMkLst>
            <pc:docMk/>
            <pc:sldMk cId="2741396377" sldId="482"/>
            <ac:spMk id="632" creationId="{D7DBF23E-E0BB-6525-EEE8-D471FFE075F0}"/>
          </ac:spMkLst>
        </pc:spChg>
        <pc:spChg chg="mod">
          <ac:chgData name="Yuanhe Tian" userId="8b41a650fa060b16" providerId="LiveId" clId="{A7CFACAF-95CA-FE44-8CC2-80888C897F5E}" dt="2025-05-07T03:03:20.564" v="7975" actId="207"/>
          <ac:spMkLst>
            <pc:docMk/>
            <pc:sldMk cId="2741396377" sldId="482"/>
            <ac:spMk id="633" creationId="{9A1CD831-20DA-5767-FA04-1F7AB2B6DFEF}"/>
          </ac:spMkLst>
        </pc:spChg>
        <pc:spChg chg="mod">
          <ac:chgData name="Yuanhe Tian" userId="8b41a650fa060b16" providerId="LiveId" clId="{A7CFACAF-95CA-FE44-8CC2-80888C897F5E}" dt="2025-05-06T05:43:48.723" v="7665"/>
          <ac:spMkLst>
            <pc:docMk/>
            <pc:sldMk cId="2741396377" sldId="482"/>
            <ac:spMk id="634" creationId="{7BBE6D6A-004D-DA88-73AC-4041BE2BF5FA}"/>
          </ac:spMkLst>
        </pc:spChg>
        <pc:grpChg chg="del mod">
          <ac:chgData name="Yuanhe Tian" userId="8b41a650fa060b16" providerId="LiveId" clId="{A7CFACAF-95CA-FE44-8CC2-80888C897F5E}" dt="2025-05-06T05:38:55.438" v="7530" actId="478"/>
          <ac:grpSpMkLst>
            <pc:docMk/>
            <pc:sldMk cId="2741396377" sldId="482"/>
            <ac:grpSpMk id="7" creationId="{EC9C6C48-7D63-9490-C17A-894A94185366}"/>
          </ac:grpSpMkLst>
        </pc:grpChg>
        <pc:grpChg chg="mod">
          <ac:chgData name="Yuanhe Tian" userId="8b41a650fa060b16" providerId="LiveId" clId="{A7CFACAF-95CA-FE44-8CC2-80888C897F5E}" dt="2025-05-06T05:39:01.380" v="7532" actId="1076"/>
          <ac:grpSpMkLst>
            <pc:docMk/>
            <pc:sldMk cId="2741396377" sldId="482"/>
            <ac:grpSpMk id="448" creationId="{D21578F1-239C-2E74-4D93-9D4CC1C79CA0}"/>
          </ac:grpSpMkLst>
        </pc:grpChg>
        <pc:grpChg chg="del">
          <ac:chgData name="Yuanhe Tian" userId="8b41a650fa060b16" providerId="LiveId" clId="{A7CFACAF-95CA-FE44-8CC2-80888C897F5E}" dt="2025-05-06T05:49:51.180" v="7950" actId="165"/>
          <ac:grpSpMkLst>
            <pc:docMk/>
            <pc:sldMk cId="2741396377" sldId="482"/>
            <ac:grpSpMk id="516" creationId="{61BC975E-2FCB-EF18-21B1-A863D02D7E02}"/>
          </ac:grpSpMkLst>
        </pc:grpChg>
        <pc:grpChg chg="del">
          <ac:chgData name="Yuanhe Tian" userId="8b41a650fa060b16" providerId="LiveId" clId="{A7CFACAF-95CA-FE44-8CC2-80888C897F5E}" dt="2025-05-06T05:42:18.493" v="7637" actId="165"/>
          <ac:grpSpMkLst>
            <pc:docMk/>
            <pc:sldMk cId="2741396377" sldId="482"/>
            <ac:grpSpMk id="535" creationId="{14016869-5804-0565-4664-109825F52247}"/>
          </ac:grpSpMkLst>
        </pc:grpChg>
        <pc:grpChg chg="del">
          <ac:chgData name="Yuanhe Tian" userId="8b41a650fa060b16" providerId="LiveId" clId="{A7CFACAF-95CA-FE44-8CC2-80888C897F5E}" dt="2025-05-07T03:04:19.562" v="7991" actId="478"/>
          <ac:grpSpMkLst>
            <pc:docMk/>
            <pc:sldMk cId="2741396377" sldId="482"/>
            <ac:grpSpMk id="539" creationId="{C7C9F019-B3DB-52EA-8E5D-331F1EB2C3DE}"/>
          </ac:grpSpMkLst>
        </pc:grpChg>
        <pc:grpChg chg="mod">
          <ac:chgData name="Yuanhe Tian" userId="8b41a650fa060b16" providerId="LiveId" clId="{A7CFACAF-95CA-FE44-8CC2-80888C897F5E}" dt="2025-05-06T05:47:05.998" v="7859" actId="207"/>
          <ac:grpSpMkLst>
            <pc:docMk/>
            <pc:sldMk cId="2741396377" sldId="482"/>
            <ac:grpSpMk id="540" creationId="{6CA41E08-DBE2-0DFC-3C3D-83BED5B38045}"/>
          </ac:grpSpMkLst>
        </pc:grpChg>
        <pc:grpChg chg="del">
          <ac:chgData name="Yuanhe Tian" userId="8b41a650fa060b16" providerId="LiveId" clId="{A7CFACAF-95CA-FE44-8CC2-80888C897F5E}" dt="2025-05-07T03:04:36.225" v="7995" actId="478"/>
          <ac:grpSpMkLst>
            <pc:docMk/>
            <pc:sldMk cId="2741396377" sldId="482"/>
            <ac:grpSpMk id="544" creationId="{D0219A5A-E2EC-0229-35DC-CB81B5FA2820}"/>
          </ac:grpSpMkLst>
        </pc:grpChg>
        <pc:grpChg chg="del">
          <ac:chgData name="Yuanhe Tian" userId="8b41a650fa060b16" providerId="LiveId" clId="{A7CFACAF-95CA-FE44-8CC2-80888C897F5E}" dt="2025-05-07T03:04:12.229" v="7989" actId="478"/>
          <ac:grpSpMkLst>
            <pc:docMk/>
            <pc:sldMk cId="2741396377" sldId="482"/>
            <ac:grpSpMk id="545" creationId="{DA3585CB-2B6E-C375-F416-3AFECEE0D3B0}"/>
          </ac:grpSpMkLst>
        </pc:grpChg>
        <pc:grpChg chg="del mod">
          <ac:chgData name="Yuanhe Tian" userId="8b41a650fa060b16" providerId="LiveId" clId="{A7CFACAF-95CA-FE44-8CC2-80888C897F5E}" dt="2025-05-07T03:04:06.116" v="7987" actId="478"/>
          <ac:grpSpMkLst>
            <pc:docMk/>
            <pc:sldMk cId="2741396377" sldId="482"/>
            <ac:grpSpMk id="546" creationId="{5846A1B5-AE0E-0F7E-9B0E-BD461DFAF651}"/>
          </ac:grpSpMkLst>
        </pc:grpChg>
        <pc:grpChg chg="mod">
          <ac:chgData name="Yuanhe Tian" userId="8b41a650fa060b16" providerId="LiveId" clId="{A7CFACAF-95CA-FE44-8CC2-80888C897F5E}" dt="2025-05-06T05:47:29.176" v="7871" actId="1076"/>
          <ac:grpSpMkLst>
            <pc:docMk/>
            <pc:sldMk cId="2741396377" sldId="482"/>
            <ac:grpSpMk id="549" creationId="{280C5E11-716E-A013-54E1-FBE0D0C8C15B}"/>
          </ac:grpSpMkLst>
        </pc:grpChg>
        <pc:grpChg chg="mod">
          <ac:chgData name="Yuanhe Tian" userId="8b41a650fa060b16" providerId="LiveId" clId="{A7CFACAF-95CA-FE44-8CC2-80888C897F5E}" dt="2025-05-06T05:47:05.998" v="7859" actId="207"/>
          <ac:grpSpMkLst>
            <pc:docMk/>
            <pc:sldMk cId="2741396377" sldId="482"/>
            <ac:grpSpMk id="550" creationId="{F6F7AAA8-71AB-FF6A-161F-7929DE545213}"/>
          </ac:grpSpMkLst>
        </pc:grpChg>
        <pc:grpChg chg="mod">
          <ac:chgData name="Yuanhe Tian" userId="8b41a650fa060b16" providerId="LiveId" clId="{A7CFACAF-95CA-FE44-8CC2-80888C897F5E}" dt="2025-05-07T03:03:10.784" v="7972" actId="207"/>
          <ac:grpSpMkLst>
            <pc:docMk/>
            <pc:sldMk cId="2741396377" sldId="482"/>
            <ac:grpSpMk id="557" creationId="{579A13BA-8EDA-5B64-9F15-257AFB68355A}"/>
          </ac:grpSpMkLst>
        </pc:grpChg>
        <pc:grpChg chg="mod">
          <ac:chgData name="Yuanhe Tian" userId="8b41a650fa060b16" providerId="LiveId" clId="{A7CFACAF-95CA-FE44-8CC2-80888C897F5E}" dt="2025-05-07T03:03:00.168" v="7968" actId="207"/>
          <ac:grpSpMkLst>
            <pc:docMk/>
            <pc:sldMk cId="2741396377" sldId="482"/>
            <ac:grpSpMk id="560" creationId="{F4A04DB5-C3BA-806B-714A-B80353B8372E}"/>
          </ac:grpSpMkLst>
        </pc:grpChg>
        <pc:grpChg chg="del">
          <ac:chgData name="Yuanhe Tian" userId="8b41a650fa060b16" providerId="LiveId" clId="{A7CFACAF-95CA-FE44-8CC2-80888C897F5E}" dt="2025-05-06T05:42:54.213" v="7646" actId="478"/>
          <ac:grpSpMkLst>
            <pc:docMk/>
            <pc:sldMk cId="2741396377" sldId="482"/>
            <ac:grpSpMk id="561" creationId="{345186F7-B159-2F4B-E2DE-CF5B8F83B4F6}"/>
          </ac:grpSpMkLst>
        </pc:grpChg>
        <pc:grpChg chg="del">
          <ac:chgData name="Yuanhe Tian" userId="8b41a650fa060b16" providerId="LiveId" clId="{A7CFACAF-95CA-FE44-8CC2-80888C897F5E}" dt="2025-05-06T05:43:39.501" v="7662" actId="478"/>
          <ac:grpSpMkLst>
            <pc:docMk/>
            <pc:sldMk cId="2741396377" sldId="482"/>
            <ac:grpSpMk id="562" creationId="{0B0143FD-CACC-3370-F35C-62860A9A1E49}"/>
          </ac:grpSpMkLst>
        </pc:grpChg>
        <pc:grpChg chg="del">
          <ac:chgData name="Yuanhe Tian" userId="8b41a650fa060b16" providerId="LiveId" clId="{A7CFACAF-95CA-FE44-8CC2-80888C897F5E}" dt="2025-05-06T05:43:37.878" v="7661" actId="478"/>
          <ac:grpSpMkLst>
            <pc:docMk/>
            <pc:sldMk cId="2741396377" sldId="482"/>
            <ac:grpSpMk id="563" creationId="{47FA3557-0442-793F-B5D3-A649C4461111}"/>
          </ac:grpSpMkLst>
        </pc:grpChg>
        <pc:grpChg chg="add mod">
          <ac:chgData name="Yuanhe Tian" userId="8b41a650fa060b16" providerId="LiveId" clId="{A7CFACAF-95CA-FE44-8CC2-80888C897F5E}" dt="2025-05-07T03:03:26.706" v="7977" actId="207"/>
          <ac:grpSpMkLst>
            <pc:docMk/>
            <pc:sldMk cId="2741396377" sldId="482"/>
            <ac:grpSpMk id="617" creationId="{FB81E3AF-24CF-9ECE-A439-AAC51F95C39C}"/>
          </ac:grpSpMkLst>
        </pc:grpChg>
        <pc:grpChg chg="add mod">
          <ac:chgData name="Yuanhe Tian" userId="8b41a650fa060b16" providerId="LiveId" clId="{A7CFACAF-95CA-FE44-8CC2-80888C897F5E}" dt="2025-05-06T05:43:47.551" v="7664" actId="1076"/>
          <ac:grpSpMkLst>
            <pc:docMk/>
            <pc:sldMk cId="2741396377" sldId="482"/>
            <ac:grpSpMk id="623" creationId="{7D5420EF-44C5-C5B5-C383-AD35BFB25398}"/>
          </ac:grpSpMkLst>
        </pc:grpChg>
        <pc:grpChg chg="add mod">
          <ac:chgData name="Yuanhe Tian" userId="8b41a650fa060b16" providerId="LiveId" clId="{A7CFACAF-95CA-FE44-8CC2-80888C897F5E}" dt="2025-05-06T05:43:52.899" v="7666" actId="1076"/>
          <ac:grpSpMkLst>
            <pc:docMk/>
            <pc:sldMk cId="2741396377" sldId="482"/>
            <ac:grpSpMk id="629" creationId="{C163D161-6DA5-3F14-5F4B-0CCAE71F0B14}"/>
          </ac:grpSpMkLst>
        </pc:grpChg>
        <pc:picChg chg="add del mod">
          <ac:chgData name="Yuanhe Tian" userId="8b41a650fa060b16" providerId="LiveId" clId="{A7CFACAF-95CA-FE44-8CC2-80888C897F5E}" dt="2025-05-07T03:03:13.269" v="7973" actId="478"/>
          <ac:picMkLst>
            <pc:docMk/>
            <pc:sldMk cId="2741396377" sldId="482"/>
            <ac:picMk id="7" creationId="{4219B931-1975-A3E5-99D3-FD6CB4CD1735}"/>
          </ac:picMkLst>
        </pc:picChg>
        <pc:cxnChg chg="mod">
          <ac:chgData name="Yuanhe Tian" userId="8b41a650fa060b16" providerId="LiveId" clId="{A7CFACAF-95CA-FE44-8CC2-80888C897F5E}" dt="2025-05-06T05:38:55.438" v="7530" actId="478"/>
          <ac:cxnSpMkLst>
            <pc:docMk/>
            <pc:sldMk cId="2741396377" sldId="482"/>
            <ac:cxnSpMk id="58" creationId="{D5A17BBF-5F0B-2519-DC2D-8DD50634C553}"/>
          </ac:cxnSpMkLst>
        </pc:cxnChg>
        <pc:cxnChg chg="mod">
          <ac:chgData name="Yuanhe Tian" userId="8b41a650fa060b16" providerId="LiveId" clId="{A7CFACAF-95CA-FE44-8CC2-80888C897F5E}" dt="2025-05-06T05:42:36.983" v="7645" actId="692"/>
          <ac:cxnSpMkLst>
            <pc:docMk/>
            <pc:sldMk cId="2741396377" sldId="482"/>
            <ac:cxnSpMk id="116" creationId="{0E450EDF-691A-27DD-9704-5883BE12E3A4}"/>
          </ac:cxnSpMkLst>
        </pc:cxnChg>
        <pc:cxnChg chg="mod">
          <ac:chgData name="Yuanhe Tian" userId="8b41a650fa060b16" providerId="LiveId" clId="{A7CFACAF-95CA-FE44-8CC2-80888C897F5E}" dt="2025-05-06T05:42:36.983" v="7645" actId="692"/>
          <ac:cxnSpMkLst>
            <pc:docMk/>
            <pc:sldMk cId="2741396377" sldId="482"/>
            <ac:cxnSpMk id="117" creationId="{7FF8A376-B399-53C6-EF05-5BBE3B99AEF6}"/>
          </ac:cxnSpMkLst>
        </pc:cxnChg>
        <pc:cxnChg chg="mod">
          <ac:chgData name="Yuanhe Tian" userId="8b41a650fa060b16" providerId="LiveId" clId="{A7CFACAF-95CA-FE44-8CC2-80888C897F5E}" dt="2025-05-06T05:42:36.983" v="7645" actId="692"/>
          <ac:cxnSpMkLst>
            <pc:docMk/>
            <pc:sldMk cId="2741396377" sldId="482"/>
            <ac:cxnSpMk id="118" creationId="{2D838193-84CA-61D8-D49C-CA73E0BBECE3}"/>
          </ac:cxnSpMkLst>
        </pc:cxnChg>
        <pc:cxnChg chg="mod">
          <ac:chgData name="Yuanhe Tian" userId="8b41a650fa060b16" providerId="LiveId" clId="{A7CFACAF-95CA-FE44-8CC2-80888C897F5E}" dt="2025-05-06T05:42:36.983" v="7645" actId="692"/>
          <ac:cxnSpMkLst>
            <pc:docMk/>
            <pc:sldMk cId="2741396377" sldId="482"/>
            <ac:cxnSpMk id="119" creationId="{278ED4E9-B047-CB27-9208-BA06FABA6BD6}"/>
          </ac:cxnSpMkLst>
        </pc:cxnChg>
        <pc:cxnChg chg="mod">
          <ac:chgData name="Yuanhe Tian" userId="8b41a650fa060b16" providerId="LiveId" clId="{A7CFACAF-95CA-FE44-8CC2-80888C897F5E}" dt="2025-05-06T05:42:26.770" v="7641" actId="692"/>
          <ac:cxnSpMkLst>
            <pc:docMk/>
            <pc:sldMk cId="2741396377" sldId="482"/>
            <ac:cxnSpMk id="120" creationId="{870A8BD0-018E-E5E6-D6CE-A97A5FF8BE89}"/>
          </ac:cxnSpMkLst>
        </pc:cxnChg>
        <pc:cxnChg chg="mod">
          <ac:chgData name="Yuanhe Tian" userId="8b41a650fa060b16" providerId="LiveId" clId="{A7CFACAF-95CA-FE44-8CC2-80888C897F5E}" dt="2025-05-06T05:44:45.912" v="7722" actId="692"/>
          <ac:cxnSpMkLst>
            <pc:docMk/>
            <pc:sldMk cId="2741396377" sldId="482"/>
            <ac:cxnSpMk id="122" creationId="{4621857D-5A80-3FDC-A96C-A45C44B50511}"/>
          </ac:cxnSpMkLst>
        </pc:cxnChg>
        <pc:cxnChg chg="mod">
          <ac:chgData name="Yuanhe Tian" userId="8b41a650fa060b16" providerId="LiveId" clId="{A7CFACAF-95CA-FE44-8CC2-80888C897F5E}" dt="2025-05-06T05:44:45.912" v="7722" actId="692"/>
          <ac:cxnSpMkLst>
            <pc:docMk/>
            <pc:sldMk cId="2741396377" sldId="482"/>
            <ac:cxnSpMk id="123" creationId="{3DA086C5-F74C-AEBC-6F17-B41D987B74F3}"/>
          </ac:cxnSpMkLst>
        </pc:cxnChg>
        <pc:cxnChg chg="mod">
          <ac:chgData name="Yuanhe Tian" userId="8b41a650fa060b16" providerId="LiveId" clId="{A7CFACAF-95CA-FE44-8CC2-80888C897F5E}" dt="2025-05-06T05:44:45.912" v="7722" actId="692"/>
          <ac:cxnSpMkLst>
            <pc:docMk/>
            <pc:sldMk cId="2741396377" sldId="482"/>
            <ac:cxnSpMk id="124" creationId="{19137937-8F7C-A226-709F-6F6B7BE19350}"/>
          </ac:cxnSpMkLst>
        </pc:cxnChg>
        <pc:cxnChg chg="mod">
          <ac:chgData name="Yuanhe Tian" userId="8b41a650fa060b16" providerId="LiveId" clId="{A7CFACAF-95CA-FE44-8CC2-80888C897F5E}" dt="2025-05-06T05:44:45.912" v="7722" actId="692"/>
          <ac:cxnSpMkLst>
            <pc:docMk/>
            <pc:sldMk cId="2741396377" sldId="482"/>
            <ac:cxnSpMk id="125" creationId="{445B208C-915B-8F16-269A-7488AF1AB309}"/>
          </ac:cxnSpMkLst>
        </pc:cxnChg>
        <pc:cxnChg chg="mod">
          <ac:chgData name="Yuanhe Tian" userId="8b41a650fa060b16" providerId="LiveId" clId="{A7CFACAF-95CA-FE44-8CC2-80888C897F5E}" dt="2025-05-06T05:44:45.912" v="7722" actId="692"/>
          <ac:cxnSpMkLst>
            <pc:docMk/>
            <pc:sldMk cId="2741396377" sldId="482"/>
            <ac:cxnSpMk id="126" creationId="{068B7A89-80E0-1944-E411-29BD3D1AA5A9}"/>
          </ac:cxnSpMkLst>
        </pc:cxnChg>
        <pc:cxnChg chg="mod">
          <ac:chgData name="Yuanhe Tian" userId="8b41a650fa060b16" providerId="LiveId" clId="{A7CFACAF-95CA-FE44-8CC2-80888C897F5E}" dt="2025-05-06T05:44:49.526" v="7724" actId="692"/>
          <ac:cxnSpMkLst>
            <pc:docMk/>
            <pc:sldMk cId="2741396377" sldId="482"/>
            <ac:cxnSpMk id="127" creationId="{45F26FD5-5321-6855-254C-48C56B08B862}"/>
          </ac:cxnSpMkLst>
        </pc:cxnChg>
        <pc:cxnChg chg="mod">
          <ac:chgData name="Yuanhe Tian" userId="8b41a650fa060b16" providerId="LiveId" clId="{A7CFACAF-95CA-FE44-8CC2-80888C897F5E}" dt="2025-05-06T05:38:55.438" v="7530" actId="478"/>
          <ac:cxnSpMkLst>
            <pc:docMk/>
            <pc:sldMk cId="2741396377" sldId="482"/>
            <ac:cxnSpMk id="461" creationId="{751B8422-DB64-6254-29F6-741026295C31}"/>
          </ac:cxnSpMkLst>
        </pc:cxnChg>
        <pc:cxnChg chg="mod">
          <ac:chgData name="Yuanhe Tian" userId="8b41a650fa060b16" providerId="LiveId" clId="{A7CFACAF-95CA-FE44-8CC2-80888C897F5E}" dt="2025-05-06T05:44:45.912" v="7722" actId="692"/>
          <ac:cxnSpMkLst>
            <pc:docMk/>
            <pc:sldMk cId="2741396377" sldId="482"/>
            <ac:cxnSpMk id="514" creationId="{A2D10190-4788-A299-85E7-570BD44A2370}"/>
          </ac:cxnSpMkLst>
        </pc:cxnChg>
        <pc:cxnChg chg="mod">
          <ac:chgData name="Yuanhe Tian" userId="8b41a650fa060b16" providerId="LiveId" clId="{A7CFACAF-95CA-FE44-8CC2-80888C897F5E}" dt="2025-05-06T05:46:31.630" v="7840" actId="20577"/>
          <ac:cxnSpMkLst>
            <pc:docMk/>
            <pc:sldMk cId="2741396377" sldId="482"/>
            <ac:cxnSpMk id="515" creationId="{E7F9AF9F-E8C9-261D-A685-5D0E29165B23}"/>
          </ac:cxnSpMkLst>
        </pc:cxnChg>
        <pc:cxnChg chg="mod">
          <ac:chgData name="Yuanhe Tian" userId="8b41a650fa060b16" providerId="LiveId" clId="{A7CFACAF-95CA-FE44-8CC2-80888C897F5E}" dt="2025-05-06T05:44:57.013" v="7728" actId="692"/>
          <ac:cxnSpMkLst>
            <pc:docMk/>
            <pc:sldMk cId="2741396377" sldId="482"/>
            <ac:cxnSpMk id="517" creationId="{B56A3183-FBB0-B8D1-3D73-B6AD4F268590}"/>
          </ac:cxnSpMkLst>
        </pc:cxnChg>
        <pc:cxnChg chg="mod">
          <ac:chgData name="Yuanhe Tian" userId="8b41a650fa060b16" providerId="LiveId" clId="{A7CFACAF-95CA-FE44-8CC2-80888C897F5E}" dt="2025-05-06T05:44:57.013" v="7728" actId="692"/>
          <ac:cxnSpMkLst>
            <pc:docMk/>
            <pc:sldMk cId="2741396377" sldId="482"/>
            <ac:cxnSpMk id="518" creationId="{EE12E577-652E-3BC2-D39B-CBCB00822E13}"/>
          </ac:cxnSpMkLst>
        </pc:cxnChg>
        <pc:cxnChg chg="mod">
          <ac:chgData name="Yuanhe Tian" userId="8b41a650fa060b16" providerId="LiveId" clId="{A7CFACAF-95CA-FE44-8CC2-80888C897F5E}" dt="2025-05-06T05:44:57.013" v="7728" actId="692"/>
          <ac:cxnSpMkLst>
            <pc:docMk/>
            <pc:sldMk cId="2741396377" sldId="482"/>
            <ac:cxnSpMk id="519" creationId="{791AF7C7-E189-0637-2281-8E0782097C16}"/>
          </ac:cxnSpMkLst>
        </pc:cxnChg>
        <pc:cxnChg chg="mod">
          <ac:chgData name="Yuanhe Tian" userId="8b41a650fa060b16" providerId="LiveId" clId="{A7CFACAF-95CA-FE44-8CC2-80888C897F5E}" dt="2025-05-06T05:45:27.428" v="7742" actId="2710"/>
          <ac:cxnSpMkLst>
            <pc:docMk/>
            <pc:sldMk cId="2741396377" sldId="482"/>
            <ac:cxnSpMk id="520" creationId="{A47542A7-0962-8C65-812C-80183ABDBF6F}"/>
          </ac:cxnSpMkLst>
        </pc:cxnChg>
        <pc:cxnChg chg="mod">
          <ac:chgData name="Yuanhe Tian" userId="8b41a650fa060b16" providerId="LiveId" clId="{A7CFACAF-95CA-FE44-8CC2-80888C897F5E}" dt="2025-05-06T05:44:45.912" v="7722" actId="692"/>
          <ac:cxnSpMkLst>
            <pc:docMk/>
            <pc:sldMk cId="2741396377" sldId="482"/>
            <ac:cxnSpMk id="521" creationId="{CB7A219B-1B00-0D69-4A84-996D20767DCC}"/>
          </ac:cxnSpMkLst>
        </pc:cxnChg>
        <pc:cxnChg chg="mod">
          <ac:chgData name="Yuanhe Tian" userId="8b41a650fa060b16" providerId="LiveId" clId="{A7CFACAF-95CA-FE44-8CC2-80888C897F5E}" dt="2025-05-06T05:44:45.912" v="7722" actId="692"/>
          <ac:cxnSpMkLst>
            <pc:docMk/>
            <pc:sldMk cId="2741396377" sldId="482"/>
            <ac:cxnSpMk id="522" creationId="{5536B4BB-60F1-E6B4-45F7-19E060D0B229}"/>
          </ac:cxnSpMkLst>
        </pc:cxnChg>
        <pc:cxnChg chg="mod">
          <ac:chgData name="Yuanhe Tian" userId="8b41a650fa060b16" providerId="LiveId" clId="{A7CFACAF-95CA-FE44-8CC2-80888C897F5E}" dt="2025-05-06T05:44:45.912" v="7722" actId="692"/>
          <ac:cxnSpMkLst>
            <pc:docMk/>
            <pc:sldMk cId="2741396377" sldId="482"/>
            <ac:cxnSpMk id="523" creationId="{1ABC9AF7-E28B-7A64-4591-CBF655A7B8E6}"/>
          </ac:cxnSpMkLst>
        </pc:cxnChg>
        <pc:cxnChg chg="mod">
          <ac:chgData name="Yuanhe Tian" userId="8b41a650fa060b16" providerId="LiveId" clId="{A7CFACAF-95CA-FE44-8CC2-80888C897F5E}" dt="2025-05-06T05:47:47.171" v="7888" actId="692"/>
          <ac:cxnSpMkLst>
            <pc:docMk/>
            <pc:sldMk cId="2741396377" sldId="482"/>
            <ac:cxnSpMk id="525" creationId="{BB686989-2FB8-26FB-8B23-F475DA79CAC3}"/>
          </ac:cxnSpMkLst>
        </pc:cxnChg>
        <pc:cxnChg chg="mod topLvl">
          <ac:chgData name="Yuanhe Tian" userId="8b41a650fa060b16" providerId="LiveId" clId="{A7CFACAF-95CA-FE44-8CC2-80888C897F5E}" dt="2025-05-06T05:49:51.180" v="7950" actId="165"/>
          <ac:cxnSpMkLst>
            <pc:docMk/>
            <pc:sldMk cId="2741396377" sldId="482"/>
            <ac:cxnSpMk id="526" creationId="{B43C6024-0FB6-9B07-1565-CED2F74A0AE9}"/>
          </ac:cxnSpMkLst>
        </pc:cxnChg>
        <pc:cxnChg chg="mod topLvl">
          <ac:chgData name="Yuanhe Tian" userId="8b41a650fa060b16" providerId="LiveId" clId="{A7CFACAF-95CA-FE44-8CC2-80888C897F5E}" dt="2025-05-06T05:49:51.180" v="7950" actId="165"/>
          <ac:cxnSpMkLst>
            <pc:docMk/>
            <pc:sldMk cId="2741396377" sldId="482"/>
            <ac:cxnSpMk id="527" creationId="{A881370F-ED20-E5AD-00A3-BBACC0F1F5DC}"/>
          </ac:cxnSpMkLst>
        </pc:cxnChg>
        <pc:cxnChg chg="mod">
          <ac:chgData name="Yuanhe Tian" userId="8b41a650fa060b16" providerId="LiveId" clId="{A7CFACAF-95CA-FE44-8CC2-80888C897F5E}" dt="2025-05-06T05:42:23.153" v="7639" actId="692"/>
          <ac:cxnSpMkLst>
            <pc:docMk/>
            <pc:sldMk cId="2741396377" sldId="482"/>
            <ac:cxnSpMk id="528" creationId="{3F8D3CB8-0163-DC0F-DE5B-7503598A829F}"/>
          </ac:cxnSpMkLst>
        </pc:cxnChg>
        <pc:cxnChg chg="mod">
          <ac:chgData name="Yuanhe Tian" userId="8b41a650fa060b16" providerId="LiveId" clId="{A7CFACAF-95CA-FE44-8CC2-80888C897F5E}" dt="2025-05-06T05:42:23.153" v="7639" actId="692"/>
          <ac:cxnSpMkLst>
            <pc:docMk/>
            <pc:sldMk cId="2741396377" sldId="482"/>
            <ac:cxnSpMk id="530" creationId="{8E553E45-1E8F-AB38-A897-2915CEA77326}"/>
          </ac:cxnSpMkLst>
        </pc:cxnChg>
        <pc:cxnChg chg="mod">
          <ac:chgData name="Yuanhe Tian" userId="8b41a650fa060b16" providerId="LiveId" clId="{A7CFACAF-95CA-FE44-8CC2-80888C897F5E}" dt="2025-05-06T05:42:23.153" v="7639" actId="692"/>
          <ac:cxnSpMkLst>
            <pc:docMk/>
            <pc:sldMk cId="2741396377" sldId="482"/>
            <ac:cxnSpMk id="532" creationId="{B6137A13-9083-8D00-53AC-F389F5D3BD9F}"/>
          </ac:cxnSpMkLst>
        </pc:cxnChg>
        <pc:cxnChg chg="mod">
          <ac:chgData name="Yuanhe Tian" userId="8b41a650fa060b16" providerId="LiveId" clId="{A7CFACAF-95CA-FE44-8CC2-80888C897F5E}" dt="2025-05-06T05:42:23.153" v="7639" actId="692"/>
          <ac:cxnSpMkLst>
            <pc:docMk/>
            <pc:sldMk cId="2741396377" sldId="482"/>
            <ac:cxnSpMk id="533" creationId="{ECBAFDF3-3B37-0D8E-6E4A-440B63F7C0FC}"/>
          </ac:cxnSpMkLst>
        </pc:cxnChg>
        <pc:cxnChg chg="mod">
          <ac:chgData name="Yuanhe Tian" userId="8b41a650fa060b16" providerId="LiveId" clId="{A7CFACAF-95CA-FE44-8CC2-80888C897F5E}" dt="2025-05-06T05:42:23.153" v="7639" actId="692"/>
          <ac:cxnSpMkLst>
            <pc:docMk/>
            <pc:sldMk cId="2741396377" sldId="482"/>
            <ac:cxnSpMk id="534" creationId="{23E3FB5C-F025-4361-B816-A1A07B076D14}"/>
          </ac:cxnSpMkLst>
        </pc:cxnChg>
      </pc:sldChg>
      <pc:sldChg chg="addSp delSp modSp mod">
        <pc:chgData name="Yuanhe Tian" userId="8b41a650fa060b16" providerId="LiveId" clId="{A7CFACAF-95CA-FE44-8CC2-80888C897F5E}" dt="2025-05-07T03:05:15.048" v="8008" actId="1076"/>
        <pc:sldMkLst>
          <pc:docMk/>
          <pc:sldMk cId="678205033" sldId="483"/>
        </pc:sldMkLst>
        <pc:spChg chg="add mod">
          <ac:chgData name="Yuanhe Tian" userId="8b41a650fa060b16" providerId="LiveId" clId="{A7CFACAF-95CA-FE44-8CC2-80888C897F5E}" dt="2025-05-07T03:05:15.048" v="8008" actId="1076"/>
          <ac:spMkLst>
            <pc:docMk/>
            <pc:sldMk cId="678205033" sldId="483"/>
            <ac:spMk id="7" creationId="{430916A4-5A4C-8F8E-1C7C-112D3F105B69}"/>
          </ac:spMkLst>
        </pc:spChg>
        <pc:spChg chg="del mod">
          <ac:chgData name="Yuanhe Tian" userId="8b41a650fa060b16" providerId="LiveId" clId="{A7CFACAF-95CA-FE44-8CC2-80888C897F5E}" dt="2025-05-06T05:48:33.489" v="7892" actId="21"/>
          <ac:spMkLst>
            <pc:docMk/>
            <pc:sldMk cId="678205033" sldId="483"/>
            <ac:spMk id="7" creationId="{64037431-ED12-AD45-B38A-9AF72B0C2079}"/>
          </ac:spMkLst>
        </pc:spChg>
        <pc:spChg chg="mod">
          <ac:chgData name="Yuanhe Tian" userId="8b41a650fa060b16" providerId="LiveId" clId="{A7CFACAF-95CA-FE44-8CC2-80888C897F5E}" dt="2025-05-07T03:05:15.048" v="8008" actId="1076"/>
          <ac:spMkLst>
            <pc:docMk/>
            <pc:sldMk cId="678205033" sldId="483"/>
            <ac:spMk id="8" creationId="{ECE3DDF3-198D-A4D0-3CA5-FD0010E248D8}"/>
          </ac:spMkLst>
        </pc:spChg>
        <pc:spChg chg="add mod">
          <ac:chgData name="Yuanhe Tian" userId="8b41a650fa060b16" providerId="LiveId" clId="{A7CFACAF-95CA-FE44-8CC2-80888C897F5E}" dt="2025-05-07T03:05:15.048" v="8008" actId="1076"/>
          <ac:spMkLst>
            <pc:docMk/>
            <pc:sldMk cId="678205033" sldId="483"/>
            <ac:spMk id="12" creationId="{576A7857-8C57-BD8E-406E-503318054324}"/>
          </ac:spMkLst>
        </pc:spChg>
        <pc:spChg chg="add mod">
          <ac:chgData name="Yuanhe Tian" userId="8b41a650fa060b16" providerId="LiveId" clId="{A7CFACAF-95CA-FE44-8CC2-80888C897F5E}" dt="2025-05-07T03:05:15.048" v="8008" actId="1076"/>
          <ac:spMkLst>
            <pc:docMk/>
            <pc:sldMk cId="678205033" sldId="483"/>
            <ac:spMk id="14" creationId="{8195BE36-1877-B0E2-060A-BE9F8D5D40E6}"/>
          </ac:spMkLst>
        </pc:spChg>
        <pc:spChg chg="mod">
          <ac:chgData name="Yuanhe Tian" userId="8b41a650fa060b16" providerId="LiveId" clId="{A7CFACAF-95CA-FE44-8CC2-80888C897F5E}" dt="2025-05-07T03:05:15.048" v="8008" actId="1076"/>
          <ac:spMkLst>
            <pc:docMk/>
            <pc:sldMk cId="678205033" sldId="483"/>
            <ac:spMk id="15" creationId="{A1B3472E-959A-2C04-DA31-1CEEAE173296}"/>
          </ac:spMkLst>
        </pc:spChg>
        <pc:spChg chg="mod">
          <ac:chgData name="Yuanhe Tian" userId="8b41a650fa060b16" providerId="LiveId" clId="{A7CFACAF-95CA-FE44-8CC2-80888C897F5E}" dt="2025-05-07T03:05:15.048" v="8008" actId="1076"/>
          <ac:spMkLst>
            <pc:docMk/>
            <pc:sldMk cId="678205033" sldId="483"/>
            <ac:spMk id="16" creationId="{02DC805E-9F81-40B3-6F1F-881E5D2BC84F}"/>
          </ac:spMkLst>
        </pc:spChg>
        <pc:spChg chg="mod">
          <ac:chgData name="Yuanhe Tian" userId="8b41a650fa060b16" providerId="LiveId" clId="{A7CFACAF-95CA-FE44-8CC2-80888C897F5E}" dt="2025-05-07T03:05:15.048" v="8008" actId="1076"/>
          <ac:spMkLst>
            <pc:docMk/>
            <pc:sldMk cId="678205033" sldId="483"/>
            <ac:spMk id="17" creationId="{A969A181-49D1-129A-BEBA-8FAA89EE42AA}"/>
          </ac:spMkLst>
        </pc:spChg>
        <pc:spChg chg="mod">
          <ac:chgData name="Yuanhe Tian" userId="8b41a650fa060b16" providerId="LiveId" clId="{A7CFACAF-95CA-FE44-8CC2-80888C897F5E}" dt="2025-05-07T03:05:10.657" v="8007"/>
          <ac:spMkLst>
            <pc:docMk/>
            <pc:sldMk cId="678205033" sldId="483"/>
            <ac:spMk id="21" creationId="{D3A44E7E-ECDF-CDAF-3137-6D50F111EA4C}"/>
          </ac:spMkLst>
        </pc:spChg>
        <pc:spChg chg="mod">
          <ac:chgData name="Yuanhe Tian" userId="8b41a650fa060b16" providerId="LiveId" clId="{A7CFACAF-95CA-FE44-8CC2-80888C897F5E}" dt="2025-05-07T03:05:10.657" v="8007"/>
          <ac:spMkLst>
            <pc:docMk/>
            <pc:sldMk cId="678205033" sldId="483"/>
            <ac:spMk id="25" creationId="{4115196D-8158-22B8-ECF7-6A50814CDE08}"/>
          </ac:spMkLst>
        </pc:spChg>
        <pc:spChg chg="mod">
          <ac:chgData name="Yuanhe Tian" userId="8b41a650fa060b16" providerId="LiveId" clId="{A7CFACAF-95CA-FE44-8CC2-80888C897F5E}" dt="2025-05-07T03:05:15.048" v="8008" actId="1076"/>
          <ac:spMkLst>
            <pc:docMk/>
            <pc:sldMk cId="678205033" sldId="483"/>
            <ac:spMk id="26" creationId="{937B8572-0A88-F58F-8278-A95D4F6A6BE7}"/>
          </ac:spMkLst>
        </pc:spChg>
        <pc:spChg chg="mod">
          <ac:chgData name="Yuanhe Tian" userId="8b41a650fa060b16" providerId="LiveId" clId="{A7CFACAF-95CA-FE44-8CC2-80888C897F5E}" dt="2025-05-07T03:05:15.048" v="8008" actId="1076"/>
          <ac:spMkLst>
            <pc:docMk/>
            <pc:sldMk cId="678205033" sldId="483"/>
            <ac:spMk id="27" creationId="{D41ABF14-C2D4-6F93-BB6C-2EC65DDF611A}"/>
          </ac:spMkLst>
        </pc:spChg>
        <pc:spChg chg="add mod">
          <ac:chgData name="Yuanhe Tian" userId="8b41a650fa060b16" providerId="LiveId" clId="{A7CFACAF-95CA-FE44-8CC2-80888C897F5E}" dt="2025-05-07T03:05:15.048" v="8008" actId="1076"/>
          <ac:spMkLst>
            <pc:docMk/>
            <pc:sldMk cId="678205033" sldId="483"/>
            <ac:spMk id="35" creationId="{82646D88-B159-2073-51CE-498CC597E506}"/>
          </ac:spMkLst>
        </pc:spChg>
        <pc:spChg chg="mod">
          <ac:chgData name="Yuanhe Tian" userId="8b41a650fa060b16" providerId="LiveId" clId="{A7CFACAF-95CA-FE44-8CC2-80888C897F5E}" dt="2025-05-07T03:05:10.657" v="8007"/>
          <ac:spMkLst>
            <pc:docMk/>
            <pc:sldMk cId="678205033" sldId="483"/>
            <ac:spMk id="51" creationId="{7CAF21C1-E7D3-8326-772A-7493A5C10BDC}"/>
          </ac:spMkLst>
        </pc:spChg>
        <pc:spChg chg="mod">
          <ac:chgData name="Yuanhe Tian" userId="8b41a650fa060b16" providerId="LiveId" clId="{A7CFACAF-95CA-FE44-8CC2-80888C897F5E}" dt="2025-05-07T03:05:10.657" v="8007"/>
          <ac:spMkLst>
            <pc:docMk/>
            <pc:sldMk cId="678205033" sldId="483"/>
            <ac:spMk id="65" creationId="{5E0313A2-1FD1-98BA-989F-620714AE7182}"/>
          </ac:spMkLst>
        </pc:spChg>
        <pc:spChg chg="mod">
          <ac:chgData name="Yuanhe Tian" userId="8b41a650fa060b16" providerId="LiveId" clId="{A7CFACAF-95CA-FE44-8CC2-80888C897F5E}" dt="2025-05-07T03:05:10.657" v="8007"/>
          <ac:spMkLst>
            <pc:docMk/>
            <pc:sldMk cId="678205033" sldId="483"/>
            <ac:spMk id="66" creationId="{E29D2F6D-58FD-985F-9041-5F7B65362AB4}"/>
          </ac:spMkLst>
        </pc:spChg>
        <pc:spChg chg="add mod">
          <ac:chgData name="Yuanhe Tian" userId="8b41a650fa060b16" providerId="LiveId" clId="{A7CFACAF-95CA-FE44-8CC2-80888C897F5E}" dt="2025-05-07T03:05:10.657" v="8007"/>
          <ac:spMkLst>
            <pc:docMk/>
            <pc:sldMk cId="678205033" sldId="483"/>
            <ac:spMk id="67" creationId="{A37FCB22-0682-ECF2-065C-8A9C2137F219}"/>
          </ac:spMkLst>
        </pc:spChg>
        <pc:spChg chg="add del mod">
          <ac:chgData name="Yuanhe Tian" userId="8b41a650fa060b16" providerId="LiveId" clId="{A7CFACAF-95CA-FE44-8CC2-80888C897F5E}" dt="2025-05-06T05:48:33.489" v="7892" actId="21"/>
          <ac:spMkLst>
            <pc:docMk/>
            <pc:sldMk cId="678205033" sldId="483"/>
            <ac:spMk id="95" creationId="{E34B9817-A3A5-8E2D-14FD-79A9A9998E77}"/>
          </ac:spMkLst>
        </pc:spChg>
        <pc:spChg chg="del mod">
          <ac:chgData name="Yuanhe Tian" userId="8b41a650fa060b16" providerId="LiveId" clId="{A7CFACAF-95CA-FE44-8CC2-80888C897F5E}" dt="2025-05-06T05:48:33.489" v="7892" actId="21"/>
          <ac:spMkLst>
            <pc:docMk/>
            <pc:sldMk cId="678205033" sldId="483"/>
            <ac:spMk id="106" creationId="{9B549E53-6F57-F06F-2887-274FFF5FF4EB}"/>
          </ac:spMkLst>
        </pc:spChg>
        <pc:spChg chg="del mod">
          <ac:chgData name="Yuanhe Tian" userId="8b41a650fa060b16" providerId="LiveId" clId="{A7CFACAF-95CA-FE44-8CC2-80888C897F5E}" dt="2025-05-06T05:48:33.489" v="7892" actId="21"/>
          <ac:spMkLst>
            <pc:docMk/>
            <pc:sldMk cId="678205033" sldId="483"/>
            <ac:spMk id="108" creationId="{9D5CE059-B834-0F8A-9037-AD746F6DE709}"/>
          </ac:spMkLst>
        </pc:spChg>
        <pc:spChg chg="mod">
          <ac:chgData name="Yuanhe Tian" userId="8b41a650fa060b16" providerId="LiveId" clId="{A7CFACAF-95CA-FE44-8CC2-80888C897F5E}" dt="2025-05-06T05:48:24.355" v="7890"/>
          <ac:spMkLst>
            <pc:docMk/>
            <pc:sldMk cId="678205033" sldId="483"/>
            <ac:spMk id="113" creationId="{13AB72F4-A1C1-75F0-0C6E-D2660B7291A9}"/>
          </ac:spMkLst>
        </pc:spChg>
        <pc:spChg chg="mod">
          <ac:chgData name="Yuanhe Tian" userId="8b41a650fa060b16" providerId="LiveId" clId="{A7CFACAF-95CA-FE44-8CC2-80888C897F5E}" dt="2025-05-06T05:48:24.355" v="7890"/>
          <ac:spMkLst>
            <pc:docMk/>
            <pc:sldMk cId="678205033" sldId="483"/>
            <ac:spMk id="117" creationId="{AC4AA0BF-743C-34CC-8B87-1C8572D42034}"/>
          </ac:spMkLst>
        </pc:spChg>
        <pc:spChg chg="del mod">
          <ac:chgData name="Yuanhe Tian" userId="8b41a650fa060b16" providerId="LiveId" clId="{A7CFACAF-95CA-FE44-8CC2-80888C897F5E}" dt="2025-05-06T05:48:33.489" v="7892" actId="21"/>
          <ac:spMkLst>
            <pc:docMk/>
            <pc:sldMk cId="678205033" sldId="483"/>
            <ac:spMk id="119" creationId="{B1188CBA-7B15-B292-33C8-21C7BDF42F99}"/>
          </ac:spMkLst>
        </pc:spChg>
        <pc:spChg chg="add mod">
          <ac:chgData name="Yuanhe Tian" userId="8b41a650fa060b16" providerId="LiveId" clId="{A7CFACAF-95CA-FE44-8CC2-80888C897F5E}" dt="2025-05-06T05:48:24.355" v="7890"/>
          <ac:spMkLst>
            <pc:docMk/>
            <pc:sldMk cId="678205033" sldId="483"/>
            <ac:spMk id="126" creationId="{7E40011C-9D0F-9805-6F74-4DD2D81BC41E}"/>
          </ac:spMkLst>
        </pc:spChg>
        <pc:spChg chg="del mod">
          <ac:chgData name="Yuanhe Tian" userId="8b41a650fa060b16" providerId="LiveId" clId="{A7CFACAF-95CA-FE44-8CC2-80888C897F5E}" dt="2025-05-06T05:48:33.489" v="7892" actId="21"/>
          <ac:spMkLst>
            <pc:docMk/>
            <pc:sldMk cId="678205033" sldId="483"/>
            <ac:spMk id="193" creationId="{D258DF64-BBFC-009B-699A-BE80E1C97629}"/>
          </ac:spMkLst>
        </pc:spChg>
        <pc:spChg chg="mod">
          <ac:chgData name="Yuanhe Tian" userId="8b41a650fa060b16" providerId="LiveId" clId="{A7CFACAF-95CA-FE44-8CC2-80888C897F5E}" dt="2025-05-06T05:48:24.355" v="7890"/>
          <ac:spMkLst>
            <pc:docMk/>
            <pc:sldMk cId="678205033" sldId="483"/>
            <ac:spMk id="195" creationId="{8939C9E3-8386-D765-E537-A6156369DF59}"/>
          </ac:spMkLst>
        </pc:spChg>
        <pc:spChg chg="del mod">
          <ac:chgData name="Yuanhe Tian" userId="8b41a650fa060b16" providerId="LiveId" clId="{A7CFACAF-95CA-FE44-8CC2-80888C897F5E}" dt="2025-05-06T05:48:33.489" v="7892" actId="21"/>
          <ac:spMkLst>
            <pc:docMk/>
            <pc:sldMk cId="678205033" sldId="483"/>
            <ac:spMk id="200" creationId="{906C3835-8104-2F3D-B9A1-E68B548135D8}"/>
          </ac:spMkLst>
        </pc:spChg>
        <pc:spChg chg="mod">
          <ac:chgData name="Yuanhe Tian" userId="8b41a650fa060b16" providerId="LiveId" clId="{A7CFACAF-95CA-FE44-8CC2-80888C897F5E}" dt="2025-05-06T05:48:24.355" v="7890"/>
          <ac:spMkLst>
            <pc:docMk/>
            <pc:sldMk cId="678205033" sldId="483"/>
            <ac:spMk id="202" creationId="{686E1606-71D0-0DDB-55EB-170D9A45A710}"/>
          </ac:spMkLst>
        </pc:spChg>
        <pc:spChg chg="mod">
          <ac:chgData name="Yuanhe Tian" userId="8b41a650fa060b16" providerId="LiveId" clId="{A7CFACAF-95CA-FE44-8CC2-80888C897F5E}" dt="2025-05-06T05:48:24.355" v="7890"/>
          <ac:spMkLst>
            <pc:docMk/>
            <pc:sldMk cId="678205033" sldId="483"/>
            <ac:spMk id="209" creationId="{DFF7B75D-DF86-F9F5-5205-5EE307946C81}"/>
          </ac:spMkLst>
        </pc:spChg>
        <pc:spChg chg="del mod">
          <ac:chgData name="Yuanhe Tian" userId="8b41a650fa060b16" providerId="LiveId" clId="{A7CFACAF-95CA-FE44-8CC2-80888C897F5E}" dt="2025-05-06T05:48:33.489" v="7892" actId="21"/>
          <ac:spMkLst>
            <pc:docMk/>
            <pc:sldMk cId="678205033" sldId="483"/>
            <ac:spMk id="216" creationId="{713CD43A-A303-6A4F-328B-2DDED05FEBD2}"/>
          </ac:spMkLst>
        </pc:spChg>
        <pc:spChg chg="del mod">
          <ac:chgData name="Yuanhe Tian" userId="8b41a650fa060b16" providerId="LiveId" clId="{A7CFACAF-95CA-FE44-8CC2-80888C897F5E}" dt="2025-05-06T05:48:33.489" v="7892" actId="21"/>
          <ac:spMkLst>
            <pc:docMk/>
            <pc:sldMk cId="678205033" sldId="483"/>
            <ac:spMk id="217" creationId="{2CFB2382-B90E-3F1C-F065-42573348A0B7}"/>
          </ac:spMkLst>
        </pc:spChg>
        <pc:spChg chg="del mod">
          <ac:chgData name="Yuanhe Tian" userId="8b41a650fa060b16" providerId="LiveId" clId="{A7CFACAF-95CA-FE44-8CC2-80888C897F5E}" dt="2025-05-06T05:48:33.489" v="7892" actId="21"/>
          <ac:spMkLst>
            <pc:docMk/>
            <pc:sldMk cId="678205033" sldId="483"/>
            <ac:spMk id="258" creationId="{F0922F05-92C8-0F8E-D23C-FC5137785915}"/>
          </ac:spMkLst>
        </pc:spChg>
        <pc:spChg chg="add mod">
          <ac:chgData name="Yuanhe Tian" userId="8b41a650fa060b16" providerId="LiveId" clId="{A7CFACAF-95CA-FE44-8CC2-80888C897F5E}" dt="2025-05-06T05:48:24.355" v="7890"/>
          <ac:spMkLst>
            <pc:docMk/>
            <pc:sldMk cId="678205033" sldId="483"/>
            <ac:spMk id="273" creationId="{44E3A433-E0D6-C54B-46F3-403BCE726A1E}"/>
          </ac:spMkLst>
        </pc:spChg>
        <pc:spChg chg="mod">
          <ac:chgData name="Yuanhe Tian" userId="8b41a650fa060b16" providerId="LiveId" clId="{A7CFACAF-95CA-FE44-8CC2-80888C897F5E}" dt="2025-05-06T05:48:24.355" v="7890"/>
          <ac:spMkLst>
            <pc:docMk/>
            <pc:sldMk cId="678205033" sldId="483"/>
            <ac:spMk id="281" creationId="{7CEB463B-AE15-69EF-359E-80441782FF8F}"/>
          </ac:spMkLst>
        </pc:spChg>
        <pc:spChg chg="mod">
          <ac:chgData name="Yuanhe Tian" userId="8b41a650fa060b16" providerId="LiveId" clId="{A7CFACAF-95CA-FE44-8CC2-80888C897F5E}" dt="2025-05-06T05:48:24.355" v="7890"/>
          <ac:spMkLst>
            <pc:docMk/>
            <pc:sldMk cId="678205033" sldId="483"/>
            <ac:spMk id="291" creationId="{83E1F030-3F41-34AC-1BCA-B52942A93213}"/>
          </ac:spMkLst>
        </pc:spChg>
        <pc:spChg chg="add del mod">
          <ac:chgData name="Yuanhe Tian" userId="8b41a650fa060b16" providerId="LiveId" clId="{A7CFACAF-95CA-FE44-8CC2-80888C897F5E}" dt="2025-05-07T03:05:10.090" v="8006" actId="478"/>
          <ac:spMkLst>
            <pc:docMk/>
            <pc:sldMk cId="678205033" sldId="483"/>
            <ac:spMk id="292" creationId="{3CD56482-7A14-9B98-F45C-7C2F7A203100}"/>
          </ac:spMkLst>
        </pc:spChg>
        <pc:spChg chg="del mod">
          <ac:chgData name="Yuanhe Tian" userId="8b41a650fa060b16" providerId="LiveId" clId="{A7CFACAF-95CA-FE44-8CC2-80888C897F5E}" dt="2025-05-07T03:05:10.090" v="8006" actId="478"/>
          <ac:spMkLst>
            <pc:docMk/>
            <pc:sldMk cId="678205033" sldId="483"/>
            <ac:spMk id="293" creationId="{0BBB6DF3-D3DB-2E4D-7E01-1C4BE708E5CE}"/>
          </ac:spMkLst>
        </pc:spChg>
        <pc:spChg chg="del mod">
          <ac:chgData name="Yuanhe Tian" userId="8b41a650fa060b16" providerId="LiveId" clId="{A7CFACAF-95CA-FE44-8CC2-80888C897F5E}" dt="2025-05-07T03:05:10.090" v="8006" actId="478"/>
          <ac:spMkLst>
            <pc:docMk/>
            <pc:sldMk cId="678205033" sldId="483"/>
            <ac:spMk id="300" creationId="{5E0874FC-ECD8-77C4-08B2-64D9C73D1EEB}"/>
          </ac:spMkLst>
        </pc:spChg>
        <pc:spChg chg="del mod">
          <ac:chgData name="Yuanhe Tian" userId="8b41a650fa060b16" providerId="LiveId" clId="{A7CFACAF-95CA-FE44-8CC2-80888C897F5E}" dt="2025-05-07T03:05:10.090" v="8006" actId="478"/>
          <ac:spMkLst>
            <pc:docMk/>
            <pc:sldMk cId="678205033" sldId="483"/>
            <ac:spMk id="302" creationId="{0848B09C-9C4C-E860-A041-6CEACF4DDAA6}"/>
          </ac:spMkLst>
        </pc:spChg>
        <pc:spChg chg="mod">
          <ac:chgData name="Yuanhe Tian" userId="8b41a650fa060b16" providerId="LiveId" clId="{A7CFACAF-95CA-FE44-8CC2-80888C897F5E}" dt="2025-05-06T05:49:13.097" v="7918"/>
          <ac:spMkLst>
            <pc:docMk/>
            <pc:sldMk cId="678205033" sldId="483"/>
            <ac:spMk id="307" creationId="{FB52018F-CA2D-D036-5F35-3BD3A2E50352}"/>
          </ac:spMkLst>
        </pc:spChg>
        <pc:spChg chg="del mod">
          <ac:chgData name="Yuanhe Tian" userId="8b41a650fa060b16" providerId="LiveId" clId="{A7CFACAF-95CA-FE44-8CC2-80888C897F5E}" dt="2025-05-07T03:05:10.090" v="8006" actId="478"/>
          <ac:spMkLst>
            <pc:docMk/>
            <pc:sldMk cId="678205033" sldId="483"/>
            <ac:spMk id="313" creationId="{FC3D6AE0-F97D-DD3C-0E68-6B975BDCD2D4}"/>
          </ac:spMkLst>
        </pc:spChg>
        <pc:spChg chg="mod">
          <ac:chgData name="Yuanhe Tian" userId="8b41a650fa060b16" providerId="LiveId" clId="{A7CFACAF-95CA-FE44-8CC2-80888C897F5E}" dt="2025-05-06T05:49:13.097" v="7918"/>
          <ac:spMkLst>
            <pc:docMk/>
            <pc:sldMk cId="678205033" sldId="483"/>
            <ac:spMk id="316" creationId="{E81759EF-BD72-BFE3-318F-440C83606196}"/>
          </ac:spMkLst>
        </pc:spChg>
        <pc:spChg chg="del mod">
          <ac:chgData name="Yuanhe Tian" userId="8b41a650fa060b16" providerId="LiveId" clId="{A7CFACAF-95CA-FE44-8CC2-80888C897F5E}" dt="2025-05-07T03:05:10.090" v="8006" actId="478"/>
          <ac:spMkLst>
            <pc:docMk/>
            <pc:sldMk cId="678205033" sldId="483"/>
            <ac:spMk id="320" creationId="{162E4FA1-01EA-14E0-7322-BF60A1DF6CD2}"/>
          </ac:spMkLst>
        </pc:spChg>
        <pc:spChg chg="del mod">
          <ac:chgData name="Yuanhe Tian" userId="8b41a650fa060b16" providerId="LiveId" clId="{A7CFACAF-95CA-FE44-8CC2-80888C897F5E}" dt="2025-05-07T03:05:10.090" v="8006" actId="478"/>
          <ac:spMkLst>
            <pc:docMk/>
            <pc:sldMk cId="678205033" sldId="483"/>
            <ac:spMk id="321" creationId="{52D930BD-B5A7-B904-234D-9EAFD78FC0B7}"/>
          </ac:spMkLst>
        </pc:spChg>
        <pc:spChg chg="del mod">
          <ac:chgData name="Yuanhe Tian" userId="8b41a650fa060b16" providerId="LiveId" clId="{A7CFACAF-95CA-FE44-8CC2-80888C897F5E}" dt="2025-05-07T03:05:10.090" v="8006" actId="478"/>
          <ac:spMkLst>
            <pc:docMk/>
            <pc:sldMk cId="678205033" sldId="483"/>
            <ac:spMk id="329" creationId="{837774DB-92AA-ABCD-675A-E507412203F7}"/>
          </ac:spMkLst>
        </pc:spChg>
        <pc:spChg chg="mod">
          <ac:chgData name="Yuanhe Tian" userId="8b41a650fa060b16" providerId="LiveId" clId="{A7CFACAF-95CA-FE44-8CC2-80888C897F5E}" dt="2025-05-06T05:49:13.097" v="7918"/>
          <ac:spMkLst>
            <pc:docMk/>
            <pc:sldMk cId="678205033" sldId="483"/>
            <ac:spMk id="345" creationId="{2A50B018-E3B9-1876-DF3E-35C4DC581A2D}"/>
          </ac:spMkLst>
        </pc:spChg>
        <pc:spChg chg="mod">
          <ac:chgData name="Yuanhe Tian" userId="8b41a650fa060b16" providerId="LiveId" clId="{A7CFACAF-95CA-FE44-8CC2-80888C897F5E}" dt="2025-05-06T05:49:13.097" v="7918"/>
          <ac:spMkLst>
            <pc:docMk/>
            <pc:sldMk cId="678205033" sldId="483"/>
            <ac:spMk id="346" creationId="{9C7D3648-786D-2DDB-67F7-0C8CE767412F}"/>
          </ac:spMkLst>
        </pc:spChg>
        <pc:spChg chg="mod">
          <ac:chgData name="Yuanhe Tian" userId="8b41a650fa060b16" providerId="LiveId" clId="{A7CFACAF-95CA-FE44-8CC2-80888C897F5E}" dt="2025-05-06T05:49:13.097" v="7918"/>
          <ac:spMkLst>
            <pc:docMk/>
            <pc:sldMk cId="678205033" sldId="483"/>
            <ac:spMk id="349" creationId="{B7D683A2-660A-9097-0A11-1E3A4E3B221A}"/>
          </ac:spMkLst>
        </pc:spChg>
        <pc:spChg chg="mod">
          <ac:chgData name="Yuanhe Tian" userId="8b41a650fa060b16" providerId="LiveId" clId="{A7CFACAF-95CA-FE44-8CC2-80888C897F5E}" dt="2025-05-06T05:49:13.097" v="7918"/>
          <ac:spMkLst>
            <pc:docMk/>
            <pc:sldMk cId="678205033" sldId="483"/>
            <ac:spMk id="352" creationId="{DDE8E68A-1E5A-1188-3324-979860214E6D}"/>
          </ac:spMkLst>
        </pc:spChg>
        <pc:spChg chg="mod">
          <ac:chgData name="Yuanhe Tian" userId="8b41a650fa060b16" providerId="LiveId" clId="{A7CFACAF-95CA-FE44-8CC2-80888C897F5E}" dt="2025-05-06T05:49:13.097" v="7918"/>
          <ac:spMkLst>
            <pc:docMk/>
            <pc:sldMk cId="678205033" sldId="483"/>
            <ac:spMk id="353" creationId="{2BD2C080-04AF-D965-A9A3-B4B834FEE971}"/>
          </ac:spMkLst>
        </pc:spChg>
        <pc:spChg chg="mod">
          <ac:chgData name="Yuanhe Tian" userId="8b41a650fa060b16" providerId="LiveId" clId="{A7CFACAF-95CA-FE44-8CC2-80888C897F5E}" dt="2025-05-06T05:49:13.097" v="7918"/>
          <ac:spMkLst>
            <pc:docMk/>
            <pc:sldMk cId="678205033" sldId="483"/>
            <ac:spMk id="358" creationId="{C68917B4-D133-BF2D-C543-AA3BFB66554E}"/>
          </ac:spMkLst>
        </pc:spChg>
        <pc:spChg chg="mod">
          <ac:chgData name="Yuanhe Tian" userId="8b41a650fa060b16" providerId="LiveId" clId="{A7CFACAF-95CA-FE44-8CC2-80888C897F5E}" dt="2025-05-06T05:49:13.097" v="7918"/>
          <ac:spMkLst>
            <pc:docMk/>
            <pc:sldMk cId="678205033" sldId="483"/>
            <ac:spMk id="360" creationId="{B9DA4E45-79A5-4423-9623-BA585A848FC7}"/>
          </ac:spMkLst>
        </pc:spChg>
        <pc:grpChg chg="del mod">
          <ac:chgData name="Yuanhe Tian" userId="8b41a650fa060b16" providerId="LiveId" clId="{A7CFACAF-95CA-FE44-8CC2-80888C897F5E}" dt="2025-05-06T05:48:22.978" v="7889" actId="478"/>
          <ac:grpSpMkLst>
            <pc:docMk/>
            <pc:sldMk cId="678205033" sldId="483"/>
            <ac:grpSpMk id="8" creationId="{271E2F6E-7F45-57FC-17E6-AC6B49FAAE6D}"/>
          </ac:grpSpMkLst>
        </pc:grpChg>
        <pc:grpChg chg="del mod">
          <ac:chgData name="Yuanhe Tian" userId="8b41a650fa060b16" providerId="LiveId" clId="{A7CFACAF-95CA-FE44-8CC2-80888C897F5E}" dt="2025-05-06T05:49:26.939" v="7922" actId="165"/>
          <ac:grpSpMkLst>
            <pc:docMk/>
            <pc:sldMk cId="678205033" sldId="483"/>
            <ac:grpSpMk id="332" creationId="{6EE999AB-0F59-1397-E56B-2C2949883136}"/>
          </ac:grpSpMkLst>
        </pc:grpChg>
        <pc:picChg chg="del mod">
          <ac:chgData name="Yuanhe Tian" userId="8b41a650fa060b16" providerId="LiveId" clId="{A7CFACAF-95CA-FE44-8CC2-80888C897F5E}" dt="2025-05-07T03:05:10.090" v="8006" actId="478"/>
          <ac:picMkLst>
            <pc:docMk/>
            <pc:sldMk cId="678205033" sldId="483"/>
            <ac:picMk id="301" creationId="{FCCF0104-9566-DA1E-34FF-7A43E0CD4BD4}"/>
          </ac:picMkLst>
        </pc:picChg>
        <pc:picChg chg="del">
          <ac:chgData name="Yuanhe Tian" userId="8b41a650fa060b16" providerId="LiveId" clId="{A7CFACAF-95CA-FE44-8CC2-80888C897F5E}" dt="2025-05-07T03:05:10.090" v="8006" actId="478"/>
          <ac:picMkLst>
            <pc:docMk/>
            <pc:sldMk cId="678205033" sldId="483"/>
            <ac:picMk id="312" creationId="{FC72C8A4-BC3F-6301-7236-8CD517DC5D42}"/>
          </ac:picMkLst>
        </pc:picChg>
        <pc:picChg chg="mod">
          <ac:chgData name="Yuanhe Tian" userId="8b41a650fa060b16" providerId="LiveId" clId="{A7CFACAF-95CA-FE44-8CC2-80888C897F5E}" dt="2025-05-06T05:49:17.536" v="7919" actId="1076"/>
          <ac:picMkLst>
            <pc:docMk/>
            <pc:sldMk cId="678205033" sldId="483"/>
            <ac:picMk id="328" creationId="{6A0AFB93-3F14-CA91-8DC5-C52A9D176D45}"/>
          </ac:picMkLst>
        </pc:picChg>
        <pc:cxnChg chg="mod">
          <ac:chgData name="Yuanhe Tian" userId="8b41a650fa060b16" providerId="LiveId" clId="{A7CFACAF-95CA-FE44-8CC2-80888C897F5E}" dt="2025-05-06T05:48:22.978" v="7889" actId="478"/>
          <ac:cxnSpMkLst>
            <pc:docMk/>
            <pc:sldMk cId="678205033" sldId="483"/>
            <ac:cxnSpMk id="38" creationId="{62A6F511-A965-0751-6235-A44D10F687F2}"/>
          </ac:cxnSpMkLst>
        </pc:cxnChg>
        <pc:cxnChg chg="mod topLvl">
          <ac:chgData name="Yuanhe Tian" userId="8b41a650fa060b16" providerId="LiveId" clId="{A7CFACAF-95CA-FE44-8CC2-80888C897F5E}" dt="2025-05-06T05:49:32.641" v="7923" actId="1076"/>
          <ac:cxnSpMkLst>
            <pc:docMk/>
            <pc:sldMk cId="678205033" sldId="483"/>
            <ac:cxnSpMk id="333" creationId="{52FC69B6-2DDE-0D03-182D-D53113732DE0}"/>
          </ac:cxnSpMkLst>
        </pc:cxnChg>
        <pc:cxnChg chg="mod topLvl">
          <ac:chgData name="Yuanhe Tian" userId="8b41a650fa060b16" providerId="LiveId" clId="{A7CFACAF-95CA-FE44-8CC2-80888C897F5E}" dt="2025-05-06T05:49:37.343" v="7948" actId="1037"/>
          <ac:cxnSpMkLst>
            <pc:docMk/>
            <pc:sldMk cId="678205033" sldId="483"/>
            <ac:cxnSpMk id="334" creationId="{0C2D1383-1316-EB89-786A-B1EF75005160}"/>
          </ac:cxnSpMkLst>
        </pc:cxnChg>
      </pc:sldChg>
      <pc:sldChg chg="modSp mod modNotesTx">
        <pc:chgData name="Yuanhe Tian" userId="8b41a650fa060b16" providerId="LiveId" clId="{A7CFACAF-95CA-FE44-8CC2-80888C897F5E}" dt="2025-05-05T22:41:43.490" v="7529" actId="20577"/>
        <pc:sldMkLst>
          <pc:docMk/>
          <pc:sldMk cId="322071261" sldId="485"/>
        </pc:sldMkLst>
        <pc:spChg chg="mod">
          <ac:chgData name="Yuanhe Tian" userId="8b41a650fa060b16" providerId="LiveId" clId="{A7CFACAF-95CA-FE44-8CC2-80888C897F5E}" dt="2025-05-05T22:41:43.490" v="7529" actId="20577"/>
          <ac:spMkLst>
            <pc:docMk/>
            <pc:sldMk cId="322071261" sldId="485"/>
            <ac:spMk id="3" creationId="{23BBD44A-C586-85A3-2813-91D3E61E6A1E}"/>
          </ac:spMkLst>
        </pc:spChg>
      </pc:sldChg>
      <pc:sldChg chg="modSp mod">
        <pc:chgData name="Yuanhe Tian" userId="8b41a650fa060b16" providerId="LiveId" clId="{A7CFACAF-95CA-FE44-8CC2-80888C897F5E}" dt="2025-05-05T21:31:38.208" v="6526" actId="20577"/>
        <pc:sldMkLst>
          <pc:docMk/>
          <pc:sldMk cId="3681482467" sldId="4807"/>
        </pc:sldMkLst>
        <pc:spChg chg="mod">
          <ac:chgData name="Yuanhe Tian" userId="8b41a650fa060b16" providerId="LiveId" clId="{A7CFACAF-95CA-FE44-8CC2-80888C897F5E}" dt="2025-05-05T21:31:38.208" v="6526" actId="20577"/>
          <ac:spMkLst>
            <pc:docMk/>
            <pc:sldMk cId="3681482467" sldId="4807"/>
            <ac:spMk id="3" creationId="{23E2AD69-6E26-0C55-779F-29099AD9292C}"/>
          </ac:spMkLst>
        </pc:spChg>
      </pc:sldChg>
      <pc:sldChg chg="addSp delSp modSp mod modNotesTx">
        <pc:chgData name="Yuanhe Tian" userId="8b41a650fa060b16" providerId="LiveId" clId="{A7CFACAF-95CA-FE44-8CC2-80888C897F5E}" dt="2025-05-05T21:46:33.382" v="7099" actId="20577"/>
        <pc:sldMkLst>
          <pc:docMk/>
          <pc:sldMk cId="1629035127" sldId="4809"/>
        </pc:sldMkLst>
        <pc:spChg chg="mod">
          <ac:chgData name="Yuanhe Tian" userId="8b41a650fa060b16" providerId="LiveId" clId="{A7CFACAF-95CA-FE44-8CC2-80888C897F5E}" dt="2025-05-05T20:42:08.445" v="4723" actId="20577"/>
          <ac:spMkLst>
            <pc:docMk/>
            <pc:sldMk cId="1629035127" sldId="4809"/>
            <ac:spMk id="2" creationId="{378F7C65-7EA9-6772-30FD-5B65FAC23B4A}"/>
          </ac:spMkLst>
        </pc:spChg>
        <pc:spChg chg="mod">
          <ac:chgData name="Yuanhe Tian" userId="8b41a650fa060b16" providerId="LiveId" clId="{A7CFACAF-95CA-FE44-8CC2-80888C897F5E}" dt="2025-05-05T21:13:51.329" v="5445" actId="20577"/>
          <ac:spMkLst>
            <pc:docMk/>
            <pc:sldMk cId="1629035127" sldId="4809"/>
            <ac:spMk id="3" creationId="{2092F6EC-12D1-D674-E688-0344369CA149}"/>
          </ac:spMkLst>
        </pc:spChg>
      </pc:sldChg>
      <pc:sldChg chg="addSp delSp modSp mod">
        <pc:chgData name="Yuanhe Tian" userId="8b41a650fa060b16" providerId="LiveId" clId="{A7CFACAF-95CA-FE44-8CC2-80888C897F5E}" dt="2025-05-05T19:58:32.739" v="4711" actId="113"/>
        <pc:sldMkLst>
          <pc:docMk/>
          <pc:sldMk cId="3501328769" sldId="4811"/>
        </pc:sldMkLst>
        <pc:spChg chg="mod">
          <ac:chgData name="Yuanhe Tian" userId="8b41a650fa060b16" providerId="LiveId" clId="{A7CFACAF-95CA-FE44-8CC2-80888C897F5E}" dt="2025-05-03T17:57:04.131" v="2251" actId="1076"/>
          <ac:spMkLst>
            <pc:docMk/>
            <pc:sldMk cId="3501328769" sldId="4811"/>
            <ac:spMk id="2" creationId="{67CD5636-4583-1AD8-BDFF-AAFA25245A64}"/>
          </ac:spMkLst>
        </pc:spChg>
        <pc:spChg chg="mod">
          <ac:chgData name="Yuanhe Tian" userId="8b41a650fa060b16" providerId="LiveId" clId="{A7CFACAF-95CA-FE44-8CC2-80888C897F5E}" dt="2025-05-05T19:58:32.739" v="4711" actId="113"/>
          <ac:spMkLst>
            <pc:docMk/>
            <pc:sldMk cId="3501328769" sldId="4811"/>
            <ac:spMk id="3" creationId="{5DF38B76-B9DA-44A9-9E74-2512B2747605}"/>
          </ac:spMkLst>
        </pc:spChg>
        <pc:spChg chg="mod">
          <ac:chgData name="Yuanhe Tian" userId="8b41a650fa060b16" providerId="LiveId" clId="{A7CFACAF-95CA-FE44-8CC2-80888C897F5E}" dt="2025-05-03T17:57:04.131" v="2251" actId="1076"/>
          <ac:spMkLst>
            <pc:docMk/>
            <pc:sldMk cId="3501328769" sldId="4811"/>
            <ac:spMk id="26" creationId="{37945DF8-A1A5-E78C-E2F5-DB0B8F46F723}"/>
          </ac:spMkLst>
        </pc:spChg>
        <pc:spChg chg="mod">
          <ac:chgData name="Yuanhe Tian" userId="8b41a650fa060b16" providerId="LiveId" clId="{A7CFACAF-95CA-FE44-8CC2-80888C897F5E}" dt="2025-05-03T17:57:04.131" v="2251" actId="1076"/>
          <ac:spMkLst>
            <pc:docMk/>
            <pc:sldMk cId="3501328769" sldId="4811"/>
            <ac:spMk id="27" creationId="{8DDAA3D2-0886-3226-E859-CF0940652C29}"/>
          </ac:spMkLst>
        </pc:spChg>
        <pc:spChg chg="mod">
          <ac:chgData name="Yuanhe Tian" userId="8b41a650fa060b16" providerId="LiveId" clId="{A7CFACAF-95CA-FE44-8CC2-80888C897F5E}" dt="2025-05-03T17:57:04.131" v="2251" actId="1076"/>
          <ac:spMkLst>
            <pc:docMk/>
            <pc:sldMk cId="3501328769" sldId="4811"/>
            <ac:spMk id="28" creationId="{ADEADB2F-6E68-D6B1-68B0-7AE19E1E691C}"/>
          </ac:spMkLst>
        </pc:spChg>
        <pc:spChg chg="mod">
          <ac:chgData name="Yuanhe Tian" userId="8b41a650fa060b16" providerId="LiveId" clId="{A7CFACAF-95CA-FE44-8CC2-80888C897F5E}" dt="2025-05-03T17:57:04.131" v="2251" actId="1076"/>
          <ac:spMkLst>
            <pc:docMk/>
            <pc:sldMk cId="3501328769" sldId="4811"/>
            <ac:spMk id="29" creationId="{9F962C51-A0F3-CEC2-7881-979FE74414F8}"/>
          </ac:spMkLst>
        </pc:spChg>
        <pc:spChg chg="mod">
          <ac:chgData name="Yuanhe Tian" userId="8b41a650fa060b16" providerId="LiveId" clId="{A7CFACAF-95CA-FE44-8CC2-80888C897F5E}" dt="2025-05-03T17:57:04.131" v="2251" actId="1076"/>
          <ac:spMkLst>
            <pc:docMk/>
            <pc:sldMk cId="3501328769" sldId="4811"/>
            <ac:spMk id="30" creationId="{F3A2059C-228D-0AB3-EED7-036B178293F6}"/>
          </ac:spMkLst>
        </pc:spChg>
        <pc:spChg chg="mod">
          <ac:chgData name="Yuanhe Tian" userId="8b41a650fa060b16" providerId="LiveId" clId="{A7CFACAF-95CA-FE44-8CC2-80888C897F5E}" dt="2025-05-03T17:57:04.131" v="2251" actId="1076"/>
          <ac:spMkLst>
            <pc:docMk/>
            <pc:sldMk cId="3501328769" sldId="4811"/>
            <ac:spMk id="31" creationId="{6C12AF5C-7E15-A703-1961-E497EFDF1449}"/>
          </ac:spMkLst>
        </pc:spChg>
        <pc:spChg chg="mod">
          <ac:chgData name="Yuanhe Tian" userId="8b41a650fa060b16" providerId="LiveId" clId="{A7CFACAF-95CA-FE44-8CC2-80888C897F5E}" dt="2025-05-03T17:57:04.131" v="2251" actId="1076"/>
          <ac:spMkLst>
            <pc:docMk/>
            <pc:sldMk cId="3501328769" sldId="4811"/>
            <ac:spMk id="32" creationId="{91B346BD-A8E8-B28A-5F00-EC71FE727DCC}"/>
          </ac:spMkLst>
        </pc:spChg>
        <pc:spChg chg="mod">
          <ac:chgData name="Yuanhe Tian" userId="8b41a650fa060b16" providerId="LiveId" clId="{A7CFACAF-95CA-FE44-8CC2-80888C897F5E}" dt="2025-05-03T17:56:51.340" v="2248"/>
          <ac:spMkLst>
            <pc:docMk/>
            <pc:sldMk cId="3501328769" sldId="4811"/>
            <ac:spMk id="43" creationId="{03086592-4B82-27A5-FA16-67C4E46B40B6}"/>
          </ac:spMkLst>
        </pc:spChg>
        <pc:spChg chg="mod">
          <ac:chgData name="Yuanhe Tian" userId="8b41a650fa060b16" providerId="LiveId" clId="{A7CFACAF-95CA-FE44-8CC2-80888C897F5E}" dt="2025-05-03T17:56:51.340" v="2248"/>
          <ac:spMkLst>
            <pc:docMk/>
            <pc:sldMk cId="3501328769" sldId="4811"/>
            <ac:spMk id="44" creationId="{09671478-F9D7-F63E-B0A0-E501C1FA42DE}"/>
          </ac:spMkLst>
        </pc:spChg>
        <pc:spChg chg="mod">
          <ac:chgData name="Yuanhe Tian" userId="8b41a650fa060b16" providerId="LiveId" clId="{A7CFACAF-95CA-FE44-8CC2-80888C897F5E}" dt="2025-05-03T17:56:51.340" v="2248"/>
          <ac:spMkLst>
            <pc:docMk/>
            <pc:sldMk cId="3501328769" sldId="4811"/>
            <ac:spMk id="52" creationId="{7823C3EC-AE07-2FE7-5993-9BD8B52D84FD}"/>
          </ac:spMkLst>
        </pc:spChg>
        <pc:spChg chg="mod">
          <ac:chgData name="Yuanhe Tian" userId="8b41a650fa060b16" providerId="LiveId" clId="{A7CFACAF-95CA-FE44-8CC2-80888C897F5E}" dt="2025-05-03T17:56:51.340" v="2248"/>
          <ac:spMkLst>
            <pc:docMk/>
            <pc:sldMk cId="3501328769" sldId="4811"/>
            <ac:spMk id="53" creationId="{11F418C7-7C55-17E0-9D79-8D4D1232F569}"/>
          </ac:spMkLst>
        </pc:spChg>
        <pc:spChg chg="mod">
          <ac:chgData name="Yuanhe Tian" userId="8b41a650fa060b16" providerId="LiveId" clId="{A7CFACAF-95CA-FE44-8CC2-80888C897F5E}" dt="2025-05-03T17:56:51.340" v="2248"/>
          <ac:spMkLst>
            <pc:docMk/>
            <pc:sldMk cId="3501328769" sldId="4811"/>
            <ac:spMk id="63" creationId="{175E0BD2-DC6C-6AC9-728F-5FC927383336}"/>
          </ac:spMkLst>
        </pc:spChg>
        <pc:spChg chg="mod">
          <ac:chgData name="Yuanhe Tian" userId="8b41a650fa060b16" providerId="LiveId" clId="{A7CFACAF-95CA-FE44-8CC2-80888C897F5E}" dt="2025-05-03T17:56:51.340" v="2248"/>
          <ac:spMkLst>
            <pc:docMk/>
            <pc:sldMk cId="3501328769" sldId="4811"/>
            <ac:spMk id="66" creationId="{4055CEE4-B7FD-4013-7A04-CB005ADA697F}"/>
          </ac:spMkLst>
        </pc:spChg>
        <pc:spChg chg="mod">
          <ac:chgData name="Yuanhe Tian" userId="8b41a650fa060b16" providerId="LiveId" clId="{A7CFACAF-95CA-FE44-8CC2-80888C897F5E}" dt="2025-05-03T17:56:51.340" v="2248"/>
          <ac:spMkLst>
            <pc:docMk/>
            <pc:sldMk cId="3501328769" sldId="4811"/>
            <ac:spMk id="67" creationId="{DE4ECD0A-52A4-883F-3BA9-C87CDAE65B8C}"/>
          </ac:spMkLst>
        </pc:spChg>
        <pc:spChg chg="mod">
          <ac:chgData name="Yuanhe Tian" userId="8b41a650fa060b16" providerId="LiveId" clId="{A7CFACAF-95CA-FE44-8CC2-80888C897F5E}" dt="2025-05-03T17:56:51.340" v="2248"/>
          <ac:spMkLst>
            <pc:docMk/>
            <pc:sldMk cId="3501328769" sldId="4811"/>
            <ac:spMk id="80" creationId="{FC865866-641A-87E9-EE64-A6504ED0E03C}"/>
          </ac:spMkLst>
        </pc:spChg>
        <pc:spChg chg="mod">
          <ac:chgData name="Yuanhe Tian" userId="8b41a650fa060b16" providerId="LiveId" clId="{A7CFACAF-95CA-FE44-8CC2-80888C897F5E}" dt="2025-05-03T17:56:51.340" v="2248"/>
          <ac:spMkLst>
            <pc:docMk/>
            <pc:sldMk cId="3501328769" sldId="4811"/>
            <ac:spMk id="81" creationId="{39ACEA18-2055-91C7-F5F5-CE92CFE71087}"/>
          </ac:spMkLst>
        </pc:spChg>
        <pc:spChg chg="mod">
          <ac:chgData name="Yuanhe Tian" userId="8b41a650fa060b16" providerId="LiveId" clId="{A7CFACAF-95CA-FE44-8CC2-80888C897F5E}" dt="2025-05-03T17:57:04.131" v="2251" actId="1076"/>
          <ac:spMkLst>
            <pc:docMk/>
            <pc:sldMk cId="3501328769" sldId="4811"/>
            <ac:spMk id="83" creationId="{FA21E0A7-0A11-22AA-8B1C-9CD49B38B7C5}"/>
          </ac:spMkLst>
        </pc:spChg>
        <pc:spChg chg="mod">
          <ac:chgData name="Yuanhe Tian" userId="8b41a650fa060b16" providerId="LiveId" clId="{A7CFACAF-95CA-FE44-8CC2-80888C897F5E}" dt="2025-05-03T17:57:04.131" v="2251" actId="1076"/>
          <ac:spMkLst>
            <pc:docMk/>
            <pc:sldMk cId="3501328769" sldId="4811"/>
            <ac:spMk id="84" creationId="{6AC4150B-FF94-BE48-DEAA-A3302ADEE6D9}"/>
          </ac:spMkLst>
        </pc:spChg>
        <pc:spChg chg="add mod">
          <ac:chgData name="Yuanhe Tian" userId="8b41a650fa060b16" providerId="LiveId" clId="{A7CFACAF-95CA-FE44-8CC2-80888C897F5E}" dt="2025-05-03T20:07:17.708" v="2354" actId="1076"/>
          <ac:spMkLst>
            <pc:docMk/>
            <pc:sldMk cId="3501328769" sldId="4811"/>
            <ac:spMk id="85" creationId="{A2E52E40-4211-0ED6-A175-911C48E832C5}"/>
          </ac:spMkLst>
        </pc:spChg>
      </pc:sldChg>
      <pc:sldChg chg="addSp delSp modSp mod modNotesTx">
        <pc:chgData name="Yuanhe Tian" userId="8b41a650fa060b16" providerId="LiveId" clId="{A7CFACAF-95CA-FE44-8CC2-80888C897F5E}" dt="2025-05-05T19:57:12.996" v="4702" actId="20577"/>
        <pc:sldMkLst>
          <pc:docMk/>
          <pc:sldMk cId="407204864" sldId="4812"/>
        </pc:sldMkLst>
        <pc:spChg chg="mod">
          <ac:chgData name="Yuanhe Tian" userId="8b41a650fa060b16" providerId="LiveId" clId="{A7CFACAF-95CA-FE44-8CC2-80888C897F5E}" dt="2025-05-03T17:44:22.124" v="1453" actId="20577"/>
          <ac:spMkLst>
            <pc:docMk/>
            <pc:sldMk cId="407204864" sldId="4812"/>
            <ac:spMk id="2" creationId="{DC1C1BC1-353E-07A4-95D0-65DA194E7271}"/>
          </ac:spMkLst>
        </pc:spChg>
        <pc:spChg chg="mod topLvl">
          <ac:chgData name="Yuanhe Tian" userId="8b41a650fa060b16" providerId="LiveId" clId="{A7CFACAF-95CA-FE44-8CC2-80888C897F5E}" dt="2025-05-05T19:50:55.040" v="4634" actId="1076"/>
          <ac:spMkLst>
            <pc:docMk/>
            <pc:sldMk cId="407204864" sldId="4812"/>
            <ac:spMk id="8" creationId="{917062D9-5F66-2566-4E34-5B59A17FEEB2}"/>
          </ac:spMkLst>
        </pc:spChg>
        <pc:spChg chg="mod">
          <ac:chgData name="Yuanhe Tian" userId="8b41a650fa060b16" providerId="LiveId" clId="{A7CFACAF-95CA-FE44-8CC2-80888C897F5E}" dt="2025-05-05T19:57:12.996" v="4702" actId="20577"/>
          <ac:spMkLst>
            <pc:docMk/>
            <pc:sldMk cId="407204864" sldId="4812"/>
            <ac:spMk id="13" creationId="{0D681FBF-97E6-70B7-4293-8875387C0DC3}"/>
          </ac:spMkLst>
        </pc:spChg>
        <pc:spChg chg="mod">
          <ac:chgData name="Yuanhe Tian" userId="8b41a650fa060b16" providerId="LiveId" clId="{A7CFACAF-95CA-FE44-8CC2-80888C897F5E}" dt="2025-05-03T17:46:23.171" v="1581" actId="165"/>
          <ac:spMkLst>
            <pc:docMk/>
            <pc:sldMk cId="407204864" sldId="4812"/>
            <ac:spMk id="46" creationId="{73EB6152-ACC0-63FA-428A-B83E90F7E083}"/>
          </ac:spMkLst>
        </pc:spChg>
        <pc:spChg chg="mod">
          <ac:chgData name="Yuanhe Tian" userId="8b41a650fa060b16" providerId="LiveId" clId="{A7CFACAF-95CA-FE44-8CC2-80888C897F5E}" dt="2025-05-03T17:46:23.171" v="1581" actId="165"/>
          <ac:spMkLst>
            <pc:docMk/>
            <pc:sldMk cId="407204864" sldId="4812"/>
            <ac:spMk id="47" creationId="{CA172BE4-D6F9-F1BC-7D8C-EFAB5322A7D0}"/>
          </ac:spMkLst>
        </pc:spChg>
        <pc:spChg chg="mod">
          <ac:chgData name="Yuanhe Tian" userId="8b41a650fa060b16" providerId="LiveId" clId="{A7CFACAF-95CA-FE44-8CC2-80888C897F5E}" dt="2025-05-03T17:46:23.171" v="1581" actId="165"/>
          <ac:spMkLst>
            <pc:docMk/>
            <pc:sldMk cId="407204864" sldId="4812"/>
            <ac:spMk id="55" creationId="{3F9BE15F-9399-2D0C-F6DE-D51DD47B6809}"/>
          </ac:spMkLst>
        </pc:spChg>
        <pc:spChg chg="mod">
          <ac:chgData name="Yuanhe Tian" userId="8b41a650fa060b16" providerId="LiveId" clId="{A7CFACAF-95CA-FE44-8CC2-80888C897F5E}" dt="2025-05-03T17:46:23.171" v="1581" actId="165"/>
          <ac:spMkLst>
            <pc:docMk/>
            <pc:sldMk cId="407204864" sldId="4812"/>
            <ac:spMk id="62" creationId="{DE92A404-FA13-22FC-1D57-0B0CF49BCAA9}"/>
          </ac:spMkLst>
        </pc:spChg>
        <pc:spChg chg="mod">
          <ac:chgData name="Yuanhe Tian" userId="8b41a650fa060b16" providerId="LiveId" clId="{A7CFACAF-95CA-FE44-8CC2-80888C897F5E}" dt="2025-05-03T17:46:23.171" v="1581" actId="165"/>
          <ac:spMkLst>
            <pc:docMk/>
            <pc:sldMk cId="407204864" sldId="4812"/>
            <ac:spMk id="65" creationId="{CFE57D3D-6289-E567-57E3-B45CE209F7DB}"/>
          </ac:spMkLst>
        </pc:spChg>
        <pc:spChg chg="add mod topLvl">
          <ac:chgData name="Yuanhe Tian" userId="8b41a650fa060b16" providerId="LiveId" clId="{A7CFACAF-95CA-FE44-8CC2-80888C897F5E}" dt="2025-05-03T17:47:31.864" v="1615" actId="1076"/>
          <ac:spMkLst>
            <pc:docMk/>
            <pc:sldMk cId="407204864" sldId="4812"/>
            <ac:spMk id="68" creationId="{87E615F1-CA3F-C675-027C-455A68F4DEE1}"/>
          </ac:spMkLst>
        </pc:spChg>
        <pc:spChg chg="add mod topLvl">
          <ac:chgData name="Yuanhe Tian" userId="8b41a650fa060b16" providerId="LiveId" clId="{A7CFACAF-95CA-FE44-8CC2-80888C897F5E}" dt="2025-05-03T17:47:31.864" v="1615" actId="1076"/>
          <ac:spMkLst>
            <pc:docMk/>
            <pc:sldMk cId="407204864" sldId="4812"/>
            <ac:spMk id="69" creationId="{EF8ACA81-BCB2-954F-9AE3-17049DB007F9}"/>
          </ac:spMkLst>
        </pc:spChg>
        <pc:spChg chg="add mod">
          <ac:chgData name="Yuanhe Tian" userId="8b41a650fa060b16" providerId="LiveId" clId="{A7CFACAF-95CA-FE44-8CC2-80888C897F5E}" dt="2025-05-03T17:47:31.864" v="1615" actId="1076"/>
          <ac:spMkLst>
            <pc:docMk/>
            <pc:sldMk cId="407204864" sldId="4812"/>
            <ac:spMk id="71" creationId="{168FF6AD-D6C3-D14F-5D40-70CBFAED97E9}"/>
          </ac:spMkLst>
        </pc:spChg>
        <pc:spChg chg="add mod">
          <ac:chgData name="Yuanhe Tian" userId="8b41a650fa060b16" providerId="LiveId" clId="{A7CFACAF-95CA-FE44-8CC2-80888C897F5E}" dt="2025-05-03T17:47:31.864" v="1615" actId="1076"/>
          <ac:spMkLst>
            <pc:docMk/>
            <pc:sldMk cId="407204864" sldId="4812"/>
            <ac:spMk id="74" creationId="{F91F3E6F-AD5E-8E18-23F7-E510F8A22D0D}"/>
          </ac:spMkLst>
        </pc:spChg>
        <pc:grpChg chg="mod topLvl">
          <ac:chgData name="Yuanhe Tian" userId="8b41a650fa060b16" providerId="LiveId" clId="{A7CFACAF-95CA-FE44-8CC2-80888C897F5E}" dt="2025-05-03T17:47:31.864" v="1615" actId="1076"/>
          <ac:grpSpMkLst>
            <pc:docMk/>
            <pc:sldMk cId="407204864" sldId="4812"/>
            <ac:grpSpMk id="5" creationId="{EB3224C9-A245-7A4F-3B40-999D668D4FE5}"/>
          </ac:grpSpMkLst>
        </pc:grpChg>
        <pc:grpChg chg="mod">
          <ac:chgData name="Yuanhe Tian" userId="8b41a650fa060b16" providerId="LiveId" clId="{A7CFACAF-95CA-FE44-8CC2-80888C897F5E}" dt="2025-05-03T17:46:23.171" v="1581" actId="165"/>
          <ac:grpSpMkLst>
            <pc:docMk/>
            <pc:sldMk cId="407204864" sldId="4812"/>
            <ac:grpSpMk id="59" creationId="{B9AAB141-649D-0228-D430-59AAC0BC05E7}"/>
          </ac:grpSpMkLst>
        </pc:grpChg>
        <pc:cxnChg chg="add mod">
          <ac:chgData name="Yuanhe Tian" userId="8b41a650fa060b16" providerId="LiveId" clId="{A7CFACAF-95CA-FE44-8CC2-80888C897F5E}" dt="2025-05-03T17:47:31.864" v="1615" actId="1076"/>
          <ac:cxnSpMkLst>
            <pc:docMk/>
            <pc:sldMk cId="407204864" sldId="4812"/>
            <ac:cxnSpMk id="72" creationId="{11D1E5F4-5E8E-77B4-DE44-482803673965}"/>
          </ac:cxnSpMkLst>
        </pc:cxnChg>
      </pc:sldChg>
      <pc:sldChg chg="addSp modSp mod modNotesTx">
        <pc:chgData name="Yuanhe Tian" userId="8b41a650fa060b16" providerId="LiveId" clId="{A7CFACAF-95CA-FE44-8CC2-80888C897F5E}" dt="2025-05-05T22:36:29.183" v="7258" actId="20577"/>
        <pc:sldMkLst>
          <pc:docMk/>
          <pc:sldMk cId="657011884" sldId="4813"/>
        </pc:sldMkLst>
        <pc:spChg chg="mod">
          <ac:chgData name="Yuanhe Tian" userId="8b41a650fa060b16" providerId="LiveId" clId="{A7CFACAF-95CA-FE44-8CC2-80888C897F5E}" dt="2025-05-05T22:36:29.183" v="7258" actId="20577"/>
          <ac:spMkLst>
            <pc:docMk/>
            <pc:sldMk cId="657011884" sldId="4813"/>
            <ac:spMk id="3" creationId="{0A8D2371-5DF6-FD21-E9D2-EED79D6DFD7F}"/>
          </ac:spMkLst>
        </pc:spChg>
        <pc:spChg chg="add mod">
          <ac:chgData name="Yuanhe Tian" userId="8b41a650fa060b16" providerId="LiveId" clId="{A7CFACAF-95CA-FE44-8CC2-80888C897F5E}" dt="2025-05-03T20:40:46.122" v="3175" actId="207"/>
          <ac:spMkLst>
            <pc:docMk/>
            <pc:sldMk cId="657011884" sldId="4813"/>
            <ac:spMk id="6" creationId="{C3C07BF4-A8BB-EBEE-2EF2-73BBBD83BBF7}"/>
          </ac:spMkLst>
        </pc:spChg>
      </pc:sldChg>
      <pc:sldChg chg="addSp delSp modSp mod">
        <pc:chgData name="Yuanhe Tian" userId="8b41a650fa060b16" providerId="LiveId" clId="{A7CFACAF-95CA-FE44-8CC2-80888C897F5E}" dt="2025-05-03T21:05:10.755" v="3863" actId="20577"/>
        <pc:sldMkLst>
          <pc:docMk/>
          <pc:sldMk cId="1399919941" sldId="4814"/>
        </pc:sldMkLst>
        <pc:spChg chg="mod">
          <ac:chgData name="Yuanhe Tian" userId="8b41a650fa060b16" providerId="LiveId" clId="{A7CFACAF-95CA-FE44-8CC2-80888C897F5E}" dt="2025-05-03T21:05:10.755" v="3863" actId="20577"/>
          <ac:spMkLst>
            <pc:docMk/>
            <pc:sldMk cId="1399919941" sldId="4814"/>
            <ac:spMk id="3" creationId="{612129BB-C35D-7A99-598C-D6031A1C4987}"/>
          </ac:spMkLst>
        </pc:spChg>
        <pc:spChg chg="mod topLvl">
          <ac:chgData name="Yuanhe Tian" userId="8b41a650fa060b16" providerId="LiveId" clId="{A7CFACAF-95CA-FE44-8CC2-80888C897F5E}" dt="2025-05-03T21:02:06.404" v="3597" actId="14100"/>
          <ac:spMkLst>
            <pc:docMk/>
            <pc:sldMk cId="1399919941" sldId="4814"/>
            <ac:spMk id="8" creationId="{D3507F08-5BDA-2B5E-30E3-729EF60C2CE3}"/>
          </ac:spMkLst>
        </pc:spChg>
        <pc:spChg chg="mod topLvl">
          <ac:chgData name="Yuanhe Tian" userId="8b41a650fa060b16" providerId="LiveId" clId="{A7CFACAF-95CA-FE44-8CC2-80888C897F5E}" dt="2025-05-03T21:03:34.924" v="3664" actId="20577"/>
          <ac:spMkLst>
            <pc:docMk/>
            <pc:sldMk cId="1399919941" sldId="4814"/>
            <ac:spMk id="10" creationId="{4ECE0F68-F43C-CF1F-59A0-B3105AE08675}"/>
          </ac:spMkLst>
        </pc:spChg>
        <pc:spChg chg="mod topLvl">
          <ac:chgData name="Yuanhe Tian" userId="8b41a650fa060b16" providerId="LiveId" clId="{A7CFACAF-95CA-FE44-8CC2-80888C897F5E}" dt="2025-05-03T21:02:01.585" v="3596" actId="1076"/>
          <ac:spMkLst>
            <pc:docMk/>
            <pc:sldMk cId="1399919941" sldId="4814"/>
            <ac:spMk id="18" creationId="{C221AB8F-D58D-02BA-0DA2-85BF0A025998}"/>
          </ac:spMkLst>
        </pc:spChg>
        <pc:spChg chg="mod">
          <ac:chgData name="Yuanhe Tian" userId="8b41a650fa060b16" providerId="LiveId" clId="{A7CFACAF-95CA-FE44-8CC2-80888C897F5E}" dt="2025-05-03T20:59:14.198" v="3452" actId="165"/>
          <ac:spMkLst>
            <pc:docMk/>
            <pc:sldMk cId="1399919941" sldId="4814"/>
            <ac:spMk id="25" creationId="{3C77F121-5AC9-8B08-9F3B-641D97E6B2A0}"/>
          </ac:spMkLst>
        </pc:spChg>
        <pc:spChg chg="mod">
          <ac:chgData name="Yuanhe Tian" userId="8b41a650fa060b16" providerId="LiveId" clId="{A7CFACAF-95CA-FE44-8CC2-80888C897F5E}" dt="2025-05-03T20:59:14.198" v="3452" actId="165"/>
          <ac:spMkLst>
            <pc:docMk/>
            <pc:sldMk cId="1399919941" sldId="4814"/>
            <ac:spMk id="28" creationId="{3163F1BB-5492-A27C-750A-2B8FB7E34EA9}"/>
          </ac:spMkLst>
        </pc:spChg>
        <pc:spChg chg="add mod">
          <ac:chgData name="Yuanhe Tian" userId="8b41a650fa060b16" providerId="LiveId" clId="{A7CFACAF-95CA-FE44-8CC2-80888C897F5E}" dt="2025-05-03T21:02:11.054" v="3598" actId="1076"/>
          <ac:spMkLst>
            <pc:docMk/>
            <pc:sldMk cId="1399919941" sldId="4814"/>
            <ac:spMk id="31" creationId="{734B8E86-BE10-66F8-12A4-BA8B75ECFD48}"/>
          </ac:spMkLst>
        </pc:spChg>
        <pc:spChg chg="add mod">
          <ac:chgData name="Yuanhe Tian" userId="8b41a650fa060b16" providerId="LiveId" clId="{A7CFACAF-95CA-FE44-8CC2-80888C897F5E}" dt="2025-05-03T21:02:01.585" v="3596" actId="1076"/>
          <ac:spMkLst>
            <pc:docMk/>
            <pc:sldMk cId="1399919941" sldId="4814"/>
            <ac:spMk id="32" creationId="{CBACDEA3-7EBE-F503-D748-D1383F7EFB5A}"/>
          </ac:spMkLst>
        </pc:spChg>
        <pc:spChg chg="add mod">
          <ac:chgData name="Yuanhe Tian" userId="8b41a650fa060b16" providerId="LiveId" clId="{A7CFACAF-95CA-FE44-8CC2-80888C897F5E}" dt="2025-05-03T21:02:01.585" v="3596" actId="1076"/>
          <ac:spMkLst>
            <pc:docMk/>
            <pc:sldMk cId="1399919941" sldId="4814"/>
            <ac:spMk id="33" creationId="{5F0CC584-0007-E13F-B1EF-CEECC6883E6C}"/>
          </ac:spMkLst>
        </pc:spChg>
        <pc:spChg chg="add mod">
          <ac:chgData name="Yuanhe Tian" userId="8b41a650fa060b16" providerId="LiveId" clId="{A7CFACAF-95CA-FE44-8CC2-80888C897F5E}" dt="2025-05-03T21:02:01.585" v="3596" actId="1076"/>
          <ac:spMkLst>
            <pc:docMk/>
            <pc:sldMk cId="1399919941" sldId="4814"/>
            <ac:spMk id="34" creationId="{7D20F96C-C54E-B40C-779B-56DABB0EA02C}"/>
          </ac:spMkLst>
        </pc:spChg>
        <pc:spChg chg="add mod">
          <ac:chgData name="Yuanhe Tian" userId="8b41a650fa060b16" providerId="LiveId" clId="{A7CFACAF-95CA-FE44-8CC2-80888C897F5E}" dt="2025-05-03T21:02:01.585" v="3596" actId="1076"/>
          <ac:spMkLst>
            <pc:docMk/>
            <pc:sldMk cId="1399919941" sldId="4814"/>
            <ac:spMk id="36" creationId="{CF372BDC-993B-B883-6BDE-893C45B95032}"/>
          </ac:spMkLst>
        </pc:spChg>
        <pc:spChg chg="add mod">
          <ac:chgData name="Yuanhe Tian" userId="8b41a650fa060b16" providerId="LiveId" clId="{A7CFACAF-95CA-FE44-8CC2-80888C897F5E}" dt="2025-05-03T21:02:01.585" v="3596" actId="1076"/>
          <ac:spMkLst>
            <pc:docMk/>
            <pc:sldMk cId="1399919941" sldId="4814"/>
            <ac:spMk id="37" creationId="{CDAF85A1-3B5B-09A1-B085-EBCEFBA9F4CD}"/>
          </ac:spMkLst>
        </pc:spChg>
        <pc:spChg chg="mod">
          <ac:chgData name="Yuanhe Tian" userId="8b41a650fa060b16" providerId="LiveId" clId="{A7CFACAF-95CA-FE44-8CC2-80888C897F5E}" dt="2025-05-03T21:00:07.250" v="3497"/>
          <ac:spMkLst>
            <pc:docMk/>
            <pc:sldMk cId="1399919941" sldId="4814"/>
            <ac:spMk id="42" creationId="{DE6B0184-C87F-9E29-723F-0BBE54820863}"/>
          </ac:spMkLst>
        </pc:spChg>
        <pc:spChg chg="add mod">
          <ac:chgData name="Yuanhe Tian" userId="8b41a650fa060b16" providerId="LiveId" clId="{A7CFACAF-95CA-FE44-8CC2-80888C897F5E}" dt="2025-05-03T21:02:01.585" v="3596" actId="1076"/>
          <ac:spMkLst>
            <pc:docMk/>
            <pc:sldMk cId="1399919941" sldId="4814"/>
            <ac:spMk id="54" creationId="{5F1E518E-1FE8-D4E0-265B-73D0DE661503}"/>
          </ac:spMkLst>
        </pc:spChg>
        <pc:spChg chg="add mod">
          <ac:chgData name="Yuanhe Tian" userId="8b41a650fa060b16" providerId="LiveId" clId="{A7CFACAF-95CA-FE44-8CC2-80888C897F5E}" dt="2025-05-03T21:02:40.945" v="3628" actId="1038"/>
          <ac:spMkLst>
            <pc:docMk/>
            <pc:sldMk cId="1399919941" sldId="4814"/>
            <ac:spMk id="57" creationId="{05A27C86-3E38-BF8E-BABF-3A85756EB80B}"/>
          </ac:spMkLst>
        </pc:spChg>
        <pc:grpChg chg="mod topLvl">
          <ac:chgData name="Yuanhe Tian" userId="8b41a650fa060b16" providerId="LiveId" clId="{A7CFACAF-95CA-FE44-8CC2-80888C897F5E}" dt="2025-05-03T20:59:56.545" v="3496" actId="1036"/>
          <ac:grpSpMkLst>
            <pc:docMk/>
            <pc:sldMk cId="1399919941" sldId="4814"/>
            <ac:grpSpMk id="14" creationId="{1B3E40CF-CA28-87E1-8451-37AA873FC3F9}"/>
          </ac:grpSpMkLst>
        </pc:grpChg>
        <pc:grpChg chg="mod topLvl">
          <ac:chgData name="Yuanhe Tian" userId="8b41a650fa060b16" providerId="LiveId" clId="{A7CFACAF-95CA-FE44-8CC2-80888C897F5E}" dt="2025-05-03T20:59:14.198" v="3452" actId="165"/>
          <ac:grpSpMkLst>
            <pc:docMk/>
            <pc:sldMk cId="1399919941" sldId="4814"/>
            <ac:grpSpMk id="22" creationId="{C1269F6E-7617-3E2A-B568-A1E7271A4D46}"/>
          </ac:grpSpMkLst>
        </pc:grpChg>
        <pc:grpChg chg="add mod">
          <ac:chgData name="Yuanhe Tian" userId="8b41a650fa060b16" providerId="LiveId" clId="{A7CFACAF-95CA-FE44-8CC2-80888C897F5E}" dt="2025-05-03T21:01:05.037" v="3565" actId="1036"/>
          <ac:grpSpMkLst>
            <pc:docMk/>
            <pc:sldMk cId="1399919941" sldId="4814"/>
            <ac:grpSpMk id="41" creationId="{A123EC14-2BD8-FD0E-743B-084523442C24}"/>
          </ac:grpSpMkLst>
        </pc:grpChg>
        <pc:cxnChg chg="mod">
          <ac:chgData name="Yuanhe Tian" userId="8b41a650fa060b16" providerId="LiveId" clId="{A7CFACAF-95CA-FE44-8CC2-80888C897F5E}" dt="2025-05-03T20:59:56.545" v="3496" actId="1036"/>
          <ac:cxnSpMkLst>
            <pc:docMk/>
            <pc:sldMk cId="1399919941" sldId="4814"/>
            <ac:cxnSpMk id="11" creationId="{DC0116E2-2533-165B-DEA0-26A74B7A4E27}"/>
          </ac:cxnSpMkLst>
        </pc:cxnChg>
        <pc:cxnChg chg="mod">
          <ac:chgData name="Yuanhe Tian" userId="8b41a650fa060b16" providerId="LiveId" clId="{A7CFACAF-95CA-FE44-8CC2-80888C897F5E}" dt="2025-05-03T20:59:56.545" v="3496" actId="1036"/>
          <ac:cxnSpMkLst>
            <pc:docMk/>
            <pc:sldMk cId="1399919941" sldId="4814"/>
            <ac:cxnSpMk id="12" creationId="{7744C555-044A-FEB6-5FA1-54C835BEBBE7}"/>
          </ac:cxnSpMkLst>
        </pc:cxnChg>
        <pc:cxnChg chg="mod">
          <ac:chgData name="Yuanhe Tian" userId="8b41a650fa060b16" providerId="LiveId" clId="{A7CFACAF-95CA-FE44-8CC2-80888C897F5E}" dt="2025-05-03T20:59:56.545" v="3496" actId="1036"/>
          <ac:cxnSpMkLst>
            <pc:docMk/>
            <pc:sldMk cId="1399919941" sldId="4814"/>
            <ac:cxnSpMk id="15" creationId="{218F7A16-01F8-DA46-8E8A-96FCE23D7D53}"/>
          </ac:cxnSpMkLst>
        </pc:cxnChg>
        <pc:cxnChg chg="mod">
          <ac:chgData name="Yuanhe Tian" userId="8b41a650fa060b16" providerId="LiveId" clId="{A7CFACAF-95CA-FE44-8CC2-80888C897F5E}" dt="2025-05-03T21:00:26.565" v="3499" actId="14100"/>
          <ac:cxnSpMkLst>
            <pc:docMk/>
            <pc:sldMk cId="1399919941" sldId="4814"/>
            <ac:cxnSpMk id="16" creationId="{E2643660-F5BE-E40B-C038-48D685BC0F2F}"/>
          </ac:cxnSpMkLst>
        </pc:cxnChg>
        <pc:cxnChg chg="mod">
          <ac:chgData name="Yuanhe Tian" userId="8b41a650fa060b16" providerId="LiveId" clId="{A7CFACAF-95CA-FE44-8CC2-80888C897F5E}" dt="2025-05-03T21:00:43.115" v="3540" actId="14100"/>
          <ac:cxnSpMkLst>
            <pc:docMk/>
            <pc:sldMk cId="1399919941" sldId="4814"/>
            <ac:cxnSpMk id="17" creationId="{EF3B925F-FAA0-3693-E289-84E385BF719D}"/>
          </ac:cxnSpMkLst>
        </pc:cxnChg>
        <pc:cxnChg chg="mod topLvl">
          <ac:chgData name="Yuanhe Tian" userId="8b41a650fa060b16" providerId="LiveId" clId="{A7CFACAF-95CA-FE44-8CC2-80888C897F5E}" dt="2025-05-03T21:00:47.022" v="3560" actId="1035"/>
          <ac:cxnSpMkLst>
            <pc:docMk/>
            <pc:sldMk cId="1399919941" sldId="4814"/>
            <ac:cxnSpMk id="19" creationId="{1B3BF452-BDC2-F3C8-ADD3-4C53F7EF342B}"/>
          </ac:cxnSpMkLst>
        </pc:cxnChg>
        <pc:cxnChg chg="mod">
          <ac:chgData name="Yuanhe Tian" userId="8b41a650fa060b16" providerId="LiveId" clId="{A7CFACAF-95CA-FE44-8CC2-80888C897F5E}" dt="2025-05-03T21:00:50.827" v="3561" actId="14100"/>
          <ac:cxnSpMkLst>
            <pc:docMk/>
            <pc:sldMk cId="1399919941" sldId="4814"/>
            <ac:cxnSpMk id="20" creationId="{536B7605-76EA-768A-BCF1-37AD97D5273B}"/>
          </ac:cxnSpMkLst>
        </pc:cxnChg>
        <pc:cxnChg chg="mod">
          <ac:chgData name="Yuanhe Tian" userId="8b41a650fa060b16" providerId="LiveId" clId="{A7CFACAF-95CA-FE44-8CC2-80888C897F5E}" dt="2025-05-03T21:00:36.851" v="3520" actId="14100"/>
          <ac:cxnSpMkLst>
            <pc:docMk/>
            <pc:sldMk cId="1399919941" sldId="4814"/>
            <ac:cxnSpMk id="23" creationId="{022D8766-48C4-93A9-7EA9-C994B07D9240}"/>
          </ac:cxnSpMkLst>
        </pc:cxnChg>
        <pc:cxnChg chg="mod">
          <ac:chgData name="Yuanhe Tian" userId="8b41a650fa060b16" providerId="LiveId" clId="{A7CFACAF-95CA-FE44-8CC2-80888C897F5E}" dt="2025-05-03T20:59:14.198" v="3452" actId="165"/>
          <ac:cxnSpMkLst>
            <pc:docMk/>
            <pc:sldMk cId="1399919941" sldId="4814"/>
            <ac:cxnSpMk id="27" creationId="{7EF609B1-36F3-99D1-8B64-205E0DDD863E}"/>
          </ac:cxnSpMkLst>
        </pc:cxnChg>
        <pc:cxnChg chg="mod">
          <ac:chgData name="Yuanhe Tian" userId="8b41a650fa060b16" providerId="LiveId" clId="{A7CFACAF-95CA-FE44-8CC2-80888C897F5E}" dt="2025-05-03T21:00:33.229" v="3519" actId="1035"/>
          <ac:cxnSpMkLst>
            <pc:docMk/>
            <pc:sldMk cId="1399919941" sldId="4814"/>
            <ac:cxnSpMk id="35" creationId="{A6D0E942-9461-B5A5-DD4A-7CA556E665D0}"/>
          </ac:cxnSpMkLst>
        </pc:cxnChg>
        <pc:cxnChg chg="add mod">
          <ac:chgData name="Yuanhe Tian" userId="8b41a650fa060b16" providerId="LiveId" clId="{A7CFACAF-95CA-FE44-8CC2-80888C897F5E}" dt="2025-05-03T21:01:36.029" v="3586" actId="1036"/>
          <ac:cxnSpMkLst>
            <pc:docMk/>
            <pc:sldMk cId="1399919941" sldId="4814"/>
            <ac:cxnSpMk id="38" creationId="{ABCD3062-E7D3-F1BF-BBAA-E4C5EEBEFE5B}"/>
          </ac:cxnSpMkLst>
        </pc:cxnChg>
        <pc:cxnChg chg="add mod">
          <ac:chgData name="Yuanhe Tian" userId="8b41a650fa060b16" providerId="LiveId" clId="{A7CFACAF-95CA-FE44-8CC2-80888C897F5E}" dt="2025-05-03T21:01:42.832" v="3592" actId="14100"/>
          <ac:cxnSpMkLst>
            <pc:docMk/>
            <pc:sldMk cId="1399919941" sldId="4814"/>
            <ac:cxnSpMk id="39" creationId="{854761E4-C544-4F6B-DFEC-AEB0A4F1328B}"/>
          </ac:cxnSpMkLst>
        </pc:cxnChg>
        <pc:cxnChg chg="add mod">
          <ac:chgData name="Yuanhe Tian" userId="8b41a650fa060b16" providerId="LiveId" clId="{A7CFACAF-95CA-FE44-8CC2-80888C897F5E}" dt="2025-05-03T21:01:05.037" v="3565" actId="1036"/>
          <ac:cxnSpMkLst>
            <pc:docMk/>
            <pc:sldMk cId="1399919941" sldId="4814"/>
            <ac:cxnSpMk id="40" creationId="{6D8485CA-DE21-F307-965A-BD3B15E57CB4}"/>
          </ac:cxnSpMkLst>
        </pc:cxnChg>
        <pc:cxnChg chg="mod">
          <ac:chgData name="Yuanhe Tian" userId="8b41a650fa060b16" providerId="LiveId" clId="{A7CFACAF-95CA-FE44-8CC2-80888C897F5E}" dt="2025-05-03T21:00:07.250" v="3497"/>
          <ac:cxnSpMkLst>
            <pc:docMk/>
            <pc:sldMk cId="1399919941" sldId="4814"/>
            <ac:cxnSpMk id="43" creationId="{C96F9FCB-8878-2645-2EA7-9831AFC24C33}"/>
          </ac:cxnSpMkLst>
        </pc:cxnChg>
        <pc:cxnChg chg="mod">
          <ac:chgData name="Yuanhe Tian" userId="8b41a650fa060b16" providerId="LiveId" clId="{A7CFACAF-95CA-FE44-8CC2-80888C897F5E}" dt="2025-05-03T21:00:07.250" v="3497"/>
          <ac:cxnSpMkLst>
            <pc:docMk/>
            <pc:sldMk cId="1399919941" sldId="4814"/>
            <ac:cxnSpMk id="44" creationId="{D33A3F47-17C2-F614-3D8A-4F9D9E4B046F}"/>
          </ac:cxnSpMkLst>
        </pc:cxnChg>
        <pc:cxnChg chg="add mod">
          <ac:chgData name="Yuanhe Tian" userId="8b41a650fa060b16" providerId="LiveId" clId="{A7CFACAF-95CA-FE44-8CC2-80888C897F5E}" dt="2025-05-03T21:01:05.037" v="3565" actId="1036"/>
          <ac:cxnSpMkLst>
            <pc:docMk/>
            <pc:sldMk cId="1399919941" sldId="4814"/>
            <ac:cxnSpMk id="45" creationId="{D93D382B-BF48-FCE0-C6F3-999B4D74023E}"/>
          </ac:cxnSpMkLst>
        </pc:cxnChg>
        <pc:cxnChg chg="add mod">
          <ac:chgData name="Yuanhe Tian" userId="8b41a650fa060b16" providerId="LiveId" clId="{A7CFACAF-95CA-FE44-8CC2-80888C897F5E}" dt="2025-05-03T21:01:24.063" v="3569" actId="1038"/>
          <ac:cxnSpMkLst>
            <pc:docMk/>
            <pc:sldMk cId="1399919941" sldId="4814"/>
            <ac:cxnSpMk id="46" creationId="{9BF88A18-FC4D-4B9F-2458-B5744486168C}"/>
          </ac:cxnSpMkLst>
        </pc:cxnChg>
        <pc:cxnChg chg="add mod">
          <ac:chgData name="Yuanhe Tian" userId="8b41a650fa060b16" providerId="LiveId" clId="{A7CFACAF-95CA-FE44-8CC2-80888C897F5E}" dt="2025-05-03T21:02:23.646" v="3601" actId="14100"/>
          <ac:cxnSpMkLst>
            <pc:docMk/>
            <pc:sldMk cId="1399919941" sldId="4814"/>
            <ac:cxnSpMk id="55" creationId="{13B3FEAF-17B9-A83F-F3F6-3FCD8AC13139}"/>
          </ac:cxnSpMkLst>
        </pc:cxnChg>
      </pc:sldChg>
      <pc:sldChg chg="ord modNotesTx">
        <pc:chgData name="Yuanhe Tian" userId="8b41a650fa060b16" providerId="LiveId" clId="{A7CFACAF-95CA-FE44-8CC2-80888C897F5E}" dt="2025-05-03T22:01:10.448" v="4514" actId="20577"/>
        <pc:sldMkLst>
          <pc:docMk/>
          <pc:sldMk cId="3221062343" sldId="4815"/>
        </pc:sldMkLst>
      </pc:sldChg>
      <pc:sldChg chg="modSp mod">
        <pc:chgData name="Yuanhe Tian" userId="8b41a650fa060b16" providerId="LiveId" clId="{A7CFACAF-95CA-FE44-8CC2-80888C897F5E}" dt="2025-05-03T20:37:34.255" v="3136" actId="20577"/>
        <pc:sldMkLst>
          <pc:docMk/>
          <pc:sldMk cId="469449259" sldId="4840"/>
        </pc:sldMkLst>
        <pc:spChg chg="mod">
          <ac:chgData name="Yuanhe Tian" userId="8b41a650fa060b16" providerId="LiveId" clId="{A7CFACAF-95CA-FE44-8CC2-80888C897F5E}" dt="2025-05-03T20:37:34.255" v="3136" actId="20577"/>
          <ac:spMkLst>
            <pc:docMk/>
            <pc:sldMk cId="469449259" sldId="4840"/>
            <ac:spMk id="10" creationId="{72BB82E5-D5EF-6A1D-E86E-152055025CE2}"/>
          </ac:spMkLst>
        </pc:spChg>
      </pc:sldChg>
      <pc:sldChg chg="modSp mod">
        <pc:chgData name="Yuanhe Tian" userId="8b41a650fa060b16" providerId="LiveId" clId="{A7CFACAF-95CA-FE44-8CC2-80888C897F5E}" dt="2025-05-03T17:16:29.552" v="3" actId="20577"/>
        <pc:sldMkLst>
          <pc:docMk/>
          <pc:sldMk cId="0" sldId="4841"/>
        </pc:sldMkLst>
        <pc:spChg chg="mod">
          <ac:chgData name="Yuanhe Tian" userId="8b41a650fa060b16" providerId="LiveId" clId="{A7CFACAF-95CA-FE44-8CC2-80888C897F5E}" dt="2025-05-03T17:16:29.552" v="3" actId="20577"/>
          <ac:spMkLst>
            <pc:docMk/>
            <pc:sldMk cId="0" sldId="4841"/>
            <ac:spMk id="6" creationId="{00000000-0000-0000-0000-000000000000}"/>
          </ac:spMkLst>
        </pc:spChg>
      </pc:sldChg>
      <pc:sldChg chg="addSp delSp modSp mod modNotesTx">
        <pc:chgData name="Yuanhe Tian" userId="8b41a650fa060b16" providerId="LiveId" clId="{A7CFACAF-95CA-FE44-8CC2-80888C897F5E}" dt="2025-05-03T17:31:35.347" v="532" actId="20577"/>
        <pc:sldMkLst>
          <pc:docMk/>
          <pc:sldMk cId="489376879" sldId="4843"/>
        </pc:sldMkLst>
        <pc:spChg chg="mod">
          <ac:chgData name="Yuanhe Tian" userId="8b41a650fa060b16" providerId="LiveId" clId="{A7CFACAF-95CA-FE44-8CC2-80888C897F5E}" dt="2025-05-03T17:19:08.769" v="17" actId="20577"/>
          <ac:spMkLst>
            <pc:docMk/>
            <pc:sldMk cId="489376879" sldId="4843"/>
            <ac:spMk id="2" creationId="{6496C1D1-2DF3-D106-7D23-457ADB6AC0D1}"/>
          </ac:spMkLst>
        </pc:spChg>
        <pc:spChg chg="add mod">
          <ac:chgData name="Yuanhe Tian" userId="8b41a650fa060b16" providerId="LiveId" clId="{A7CFACAF-95CA-FE44-8CC2-80888C897F5E}" dt="2025-05-03T17:23:41.972" v="169" actId="5793"/>
          <ac:spMkLst>
            <pc:docMk/>
            <pc:sldMk cId="489376879" sldId="4843"/>
            <ac:spMk id="3" creationId="{96B5980C-8C7D-5B13-7413-5EA1771440D0}"/>
          </ac:spMkLst>
        </pc:spChg>
        <pc:spChg chg="mod">
          <ac:chgData name="Yuanhe Tian" userId="8b41a650fa060b16" providerId="LiveId" clId="{A7CFACAF-95CA-FE44-8CC2-80888C897F5E}" dt="2025-05-03T17:31:08.314" v="464" actId="20577"/>
          <ac:spMkLst>
            <pc:docMk/>
            <pc:sldMk cId="489376879" sldId="4843"/>
            <ac:spMk id="6" creationId="{0536E8CF-333D-5251-7532-F30C81024DAE}"/>
          </ac:spMkLst>
        </pc:spChg>
        <pc:spChg chg="add mod">
          <ac:chgData name="Yuanhe Tian" userId="8b41a650fa060b16" providerId="LiveId" clId="{A7CFACAF-95CA-FE44-8CC2-80888C897F5E}" dt="2025-05-03T17:23:39.140" v="167" actId="5793"/>
          <ac:spMkLst>
            <pc:docMk/>
            <pc:sldMk cId="489376879" sldId="4843"/>
            <ac:spMk id="13" creationId="{647DB03D-D6F1-F721-BD12-89571E156F28}"/>
          </ac:spMkLst>
        </pc:spChg>
        <pc:spChg chg="add mod">
          <ac:chgData name="Yuanhe Tian" userId="8b41a650fa060b16" providerId="LiveId" clId="{A7CFACAF-95CA-FE44-8CC2-80888C897F5E}" dt="2025-05-03T17:23:35.754" v="165" actId="404"/>
          <ac:spMkLst>
            <pc:docMk/>
            <pc:sldMk cId="489376879" sldId="4843"/>
            <ac:spMk id="14" creationId="{A4D1D077-3CFF-7AE4-B55F-62EC2C59EC35}"/>
          </ac:spMkLst>
        </pc:spChg>
        <pc:spChg chg="add mod">
          <ac:chgData name="Yuanhe Tian" userId="8b41a650fa060b16" providerId="LiveId" clId="{A7CFACAF-95CA-FE44-8CC2-80888C897F5E}" dt="2025-05-03T17:23:35.754" v="165" actId="404"/>
          <ac:spMkLst>
            <pc:docMk/>
            <pc:sldMk cId="489376879" sldId="4843"/>
            <ac:spMk id="15" creationId="{F78D0F06-968A-7F81-862D-6D1C00C43A5B}"/>
          </ac:spMkLst>
        </pc:spChg>
        <pc:spChg chg="mod">
          <ac:chgData name="Yuanhe Tian" userId="8b41a650fa060b16" providerId="LiveId" clId="{A7CFACAF-95CA-FE44-8CC2-80888C897F5E}" dt="2025-05-03T17:23:35.754" v="165" actId="404"/>
          <ac:spMkLst>
            <pc:docMk/>
            <pc:sldMk cId="489376879" sldId="4843"/>
            <ac:spMk id="17" creationId="{A611E34C-C2F3-6C7F-6D5B-4201C522824E}"/>
          </ac:spMkLst>
        </pc:spChg>
        <pc:spChg chg="add mod">
          <ac:chgData name="Yuanhe Tian" userId="8b41a650fa060b16" providerId="LiveId" clId="{A7CFACAF-95CA-FE44-8CC2-80888C897F5E}" dt="2025-05-03T17:23:35.754" v="165" actId="404"/>
          <ac:spMkLst>
            <pc:docMk/>
            <pc:sldMk cId="489376879" sldId="4843"/>
            <ac:spMk id="19" creationId="{BB19064E-91C1-7C39-2C29-B291C25B0650}"/>
          </ac:spMkLst>
        </pc:spChg>
        <pc:spChg chg="add mod">
          <ac:chgData name="Yuanhe Tian" userId="8b41a650fa060b16" providerId="LiveId" clId="{A7CFACAF-95CA-FE44-8CC2-80888C897F5E}" dt="2025-05-03T17:23:35.754" v="165" actId="404"/>
          <ac:spMkLst>
            <pc:docMk/>
            <pc:sldMk cId="489376879" sldId="4843"/>
            <ac:spMk id="20" creationId="{ED1D9C52-3497-A6D3-8EFF-CA9A273153B2}"/>
          </ac:spMkLst>
        </pc:spChg>
        <pc:spChg chg="add mod">
          <ac:chgData name="Yuanhe Tian" userId="8b41a650fa060b16" providerId="LiveId" clId="{A7CFACAF-95CA-FE44-8CC2-80888C897F5E}" dt="2025-05-03T17:29:12.693" v="302" actId="1076"/>
          <ac:spMkLst>
            <pc:docMk/>
            <pc:sldMk cId="489376879" sldId="4843"/>
            <ac:spMk id="21" creationId="{0123D80B-675D-1837-6C88-2BC0CB82D794}"/>
          </ac:spMkLst>
        </pc:spChg>
        <pc:spChg chg="add mod">
          <ac:chgData name="Yuanhe Tian" userId="8b41a650fa060b16" providerId="LiveId" clId="{A7CFACAF-95CA-FE44-8CC2-80888C897F5E}" dt="2025-05-03T17:23:35.754" v="165" actId="404"/>
          <ac:spMkLst>
            <pc:docMk/>
            <pc:sldMk cId="489376879" sldId="4843"/>
            <ac:spMk id="23" creationId="{00197685-6A77-8EEB-E1FB-4148EC0CAA94}"/>
          </ac:spMkLst>
        </pc:spChg>
        <pc:spChg chg="add mod">
          <ac:chgData name="Yuanhe Tian" userId="8b41a650fa060b16" providerId="LiveId" clId="{A7CFACAF-95CA-FE44-8CC2-80888C897F5E}" dt="2025-05-03T17:29:19.197" v="303" actId="164"/>
          <ac:spMkLst>
            <pc:docMk/>
            <pc:sldMk cId="489376879" sldId="4843"/>
            <ac:spMk id="25" creationId="{3FCA27D6-91AB-AFD0-0CF7-4396945CFCCF}"/>
          </ac:spMkLst>
        </pc:spChg>
        <pc:spChg chg="add mod">
          <ac:chgData name="Yuanhe Tian" userId="8b41a650fa060b16" providerId="LiveId" clId="{A7CFACAF-95CA-FE44-8CC2-80888C897F5E}" dt="2025-05-03T17:29:19.197" v="303" actId="164"/>
          <ac:spMkLst>
            <pc:docMk/>
            <pc:sldMk cId="489376879" sldId="4843"/>
            <ac:spMk id="26" creationId="{38591483-2A70-2191-A6AA-D18B9A7A0123}"/>
          </ac:spMkLst>
        </pc:spChg>
        <pc:spChg chg="add mod">
          <ac:chgData name="Yuanhe Tian" userId="8b41a650fa060b16" providerId="LiveId" clId="{A7CFACAF-95CA-FE44-8CC2-80888C897F5E}" dt="2025-05-03T17:29:19.197" v="303" actId="164"/>
          <ac:spMkLst>
            <pc:docMk/>
            <pc:sldMk cId="489376879" sldId="4843"/>
            <ac:spMk id="27" creationId="{BF3DFD77-5BB1-4B08-5564-9B9E3FFDD72B}"/>
          </ac:spMkLst>
        </pc:spChg>
        <pc:spChg chg="add mod">
          <ac:chgData name="Yuanhe Tian" userId="8b41a650fa060b16" providerId="LiveId" clId="{A7CFACAF-95CA-FE44-8CC2-80888C897F5E}" dt="2025-05-03T17:28:28.511" v="264" actId="20577"/>
          <ac:spMkLst>
            <pc:docMk/>
            <pc:sldMk cId="489376879" sldId="4843"/>
            <ac:spMk id="28" creationId="{835DAC87-5EA3-B3CA-A71F-CDD9882D19F4}"/>
          </ac:spMkLst>
        </pc:spChg>
        <pc:spChg chg="add mod">
          <ac:chgData name="Yuanhe Tian" userId="8b41a650fa060b16" providerId="LiveId" clId="{A7CFACAF-95CA-FE44-8CC2-80888C897F5E}" dt="2025-05-03T17:28:33.316" v="269" actId="20577"/>
          <ac:spMkLst>
            <pc:docMk/>
            <pc:sldMk cId="489376879" sldId="4843"/>
            <ac:spMk id="29" creationId="{4724A2E4-1D69-60B1-CE8C-823343B25DF4}"/>
          </ac:spMkLst>
        </pc:spChg>
        <pc:spChg chg="add mod">
          <ac:chgData name="Yuanhe Tian" userId="8b41a650fa060b16" providerId="LiveId" clId="{A7CFACAF-95CA-FE44-8CC2-80888C897F5E}" dt="2025-05-03T17:28:37.509" v="274" actId="20577"/>
          <ac:spMkLst>
            <pc:docMk/>
            <pc:sldMk cId="489376879" sldId="4843"/>
            <ac:spMk id="30" creationId="{C41EC8E3-C40D-E869-0DE2-7E2674539884}"/>
          </ac:spMkLst>
        </pc:spChg>
        <pc:spChg chg="add mod">
          <ac:chgData name="Yuanhe Tian" userId="8b41a650fa060b16" providerId="LiveId" clId="{A7CFACAF-95CA-FE44-8CC2-80888C897F5E}" dt="2025-05-03T17:29:19.197" v="303" actId="164"/>
          <ac:spMkLst>
            <pc:docMk/>
            <pc:sldMk cId="489376879" sldId="4843"/>
            <ac:spMk id="31" creationId="{079F987B-892E-15A5-59B0-94D79C6FB9E4}"/>
          </ac:spMkLst>
        </pc:spChg>
        <pc:spChg chg="add mod">
          <ac:chgData name="Yuanhe Tian" userId="8b41a650fa060b16" providerId="LiveId" clId="{A7CFACAF-95CA-FE44-8CC2-80888C897F5E}" dt="2025-05-03T17:29:19.197" v="303" actId="164"/>
          <ac:spMkLst>
            <pc:docMk/>
            <pc:sldMk cId="489376879" sldId="4843"/>
            <ac:spMk id="32" creationId="{AC2C1A60-19E3-8539-3814-600EDF2EF566}"/>
          </ac:spMkLst>
        </pc:spChg>
        <pc:spChg chg="add mod">
          <ac:chgData name="Yuanhe Tian" userId="8b41a650fa060b16" providerId="LiveId" clId="{A7CFACAF-95CA-FE44-8CC2-80888C897F5E}" dt="2025-05-03T17:29:19.197" v="303" actId="164"/>
          <ac:spMkLst>
            <pc:docMk/>
            <pc:sldMk cId="489376879" sldId="4843"/>
            <ac:spMk id="33" creationId="{25C9016D-392D-BDF9-67DC-DC408441336E}"/>
          </ac:spMkLst>
        </pc:spChg>
        <pc:spChg chg="add mod">
          <ac:chgData name="Yuanhe Tian" userId="8b41a650fa060b16" providerId="LiveId" clId="{A7CFACAF-95CA-FE44-8CC2-80888C897F5E}" dt="2025-05-03T17:29:19.197" v="303" actId="164"/>
          <ac:spMkLst>
            <pc:docMk/>
            <pc:sldMk cId="489376879" sldId="4843"/>
            <ac:spMk id="34" creationId="{148CAADE-2782-D931-9846-69DEC3988FDB}"/>
          </ac:spMkLst>
        </pc:spChg>
        <pc:spChg chg="add mod">
          <ac:chgData name="Yuanhe Tian" userId="8b41a650fa060b16" providerId="LiveId" clId="{A7CFACAF-95CA-FE44-8CC2-80888C897F5E}" dt="2025-05-03T17:29:19.197" v="303" actId="164"/>
          <ac:spMkLst>
            <pc:docMk/>
            <pc:sldMk cId="489376879" sldId="4843"/>
            <ac:spMk id="37" creationId="{A2E47F7E-5C59-AE31-7E08-AD302BA31FBE}"/>
          </ac:spMkLst>
        </pc:spChg>
        <pc:spChg chg="add mod">
          <ac:chgData name="Yuanhe Tian" userId="8b41a650fa060b16" providerId="LiveId" clId="{A7CFACAF-95CA-FE44-8CC2-80888C897F5E}" dt="2025-05-03T17:27:13.238" v="222" actId="1076"/>
          <ac:spMkLst>
            <pc:docMk/>
            <pc:sldMk cId="489376879" sldId="4843"/>
            <ac:spMk id="38" creationId="{68CCF05A-996A-AFC7-9CEB-5F45A04E59D4}"/>
          </ac:spMkLst>
        </pc:spChg>
        <pc:spChg chg="add mod">
          <ac:chgData name="Yuanhe Tian" userId="8b41a650fa060b16" providerId="LiveId" clId="{A7CFACAF-95CA-FE44-8CC2-80888C897F5E}" dt="2025-05-03T17:29:19.197" v="303" actId="164"/>
          <ac:spMkLst>
            <pc:docMk/>
            <pc:sldMk cId="489376879" sldId="4843"/>
            <ac:spMk id="39" creationId="{351B238C-8E5D-77EC-87C1-08287A647708}"/>
          </ac:spMkLst>
        </pc:spChg>
        <pc:spChg chg="add mod">
          <ac:chgData name="Yuanhe Tian" userId="8b41a650fa060b16" providerId="LiveId" clId="{A7CFACAF-95CA-FE44-8CC2-80888C897F5E}" dt="2025-05-03T17:29:19.197" v="303" actId="164"/>
          <ac:spMkLst>
            <pc:docMk/>
            <pc:sldMk cId="489376879" sldId="4843"/>
            <ac:spMk id="40" creationId="{A2B41F55-3285-EF0B-ADEA-345A41A87E57}"/>
          </ac:spMkLst>
        </pc:spChg>
        <pc:spChg chg="add mod">
          <ac:chgData name="Yuanhe Tian" userId="8b41a650fa060b16" providerId="LiveId" clId="{A7CFACAF-95CA-FE44-8CC2-80888C897F5E}" dt="2025-05-03T17:29:03.195" v="298" actId="1076"/>
          <ac:spMkLst>
            <pc:docMk/>
            <pc:sldMk cId="489376879" sldId="4843"/>
            <ac:spMk id="41" creationId="{8DF3AD39-9D92-18B5-AF78-B5B9E9B49FE1}"/>
          </ac:spMkLst>
        </pc:spChg>
        <pc:grpChg chg="mod">
          <ac:chgData name="Yuanhe Tian" userId="8b41a650fa060b16" providerId="LiveId" clId="{A7CFACAF-95CA-FE44-8CC2-80888C897F5E}" dt="2025-05-03T17:29:23.616" v="305" actId="1076"/>
          <ac:grpSpMkLst>
            <pc:docMk/>
            <pc:sldMk cId="489376879" sldId="4843"/>
            <ac:grpSpMk id="24" creationId="{80397509-72F5-CF28-E28E-2B76EBAF55C7}"/>
          </ac:grpSpMkLst>
        </pc:grpChg>
        <pc:grpChg chg="mod">
          <ac:chgData name="Yuanhe Tian" userId="8b41a650fa060b16" providerId="LiveId" clId="{A7CFACAF-95CA-FE44-8CC2-80888C897F5E}" dt="2025-05-03T17:29:20.575" v="304" actId="1076"/>
          <ac:grpSpMkLst>
            <pc:docMk/>
            <pc:sldMk cId="489376879" sldId="4843"/>
            <ac:grpSpMk id="42" creationId="{0817F3A6-C12A-C90C-DDA1-D0EFFD189F26}"/>
          </ac:grpSpMkLst>
        </pc:grpChg>
        <pc:picChg chg="mod">
          <ac:chgData name="Yuanhe Tian" userId="8b41a650fa060b16" providerId="LiveId" clId="{A7CFACAF-95CA-FE44-8CC2-80888C897F5E}" dt="2025-05-03T17:23:27.495" v="160" actId="164"/>
          <ac:picMkLst>
            <pc:docMk/>
            <pc:sldMk cId="489376879" sldId="4843"/>
            <ac:picMk id="22" creationId="{6F1BE105-1522-F103-C63D-4FB5165D1749}"/>
          </ac:picMkLst>
        </pc:picChg>
      </pc:sldChg>
      <pc:sldChg chg="delSp mod">
        <pc:chgData name="Yuanhe Tian" userId="8b41a650fa060b16" providerId="LiveId" clId="{A7CFACAF-95CA-FE44-8CC2-80888C897F5E}" dt="2025-05-03T17:43:00.898" v="1423" actId="478"/>
        <pc:sldMkLst>
          <pc:docMk/>
          <pc:sldMk cId="3437470044" sldId="4844"/>
        </pc:sldMkLst>
      </pc:sldChg>
      <pc:sldChg chg="addSp delSp modSp mod modNotesTx">
        <pc:chgData name="Yuanhe Tian" userId="8b41a650fa060b16" providerId="LiveId" clId="{A7CFACAF-95CA-FE44-8CC2-80888C897F5E}" dt="2025-05-03T17:38:27.695" v="977" actId="20577"/>
        <pc:sldMkLst>
          <pc:docMk/>
          <pc:sldMk cId="248284181" sldId="4846"/>
        </pc:sldMkLst>
        <pc:spChg chg="mod">
          <ac:chgData name="Yuanhe Tian" userId="8b41a650fa060b16" providerId="LiveId" clId="{A7CFACAF-95CA-FE44-8CC2-80888C897F5E}" dt="2025-05-03T17:32:08.166" v="545" actId="20577"/>
          <ac:spMkLst>
            <pc:docMk/>
            <pc:sldMk cId="248284181" sldId="4846"/>
            <ac:spMk id="2" creationId="{AF4BA6E8-FCE3-3D4A-642E-E378E21D14A1}"/>
          </ac:spMkLst>
        </pc:spChg>
        <pc:spChg chg="mod">
          <ac:chgData name="Yuanhe Tian" userId="8b41a650fa060b16" providerId="LiveId" clId="{A7CFACAF-95CA-FE44-8CC2-80888C897F5E}" dt="2025-05-03T17:37:44.562" v="918" actId="20577"/>
          <ac:spMkLst>
            <pc:docMk/>
            <pc:sldMk cId="248284181" sldId="4846"/>
            <ac:spMk id="6" creationId="{EEC5F846-9016-A054-53E8-EAE6FB39BAAA}"/>
          </ac:spMkLst>
        </pc:spChg>
        <pc:spChg chg="add mod">
          <ac:chgData name="Yuanhe Tian" userId="8b41a650fa060b16" providerId="LiveId" clId="{A7CFACAF-95CA-FE44-8CC2-80888C897F5E}" dt="2025-05-03T17:37:07.295" v="814" actId="1076"/>
          <ac:spMkLst>
            <pc:docMk/>
            <pc:sldMk cId="248284181" sldId="4846"/>
            <ac:spMk id="14" creationId="{78CFB40F-CE45-627C-D0C5-1CCA83E0135F}"/>
          </ac:spMkLst>
        </pc:spChg>
        <pc:spChg chg="add mod">
          <ac:chgData name="Yuanhe Tian" userId="8b41a650fa060b16" providerId="LiveId" clId="{A7CFACAF-95CA-FE44-8CC2-80888C897F5E}" dt="2025-05-03T17:37:07.295" v="814" actId="1076"/>
          <ac:spMkLst>
            <pc:docMk/>
            <pc:sldMk cId="248284181" sldId="4846"/>
            <ac:spMk id="15" creationId="{BBF54AA3-DE31-12DA-5986-765BCA690E28}"/>
          </ac:spMkLst>
        </pc:spChg>
        <pc:spChg chg="add mod">
          <ac:chgData name="Yuanhe Tian" userId="8b41a650fa060b16" providerId="LiveId" clId="{A7CFACAF-95CA-FE44-8CC2-80888C897F5E}" dt="2025-05-03T17:37:07.295" v="814" actId="1076"/>
          <ac:spMkLst>
            <pc:docMk/>
            <pc:sldMk cId="248284181" sldId="4846"/>
            <ac:spMk id="16" creationId="{E4B31D08-6788-57EF-8871-FADB235FB993}"/>
          </ac:spMkLst>
        </pc:spChg>
        <pc:spChg chg="add mod">
          <ac:chgData name="Yuanhe Tian" userId="8b41a650fa060b16" providerId="LiveId" clId="{A7CFACAF-95CA-FE44-8CC2-80888C897F5E}" dt="2025-05-03T17:37:07.295" v="814" actId="1076"/>
          <ac:spMkLst>
            <pc:docMk/>
            <pc:sldMk cId="248284181" sldId="4846"/>
            <ac:spMk id="17" creationId="{04CE89D5-9E43-DCF7-C1C1-491C997C3B57}"/>
          </ac:spMkLst>
        </pc:spChg>
        <pc:spChg chg="add mod">
          <ac:chgData name="Yuanhe Tian" userId="8b41a650fa060b16" providerId="LiveId" clId="{A7CFACAF-95CA-FE44-8CC2-80888C897F5E}" dt="2025-05-03T17:37:07.295" v="814" actId="1076"/>
          <ac:spMkLst>
            <pc:docMk/>
            <pc:sldMk cId="248284181" sldId="4846"/>
            <ac:spMk id="18" creationId="{5B00E96B-42EF-082E-B8F9-0358A4ACA081}"/>
          </ac:spMkLst>
        </pc:spChg>
        <pc:spChg chg="add mod">
          <ac:chgData name="Yuanhe Tian" userId="8b41a650fa060b16" providerId="LiveId" clId="{A7CFACAF-95CA-FE44-8CC2-80888C897F5E}" dt="2025-05-03T17:37:07.295" v="814" actId="1076"/>
          <ac:spMkLst>
            <pc:docMk/>
            <pc:sldMk cId="248284181" sldId="4846"/>
            <ac:spMk id="19" creationId="{7FBB3582-DDFD-CD32-3DF4-91521AC9A1E9}"/>
          </ac:spMkLst>
        </pc:spChg>
        <pc:spChg chg="add mod">
          <ac:chgData name="Yuanhe Tian" userId="8b41a650fa060b16" providerId="LiveId" clId="{A7CFACAF-95CA-FE44-8CC2-80888C897F5E}" dt="2025-05-03T17:37:07.295" v="814" actId="1076"/>
          <ac:spMkLst>
            <pc:docMk/>
            <pc:sldMk cId="248284181" sldId="4846"/>
            <ac:spMk id="20" creationId="{361A6D05-A3C7-78B0-DEAD-EC617D69F732}"/>
          </ac:spMkLst>
        </pc:spChg>
        <pc:spChg chg="add mod">
          <ac:chgData name="Yuanhe Tian" userId="8b41a650fa060b16" providerId="LiveId" clId="{A7CFACAF-95CA-FE44-8CC2-80888C897F5E}" dt="2025-05-03T17:37:07.295" v="814" actId="1076"/>
          <ac:spMkLst>
            <pc:docMk/>
            <pc:sldMk cId="248284181" sldId="4846"/>
            <ac:spMk id="21" creationId="{7A8745E4-0C30-A62B-36AC-8D778227EB1B}"/>
          </ac:spMkLst>
        </pc:spChg>
        <pc:picChg chg="add mod">
          <ac:chgData name="Yuanhe Tian" userId="8b41a650fa060b16" providerId="LiveId" clId="{A7CFACAF-95CA-FE44-8CC2-80888C897F5E}" dt="2025-05-03T17:37:07.295" v="814" actId="1076"/>
          <ac:picMkLst>
            <pc:docMk/>
            <pc:sldMk cId="248284181" sldId="4846"/>
            <ac:picMk id="3" creationId="{FA3E4FE6-6BAE-E164-533E-8B1FA6ED5747}"/>
          </ac:picMkLst>
        </pc:picChg>
        <pc:picChg chg="add mod">
          <ac:chgData name="Yuanhe Tian" userId="8b41a650fa060b16" providerId="LiveId" clId="{A7CFACAF-95CA-FE44-8CC2-80888C897F5E}" dt="2025-05-03T17:37:07.295" v="814" actId="1076"/>
          <ac:picMkLst>
            <pc:docMk/>
            <pc:sldMk cId="248284181" sldId="4846"/>
            <ac:picMk id="22" creationId="{D9CEAA06-9D8E-A487-8B10-17D46267E1CC}"/>
          </ac:picMkLst>
        </pc:picChg>
      </pc:sldChg>
      <pc:sldChg chg="delSp modSp mod modNotesTx">
        <pc:chgData name="Yuanhe Tian" userId="8b41a650fa060b16" providerId="LiveId" clId="{A7CFACAF-95CA-FE44-8CC2-80888C897F5E}" dt="2025-05-03T17:42:27.752" v="1368" actId="20577"/>
        <pc:sldMkLst>
          <pc:docMk/>
          <pc:sldMk cId="2073951448" sldId="4847"/>
        </pc:sldMkLst>
        <pc:spChg chg="mod">
          <ac:chgData name="Yuanhe Tian" userId="8b41a650fa060b16" providerId="LiveId" clId="{A7CFACAF-95CA-FE44-8CC2-80888C897F5E}" dt="2025-05-03T17:38:38.527" v="987" actId="20577"/>
          <ac:spMkLst>
            <pc:docMk/>
            <pc:sldMk cId="2073951448" sldId="4847"/>
            <ac:spMk id="2" creationId="{31B9EF7B-B131-B6FC-2846-615A6B981734}"/>
          </ac:spMkLst>
        </pc:spChg>
        <pc:spChg chg="mod">
          <ac:chgData name="Yuanhe Tian" userId="8b41a650fa060b16" providerId="LiveId" clId="{A7CFACAF-95CA-FE44-8CC2-80888C897F5E}" dt="2025-05-03T17:42:19.929" v="1329" actId="5793"/>
          <ac:spMkLst>
            <pc:docMk/>
            <pc:sldMk cId="2073951448" sldId="4847"/>
            <ac:spMk id="6" creationId="{C25AB19D-D989-A859-FD1C-CC32BBF84947}"/>
          </ac:spMkLst>
        </pc:spChg>
      </pc:sldChg>
      <pc:sldChg chg="delSp modSp add mod ord modNotesTx">
        <pc:chgData name="Yuanhe Tian" userId="8b41a650fa060b16" providerId="LiveId" clId="{A7CFACAF-95CA-FE44-8CC2-80888C897F5E}" dt="2025-05-05T21:39:51.402" v="6833" actId="1076"/>
        <pc:sldMkLst>
          <pc:docMk/>
          <pc:sldMk cId="613620263" sldId="4848"/>
        </pc:sldMkLst>
        <pc:spChg chg="mod">
          <ac:chgData name="Yuanhe Tian" userId="8b41a650fa060b16" providerId="LiveId" clId="{A7CFACAF-95CA-FE44-8CC2-80888C897F5E}" dt="2025-05-05T21:39:43.226" v="6832" actId="20577"/>
          <ac:spMkLst>
            <pc:docMk/>
            <pc:sldMk cId="613620263" sldId="4848"/>
            <ac:spMk id="6" creationId="{B0252E0F-35A7-0232-1311-003B646EC712}"/>
          </ac:spMkLst>
        </pc:spChg>
        <pc:spChg chg="mod">
          <ac:chgData name="Yuanhe Tian" userId="8b41a650fa060b16" providerId="LiveId" clId="{A7CFACAF-95CA-FE44-8CC2-80888C897F5E}" dt="2025-05-05T21:39:51.402" v="6833" actId="1076"/>
          <ac:spMkLst>
            <pc:docMk/>
            <pc:sldMk cId="613620263" sldId="4848"/>
            <ac:spMk id="12" creationId="{798C729C-EF51-0F21-8E5D-50A491F56449}"/>
          </ac:spMkLst>
        </pc:spChg>
      </pc:sldChg>
      <pc:sldChg chg="add del">
        <pc:chgData name="Yuanhe Tian" userId="8b41a650fa060b16" providerId="LiveId" clId="{A7CFACAF-95CA-FE44-8CC2-80888C897F5E}" dt="2025-05-03T20:05:23.724" v="2253" actId="2696"/>
        <pc:sldMkLst>
          <pc:docMk/>
          <pc:sldMk cId="2379447631" sldId="4849"/>
        </pc:sldMkLst>
      </pc:sldChg>
      <pc:sldChg chg="add del">
        <pc:chgData name="Yuanhe Tian" userId="8b41a650fa060b16" providerId="LiveId" clId="{A7CFACAF-95CA-FE44-8CC2-80888C897F5E}" dt="2025-05-03T22:01:12.183" v="4515" actId="2696"/>
        <pc:sldMkLst>
          <pc:docMk/>
          <pc:sldMk cId="3532577805" sldId="4849"/>
        </pc:sldMkLst>
      </pc:sldChg>
      <pc:sldChg chg="modSp add mod">
        <pc:chgData name="Yuanhe Tian" userId="8b41a650fa060b16" providerId="LiveId" clId="{A7CFACAF-95CA-FE44-8CC2-80888C897F5E}" dt="2025-05-03T21:55:40.980" v="4414" actId="20577"/>
        <pc:sldMkLst>
          <pc:docMk/>
          <pc:sldMk cId="2871181503" sldId="4850"/>
        </pc:sldMkLst>
        <pc:spChg chg="mod">
          <ac:chgData name="Yuanhe Tian" userId="8b41a650fa060b16" providerId="LiveId" clId="{A7CFACAF-95CA-FE44-8CC2-80888C897F5E}" dt="2025-05-03T21:55:40.980" v="4414" actId="20577"/>
          <ac:spMkLst>
            <pc:docMk/>
            <pc:sldMk cId="2871181503" sldId="4850"/>
            <ac:spMk id="10" creationId="{BF41A443-0518-F367-F37E-9969F781F934}"/>
          </ac:spMkLst>
        </pc:spChg>
      </pc:sldChg>
      <pc:sldChg chg="addSp modSp add mod modNotesTx">
        <pc:chgData name="Yuanhe Tian" userId="8b41a650fa060b16" providerId="LiveId" clId="{A7CFACAF-95CA-FE44-8CC2-80888C897F5E}" dt="2025-05-05T22:36:36.005" v="7278" actId="20577"/>
        <pc:sldMkLst>
          <pc:docMk/>
          <pc:sldMk cId="4238840190" sldId="4851"/>
        </pc:sldMkLst>
        <pc:spChg chg="mod">
          <ac:chgData name="Yuanhe Tian" userId="8b41a650fa060b16" providerId="LiveId" clId="{A7CFACAF-95CA-FE44-8CC2-80888C897F5E}" dt="2025-05-05T22:36:36.005" v="7278" actId="20577"/>
          <ac:spMkLst>
            <pc:docMk/>
            <pc:sldMk cId="4238840190" sldId="4851"/>
            <ac:spMk id="3" creationId="{1390833A-610A-F998-EA62-3C267BD3D4A2}"/>
          </ac:spMkLst>
        </pc:spChg>
        <pc:spChg chg="add mod">
          <ac:chgData name="Yuanhe Tian" userId="8b41a650fa060b16" providerId="LiveId" clId="{A7CFACAF-95CA-FE44-8CC2-80888C897F5E}" dt="2025-05-03T20:43:11.981" v="3225" actId="207"/>
          <ac:spMkLst>
            <pc:docMk/>
            <pc:sldMk cId="4238840190" sldId="4851"/>
            <ac:spMk id="6" creationId="{6C99C414-9EF5-7479-44DD-A0B963379282}"/>
          </ac:spMkLst>
        </pc:spChg>
      </pc:sldChg>
      <pc:sldChg chg="addSp delSp modSp add mod">
        <pc:chgData name="Yuanhe Tian" userId="8b41a650fa060b16" providerId="LiveId" clId="{A7CFACAF-95CA-FE44-8CC2-80888C897F5E}" dt="2025-05-05T21:38:04.360" v="6816"/>
        <pc:sldMkLst>
          <pc:docMk/>
          <pc:sldMk cId="1307497307" sldId="4852"/>
        </pc:sldMkLst>
        <pc:spChg chg="mod">
          <ac:chgData name="Yuanhe Tian" userId="8b41a650fa060b16" providerId="LiveId" clId="{A7CFACAF-95CA-FE44-8CC2-80888C897F5E}" dt="2025-05-03T20:54:14.877" v="3365" actId="20577"/>
          <ac:spMkLst>
            <pc:docMk/>
            <pc:sldMk cId="1307497307" sldId="4852"/>
            <ac:spMk id="3" creationId="{7B03AB1B-9717-9C2B-FB82-BD095281DC88}"/>
          </ac:spMkLst>
        </pc:spChg>
        <pc:spChg chg="add mod">
          <ac:chgData name="Yuanhe Tian" userId="8b41a650fa060b16" providerId="LiveId" clId="{A7CFACAF-95CA-FE44-8CC2-80888C897F5E}" dt="2025-05-05T21:38:04.360" v="6816"/>
          <ac:spMkLst>
            <pc:docMk/>
            <pc:sldMk cId="1307497307" sldId="4852"/>
            <ac:spMk id="7" creationId="{71496079-A58D-0539-1EB2-5A5C35E924D6}"/>
          </ac:spMkLst>
        </pc:spChg>
      </pc:sldChg>
      <pc:sldChg chg="addSp delSp modSp add mod modNotesTx">
        <pc:chgData name="Yuanhe Tian" userId="8b41a650fa060b16" providerId="LiveId" clId="{A7CFACAF-95CA-FE44-8CC2-80888C897F5E}" dt="2025-05-05T21:37:58.257" v="6814" actId="2711"/>
        <pc:sldMkLst>
          <pc:docMk/>
          <pc:sldMk cId="2957237559" sldId="4853"/>
        </pc:sldMkLst>
        <pc:spChg chg="mod">
          <ac:chgData name="Yuanhe Tian" userId="8b41a650fa060b16" providerId="LiveId" clId="{A7CFACAF-95CA-FE44-8CC2-80888C897F5E}" dt="2025-05-03T20:55:25.657" v="3399" actId="20577"/>
          <ac:spMkLst>
            <pc:docMk/>
            <pc:sldMk cId="2957237559" sldId="4853"/>
            <ac:spMk id="3" creationId="{F9EB2FED-6381-6608-453E-BA24CDF808FF}"/>
          </ac:spMkLst>
        </pc:spChg>
        <pc:spChg chg="mod">
          <ac:chgData name="Yuanhe Tian" userId="8b41a650fa060b16" providerId="LiveId" clId="{A7CFACAF-95CA-FE44-8CC2-80888C897F5E}" dt="2025-05-05T21:37:58.257" v="6814" actId="2711"/>
          <ac:spMkLst>
            <pc:docMk/>
            <pc:sldMk cId="2957237559" sldId="4853"/>
            <ac:spMk id="6" creationId="{D8D8FE11-2F0B-DBCE-DFE5-710A924B9ED0}"/>
          </ac:spMkLst>
        </pc:spChg>
        <pc:spChg chg="add mod">
          <ac:chgData name="Yuanhe Tian" userId="8b41a650fa060b16" providerId="LiveId" clId="{A7CFACAF-95CA-FE44-8CC2-80888C897F5E}" dt="2025-05-03T20:55:52.754" v="3408" actId="403"/>
          <ac:spMkLst>
            <pc:docMk/>
            <pc:sldMk cId="2957237559" sldId="4853"/>
            <ac:spMk id="8" creationId="{42CC5DCD-AA5D-520E-7663-568944DFFEA2}"/>
          </ac:spMkLst>
        </pc:spChg>
        <pc:spChg chg="add mod">
          <ac:chgData name="Yuanhe Tian" userId="8b41a650fa060b16" providerId="LiveId" clId="{A7CFACAF-95CA-FE44-8CC2-80888C897F5E}" dt="2025-05-03T20:56:01.818" v="3412" actId="404"/>
          <ac:spMkLst>
            <pc:docMk/>
            <pc:sldMk cId="2957237559" sldId="4853"/>
            <ac:spMk id="9" creationId="{EF15C5EE-C7A6-42E0-8C06-37E763468CF7}"/>
          </ac:spMkLst>
        </pc:spChg>
        <pc:spChg chg="add mod">
          <ac:chgData name="Yuanhe Tian" userId="8b41a650fa060b16" providerId="LiveId" clId="{A7CFACAF-95CA-FE44-8CC2-80888C897F5E}" dt="2025-05-03T20:57:13.327" v="3434" actId="20577"/>
          <ac:spMkLst>
            <pc:docMk/>
            <pc:sldMk cId="2957237559" sldId="4853"/>
            <ac:spMk id="11" creationId="{DE16FD9C-BC34-FBCB-62C4-A1D818C48E3E}"/>
          </ac:spMkLst>
        </pc:spChg>
      </pc:sldChg>
      <pc:sldChg chg="modSp add mod modNotesTx">
        <pc:chgData name="Yuanhe Tian" userId="8b41a650fa060b16" providerId="LiveId" clId="{A7CFACAF-95CA-FE44-8CC2-80888C897F5E}" dt="2025-05-05T21:14:28.866" v="5446" actId="20577"/>
        <pc:sldMkLst>
          <pc:docMk/>
          <pc:sldMk cId="2840794738" sldId="4854"/>
        </pc:sldMkLst>
        <pc:spChg chg="mod">
          <ac:chgData name="Yuanhe Tian" userId="8b41a650fa060b16" providerId="LiveId" clId="{A7CFACAF-95CA-FE44-8CC2-80888C897F5E}" dt="2025-05-05T21:14:28.866" v="5446" actId="20577"/>
          <ac:spMkLst>
            <pc:docMk/>
            <pc:sldMk cId="2840794738" sldId="4854"/>
            <ac:spMk id="3" creationId="{ADD128E6-3F99-9200-EC79-DDAAA02A7FC8}"/>
          </ac:spMkLst>
        </pc:spChg>
      </pc:sldChg>
      <pc:sldChg chg="addSp modSp new mod modNotesTx">
        <pc:chgData name="Yuanhe Tian" userId="8b41a650fa060b16" providerId="LiveId" clId="{A7CFACAF-95CA-FE44-8CC2-80888C897F5E}" dt="2025-05-05T21:15:33.858" v="5528" actId="2711"/>
        <pc:sldMkLst>
          <pc:docMk/>
          <pc:sldMk cId="843540677" sldId="4855"/>
        </pc:sldMkLst>
        <pc:spChg chg="mod">
          <ac:chgData name="Yuanhe Tian" userId="8b41a650fa060b16" providerId="LiveId" clId="{A7CFACAF-95CA-FE44-8CC2-80888C897F5E}" dt="2025-05-03T21:22:17.882" v="4183" actId="255"/>
          <ac:spMkLst>
            <pc:docMk/>
            <pc:sldMk cId="843540677" sldId="4855"/>
            <ac:spMk id="2" creationId="{301CB46F-4DBA-A20F-691E-795115C8BAF6}"/>
          </ac:spMkLst>
        </pc:spChg>
        <pc:spChg chg="mod">
          <ac:chgData name="Yuanhe Tian" userId="8b41a650fa060b16" providerId="LiveId" clId="{A7CFACAF-95CA-FE44-8CC2-80888C897F5E}" dt="2025-05-03T21:13:17.408" v="3889" actId="14100"/>
          <ac:spMkLst>
            <pc:docMk/>
            <pc:sldMk cId="843540677" sldId="4855"/>
            <ac:spMk id="3" creationId="{2F149069-DE05-A62F-EB61-58880FDBE02A}"/>
          </ac:spMkLst>
        </pc:spChg>
        <pc:spChg chg="mod">
          <ac:chgData name="Yuanhe Tian" userId="8b41a650fa060b16" providerId="LiveId" clId="{A7CFACAF-95CA-FE44-8CC2-80888C897F5E}" dt="2025-05-03T21:13:24.641" v="3891" actId="1076"/>
          <ac:spMkLst>
            <pc:docMk/>
            <pc:sldMk cId="843540677" sldId="4855"/>
            <ac:spMk id="4" creationId="{0F70DC82-ADBE-0593-C453-7C8687730C7F}"/>
          </ac:spMkLst>
        </pc:spChg>
        <pc:spChg chg="mod">
          <ac:chgData name="Yuanhe Tian" userId="8b41a650fa060b16" providerId="LiveId" clId="{A7CFACAF-95CA-FE44-8CC2-80888C897F5E}" dt="2025-05-03T21:13:24.641" v="3891" actId="1076"/>
          <ac:spMkLst>
            <pc:docMk/>
            <pc:sldMk cId="843540677" sldId="4855"/>
            <ac:spMk id="6" creationId="{F396780E-2771-B095-468D-86CA906DD57C}"/>
          </ac:spMkLst>
        </pc:spChg>
        <pc:spChg chg="mod">
          <ac:chgData name="Yuanhe Tian" userId="8b41a650fa060b16" providerId="LiveId" clId="{A7CFACAF-95CA-FE44-8CC2-80888C897F5E}" dt="2025-05-03T21:13:24.641" v="3891" actId="1076"/>
          <ac:spMkLst>
            <pc:docMk/>
            <pc:sldMk cId="843540677" sldId="4855"/>
            <ac:spMk id="9" creationId="{8D199BB4-4A33-6F77-FE37-390624A6725A}"/>
          </ac:spMkLst>
        </pc:spChg>
        <pc:spChg chg="add mod">
          <ac:chgData name="Yuanhe Tian" userId="8b41a650fa060b16" providerId="LiveId" clId="{A7CFACAF-95CA-FE44-8CC2-80888C897F5E}" dt="2025-05-03T21:13:24.641" v="3891" actId="1076"/>
          <ac:spMkLst>
            <pc:docMk/>
            <pc:sldMk cId="843540677" sldId="4855"/>
            <ac:spMk id="10" creationId="{C60B70D0-A74D-4500-8A97-F1ED5167091E}"/>
          </ac:spMkLst>
        </pc:spChg>
        <pc:spChg chg="mod">
          <ac:chgData name="Yuanhe Tian" userId="8b41a650fa060b16" providerId="LiveId" clId="{A7CFACAF-95CA-FE44-8CC2-80888C897F5E}" dt="2025-05-03T21:13:24.641" v="3891" actId="1076"/>
          <ac:spMkLst>
            <pc:docMk/>
            <pc:sldMk cId="843540677" sldId="4855"/>
            <ac:spMk id="15" creationId="{BE73579E-9DF7-EC81-34C2-A7D0AC4C091C}"/>
          </ac:spMkLst>
        </pc:spChg>
        <pc:spChg chg="mod">
          <ac:chgData name="Yuanhe Tian" userId="8b41a650fa060b16" providerId="LiveId" clId="{A7CFACAF-95CA-FE44-8CC2-80888C897F5E}" dt="2025-05-03T21:13:24.641" v="3891" actId="1076"/>
          <ac:spMkLst>
            <pc:docMk/>
            <pc:sldMk cId="843540677" sldId="4855"/>
            <ac:spMk id="17" creationId="{AA7398B9-7C88-B2DF-5B81-019DAC833B5E}"/>
          </ac:spMkLst>
        </pc:spChg>
        <pc:spChg chg="add mod">
          <ac:chgData name="Yuanhe Tian" userId="8b41a650fa060b16" providerId="LiveId" clId="{A7CFACAF-95CA-FE44-8CC2-80888C897F5E}" dt="2025-05-03T21:13:18.514" v="3890"/>
          <ac:spMkLst>
            <pc:docMk/>
            <pc:sldMk cId="843540677" sldId="4855"/>
            <ac:spMk id="19" creationId="{CF1AF57A-6350-04A3-75F3-DB90454BF56C}"/>
          </ac:spMkLst>
        </pc:spChg>
        <pc:spChg chg="mod">
          <ac:chgData name="Yuanhe Tian" userId="8b41a650fa060b16" providerId="LiveId" clId="{A7CFACAF-95CA-FE44-8CC2-80888C897F5E}" dt="2025-05-03T21:13:24.641" v="3891" actId="1076"/>
          <ac:spMkLst>
            <pc:docMk/>
            <pc:sldMk cId="843540677" sldId="4855"/>
            <ac:spMk id="20" creationId="{221157B0-ADD0-B12F-3367-5B169030D221}"/>
          </ac:spMkLst>
        </pc:spChg>
        <pc:spChg chg="add mod">
          <ac:chgData name="Yuanhe Tian" userId="8b41a650fa060b16" providerId="LiveId" clId="{A7CFACAF-95CA-FE44-8CC2-80888C897F5E}" dt="2025-05-03T21:13:24.641" v="3891" actId="1076"/>
          <ac:spMkLst>
            <pc:docMk/>
            <pc:sldMk cId="843540677" sldId="4855"/>
            <ac:spMk id="21" creationId="{C12FEEF2-91C1-F646-DCE9-45F7923292FF}"/>
          </ac:spMkLst>
        </pc:spChg>
        <pc:spChg chg="add mod">
          <ac:chgData name="Yuanhe Tian" userId="8b41a650fa060b16" providerId="LiveId" clId="{A7CFACAF-95CA-FE44-8CC2-80888C897F5E}" dt="2025-05-03T21:13:18.514" v="3890"/>
          <ac:spMkLst>
            <pc:docMk/>
            <pc:sldMk cId="843540677" sldId="4855"/>
            <ac:spMk id="23" creationId="{3328EC01-9F73-5D44-8166-190EFE4B3580}"/>
          </ac:spMkLst>
        </pc:spChg>
        <pc:spChg chg="mod">
          <ac:chgData name="Yuanhe Tian" userId="8b41a650fa060b16" providerId="LiveId" clId="{A7CFACAF-95CA-FE44-8CC2-80888C897F5E}" dt="2025-05-03T21:13:18.514" v="3890"/>
          <ac:spMkLst>
            <pc:docMk/>
            <pc:sldMk cId="843540677" sldId="4855"/>
            <ac:spMk id="44" creationId="{620F8CE6-CA46-57F1-47D8-244FC470AFC2}"/>
          </ac:spMkLst>
        </pc:spChg>
        <pc:spChg chg="mod">
          <ac:chgData name="Yuanhe Tian" userId="8b41a650fa060b16" providerId="LiveId" clId="{A7CFACAF-95CA-FE44-8CC2-80888C897F5E}" dt="2025-05-03T21:13:18.514" v="3890"/>
          <ac:spMkLst>
            <pc:docMk/>
            <pc:sldMk cId="843540677" sldId="4855"/>
            <ac:spMk id="45" creationId="{974767BA-C3F0-9319-C9FE-C86973E58509}"/>
          </ac:spMkLst>
        </pc:spChg>
        <pc:spChg chg="mod">
          <ac:chgData name="Yuanhe Tian" userId="8b41a650fa060b16" providerId="LiveId" clId="{A7CFACAF-95CA-FE44-8CC2-80888C897F5E}" dt="2025-05-03T21:13:18.514" v="3890"/>
          <ac:spMkLst>
            <pc:docMk/>
            <pc:sldMk cId="843540677" sldId="4855"/>
            <ac:spMk id="51" creationId="{DED018C1-D734-1BC0-85EA-CEF32D6A2F9C}"/>
          </ac:spMkLst>
        </pc:spChg>
        <pc:spChg chg="mod">
          <ac:chgData name="Yuanhe Tian" userId="8b41a650fa060b16" providerId="LiveId" clId="{A7CFACAF-95CA-FE44-8CC2-80888C897F5E}" dt="2025-05-03T21:13:18.514" v="3890"/>
          <ac:spMkLst>
            <pc:docMk/>
            <pc:sldMk cId="843540677" sldId="4855"/>
            <ac:spMk id="53" creationId="{090BB0F2-2F1B-EA06-6B01-E8AA5A63B9D8}"/>
          </ac:spMkLst>
        </pc:spChg>
        <pc:spChg chg="mod">
          <ac:chgData name="Yuanhe Tian" userId="8b41a650fa060b16" providerId="LiveId" clId="{A7CFACAF-95CA-FE44-8CC2-80888C897F5E}" dt="2025-05-03T21:13:18.514" v="3890"/>
          <ac:spMkLst>
            <pc:docMk/>
            <pc:sldMk cId="843540677" sldId="4855"/>
            <ac:spMk id="64" creationId="{F21657EB-AC63-952A-AE38-0B884AF20056}"/>
          </ac:spMkLst>
        </pc:spChg>
        <pc:spChg chg="mod">
          <ac:chgData name="Yuanhe Tian" userId="8b41a650fa060b16" providerId="LiveId" clId="{A7CFACAF-95CA-FE44-8CC2-80888C897F5E}" dt="2025-05-03T21:13:18.514" v="3890"/>
          <ac:spMkLst>
            <pc:docMk/>
            <pc:sldMk cId="843540677" sldId="4855"/>
            <ac:spMk id="68" creationId="{727109A5-C735-7A71-B169-B034775166C5}"/>
          </ac:spMkLst>
        </pc:spChg>
        <pc:spChg chg="mod">
          <ac:chgData name="Yuanhe Tian" userId="8b41a650fa060b16" providerId="LiveId" clId="{A7CFACAF-95CA-FE44-8CC2-80888C897F5E}" dt="2025-05-03T21:13:24.641" v="3891" actId="1076"/>
          <ac:spMkLst>
            <pc:docMk/>
            <pc:sldMk cId="843540677" sldId="4855"/>
            <ac:spMk id="71" creationId="{8AB97F28-BD60-49AA-A22D-C57AF8E8BF41}"/>
          </ac:spMkLst>
        </pc:spChg>
        <pc:spChg chg="mod">
          <ac:chgData name="Yuanhe Tian" userId="8b41a650fa060b16" providerId="LiveId" clId="{A7CFACAF-95CA-FE44-8CC2-80888C897F5E}" dt="2025-05-03T21:13:24.641" v="3891" actId="1076"/>
          <ac:spMkLst>
            <pc:docMk/>
            <pc:sldMk cId="843540677" sldId="4855"/>
            <ac:spMk id="73" creationId="{8C73A26B-DF0A-57EC-6033-A4DD41E7E5AB}"/>
          </ac:spMkLst>
        </pc:spChg>
        <pc:spChg chg="mod">
          <ac:chgData name="Yuanhe Tian" userId="8b41a650fa060b16" providerId="LiveId" clId="{A7CFACAF-95CA-FE44-8CC2-80888C897F5E}" dt="2025-05-03T21:13:27.271" v="3892"/>
          <ac:spMkLst>
            <pc:docMk/>
            <pc:sldMk cId="843540677" sldId="4855"/>
            <ac:spMk id="77" creationId="{AEB1D5F5-FC3B-1E1D-5529-88C19E17E157}"/>
          </ac:spMkLst>
        </pc:spChg>
        <pc:spChg chg="mod">
          <ac:chgData name="Yuanhe Tian" userId="8b41a650fa060b16" providerId="LiveId" clId="{A7CFACAF-95CA-FE44-8CC2-80888C897F5E}" dt="2025-05-03T21:13:27.271" v="3892"/>
          <ac:spMkLst>
            <pc:docMk/>
            <pc:sldMk cId="843540677" sldId="4855"/>
            <ac:spMk id="79" creationId="{F5041252-BA30-974D-7C02-73850E6DA6F0}"/>
          </ac:spMkLst>
        </pc:spChg>
        <pc:spChg chg="mod">
          <ac:chgData name="Yuanhe Tian" userId="8b41a650fa060b16" providerId="LiveId" clId="{A7CFACAF-95CA-FE44-8CC2-80888C897F5E}" dt="2025-05-03T21:13:27.271" v="3892"/>
          <ac:spMkLst>
            <pc:docMk/>
            <pc:sldMk cId="843540677" sldId="4855"/>
            <ac:spMk id="80" creationId="{059740B6-425A-4804-668F-D7B5E247731E}"/>
          </ac:spMkLst>
        </pc:spChg>
        <pc:spChg chg="mod">
          <ac:chgData name="Yuanhe Tian" userId="8b41a650fa060b16" providerId="LiveId" clId="{A7CFACAF-95CA-FE44-8CC2-80888C897F5E}" dt="2025-05-03T21:13:27.271" v="3892"/>
          <ac:spMkLst>
            <pc:docMk/>
            <pc:sldMk cId="843540677" sldId="4855"/>
            <ac:spMk id="81" creationId="{A539D861-9899-E885-5CAE-9F8B0E3F4759}"/>
          </ac:spMkLst>
        </pc:spChg>
        <pc:spChg chg="mod">
          <ac:chgData name="Yuanhe Tian" userId="8b41a650fa060b16" providerId="LiveId" clId="{A7CFACAF-95CA-FE44-8CC2-80888C897F5E}" dt="2025-05-03T21:14:21.061" v="3912" actId="207"/>
          <ac:spMkLst>
            <pc:docMk/>
            <pc:sldMk cId="843540677" sldId="4855"/>
            <ac:spMk id="84" creationId="{8749EA8B-685A-1275-526A-815626D5D55A}"/>
          </ac:spMkLst>
        </pc:spChg>
        <pc:spChg chg="mod">
          <ac:chgData name="Yuanhe Tian" userId="8b41a650fa060b16" providerId="LiveId" clId="{A7CFACAF-95CA-FE44-8CC2-80888C897F5E}" dt="2025-05-03T21:13:27.271" v="3892"/>
          <ac:spMkLst>
            <pc:docMk/>
            <pc:sldMk cId="843540677" sldId="4855"/>
            <ac:spMk id="85" creationId="{C1B5310F-7751-240F-C24C-532E2041C5A2}"/>
          </ac:spMkLst>
        </pc:spChg>
        <pc:spChg chg="mod">
          <ac:chgData name="Yuanhe Tian" userId="8b41a650fa060b16" providerId="LiveId" clId="{A7CFACAF-95CA-FE44-8CC2-80888C897F5E}" dt="2025-05-03T21:13:27.271" v="3892"/>
          <ac:spMkLst>
            <pc:docMk/>
            <pc:sldMk cId="843540677" sldId="4855"/>
            <ac:spMk id="86" creationId="{17BBFD84-1072-EB10-C7C5-058604C67318}"/>
          </ac:spMkLst>
        </pc:spChg>
        <pc:spChg chg="mod">
          <ac:chgData name="Yuanhe Tian" userId="8b41a650fa060b16" providerId="LiveId" clId="{A7CFACAF-95CA-FE44-8CC2-80888C897F5E}" dt="2025-05-03T21:14:21.061" v="3912" actId="207"/>
          <ac:spMkLst>
            <pc:docMk/>
            <pc:sldMk cId="843540677" sldId="4855"/>
            <ac:spMk id="87" creationId="{609558EF-9ED7-55E4-2754-7B8BEE532F4F}"/>
          </ac:spMkLst>
        </pc:spChg>
        <pc:spChg chg="mod">
          <ac:chgData name="Yuanhe Tian" userId="8b41a650fa060b16" providerId="LiveId" clId="{A7CFACAF-95CA-FE44-8CC2-80888C897F5E}" dt="2025-05-03T21:14:21.061" v="3912" actId="207"/>
          <ac:spMkLst>
            <pc:docMk/>
            <pc:sldMk cId="843540677" sldId="4855"/>
            <ac:spMk id="88" creationId="{3EEA401E-C8DF-9AF7-3358-E4C16BC2179D}"/>
          </ac:spMkLst>
        </pc:spChg>
        <pc:spChg chg="mod">
          <ac:chgData name="Yuanhe Tian" userId="8b41a650fa060b16" providerId="LiveId" clId="{A7CFACAF-95CA-FE44-8CC2-80888C897F5E}" dt="2025-05-03T21:13:27.271" v="3892"/>
          <ac:spMkLst>
            <pc:docMk/>
            <pc:sldMk cId="843540677" sldId="4855"/>
            <ac:spMk id="89" creationId="{78BA277E-5669-F469-8B02-BBD3831FA2E8}"/>
          </ac:spMkLst>
        </pc:spChg>
        <pc:spChg chg="mod">
          <ac:chgData name="Yuanhe Tian" userId="8b41a650fa060b16" providerId="LiveId" clId="{A7CFACAF-95CA-FE44-8CC2-80888C897F5E}" dt="2025-05-03T21:14:21.061" v="3912" actId="207"/>
          <ac:spMkLst>
            <pc:docMk/>
            <pc:sldMk cId="843540677" sldId="4855"/>
            <ac:spMk id="90" creationId="{DD07B994-F194-C560-9A1E-F059FEEA5A4F}"/>
          </ac:spMkLst>
        </pc:spChg>
        <pc:spChg chg="mod">
          <ac:chgData name="Yuanhe Tian" userId="8b41a650fa060b16" providerId="LiveId" clId="{A7CFACAF-95CA-FE44-8CC2-80888C897F5E}" dt="2025-05-03T21:14:21.061" v="3912" actId="207"/>
          <ac:spMkLst>
            <pc:docMk/>
            <pc:sldMk cId="843540677" sldId="4855"/>
            <ac:spMk id="91" creationId="{3836D5DA-7DA1-CFB4-D2FC-125B5C18FECE}"/>
          </ac:spMkLst>
        </pc:spChg>
        <pc:spChg chg="mod">
          <ac:chgData name="Yuanhe Tian" userId="8b41a650fa060b16" providerId="LiveId" clId="{A7CFACAF-95CA-FE44-8CC2-80888C897F5E}" dt="2025-05-03T21:14:21.061" v="3912" actId="207"/>
          <ac:spMkLst>
            <pc:docMk/>
            <pc:sldMk cId="843540677" sldId="4855"/>
            <ac:spMk id="92" creationId="{BE947A8C-420D-E96A-53FB-0D604EE5CAE4}"/>
          </ac:spMkLst>
        </pc:spChg>
        <pc:spChg chg="add mod">
          <ac:chgData name="Yuanhe Tian" userId="8b41a650fa060b16" providerId="LiveId" clId="{A7CFACAF-95CA-FE44-8CC2-80888C897F5E}" dt="2025-05-05T21:15:33.858" v="5528" actId="2711"/>
          <ac:spMkLst>
            <pc:docMk/>
            <pc:sldMk cId="843540677" sldId="4855"/>
            <ac:spMk id="93" creationId="{E62B448D-EF31-D504-6556-EE43F062D9F5}"/>
          </ac:spMkLst>
        </pc:spChg>
        <pc:spChg chg="add mod">
          <ac:chgData name="Yuanhe Tian" userId="8b41a650fa060b16" providerId="LiveId" clId="{A7CFACAF-95CA-FE44-8CC2-80888C897F5E}" dt="2025-05-03T21:13:59.782" v="3907" actId="1076"/>
          <ac:spMkLst>
            <pc:docMk/>
            <pc:sldMk cId="843540677" sldId="4855"/>
            <ac:spMk id="95" creationId="{471FB0B4-F0DE-D39D-E1B9-0397DD22B08B}"/>
          </ac:spMkLst>
        </pc:spChg>
        <pc:spChg chg="add mod">
          <ac:chgData name="Yuanhe Tian" userId="8b41a650fa060b16" providerId="LiveId" clId="{A7CFACAF-95CA-FE44-8CC2-80888C897F5E}" dt="2025-05-03T21:14:46.827" v="3923" actId="1076"/>
          <ac:spMkLst>
            <pc:docMk/>
            <pc:sldMk cId="843540677" sldId="4855"/>
            <ac:spMk id="96" creationId="{1A566200-76CB-6CD9-1F5B-C5E7180CF6B4}"/>
          </ac:spMkLst>
        </pc:spChg>
        <pc:spChg chg="mod">
          <ac:chgData name="Yuanhe Tian" userId="8b41a650fa060b16" providerId="LiveId" clId="{A7CFACAF-95CA-FE44-8CC2-80888C897F5E}" dt="2025-05-03T21:14:49.882" v="3924"/>
          <ac:spMkLst>
            <pc:docMk/>
            <pc:sldMk cId="843540677" sldId="4855"/>
            <ac:spMk id="99" creationId="{8B9C67E4-EEA4-2055-425F-B472A939E927}"/>
          </ac:spMkLst>
        </pc:spChg>
        <pc:spChg chg="mod">
          <ac:chgData name="Yuanhe Tian" userId="8b41a650fa060b16" providerId="LiveId" clId="{A7CFACAF-95CA-FE44-8CC2-80888C897F5E}" dt="2025-05-03T21:14:49.882" v="3924"/>
          <ac:spMkLst>
            <pc:docMk/>
            <pc:sldMk cId="843540677" sldId="4855"/>
            <ac:spMk id="100" creationId="{26D5911C-6910-4E8E-0DA5-992C64808F88}"/>
          </ac:spMkLst>
        </pc:spChg>
        <pc:spChg chg="mod">
          <ac:chgData name="Yuanhe Tian" userId="8b41a650fa060b16" providerId="LiveId" clId="{A7CFACAF-95CA-FE44-8CC2-80888C897F5E}" dt="2025-05-03T21:14:49.882" v="3924"/>
          <ac:spMkLst>
            <pc:docMk/>
            <pc:sldMk cId="843540677" sldId="4855"/>
            <ac:spMk id="102" creationId="{5EB42ED3-17AB-F199-DFB0-8572C4C3CA8A}"/>
          </ac:spMkLst>
        </pc:spChg>
        <pc:spChg chg="mod">
          <ac:chgData name="Yuanhe Tian" userId="8b41a650fa060b16" providerId="LiveId" clId="{A7CFACAF-95CA-FE44-8CC2-80888C897F5E}" dt="2025-05-03T21:14:49.882" v="3924"/>
          <ac:spMkLst>
            <pc:docMk/>
            <pc:sldMk cId="843540677" sldId="4855"/>
            <ac:spMk id="106" creationId="{78B5D215-EEE9-0561-A4D0-07348198D0AE}"/>
          </ac:spMkLst>
        </pc:spChg>
        <pc:spChg chg="mod">
          <ac:chgData name="Yuanhe Tian" userId="8b41a650fa060b16" providerId="LiveId" clId="{A7CFACAF-95CA-FE44-8CC2-80888C897F5E}" dt="2025-05-03T21:14:49.882" v="3924"/>
          <ac:spMkLst>
            <pc:docMk/>
            <pc:sldMk cId="843540677" sldId="4855"/>
            <ac:spMk id="107" creationId="{140AD7E2-BE8E-1E7F-038D-F9F1E317030B}"/>
          </ac:spMkLst>
        </pc:spChg>
        <pc:spChg chg="mod">
          <ac:chgData name="Yuanhe Tian" userId="8b41a650fa060b16" providerId="LiveId" clId="{A7CFACAF-95CA-FE44-8CC2-80888C897F5E}" dt="2025-05-03T21:14:49.882" v="3924"/>
          <ac:spMkLst>
            <pc:docMk/>
            <pc:sldMk cId="843540677" sldId="4855"/>
            <ac:spMk id="108" creationId="{69CA0433-3936-856A-C227-25163F806056}"/>
          </ac:spMkLst>
        </pc:spChg>
        <pc:spChg chg="mod">
          <ac:chgData name="Yuanhe Tian" userId="8b41a650fa060b16" providerId="LiveId" clId="{A7CFACAF-95CA-FE44-8CC2-80888C897F5E}" dt="2025-05-03T21:14:49.882" v="3924"/>
          <ac:spMkLst>
            <pc:docMk/>
            <pc:sldMk cId="843540677" sldId="4855"/>
            <ac:spMk id="110" creationId="{B6325F19-BB66-A35E-EB24-D3628D50FED8}"/>
          </ac:spMkLst>
        </pc:spChg>
        <pc:spChg chg="mod">
          <ac:chgData name="Yuanhe Tian" userId="8b41a650fa060b16" providerId="LiveId" clId="{A7CFACAF-95CA-FE44-8CC2-80888C897F5E}" dt="2025-05-03T21:14:49.882" v="3924"/>
          <ac:spMkLst>
            <pc:docMk/>
            <pc:sldMk cId="843540677" sldId="4855"/>
            <ac:spMk id="111" creationId="{81C06E87-9B4B-8DBC-AD35-A5783A61A865}"/>
          </ac:spMkLst>
        </pc:spChg>
        <pc:spChg chg="mod">
          <ac:chgData name="Yuanhe Tian" userId="8b41a650fa060b16" providerId="LiveId" clId="{A7CFACAF-95CA-FE44-8CC2-80888C897F5E}" dt="2025-05-03T21:14:49.882" v="3924"/>
          <ac:spMkLst>
            <pc:docMk/>
            <pc:sldMk cId="843540677" sldId="4855"/>
            <ac:spMk id="113" creationId="{4DEA088D-D9FD-ABC6-F0CB-9574C4561620}"/>
          </ac:spMkLst>
        </pc:spChg>
        <pc:spChg chg="add mod">
          <ac:chgData name="Yuanhe Tian" userId="8b41a650fa060b16" providerId="LiveId" clId="{A7CFACAF-95CA-FE44-8CC2-80888C897F5E}" dt="2025-05-03T21:17:07.590" v="3970" actId="1076"/>
          <ac:spMkLst>
            <pc:docMk/>
            <pc:sldMk cId="843540677" sldId="4855"/>
            <ac:spMk id="114" creationId="{B12E91C6-1DD2-117B-107F-6555900587FD}"/>
          </ac:spMkLst>
        </pc:spChg>
        <pc:spChg chg="mod">
          <ac:chgData name="Yuanhe Tian" userId="8b41a650fa060b16" providerId="LiveId" clId="{A7CFACAF-95CA-FE44-8CC2-80888C897F5E}" dt="2025-05-03T21:17:07.590" v="3970" actId="1076"/>
          <ac:spMkLst>
            <pc:docMk/>
            <pc:sldMk cId="843540677" sldId="4855"/>
            <ac:spMk id="115" creationId="{11309DE9-9950-D0C3-5108-F23EEEA24EF2}"/>
          </ac:spMkLst>
        </pc:spChg>
        <pc:spChg chg="mod">
          <ac:chgData name="Yuanhe Tian" userId="8b41a650fa060b16" providerId="LiveId" clId="{A7CFACAF-95CA-FE44-8CC2-80888C897F5E}" dt="2025-05-03T21:17:07.590" v="3970" actId="1076"/>
          <ac:spMkLst>
            <pc:docMk/>
            <pc:sldMk cId="843540677" sldId="4855"/>
            <ac:spMk id="116" creationId="{CC11FFEC-E126-DF9E-BB04-0E24F330BBAF}"/>
          </ac:spMkLst>
        </pc:spChg>
        <pc:spChg chg="mod">
          <ac:chgData name="Yuanhe Tian" userId="8b41a650fa060b16" providerId="LiveId" clId="{A7CFACAF-95CA-FE44-8CC2-80888C897F5E}" dt="2025-05-03T21:17:07.590" v="3970" actId="1076"/>
          <ac:spMkLst>
            <pc:docMk/>
            <pc:sldMk cId="843540677" sldId="4855"/>
            <ac:spMk id="117" creationId="{57A6AC78-90EC-E9EB-F24A-AA0964471CEB}"/>
          </ac:spMkLst>
        </pc:spChg>
        <pc:spChg chg="mod">
          <ac:chgData name="Yuanhe Tian" userId="8b41a650fa060b16" providerId="LiveId" clId="{A7CFACAF-95CA-FE44-8CC2-80888C897F5E}" dt="2025-05-03T21:17:07.590" v="3970" actId="1076"/>
          <ac:spMkLst>
            <pc:docMk/>
            <pc:sldMk cId="843540677" sldId="4855"/>
            <ac:spMk id="118" creationId="{EC735901-6EB8-F99F-8D57-50428B167782}"/>
          </ac:spMkLst>
        </pc:spChg>
        <pc:spChg chg="mod">
          <ac:chgData name="Yuanhe Tian" userId="8b41a650fa060b16" providerId="LiveId" clId="{A7CFACAF-95CA-FE44-8CC2-80888C897F5E}" dt="2025-05-03T21:15:24.216" v="3926"/>
          <ac:spMkLst>
            <pc:docMk/>
            <pc:sldMk cId="843540677" sldId="4855"/>
            <ac:spMk id="120" creationId="{3CE48F54-D711-04A2-86ED-D91D43DC5D09}"/>
          </ac:spMkLst>
        </pc:spChg>
        <pc:spChg chg="mod">
          <ac:chgData name="Yuanhe Tian" userId="8b41a650fa060b16" providerId="LiveId" clId="{A7CFACAF-95CA-FE44-8CC2-80888C897F5E}" dt="2025-05-03T21:15:24.216" v="3926"/>
          <ac:spMkLst>
            <pc:docMk/>
            <pc:sldMk cId="843540677" sldId="4855"/>
            <ac:spMk id="125" creationId="{E5797C06-BFE0-C978-72F1-CEC3166E24B0}"/>
          </ac:spMkLst>
        </pc:spChg>
        <pc:spChg chg="mod">
          <ac:chgData name="Yuanhe Tian" userId="8b41a650fa060b16" providerId="LiveId" clId="{A7CFACAF-95CA-FE44-8CC2-80888C897F5E}" dt="2025-05-03T21:15:24.216" v="3926"/>
          <ac:spMkLst>
            <pc:docMk/>
            <pc:sldMk cId="843540677" sldId="4855"/>
            <ac:spMk id="126" creationId="{A963D73A-787A-8509-E8A3-3F92EDEDEFAE}"/>
          </ac:spMkLst>
        </pc:spChg>
        <pc:spChg chg="mod">
          <ac:chgData name="Yuanhe Tian" userId="8b41a650fa060b16" providerId="LiveId" clId="{A7CFACAF-95CA-FE44-8CC2-80888C897F5E}" dt="2025-05-03T21:15:24.216" v="3926"/>
          <ac:spMkLst>
            <pc:docMk/>
            <pc:sldMk cId="843540677" sldId="4855"/>
            <ac:spMk id="127" creationId="{E1079480-D86D-C55B-CD07-8E8C4BE2D3CA}"/>
          </ac:spMkLst>
        </pc:spChg>
        <pc:spChg chg="mod">
          <ac:chgData name="Yuanhe Tian" userId="8b41a650fa060b16" providerId="LiveId" clId="{A7CFACAF-95CA-FE44-8CC2-80888C897F5E}" dt="2025-05-03T21:15:24.216" v="3926"/>
          <ac:spMkLst>
            <pc:docMk/>
            <pc:sldMk cId="843540677" sldId="4855"/>
            <ac:spMk id="128" creationId="{6982ECEB-7650-DAB6-E2CA-A20998E00DF7}"/>
          </ac:spMkLst>
        </pc:spChg>
        <pc:spChg chg="mod">
          <ac:chgData name="Yuanhe Tian" userId="8b41a650fa060b16" providerId="LiveId" clId="{A7CFACAF-95CA-FE44-8CC2-80888C897F5E}" dt="2025-05-03T21:15:24.216" v="3926"/>
          <ac:spMkLst>
            <pc:docMk/>
            <pc:sldMk cId="843540677" sldId="4855"/>
            <ac:spMk id="134" creationId="{7AF40BC0-A068-B651-941C-7B216BC4A8ED}"/>
          </ac:spMkLst>
        </pc:spChg>
        <pc:spChg chg="mod">
          <ac:chgData name="Yuanhe Tian" userId="8b41a650fa060b16" providerId="LiveId" clId="{A7CFACAF-95CA-FE44-8CC2-80888C897F5E}" dt="2025-05-03T21:15:24.216" v="3926"/>
          <ac:spMkLst>
            <pc:docMk/>
            <pc:sldMk cId="843540677" sldId="4855"/>
            <ac:spMk id="135" creationId="{7275E96D-29FC-6D1A-681D-5C84BB3B2543}"/>
          </ac:spMkLst>
        </pc:spChg>
        <pc:spChg chg="mod">
          <ac:chgData name="Yuanhe Tian" userId="8b41a650fa060b16" providerId="LiveId" clId="{A7CFACAF-95CA-FE44-8CC2-80888C897F5E}" dt="2025-05-03T21:15:24.216" v="3926"/>
          <ac:spMkLst>
            <pc:docMk/>
            <pc:sldMk cId="843540677" sldId="4855"/>
            <ac:spMk id="137" creationId="{4D692158-F994-F472-A773-995D8BBE4448}"/>
          </ac:spMkLst>
        </pc:spChg>
        <pc:spChg chg="mod">
          <ac:chgData name="Yuanhe Tian" userId="8b41a650fa060b16" providerId="LiveId" clId="{A7CFACAF-95CA-FE44-8CC2-80888C897F5E}" dt="2025-05-03T21:15:24.216" v="3926"/>
          <ac:spMkLst>
            <pc:docMk/>
            <pc:sldMk cId="843540677" sldId="4855"/>
            <ac:spMk id="143" creationId="{461AE37E-1BB0-5120-65AD-D3CB59CFC674}"/>
          </ac:spMkLst>
        </pc:spChg>
        <pc:spChg chg="add mod">
          <ac:chgData name="Yuanhe Tian" userId="8b41a650fa060b16" providerId="LiveId" clId="{A7CFACAF-95CA-FE44-8CC2-80888C897F5E}" dt="2025-05-03T21:17:07.590" v="3970" actId="1076"/>
          <ac:spMkLst>
            <pc:docMk/>
            <pc:sldMk cId="843540677" sldId="4855"/>
            <ac:spMk id="145" creationId="{D81BED6E-3CDC-D0D8-3452-364343169713}"/>
          </ac:spMkLst>
        </pc:spChg>
        <pc:spChg chg="mod">
          <ac:chgData name="Yuanhe Tian" userId="8b41a650fa060b16" providerId="LiveId" clId="{A7CFACAF-95CA-FE44-8CC2-80888C897F5E}" dt="2025-05-03T21:17:07.590" v="3970" actId="1076"/>
          <ac:spMkLst>
            <pc:docMk/>
            <pc:sldMk cId="843540677" sldId="4855"/>
            <ac:spMk id="146" creationId="{4C749470-725A-FA3E-34A9-69E0CF427BD7}"/>
          </ac:spMkLst>
        </pc:spChg>
        <pc:spChg chg="add mod">
          <ac:chgData name="Yuanhe Tian" userId="8b41a650fa060b16" providerId="LiveId" clId="{A7CFACAF-95CA-FE44-8CC2-80888C897F5E}" dt="2025-05-03T21:17:11.879" v="3971" actId="1076"/>
          <ac:spMkLst>
            <pc:docMk/>
            <pc:sldMk cId="843540677" sldId="4855"/>
            <ac:spMk id="147" creationId="{38243593-10F8-1944-8804-6FEE91B95010}"/>
          </ac:spMkLst>
        </pc:spChg>
        <pc:spChg chg="add mod">
          <ac:chgData name="Yuanhe Tian" userId="8b41a650fa060b16" providerId="LiveId" clId="{A7CFACAF-95CA-FE44-8CC2-80888C897F5E}" dt="2025-05-03T21:17:21.591" v="3976" actId="1076"/>
          <ac:spMkLst>
            <pc:docMk/>
            <pc:sldMk cId="843540677" sldId="4855"/>
            <ac:spMk id="148" creationId="{2CFFCF95-9DD9-EEB7-0892-8C1A8779D0D6}"/>
          </ac:spMkLst>
        </pc:spChg>
        <pc:spChg chg="add mod">
          <ac:chgData name="Yuanhe Tian" userId="8b41a650fa060b16" providerId="LiveId" clId="{A7CFACAF-95CA-FE44-8CC2-80888C897F5E}" dt="2025-05-03T21:19:40.701" v="4105" actId="1036"/>
          <ac:spMkLst>
            <pc:docMk/>
            <pc:sldMk cId="843540677" sldId="4855"/>
            <ac:spMk id="149" creationId="{1B26ADA6-04EE-48FA-AD0A-610773E6B1C5}"/>
          </ac:spMkLst>
        </pc:spChg>
        <pc:grpChg chg="mod">
          <ac:chgData name="Yuanhe Tian" userId="8b41a650fa060b16" providerId="LiveId" clId="{A7CFACAF-95CA-FE44-8CC2-80888C897F5E}" dt="2025-05-03T21:13:33.413" v="3893" actId="1076"/>
          <ac:grpSpMkLst>
            <pc:docMk/>
            <pc:sldMk cId="843540677" sldId="4855"/>
            <ac:grpSpMk id="76" creationId="{144CA1D0-958C-492F-2A27-CACA029A5A32}"/>
          </ac:grpSpMkLst>
        </pc:grpChg>
        <pc:grpChg chg="mod">
          <ac:chgData name="Yuanhe Tian" userId="8b41a650fa060b16" providerId="LiveId" clId="{A7CFACAF-95CA-FE44-8CC2-80888C897F5E}" dt="2025-05-03T21:17:07.590" v="3970" actId="1076"/>
          <ac:grpSpMkLst>
            <pc:docMk/>
            <pc:sldMk cId="843540677" sldId="4855"/>
            <ac:grpSpMk id="97" creationId="{0C644AB6-DDCA-9F62-6710-1670D4CDD0EE}"/>
          </ac:grpSpMkLst>
        </pc:grpChg>
        <pc:grpChg chg="mod">
          <ac:chgData name="Yuanhe Tian" userId="8b41a650fa060b16" providerId="LiveId" clId="{A7CFACAF-95CA-FE44-8CC2-80888C897F5E}" dt="2025-05-03T21:15:30.018" v="3927" actId="1076"/>
          <ac:grpSpMkLst>
            <pc:docMk/>
            <pc:sldMk cId="843540677" sldId="4855"/>
            <ac:grpSpMk id="119" creationId="{1E81AC9D-3670-A219-98C6-743300E395E2}"/>
          </ac:grpSpMkLst>
        </pc:grpChg>
        <pc:grpChg chg="mod">
          <ac:chgData name="Yuanhe Tian" userId="8b41a650fa060b16" providerId="LiveId" clId="{A7CFACAF-95CA-FE44-8CC2-80888C897F5E}" dt="2025-05-03T21:17:07.590" v="3970" actId="1076"/>
          <ac:grpSpMkLst>
            <pc:docMk/>
            <pc:sldMk cId="843540677" sldId="4855"/>
            <ac:grpSpMk id="132" creationId="{70B4DF9C-A82F-8F38-821D-977C1321F91C}"/>
          </ac:grpSpMkLst>
        </pc:grpChg>
        <pc:cxnChg chg="add mod">
          <ac:chgData name="Yuanhe Tian" userId="8b41a650fa060b16" providerId="LiveId" clId="{A7CFACAF-95CA-FE44-8CC2-80888C897F5E}" dt="2025-05-03T21:13:50.615" v="3897" actId="692"/>
          <ac:cxnSpMkLst>
            <pc:docMk/>
            <pc:sldMk cId="843540677" sldId="4855"/>
            <ac:cxnSpMk id="94" creationId="{A4099556-9786-FA36-F65A-7D0DB4962C66}"/>
          </ac:cxnSpMkLst>
        </pc:cxnChg>
      </pc:sldChg>
      <pc:sldChg chg="modSp add mod modNotesTx">
        <pc:chgData name="Yuanhe Tian" userId="8b41a650fa060b16" providerId="LiveId" clId="{A7CFACAF-95CA-FE44-8CC2-80888C897F5E}" dt="2025-05-05T21:14:41.159" v="5455"/>
        <pc:sldMkLst>
          <pc:docMk/>
          <pc:sldMk cId="1830715088" sldId="4856"/>
        </pc:sldMkLst>
        <pc:spChg chg="mod">
          <ac:chgData name="Yuanhe Tian" userId="8b41a650fa060b16" providerId="LiveId" clId="{A7CFACAF-95CA-FE44-8CC2-80888C897F5E}" dt="2025-05-05T21:14:41.159" v="5455"/>
          <ac:spMkLst>
            <pc:docMk/>
            <pc:sldMk cId="1830715088" sldId="4856"/>
            <ac:spMk id="3" creationId="{DAB7D644-187E-AAF3-F002-B94AF48D999E}"/>
          </ac:spMkLst>
        </pc:spChg>
      </pc:sldChg>
      <pc:sldChg chg="modSp add mod modNotesTx">
        <pc:chgData name="Yuanhe Tian" userId="8b41a650fa060b16" providerId="LiveId" clId="{A7CFACAF-95CA-FE44-8CC2-80888C897F5E}" dt="2025-05-05T22:31:23.267" v="7132" actId="20577"/>
        <pc:sldMkLst>
          <pc:docMk/>
          <pc:sldMk cId="2206244035" sldId="4857"/>
        </pc:sldMkLst>
        <pc:spChg chg="mod">
          <ac:chgData name="Yuanhe Tian" userId="8b41a650fa060b16" providerId="LiveId" clId="{A7CFACAF-95CA-FE44-8CC2-80888C897F5E}" dt="2025-05-05T20:42:19.969" v="4747" actId="20577"/>
          <ac:spMkLst>
            <pc:docMk/>
            <pc:sldMk cId="2206244035" sldId="4857"/>
            <ac:spMk id="2" creationId="{4EF31EEF-7DB9-1C0F-7B1E-24490061C99E}"/>
          </ac:spMkLst>
        </pc:spChg>
      </pc:sldChg>
      <pc:sldChg chg="addSp delSp modSp add mod modNotesTx">
        <pc:chgData name="Yuanhe Tian" userId="8b41a650fa060b16" providerId="LiveId" clId="{A7CFACAF-95CA-FE44-8CC2-80888C897F5E}" dt="2025-05-05T21:29:14.598" v="6282" actId="20577"/>
        <pc:sldMkLst>
          <pc:docMk/>
          <pc:sldMk cId="1971695301" sldId="4858"/>
        </pc:sldMkLst>
        <pc:spChg chg="mod">
          <ac:chgData name="Yuanhe Tian" userId="8b41a650fa060b16" providerId="LiveId" clId="{A7CFACAF-95CA-FE44-8CC2-80888C897F5E}" dt="2025-05-05T21:28:32.491" v="6239" actId="20577"/>
          <ac:spMkLst>
            <pc:docMk/>
            <pc:sldMk cId="1971695301" sldId="4858"/>
            <ac:spMk id="3" creationId="{F9D5E46C-4E08-5084-49F3-6AFEE28C709B}"/>
          </ac:spMkLst>
        </pc:spChg>
        <pc:spChg chg="mod">
          <ac:chgData name="Yuanhe Tian" userId="8b41a650fa060b16" providerId="LiveId" clId="{A7CFACAF-95CA-FE44-8CC2-80888C897F5E}" dt="2025-05-05T21:29:00.473" v="6243"/>
          <ac:spMkLst>
            <pc:docMk/>
            <pc:sldMk cId="1971695301" sldId="4858"/>
            <ac:spMk id="14" creationId="{4766E2B4-EDE9-9895-82F2-213479356C41}"/>
          </ac:spMkLst>
        </pc:spChg>
        <pc:spChg chg="mod">
          <ac:chgData name="Yuanhe Tian" userId="8b41a650fa060b16" providerId="LiveId" clId="{A7CFACAF-95CA-FE44-8CC2-80888C897F5E}" dt="2025-05-05T21:29:00.473" v="6243"/>
          <ac:spMkLst>
            <pc:docMk/>
            <pc:sldMk cId="1971695301" sldId="4858"/>
            <ac:spMk id="16" creationId="{FA4178B8-EAAA-465B-6368-70CFD330769D}"/>
          </ac:spMkLst>
        </pc:spChg>
        <pc:spChg chg="mod">
          <ac:chgData name="Yuanhe Tian" userId="8b41a650fa060b16" providerId="LiveId" clId="{A7CFACAF-95CA-FE44-8CC2-80888C897F5E}" dt="2025-05-05T21:29:00.473" v="6243"/>
          <ac:spMkLst>
            <pc:docMk/>
            <pc:sldMk cId="1971695301" sldId="4858"/>
            <ac:spMk id="19" creationId="{FC404987-6373-E184-7851-E8C871B3FCBA}"/>
          </ac:spMkLst>
        </pc:spChg>
        <pc:spChg chg="mod">
          <ac:chgData name="Yuanhe Tian" userId="8b41a650fa060b16" providerId="LiveId" clId="{A7CFACAF-95CA-FE44-8CC2-80888C897F5E}" dt="2025-05-05T21:29:00.473" v="6243"/>
          <ac:spMkLst>
            <pc:docMk/>
            <pc:sldMk cId="1971695301" sldId="4858"/>
            <ac:spMk id="23" creationId="{E1EAE933-1730-58A8-DEB2-DBF6E73EE286}"/>
          </ac:spMkLst>
        </pc:spChg>
        <pc:spChg chg="add mod">
          <ac:chgData name="Yuanhe Tian" userId="8b41a650fa060b16" providerId="LiveId" clId="{A7CFACAF-95CA-FE44-8CC2-80888C897F5E}" dt="2025-05-05T21:29:03.304" v="6244" actId="1076"/>
          <ac:spMkLst>
            <pc:docMk/>
            <pc:sldMk cId="1971695301" sldId="4858"/>
            <ac:spMk id="25" creationId="{46EB7232-3C75-1524-9EC8-A0DD2B5C3A87}"/>
          </ac:spMkLst>
        </pc:spChg>
        <pc:spChg chg="mod">
          <ac:chgData name="Yuanhe Tian" userId="8b41a650fa060b16" providerId="LiveId" clId="{A7CFACAF-95CA-FE44-8CC2-80888C897F5E}" dt="2025-05-05T21:29:03.304" v="6244" actId="1076"/>
          <ac:spMkLst>
            <pc:docMk/>
            <pc:sldMk cId="1971695301" sldId="4858"/>
            <ac:spMk id="26" creationId="{2FE2A2D6-A2DF-CA9A-18BB-234D17BC958A}"/>
          </ac:spMkLst>
        </pc:spChg>
        <pc:spChg chg="mod">
          <ac:chgData name="Yuanhe Tian" userId="8b41a650fa060b16" providerId="LiveId" clId="{A7CFACAF-95CA-FE44-8CC2-80888C897F5E}" dt="2025-05-05T21:29:03.304" v="6244" actId="1076"/>
          <ac:spMkLst>
            <pc:docMk/>
            <pc:sldMk cId="1971695301" sldId="4858"/>
            <ac:spMk id="27" creationId="{E63B8D0E-0385-2CF5-3FCA-2CF72E76554E}"/>
          </ac:spMkLst>
        </pc:spChg>
        <pc:spChg chg="mod">
          <ac:chgData name="Yuanhe Tian" userId="8b41a650fa060b16" providerId="LiveId" clId="{A7CFACAF-95CA-FE44-8CC2-80888C897F5E}" dt="2025-05-05T21:29:03.304" v="6244" actId="1076"/>
          <ac:spMkLst>
            <pc:docMk/>
            <pc:sldMk cId="1971695301" sldId="4858"/>
            <ac:spMk id="28" creationId="{1A760779-F45A-93F7-D494-3E82472D46EF}"/>
          </ac:spMkLst>
        </pc:spChg>
        <pc:spChg chg="mod">
          <ac:chgData name="Yuanhe Tian" userId="8b41a650fa060b16" providerId="LiveId" clId="{A7CFACAF-95CA-FE44-8CC2-80888C897F5E}" dt="2025-05-05T21:29:03.304" v="6244" actId="1076"/>
          <ac:spMkLst>
            <pc:docMk/>
            <pc:sldMk cId="1971695301" sldId="4858"/>
            <ac:spMk id="29" creationId="{2DD1E60C-2291-A278-E311-A8B0B4DB705F}"/>
          </ac:spMkLst>
        </pc:spChg>
        <pc:spChg chg="mod">
          <ac:chgData name="Yuanhe Tian" userId="8b41a650fa060b16" providerId="LiveId" clId="{A7CFACAF-95CA-FE44-8CC2-80888C897F5E}" dt="2025-05-05T21:29:00.473" v="6243"/>
          <ac:spMkLst>
            <pc:docMk/>
            <pc:sldMk cId="1971695301" sldId="4858"/>
            <ac:spMk id="35" creationId="{842A052E-4379-05D4-B6E1-F2044462B906}"/>
          </ac:spMkLst>
        </pc:spChg>
        <pc:spChg chg="mod">
          <ac:chgData name="Yuanhe Tian" userId="8b41a650fa060b16" providerId="LiveId" clId="{A7CFACAF-95CA-FE44-8CC2-80888C897F5E}" dt="2025-05-05T21:29:00.473" v="6243"/>
          <ac:spMkLst>
            <pc:docMk/>
            <pc:sldMk cId="1971695301" sldId="4858"/>
            <ac:spMk id="42" creationId="{24587DF4-741F-9DC4-B1F3-0630008F55BC}"/>
          </ac:spMkLst>
        </pc:spChg>
        <pc:spChg chg="mod">
          <ac:chgData name="Yuanhe Tian" userId="8b41a650fa060b16" providerId="LiveId" clId="{A7CFACAF-95CA-FE44-8CC2-80888C897F5E}" dt="2025-05-05T21:29:00.473" v="6243"/>
          <ac:spMkLst>
            <pc:docMk/>
            <pc:sldMk cId="1971695301" sldId="4858"/>
            <ac:spMk id="53" creationId="{ED3EE41F-B3D7-8925-4E83-87A84D2C8AED}"/>
          </ac:spMkLst>
        </pc:spChg>
        <pc:spChg chg="mod">
          <ac:chgData name="Yuanhe Tian" userId="8b41a650fa060b16" providerId="LiveId" clId="{A7CFACAF-95CA-FE44-8CC2-80888C897F5E}" dt="2025-05-05T21:29:00.473" v="6243"/>
          <ac:spMkLst>
            <pc:docMk/>
            <pc:sldMk cId="1971695301" sldId="4858"/>
            <ac:spMk id="55" creationId="{E3323AAA-6CEC-A5FD-67EE-20A8A78249B6}"/>
          </ac:spMkLst>
        </pc:spChg>
        <pc:spChg chg="add mod">
          <ac:chgData name="Yuanhe Tian" userId="8b41a650fa060b16" providerId="LiveId" clId="{A7CFACAF-95CA-FE44-8CC2-80888C897F5E}" dt="2025-05-05T21:29:03.304" v="6244" actId="1076"/>
          <ac:spMkLst>
            <pc:docMk/>
            <pc:sldMk cId="1971695301" sldId="4858"/>
            <ac:spMk id="56" creationId="{308F8960-382D-C44A-7A52-236D794F5BC3}"/>
          </ac:spMkLst>
        </pc:spChg>
        <pc:spChg chg="mod">
          <ac:chgData name="Yuanhe Tian" userId="8b41a650fa060b16" providerId="LiveId" clId="{A7CFACAF-95CA-FE44-8CC2-80888C897F5E}" dt="2025-05-05T21:29:03.304" v="6244" actId="1076"/>
          <ac:spMkLst>
            <pc:docMk/>
            <pc:sldMk cId="1971695301" sldId="4858"/>
            <ac:spMk id="57" creationId="{C9F747D1-B59B-2A01-4DB1-A3F8B2DE40AC}"/>
          </ac:spMkLst>
        </pc:spChg>
        <pc:spChg chg="mod">
          <ac:chgData name="Yuanhe Tian" userId="8b41a650fa060b16" providerId="LiveId" clId="{A7CFACAF-95CA-FE44-8CC2-80888C897F5E}" dt="2025-05-05T21:29:03.304" v="6244" actId="1076"/>
          <ac:spMkLst>
            <pc:docMk/>
            <pc:sldMk cId="1971695301" sldId="4858"/>
            <ac:spMk id="58" creationId="{097C69FD-D89E-88DA-7AA8-4A22DE91062D}"/>
          </ac:spMkLst>
        </pc:spChg>
        <pc:spChg chg="mod">
          <ac:chgData name="Yuanhe Tian" userId="8b41a650fa060b16" providerId="LiveId" clId="{A7CFACAF-95CA-FE44-8CC2-80888C897F5E}" dt="2025-05-05T21:29:03.304" v="6244" actId="1076"/>
          <ac:spMkLst>
            <pc:docMk/>
            <pc:sldMk cId="1971695301" sldId="4858"/>
            <ac:spMk id="59" creationId="{6B4A4F2A-58B4-7044-E0A2-E84187D8B36E}"/>
          </ac:spMkLst>
        </pc:spChg>
        <pc:spChg chg="mod">
          <ac:chgData name="Yuanhe Tian" userId="8b41a650fa060b16" providerId="LiveId" clId="{A7CFACAF-95CA-FE44-8CC2-80888C897F5E}" dt="2025-05-05T21:29:03.304" v="6244" actId="1076"/>
          <ac:spMkLst>
            <pc:docMk/>
            <pc:sldMk cId="1971695301" sldId="4858"/>
            <ac:spMk id="60" creationId="{759AF60D-83E6-2F66-9BDF-93C853A1CEB1}"/>
          </ac:spMkLst>
        </pc:spChg>
      </pc:sldChg>
      <pc:sldChg chg="addSp modSp add mod modNotesTx">
        <pc:chgData name="Yuanhe Tian" userId="8b41a650fa060b16" providerId="LiveId" clId="{A7CFACAF-95CA-FE44-8CC2-80888C897F5E}" dt="2025-05-05T21:37:05.853" v="6805" actId="20577"/>
        <pc:sldMkLst>
          <pc:docMk/>
          <pc:sldMk cId="2336112214" sldId="4859"/>
        </pc:sldMkLst>
        <pc:spChg chg="mod">
          <ac:chgData name="Yuanhe Tian" userId="8b41a650fa060b16" providerId="LiveId" clId="{A7CFACAF-95CA-FE44-8CC2-80888C897F5E}" dt="2025-05-05T21:37:05.853" v="6805" actId="20577"/>
          <ac:spMkLst>
            <pc:docMk/>
            <pc:sldMk cId="2336112214" sldId="4859"/>
            <ac:spMk id="3" creationId="{0D22A3CC-0C36-244D-85D6-1B89C6326FBC}"/>
          </ac:spMkLst>
        </pc:spChg>
        <pc:graphicFrameChg chg="add mod modGraphic">
          <ac:chgData name="Yuanhe Tian" userId="8b41a650fa060b16" providerId="LiveId" clId="{A7CFACAF-95CA-FE44-8CC2-80888C897F5E}" dt="2025-05-05T21:36:39.361" v="6721" actId="14100"/>
          <ac:graphicFrameMkLst>
            <pc:docMk/>
            <pc:sldMk cId="2336112214" sldId="4859"/>
            <ac:graphicFrameMk id="7" creationId="{7A1EEC49-AABD-12DE-A6DD-CCD76B44413E}"/>
          </ac:graphicFrameMkLst>
        </pc:graphicFrameChg>
      </pc:sldChg>
      <pc:sldChg chg="addSp delSp modSp add mod addAnim delAnim modAnim modNotesTx">
        <pc:chgData name="Yuanhe Tian" userId="8b41a650fa060b16" providerId="LiveId" clId="{A7CFACAF-95CA-FE44-8CC2-80888C897F5E}" dt="2025-05-05T22:40:08.531" v="7334" actId="1076"/>
        <pc:sldMkLst>
          <pc:docMk/>
          <pc:sldMk cId="2284833072" sldId="4860"/>
        </pc:sldMkLst>
        <pc:spChg chg="mod">
          <ac:chgData name="Yuanhe Tian" userId="8b41a650fa060b16" providerId="LiveId" clId="{A7CFACAF-95CA-FE44-8CC2-80888C897F5E}" dt="2025-05-05T22:37:58.886" v="7316" actId="20577"/>
          <ac:spMkLst>
            <pc:docMk/>
            <pc:sldMk cId="2284833072" sldId="4860"/>
            <ac:spMk id="3" creationId="{6653BCCC-86C2-7408-6391-DD3C06359DBB}"/>
          </ac:spMkLst>
        </pc:spChg>
        <pc:picChg chg="add mod">
          <ac:chgData name="Yuanhe Tian" userId="8b41a650fa060b16" providerId="LiveId" clId="{A7CFACAF-95CA-FE44-8CC2-80888C897F5E}" dt="2025-05-05T22:40:08.531" v="7334" actId="1076"/>
          <ac:picMkLst>
            <pc:docMk/>
            <pc:sldMk cId="2284833072" sldId="4860"/>
            <ac:picMk id="22" creationId="{4915E989-7D00-8841-440C-868E13A30399}"/>
          </ac:picMkLst>
        </pc:picChg>
      </pc:sldChg>
    </pc:docChg>
  </pc:docChgLst>
  <pc:docChgLst>
    <pc:chgData name="Yuanhe Tian" userId="8b41a650fa060b16" providerId="LiveId" clId="{52615ACC-399A-3644-B117-AC2ECF9689DC}"/>
    <pc:docChg chg="undo custSel delSld modSld">
      <pc:chgData name="Yuanhe Tian" userId="8b41a650fa060b16" providerId="LiveId" clId="{52615ACC-399A-3644-B117-AC2ECF9689DC}" dt="2025-03-06T22:17:59.450" v="73" actId="2696"/>
      <pc:docMkLst>
        <pc:docMk/>
      </pc:docMkLst>
      <pc:sldChg chg="modSp mod">
        <pc:chgData name="Yuanhe Tian" userId="8b41a650fa060b16" providerId="LiveId" clId="{52615ACC-399A-3644-B117-AC2ECF9689DC}" dt="2025-03-06T22:17:23.076" v="31" actId="20577"/>
        <pc:sldMkLst>
          <pc:docMk/>
          <pc:sldMk cId="0" sldId="4753"/>
        </pc:sldMkLst>
      </pc:sldChg>
      <pc:sldChg chg="del">
        <pc:chgData name="Yuanhe Tian" userId="8b41a650fa060b16" providerId="LiveId" clId="{52615ACC-399A-3644-B117-AC2ECF9689DC}" dt="2025-03-06T22:17:59.450" v="73" actId="2696"/>
        <pc:sldMkLst>
          <pc:docMk/>
          <pc:sldMk cId="366112402" sldId="4806"/>
        </pc:sldMkLst>
      </pc:sldChg>
      <pc:sldChg chg="del">
        <pc:chgData name="Yuanhe Tian" userId="8b41a650fa060b16" providerId="LiveId" clId="{52615ACC-399A-3644-B117-AC2ECF9689DC}" dt="2025-03-06T22:17:54.840" v="44" actId="2696"/>
        <pc:sldMkLst>
          <pc:docMk/>
          <pc:sldMk cId="2510039801" sldId="4807"/>
        </pc:sldMkLst>
      </pc:sldChg>
      <pc:sldChg chg="del">
        <pc:chgData name="Yuanhe Tian" userId="8b41a650fa060b16" providerId="LiveId" clId="{52615ACC-399A-3644-B117-AC2ECF9689DC}" dt="2025-03-06T22:17:35.337" v="37" actId="2696"/>
        <pc:sldMkLst>
          <pc:docMk/>
          <pc:sldMk cId="2878279411" sldId="4809"/>
        </pc:sldMkLst>
      </pc:sldChg>
      <pc:sldChg chg="del">
        <pc:chgData name="Yuanhe Tian" userId="8b41a650fa060b16" providerId="LiveId" clId="{52615ACC-399A-3644-B117-AC2ECF9689DC}" dt="2025-03-06T22:17:54.785" v="42" actId="2696"/>
        <pc:sldMkLst>
          <pc:docMk/>
          <pc:sldMk cId="2625987116" sldId="4811"/>
        </pc:sldMkLst>
      </pc:sldChg>
      <pc:sldChg chg="del">
        <pc:chgData name="Yuanhe Tian" userId="8b41a650fa060b16" providerId="LiveId" clId="{52615ACC-399A-3644-B117-AC2ECF9689DC}" dt="2025-03-06T22:17:58.258" v="72" actId="2696"/>
        <pc:sldMkLst>
          <pc:docMk/>
          <pc:sldMk cId="2420662341" sldId="4812"/>
        </pc:sldMkLst>
      </pc:sldChg>
      <pc:sldChg chg="del">
        <pc:chgData name="Yuanhe Tian" userId="8b41a650fa060b16" providerId="LiveId" clId="{52615ACC-399A-3644-B117-AC2ECF9689DC}" dt="2025-03-06T22:17:35.244" v="32" actId="2696"/>
        <pc:sldMkLst>
          <pc:docMk/>
          <pc:sldMk cId="4274504593" sldId="4813"/>
        </pc:sldMkLst>
      </pc:sldChg>
      <pc:sldChg chg="del">
        <pc:chgData name="Yuanhe Tian" userId="8b41a650fa060b16" providerId="LiveId" clId="{52615ACC-399A-3644-B117-AC2ECF9689DC}" dt="2025-03-06T22:17:35.300" v="35" actId="2696"/>
        <pc:sldMkLst>
          <pc:docMk/>
          <pc:sldMk cId="2633230250" sldId="4815"/>
        </pc:sldMkLst>
      </pc:sldChg>
      <pc:sldChg chg="del">
        <pc:chgData name="Yuanhe Tian" userId="8b41a650fa060b16" providerId="LiveId" clId="{52615ACC-399A-3644-B117-AC2ECF9689DC}" dt="2025-03-06T22:17:35.256" v="34" actId="2696"/>
        <pc:sldMkLst>
          <pc:docMk/>
          <pc:sldMk cId="3864052491" sldId="4816"/>
        </pc:sldMkLst>
      </pc:sldChg>
      <pc:sldChg chg="del">
        <pc:chgData name="Yuanhe Tian" userId="8b41a650fa060b16" providerId="LiveId" clId="{52615ACC-399A-3644-B117-AC2ECF9689DC}" dt="2025-03-06T22:17:35.325" v="36" actId="2696"/>
        <pc:sldMkLst>
          <pc:docMk/>
          <pc:sldMk cId="4241832541" sldId="4817"/>
        </pc:sldMkLst>
      </pc:sldChg>
      <pc:sldChg chg="del">
        <pc:chgData name="Yuanhe Tian" userId="8b41a650fa060b16" providerId="LiveId" clId="{52615ACC-399A-3644-B117-AC2ECF9689DC}" dt="2025-03-06T22:17:35.250" v="33" actId="2696"/>
        <pc:sldMkLst>
          <pc:docMk/>
          <pc:sldMk cId="1506208315" sldId="4819"/>
        </pc:sldMkLst>
      </pc:sldChg>
      <pc:sldChg chg="del">
        <pc:chgData name="Yuanhe Tian" userId="8b41a650fa060b16" providerId="LiveId" clId="{52615ACC-399A-3644-B117-AC2ECF9689DC}" dt="2025-03-06T22:17:54.992" v="60" actId="2696"/>
        <pc:sldMkLst>
          <pc:docMk/>
          <pc:sldMk cId="2271156371" sldId="4823"/>
        </pc:sldMkLst>
      </pc:sldChg>
      <pc:sldChg chg="del">
        <pc:chgData name="Yuanhe Tian" userId="8b41a650fa060b16" providerId="LiveId" clId="{52615ACC-399A-3644-B117-AC2ECF9689DC}" dt="2025-03-06T22:17:54.706" v="41" actId="2696"/>
        <pc:sldMkLst>
          <pc:docMk/>
          <pc:sldMk cId="3799723328" sldId="4824"/>
        </pc:sldMkLst>
      </pc:sldChg>
      <pc:sldChg chg="del">
        <pc:chgData name="Yuanhe Tian" userId="8b41a650fa060b16" providerId="LiveId" clId="{52615ACC-399A-3644-B117-AC2ECF9689DC}" dt="2025-03-06T22:17:54.868" v="45" actId="2696"/>
        <pc:sldMkLst>
          <pc:docMk/>
          <pc:sldMk cId="3899658584" sldId="4825"/>
        </pc:sldMkLst>
      </pc:sldChg>
      <pc:sldChg chg="del">
        <pc:chgData name="Yuanhe Tian" userId="8b41a650fa060b16" providerId="LiveId" clId="{52615ACC-399A-3644-B117-AC2ECF9689DC}" dt="2025-03-06T22:17:54.658" v="39" actId="2696"/>
        <pc:sldMkLst>
          <pc:docMk/>
          <pc:sldMk cId="3333258235" sldId="4826"/>
        </pc:sldMkLst>
      </pc:sldChg>
      <pc:sldChg chg="del">
        <pc:chgData name="Yuanhe Tian" userId="8b41a650fa060b16" providerId="LiveId" clId="{52615ACC-399A-3644-B117-AC2ECF9689DC}" dt="2025-03-06T22:17:54.627" v="38" actId="2696"/>
        <pc:sldMkLst>
          <pc:docMk/>
          <pc:sldMk cId="943996447" sldId="4827"/>
        </pc:sldMkLst>
      </pc:sldChg>
      <pc:sldChg chg="del">
        <pc:chgData name="Yuanhe Tian" userId="8b41a650fa060b16" providerId="LiveId" clId="{52615ACC-399A-3644-B117-AC2ECF9689DC}" dt="2025-03-06T22:17:54.930" v="57" actId="2696"/>
        <pc:sldMkLst>
          <pc:docMk/>
          <pc:sldMk cId="4075969437" sldId="4851"/>
        </pc:sldMkLst>
      </pc:sldChg>
      <pc:sldChg chg="del">
        <pc:chgData name="Yuanhe Tian" userId="8b41a650fa060b16" providerId="LiveId" clId="{52615ACC-399A-3644-B117-AC2ECF9689DC}" dt="2025-03-06T22:17:54.887" v="51" actId="2696"/>
        <pc:sldMkLst>
          <pc:docMk/>
          <pc:sldMk cId="10888101" sldId="4852"/>
        </pc:sldMkLst>
      </pc:sldChg>
      <pc:sldChg chg="del">
        <pc:chgData name="Yuanhe Tian" userId="8b41a650fa060b16" providerId="LiveId" clId="{52615ACC-399A-3644-B117-AC2ECF9689DC}" dt="2025-03-06T22:17:54.901" v="56" actId="2696"/>
        <pc:sldMkLst>
          <pc:docMk/>
          <pc:sldMk cId="3870643899" sldId="4853"/>
        </pc:sldMkLst>
      </pc:sldChg>
      <pc:sldChg chg="del">
        <pc:chgData name="Yuanhe Tian" userId="8b41a650fa060b16" providerId="LiveId" clId="{52615ACC-399A-3644-B117-AC2ECF9689DC}" dt="2025-03-06T22:17:55.017" v="64" actId="2696"/>
        <pc:sldMkLst>
          <pc:docMk/>
          <pc:sldMk cId="919159611" sldId="4854"/>
        </pc:sldMkLst>
      </pc:sldChg>
      <pc:sldChg chg="del">
        <pc:chgData name="Yuanhe Tian" userId="8b41a650fa060b16" providerId="LiveId" clId="{52615ACC-399A-3644-B117-AC2ECF9689DC}" dt="2025-03-06T22:17:54.877" v="48" actId="2696"/>
        <pc:sldMkLst>
          <pc:docMk/>
          <pc:sldMk cId="2404302332" sldId="4855"/>
        </pc:sldMkLst>
      </pc:sldChg>
      <pc:sldChg chg="del">
        <pc:chgData name="Yuanhe Tian" userId="8b41a650fa060b16" providerId="LiveId" clId="{52615ACC-399A-3644-B117-AC2ECF9689DC}" dt="2025-03-06T22:17:55.031" v="65" actId="2696"/>
        <pc:sldMkLst>
          <pc:docMk/>
          <pc:sldMk cId="2642273473" sldId="4856"/>
        </pc:sldMkLst>
      </pc:sldChg>
      <pc:sldChg chg="del">
        <pc:chgData name="Yuanhe Tian" userId="8b41a650fa060b16" providerId="LiveId" clId="{52615ACC-399A-3644-B117-AC2ECF9689DC}" dt="2025-03-06T22:17:54.880" v="49" actId="2696"/>
        <pc:sldMkLst>
          <pc:docMk/>
          <pc:sldMk cId="337944404" sldId="4857"/>
        </pc:sldMkLst>
      </pc:sldChg>
      <pc:sldChg chg="del">
        <pc:chgData name="Yuanhe Tian" userId="8b41a650fa060b16" providerId="LiveId" clId="{52615ACC-399A-3644-B117-AC2ECF9689DC}" dt="2025-03-06T22:17:55.069" v="70" actId="2696"/>
        <pc:sldMkLst>
          <pc:docMk/>
          <pc:sldMk cId="986681526" sldId="4858"/>
        </pc:sldMkLst>
      </pc:sldChg>
      <pc:sldChg chg="del">
        <pc:chgData name="Yuanhe Tian" userId="8b41a650fa060b16" providerId="LiveId" clId="{52615ACC-399A-3644-B117-AC2ECF9689DC}" dt="2025-03-06T22:17:54.871" v="46" actId="2696"/>
        <pc:sldMkLst>
          <pc:docMk/>
          <pc:sldMk cId="1341732703" sldId="4859"/>
        </pc:sldMkLst>
      </pc:sldChg>
      <pc:sldChg chg="del">
        <pc:chgData name="Yuanhe Tian" userId="8b41a650fa060b16" providerId="LiveId" clId="{52615ACC-399A-3644-B117-AC2ECF9689DC}" dt="2025-03-06T22:17:55.035" v="67" actId="2696"/>
        <pc:sldMkLst>
          <pc:docMk/>
          <pc:sldMk cId="2501277480" sldId="4860"/>
        </pc:sldMkLst>
      </pc:sldChg>
      <pc:sldChg chg="del">
        <pc:chgData name="Yuanhe Tian" userId="8b41a650fa060b16" providerId="LiveId" clId="{52615ACC-399A-3644-B117-AC2ECF9689DC}" dt="2025-03-06T22:17:55.033" v="66" actId="2696"/>
        <pc:sldMkLst>
          <pc:docMk/>
          <pc:sldMk cId="3112187046" sldId="4861"/>
        </pc:sldMkLst>
      </pc:sldChg>
      <pc:sldChg chg="del">
        <pc:chgData name="Yuanhe Tian" userId="8b41a650fa060b16" providerId="LiveId" clId="{52615ACC-399A-3644-B117-AC2ECF9689DC}" dt="2025-03-06T22:17:54.935" v="59" actId="2696"/>
        <pc:sldMkLst>
          <pc:docMk/>
          <pc:sldMk cId="1134270991" sldId="4863"/>
        </pc:sldMkLst>
      </pc:sldChg>
      <pc:sldChg chg="del">
        <pc:chgData name="Yuanhe Tian" userId="8b41a650fa060b16" providerId="LiveId" clId="{52615ACC-399A-3644-B117-AC2ECF9689DC}" dt="2025-03-06T22:17:54.997" v="62" actId="2696"/>
        <pc:sldMkLst>
          <pc:docMk/>
          <pc:sldMk cId="1542330002" sldId="4864"/>
        </pc:sldMkLst>
      </pc:sldChg>
      <pc:sldChg chg="del">
        <pc:chgData name="Yuanhe Tian" userId="8b41a650fa060b16" providerId="LiveId" clId="{52615ACC-399A-3644-B117-AC2ECF9689DC}" dt="2025-03-06T22:17:55.054" v="69" actId="2696"/>
        <pc:sldMkLst>
          <pc:docMk/>
          <pc:sldMk cId="3813555596" sldId="4865"/>
        </pc:sldMkLst>
      </pc:sldChg>
      <pc:sldChg chg="del">
        <pc:chgData name="Yuanhe Tian" userId="8b41a650fa060b16" providerId="LiveId" clId="{52615ACC-399A-3644-B117-AC2ECF9689DC}" dt="2025-03-06T22:17:54.874" v="47" actId="2696"/>
        <pc:sldMkLst>
          <pc:docMk/>
          <pc:sldMk cId="2698340795" sldId="4866"/>
        </pc:sldMkLst>
      </pc:sldChg>
      <pc:sldChg chg="del">
        <pc:chgData name="Yuanhe Tian" userId="8b41a650fa060b16" providerId="LiveId" clId="{52615ACC-399A-3644-B117-AC2ECF9689DC}" dt="2025-03-06T22:17:55.079" v="71" actId="2696"/>
        <pc:sldMkLst>
          <pc:docMk/>
          <pc:sldMk cId="3788105292" sldId="4867"/>
        </pc:sldMkLst>
      </pc:sldChg>
      <pc:sldChg chg="del">
        <pc:chgData name="Yuanhe Tian" userId="8b41a650fa060b16" providerId="LiveId" clId="{52615ACC-399A-3644-B117-AC2ECF9689DC}" dt="2025-03-06T22:17:54.890" v="52" actId="2696"/>
        <pc:sldMkLst>
          <pc:docMk/>
          <pc:sldMk cId="556544249" sldId="4869"/>
        </pc:sldMkLst>
      </pc:sldChg>
      <pc:sldChg chg="del">
        <pc:chgData name="Yuanhe Tian" userId="8b41a650fa060b16" providerId="LiveId" clId="{52615ACC-399A-3644-B117-AC2ECF9689DC}" dt="2025-03-06T22:17:54.898" v="55" actId="2696"/>
        <pc:sldMkLst>
          <pc:docMk/>
          <pc:sldMk cId="409641616" sldId="4870"/>
        </pc:sldMkLst>
      </pc:sldChg>
      <pc:sldChg chg="del">
        <pc:chgData name="Yuanhe Tian" userId="8b41a650fa060b16" providerId="LiveId" clId="{52615ACC-399A-3644-B117-AC2ECF9689DC}" dt="2025-03-06T22:17:55.037" v="68" actId="2696"/>
        <pc:sldMkLst>
          <pc:docMk/>
          <pc:sldMk cId="383241533" sldId="4871"/>
        </pc:sldMkLst>
      </pc:sldChg>
      <pc:sldChg chg="del">
        <pc:chgData name="Yuanhe Tian" userId="8b41a650fa060b16" providerId="LiveId" clId="{52615ACC-399A-3644-B117-AC2ECF9689DC}" dt="2025-03-06T22:17:54.932" v="58" actId="2696"/>
        <pc:sldMkLst>
          <pc:docMk/>
          <pc:sldMk cId="2899060641" sldId="4872"/>
        </pc:sldMkLst>
      </pc:sldChg>
      <pc:sldChg chg="del">
        <pc:chgData name="Yuanhe Tian" userId="8b41a650fa060b16" providerId="LiveId" clId="{52615ACC-399A-3644-B117-AC2ECF9689DC}" dt="2025-03-06T22:17:54.660" v="40" actId="2696"/>
        <pc:sldMkLst>
          <pc:docMk/>
          <pc:sldMk cId="614960982" sldId="4874"/>
        </pc:sldMkLst>
      </pc:sldChg>
      <pc:sldChg chg="del">
        <pc:chgData name="Yuanhe Tian" userId="8b41a650fa060b16" providerId="LiveId" clId="{52615ACC-399A-3644-B117-AC2ECF9689DC}" dt="2025-03-06T22:17:54.836" v="43" actId="2696"/>
        <pc:sldMkLst>
          <pc:docMk/>
          <pc:sldMk cId="2804227079" sldId="4875"/>
        </pc:sldMkLst>
      </pc:sldChg>
      <pc:sldChg chg="del">
        <pc:chgData name="Yuanhe Tian" userId="8b41a650fa060b16" providerId="LiveId" clId="{52615ACC-399A-3644-B117-AC2ECF9689DC}" dt="2025-03-06T22:17:55" v="63" actId="2696"/>
        <pc:sldMkLst>
          <pc:docMk/>
          <pc:sldMk cId="1524948826" sldId="4876"/>
        </pc:sldMkLst>
      </pc:sldChg>
      <pc:sldChg chg="del">
        <pc:chgData name="Yuanhe Tian" userId="8b41a650fa060b16" providerId="LiveId" clId="{52615ACC-399A-3644-B117-AC2ECF9689DC}" dt="2025-03-06T22:17:54.883" v="50" actId="2696"/>
        <pc:sldMkLst>
          <pc:docMk/>
          <pc:sldMk cId="2822536817" sldId="4877"/>
        </pc:sldMkLst>
      </pc:sldChg>
      <pc:sldChg chg="del">
        <pc:chgData name="Yuanhe Tian" userId="8b41a650fa060b16" providerId="LiveId" clId="{52615ACC-399A-3644-B117-AC2ECF9689DC}" dt="2025-03-06T22:17:54.896" v="54" actId="2696"/>
        <pc:sldMkLst>
          <pc:docMk/>
          <pc:sldMk cId="3421517383" sldId="4878"/>
        </pc:sldMkLst>
      </pc:sldChg>
      <pc:sldChg chg="del">
        <pc:chgData name="Yuanhe Tian" userId="8b41a650fa060b16" providerId="LiveId" clId="{52615ACC-399A-3644-B117-AC2ECF9689DC}" dt="2025-03-06T22:17:54.893" v="53" actId="2696"/>
        <pc:sldMkLst>
          <pc:docMk/>
          <pc:sldMk cId="2519125438" sldId="4879"/>
        </pc:sldMkLst>
      </pc:sldChg>
      <pc:sldChg chg="del">
        <pc:chgData name="Yuanhe Tian" userId="8b41a650fa060b16" providerId="LiveId" clId="{52615ACC-399A-3644-B117-AC2ECF9689DC}" dt="2025-03-06T22:17:54.995" v="61" actId="2696"/>
        <pc:sldMkLst>
          <pc:docMk/>
          <pc:sldMk cId="3430670187" sldId="4880"/>
        </pc:sldMkLst>
      </pc:sldChg>
    </pc:docChg>
  </pc:docChgLst>
  <pc:docChgLst>
    <pc:chgData name="Yuanhe Tian" userId="8b41a650fa060b16" providerId="LiveId" clId="{D2B3368F-E1E0-8C4F-8697-433C7C33D853}"/>
    <pc:docChg chg="custSel addSld delSld modSld sldOrd">
      <pc:chgData name="Yuanhe Tian" userId="8b41a650fa060b16" providerId="LiveId" clId="{D2B3368F-E1E0-8C4F-8697-433C7C33D853}" dt="2025-04-30T06:10:41.505" v="258" actId="478"/>
      <pc:docMkLst>
        <pc:docMk/>
      </pc:docMkLst>
      <pc:sldChg chg="addSp delSp modSp mod">
        <pc:chgData name="Yuanhe Tian" userId="8b41a650fa060b16" providerId="LiveId" clId="{D2B3368F-E1E0-8C4F-8697-433C7C33D853}" dt="2025-04-30T04:56:49.748" v="119" actId="20577"/>
        <pc:sldMkLst>
          <pc:docMk/>
          <pc:sldMk cId="1026772549" sldId="383"/>
        </pc:sldMkLst>
        <pc:spChg chg="add mod">
          <ac:chgData name="Yuanhe Tian" userId="8b41a650fa060b16" providerId="LiveId" clId="{D2B3368F-E1E0-8C4F-8697-433C7C33D853}" dt="2025-04-30T04:56:36.193" v="90" actId="20577"/>
          <ac:spMkLst>
            <pc:docMk/>
            <pc:sldMk cId="1026772549" sldId="383"/>
            <ac:spMk id="6" creationId="{A397B2EB-65F6-C555-B697-7962595AFF73}"/>
          </ac:spMkLst>
        </pc:spChg>
        <pc:spChg chg="add mod">
          <ac:chgData name="Yuanhe Tian" userId="8b41a650fa060b16" providerId="LiveId" clId="{D2B3368F-E1E0-8C4F-8697-433C7C33D853}" dt="2025-04-30T04:55:47.186" v="31" actId="164"/>
          <ac:spMkLst>
            <pc:docMk/>
            <pc:sldMk cId="1026772549" sldId="383"/>
            <ac:spMk id="7" creationId="{59BAB56A-E472-6A40-344B-FFED59668E51}"/>
          </ac:spMkLst>
        </pc:spChg>
        <pc:spChg chg="mod topLvl">
          <ac:chgData name="Yuanhe Tian" userId="8b41a650fa060b16" providerId="LiveId" clId="{D2B3368F-E1E0-8C4F-8697-433C7C33D853}" dt="2025-04-30T04:55:47.186" v="31" actId="164"/>
          <ac:spMkLst>
            <pc:docMk/>
            <pc:sldMk cId="1026772549" sldId="383"/>
            <ac:spMk id="38" creationId="{32166C21-2F25-D43F-50AE-BC66DFC3D520}"/>
          </ac:spMkLst>
        </pc:spChg>
        <pc:spChg chg="mod">
          <ac:chgData name="Yuanhe Tian" userId="8b41a650fa060b16" providerId="LiveId" clId="{D2B3368F-E1E0-8C4F-8697-433C7C33D853}" dt="2025-04-30T04:55:27.465" v="29" actId="165"/>
          <ac:spMkLst>
            <pc:docMk/>
            <pc:sldMk cId="1026772549" sldId="383"/>
            <ac:spMk id="54" creationId="{A0214C84-7FDD-9F55-5484-2B580276E49B}"/>
          </ac:spMkLst>
        </pc:spChg>
        <pc:spChg chg="mod">
          <ac:chgData name="Yuanhe Tian" userId="8b41a650fa060b16" providerId="LiveId" clId="{D2B3368F-E1E0-8C4F-8697-433C7C33D853}" dt="2025-04-30T04:55:27.465" v="29" actId="165"/>
          <ac:spMkLst>
            <pc:docMk/>
            <pc:sldMk cId="1026772549" sldId="383"/>
            <ac:spMk id="56" creationId="{8949CE15-86BE-830F-1E86-8976980A8CBE}"/>
          </ac:spMkLst>
        </pc:spChg>
        <pc:spChg chg="mod">
          <ac:chgData name="Yuanhe Tian" userId="8b41a650fa060b16" providerId="LiveId" clId="{D2B3368F-E1E0-8C4F-8697-433C7C33D853}" dt="2025-04-30T04:56:49.748" v="119" actId="20577"/>
          <ac:spMkLst>
            <pc:docMk/>
            <pc:sldMk cId="1026772549" sldId="383"/>
            <ac:spMk id="58" creationId="{B2ED94F8-074A-35A6-A675-0D0A960CD68D}"/>
          </ac:spMkLst>
        </pc:spChg>
        <pc:spChg chg="mod">
          <ac:chgData name="Yuanhe Tian" userId="8b41a650fa060b16" providerId="LiveId" clId="{D2B3368F-E1E0-8C4F-8697-433C7C33D853}" dt="2025-04-30T04:55:27.465" v="29" actId="165"/>
          <ac:spMkLst>
            <pc:docMk/>
            <pc:sldMk cId="1026772549" sldId="383"/>
            <ac:spMk id="60" creationId="{9797E39A-883B-B0B4-0F07-EB9619A5A4A2}"/>
          </ac:spMkLst>
        </pc:spChg>
        <pc:spChg chg="mod">
          <ac:chgData name="Yuanhe Tian" userId="8b41a650fa060b16" providerId="LiveId" clId="{D2B3368F-E1E0-8C4F-8697-433C7C33D853}" dt="2025-04-30T04:55:27.465" v="29" actId="165"/>
          <ac:spMkLst>
            <pc:docMk/>
            <pc:sldMk cId="1026772549" sldId="383"/>
            <ac:spMk id="61" creationId="{B164EE8A-09A1-A494-DC62-6CDCBABBDD68}"/>
          </ac:spMkLst>
        </pc:spChg>
        <pc:spChg chg="mod">
          <ac:chgData name="Yuanhe Tian" userId="8b41a650fa060b16" providerId="LiveId" clId="{D2B3368F-E1E0-8C4F-8697-433C7C33D853}" dt="2025-04-30T04:55:27.465" v="29" actId="165"/>
          <ac:spMkLst>
            <pc:docMk/>
            <pc:sldMk cId="1026772549" sldId="383"/>
            <ac:spMk id="63" creationId="{3D2AB357-C908-5824-397C-F8D83F703679}"/>
          </ac:spMkLst>
        </pc:spChg>
        <pc:grpChg chg="add mod">
          <ac:chgData name="Yuanhe Tian" userId="8b41a650fa060b16" providerId="LiveId" clId="{D2B3368F-E1E0-8C4F-8697-433C7C33D853}" dt="2025-04-30T04:55:47.186" v="31" actId="164"/>
          <ac:grpSpMkLst>
            <pc:docMk/>
            <pc:sldMk cId="1026772549" sldId="383"/>
            <ac:grpSpMk id="8" creationId="{73525559-5B64-195C-DE3E-74234087F69F}"/>
          </ac:grpSpMkLst>
        </pc:grpChg>
        <pc:grpChg chg="mod">
          <ac:chgData name="Yuanhe Tian" userId="8b41a650fa060b16" providerId="LiveId" clId="{D2B3368F-E1E0-8C4F-8697-433C7C33D853}" dt="2025-04-30T04:55:47.186" v="31" actId="164"/>
          <ac:grpSpMkLst>
            <pc:docMk/>
            <pc:sldMk cId="1026772549" sldId="383"/>
            <ac:grpSpMk id="39" creationId="{78C5DF4B-3528-4D02-38E8-F1A3EB4B6D10}"/>
          </ac:grpSpMkLst>
        </pc:grpChg>
        <pc:grpChg chg="mod topLvl">
          <ac:chgData name="Yuanhe Tian" userId="8b41a650fa060b16" providerId="LiveId" clId="{D2B3368F-E1E0-8C4F-8697-433C7C33D853}" dt="2025-04-30T04:55:47.186" v="31" actId="164"/>
          <ac:grpSpMkLst>
            <pc:docMk/>
            <pc:sldMk cId="1026772549" sldId="383"/>
            <ac:grpSpMk id="40" creationId="{FAD37D50-FA12-F8F8-B895-9CAC6F0EDD60}"/>
          </ac:grpSpMkLst>
        </pc:grpChg>
        <pc:grpChg chg="mod topLvl">
          <ac:chgData name="Yuanhe Tian" userId="8b41a650fa060b16" providerId="LiveId" clId="{D2B3368F-E1E0-8C4F-8697-433C7C33D853}" dt="2025-04-30T04:55:47.186" v="31" actId="164"/>
          <ac:grpSpMkLst>
            <pc:docMk/>
            <pc:sldMk cId="1026772549" sldId="383"/>
            <ac:grpSpMk id="41" creationId="{6F458834-3E00-4672-43CE-C49DF554E0A4}"/>
          </ac:grpSpMkLst>
        </pc:grpChg>
      </pc:sldChg>
      <pc:sldChg chg="modSp del mod ord">
        <pc:chgData name="Yuanhe Tian" userId="8b41a650fa060b16" providerId="LiveId" clId="{D2B3368F-E1E0-8C4F-8697-433C7C33D853}" dt="2025-04-30T04:56:20.905" v="60" actId="2696"/>
        <pc:sldMkLst>
          <pc:docMk/>
          <pc:sldMk cId="911075894" sldId="395"/>
        </pc:sldMkLst>
      </pc:sldChg>
      <pc:sldChg chg="addSp delSp modSp mod">
        <pc:chgData name="Yuanhe Tian" userId="8b41a650fa060b16" providerId="LiveId" clId="{D2B3368F-E1E0-8C4F-8697-433C7C33D853}" dt="2025-04-30T05:57:34.929" v="248" actId="20577"/>
        <pc:sldMkLst>
          <pc:docMk/>
          <pc:sldMk cId="180667309" sldId="401"/>
        </pc:sldMkLst>
        <pc:spChg chg="add mod">
          <ac:chgData name="Yuanhe Tian" userId="8b41a650fa060b16" providerId="LiveId" clId="{D2B3368F-E1E0-8C4F-8697-433C7C33D853}" dt="2025-04-30T05:57:34.929" v="248" actId="20577"/>
          <ac:spMkLst>
            <pc:docMk/>
            <pc:sldMk cId="180667309" sldId="401"/>
            <ac:spMk id="6" creationId="{28DCE1B7-ADA3-CB69-6D27-8231F3C27C32}"/>
          </ac:spMkLst>
        </pc:spChg>
      </pc:sldChg>
      <pc:sldChg chg="modSp mod">
        <pc:chgData name="Yuanhe Tian" userId="8b41a650fa060b16" providerId="LiveId" clId="{D2B3368F-E1E0-8C4F-8697-433C7C33D853}" dt="2025-04-30T06:05:10.837" v="249" actId="1076"/>
        <pc:sldMkLst>
          <pc:docMk/>
          <pc:sldMk cId="382838476" sldId="408"/>
        </pc:sldMkLst>
      </pc:sldChg>
      <pc:sldChg chg="delSp mod delAnim">
        <pc:chgData name="Yuanhe Tian" userId="8b41a650fa060b16" providerId="LiveId" clId="{D2B3368F-E1E0-8C4F-8697-433C7C33D853}" dt="2025-04-30T06:08:38.572" v="250" actId="478"/>
        <pc:sldMkLst>
          <pc:docMk/>
          <pc:sldMk cId="1795440273" sldId="410"/>
        </pc:sldMkLst>
      </pc:sldChg>
      <pc:sldChg chg="addSp delSp modSp mod">
        <pc:chgData name="Yuanhe Tian" userId="8b41a650fa060b16" providerId="LiveId" clId="{D2B3368F-E1E0-8C4F-8697-433C7C33D853}" dt="2025-04-30T06:09:29.918" v="256" actId="20577"/>
        <pc:sldMkLst>
          <pc:docMk/>
          <pc:sldMk cId="4275818848" sldId="475"/>
        </pc:sldMkLst>
        <pc:spChg chg="mod">
          <ac:chgData name="Yuanhe Tian" userId="8b41a650fa060b16" providerId="LiveId" clId="{D2B3368F-E1E0-8C4F-8697-433C7C33D853}" dt="2025-04-30T06:09:17.032" v="253" actId="1076"/>
          <ac:spMkLst>
            <pc:docMk/>
            <pc:sldMk cId="4275818848" sldId="475"/>
            <ac:spMk id="11" creationId="{0F962923-D275-29AA-A901-6279F18D6D40}"/>
          </ac:spMkLst>
        </pc:spChg>
        <pc:spChg chg="mod">
          <ac:chgData name="Yuanhe Tian" userId="8b41a650fa060b16" providerId="LiveId" clId="{D2B3368F-E1E0-8C4F-8697-433C7C33D853}" dt="2025-04-30T06:09:17.032" v="253" actId="1076"/>
          <ac:spMkLst>
            <pc:docMk/>
            <pc:sldMk cId="4275818848" sldId="475"/>
            <ac:spMk id="12" creationId="{A1CAC041-0F81-EC5A-1DEB-BA3D2A37C8CC}"/>
          </ac:spMkLst>
        </pc:spChg>
        <pc:spChg chg="mod">
          <ac:chgData name="Yuanhe Tian" userId="8b41a650fa060b16" providerId="LiveId" clId="{D2B3368F-E1E0-8C4F-8697-433C7C33D853}" dt="2025-04-30T06:09:17.032" v="253" actId="1076"/>
          <ac:spMkLst>
            <pc:docMk/>
            <pc:sldMk cId="4275818848" sldId="475"/>
            <ac:spMk id="13" creationId="{14B3B078-D8FA-A362-27E9-FE92470BD928}"/>
          </ac:spMkLst>
        </pc:spChg>
        <pc:spChg chg="mod">
          <ac:chgData name="Yuanhe Tian" userId="8b41a650fa060b16" providerId="LiveId" clId="{D2B3368F-E1E0-8C4F-8697-433C7C33D853}" dt="2025-04-30T06:09:17.032" v="253" actId="1076"/>
          <ac:spMkLst>
            <pc:docMk/>
            <pc:sldMk cId="4275818848" sldId="475"/>
            <ac:spMk id="14" creationId="{7ECBBB2C-332A-7BCA-D1FC-6F4251385C16}"/>
          </ac:spMkLst>
        </pc:spChg>
        <pc:spChg chg="mod">
          <ac:chgData name="Yuanhe Tian" userId="8b41a650fa060b16" providerId="LiveId" clId="{D2B3368F-E1E0-8C4F-8697-433C7C33D853}" dt="2025-04-30T06:09:17.032" v="253" actId="1076"/>
          <ac:spMkLst>
            <pc:docMk/>
            <pc:sldMk cId="4275818848" sldId="475"/>
            <ac:spMk id="15" creationId="{48FF8C04-4D4D-25EF-5852-2FDF5E1F591E}"/>
          </ac:spMkLst>
        </pc:spChg>
        <pc:spChg chg="add mod">
          <ac:chgData name="Yuanhe Tian" userId="8b41a650fa060b16" providerId="LiveId" clId="{D2B3368F-E1E0-8C4F-8697-433C7C33D853}" dt="2025-04-30T06:09:17.032" v="253" actId="1076"/>
          <ac:spMkLst>
            <pc:docMk/>
            <pc:sldMk cId="4275818848" sldId="475"/>
            <ac:spMk id="16" creationId="{83A7C033-3555-224D-F01A-36C7FFF4F285}"/>
          </ac:spMkLst>
        </pc:spChg>
        <pc:spChg chg="mod">
          <ac:chgData name="Yuanhe Tian" userId="8b41a650fa060b16" providerId="LiveId" clId="{D2B3368F-E1E0-8C4F-8697-433C7C33D853}" dt="2025-04-30T06:09:17.032" v="253" actId="1076"/>
          <ac:spMkLst>
            <pc:docMk/>
            <pc:sldMk cId="4275818848" sldId="475"/>
            <ac:spMk id="17" creationId="{84BC6821-B6C5-E7DA-98DF-7F05887A1568}"/>
          </ac:spMkLst>
        </pc:spChg>
        <pc:spChg chg="mod">
          <ac:chgData name="Yuanhe Tian" userId="8b41a650fa060b16" providerId="LiveId" clId="{D2B3368F-E1E0-8C4F-8697-433C7C33D853}" dt="2025-04-30T06:09:17.032" v="253" actId="1076"/>
          <ac:spMkLst>
            <pc:docMk/>
            <pc:sldMk cId="4275818848" sldId="475"/>
            <ac:spMk id="18" creationId="{94E1D85A-F3AE-74CD-95DA-A04475DC8F6F}"/>
          </ac:spMkLst>
        </pc:spChg>
        <pc:spChg chg="mod">
          <ac:chgData name="Yuanhe Tian" userId="8b41a650fa060b16" providerId="LiveId" clId="{D2B3368F-E1E0-8C4F-8697-433C7C33D853}" dt="2025-04-30T06:09:14.746" v="252"/>
          <ac:spMkLst>
            <pc:docMk/>
            <pc:sldMk cId="4275818848" sldId="475"/>
            <ac:spMk id="23" creationId="{3F876873-020B-3A3D-55B0-328A7A30F912}"/>
          </ac:spMkLst>
        </pc:spChg>
        <pc:spChg chg="mod">
          <ac:chgData name="Yuanhe Tian" userId="8b41a650fa060b16" providerId="LiveId" clId="{D2B3368F-E1E0-8C4F-8697-433C7C33D853}" dt="2025-04-30T06:09:14.746" v="252"/>
          <ac:spMkLst>
            <pc:docMk/>
            <pc:sldMk cId="4275818848" sldId="475"/>
            <ac:spMk id="28" creationId="{0CB13A3A-E72A-2313-A644-C4A033BCF697}"/>
          </ac:spMkLst>
        </pc:spChg>
        <pc:spChg chg="mod">
          <ac:chgData name="Yuanhe Tian" userId="8b41a650fa060b16" providerId="LiveId" clId="{D2B3368F-E1E0-8C4F-8697-433C7C33D853}" dt="2025-04-30T06:09:14.746" v="252"/>
          <ac:spMkLst>
            <pc:docMk/>
            <pc:sldMk cId="4275818848" sldId="475"/>
            <ac:spMk id="33" creationId="{0A4FB7A1-A0E5-2D0A-D237-44DB503F3E65}"/>
          </ac:spMkLst>
        </pc:spChg>
        <pc:spChg chg="mod">
          <ac:chgData name="Yuanhe Tian" userId="8b41a650fa060b16" providerId="LiveId" clId="{D2B3368F-E1E0-8C4F-8697-433C7C33D853}" dt="2025-04-30T06:09:14.746" v="252"/>
          <ac:spMkLst>
            <pc:docMk/>
            <pc:sldMk cId="4275818848" sldId="475"/>
            <ac:spMk id="38" creationId="{17C8B4A1-AF5B-5ACC-429D-A172AD1FF749}"/>
          </ac:spMkLst>
        </pc:spChg>
        <pc:spChg chg="mod">
          <ac:chgData name="Yuanhe Tian" userId="8b41a650fa060b16" providerId="LiveId" clId="{D2B3368F-E1E0-8C4F-8697-433C7C33D853}" dt="2025-04-30T06:09:14.746" v="252"/>
          <ac:spMkLst>
            <pc:docMk/>
            <pc:sldMk cId="4275818848" sldId="475"/>
            <ac:spMk id="44" creationId="{C30848ED-4000-54FD-8392-32C6937427C7}"/>
          </ac:spMkLst>
        </pc:spChg>
        <pc:spChg chg="mod">
          <ac:chgData name="Yuanhe Tian" userId="8b41a650fa060b16" providerId="LiveId" clId="{D2B3368F-E1E0-8C4F-8697-433C7C33D853}" dt="2025-04-30T06:09:14.746" v="252"/>
          <ac:spMkLst>
            <pc:docMk/>
            <pc:sldMk cId="4275818848" sldId="475"/>
            <ac:spMk id="49" creationId="{1D10C6F1-E39B-906B-0A20-069B3F36EB87}"/>
          </ac:spMkLst>
        </pc:spChg>
        <pc:spChg chg="mod">
          <ac:chgData name="Yuanhe Tian" userId="8b41a650fa060b16" providerId="LiveId" clId="{D2B3368F-E1E0-8C4F-8697-433C7C33D853}" dt="2025-04-30T06:09:14.746" v="252"/>
          <ac:spMkLst>
            <pc:docMk/>
            <pc:sldMk cId="4275818848" sldId="475"/>
            <ac:spMk id="55" creationId="{D7158D0F-7625-E107-D6A2-2F4368479B43}"/>
          </ac:spMkLst>
        </pc:spChg>
        <pc:spChg chg="mod">
          <ac:chgData name="Yuanhe Tian" userId="8b41a650fa060b16" providerId="LiveId" clId="{D2B3368F-E1E0-8C4F-8697-433C7C33D853}" dt="2025-04-30T06:09:14.746" v="252"/>
          <ac:spMkLst>
            <pc:docMk/>
            <pc:sldMk cId="4275818848" sldId="475"/>
            <ac:spMk id="60" creationId="{3D358387-232D-625A-FC49-6CC4E36386DC}"/>
          </ac:spMkLst>
        </pc:spChg>
        <pc:spChg chg="add mod">
          <ac:chgData name="Yuanhe Tian" userId="8b41a650fa060b16" providerId="LiveId" clId="{D2B3368F-E1E0-8C4F-8697-433C7C33D853}" dt="2025-04-30T06:09:17.032" v="253" actId="1076"/>
          <ac:spMkLst>
            <pc:docMk/>
            <pc:sldMk cId="4275818848" sldId="475"/>
            <ac:spMk id="1025" creationId="{AD0C35DC-D5E7-F7E8-B97F-871660E99E61}"/>
          </ac:spMkLst>
        </pc:spChg>
        <pc:spChg chg="mod">
          <ac:chgData name="Yuanhe Tian" userId="8b41a650fa060b16" providerId="LiveId" clId="{D2B3368F-E1E0-8C4F-8697-433C7C33D853}" dt="2025-04-30T06:09:17.032" v="253" actId="1076"/>
          <ac:spMkLst>
            <pc:docMk/>
            <pc:sldMk cId="4275818848" sldId="475"/>
            <ac:spMk id="1027" creationId="{043EF38C-63AE-B7B1-1A18-72622E76D707}"/>
          </ac:spMkLst>
        </pc:spChg>
      </pc:sldChg>
      <pc:sldChg chg="del">
        <pc:chgData name="Yuanhe Tian" userId="8b41a650fa060b16" providerId="LiveId" clId="{D2B3368F-E1E0-8C4F-8697-433C7C33D853}" dt="2025-04-30T04:51:31.999" v="2" actId="2696"/>
        <pc:sldMkLst>
          <pc:docMk/>
          <pc:sldMk cId="0" sldId="4753"/>
        </pc:sldMkLst>
      </pc:sldChg>
      <pc:sldChg chg="del">
        <pc:chgData name="Yuanhe Tian" userId="8b41a650fa060b16" providerId="LiveId" clId="{D2B3368F-E1E0-8C4F-8697-433C7C33D853}" dt="2025-04-30T04:57:43.955" v="125" actId="2696"/>
        <pc:sldMkLst>
          <pc:docMk/>
          <pc:sldMk cId="3669670643" sldId="4808"/>
        </pc:sldMkLst>
      </pc:sldChg>
      <pc:sldChg chg="addSp modSp mod">
        <pc:chgData name="Yuanhe Tian" userId="8b41a650fa060b16" providerId="LiveId" clId="{D2B3368F-E1E0-8C4F-8697-433C7C33D853}" dt="2025-04-30T05:50:35.265" v="234" actId="207"/>
        <pc:sldMkLst>
          <pc:docMk/>
          <pc:sldMk cId="407204864" sldId="4812"/>
        </pc:sldMkLst>
      </pc:sldChg>
      <pc:sldChg chg="modSp add mod">
        <pc:chgData name="Yuanhe Tian" userId="8b41a650fa060b16" providerId="LiveId" clId="{D2B3368F-E1E0-8C4F-8697-433C7C33D853}" dt="2025-04-30T04:51:30.263" v="1"/>
        <pc:sldMkLst>
          <pc:docMk/>
          <pc:sldMk cId="0" sldId="4841"/>
        </pc:sldMkLst>
        <pc:spChg chg="mod">
          <ac:chgData name="Yuanhe Tian" userId="8b41a650fa060b16" providerId="LiveId" clId="{D2B3368F-E1E0-8C4F-8697-433C7C33D853}" dt="2025-04-30T04:51:30.263" v="1"/>
          <ac:spMkLst>
            <pc:docMk/>
            <pc:sldMk cId="0" sldId="4841"/>
            <ac:spMk id="6" creationId="{00000000-0000-0000-0000-000000000000}"/>
          </ac:spMkLst>
        </pc:spChg>
      </pc:sldChg>
      <pc:sldChg chg="add del">
        <pc:chgData name="Yuanhe Tian" userId="8b41a650fa060b16" providerId="LiveId" clId="{D2B3368F-E1E0-8C4F-8697-433C7C33D853}" dt="2025-04-30T04:57:11.856" v="121" actId="2696"/>
        <pc:sldMkLst>
          <pc:docMk/>
          <pc:sldMk cId="1124739112" sldId="4842"/>
        </pc:sldMkLst>
      </pc:sldChg>
      <pc:sldChg chg="add ord">
        <pc:chgData name="Yuanhe Tian" userId="8b41a650fa060b16" providerId="LiveId" clId="{D2B3368F-E1E0-8C4F-8697-433C7C33D853}" dt="2025-04-30T04:56:22.784" v="61" actId="20578"/>
        <pc:sldMkLst>
          <pc:docMk/>
          <pc:sldMk cId="489376879" sldId="4843"/>
        </pc:sldMkLst>
      </pc:sldChg>
      <pc:sldChg chg="modSp add mod">
        <pc:chgData name="Yuanhe Tian" userId="8b41a650fa060b16" providerId="LiveId" clId="{D2B3368F-E1E0-8C4F-8697-433C7C33D853}" dt="2025-04-30T04:57:25.397" v="123" actId="207"/>
        <pc:sldMkLst>
          <pc:docMk/>
          <pc:sldMk cId="3437470044" sldId="4844"/>
        </pc:sldMkLst>
        <pc:spChg chg="mod">
          <ac:chgData name="Yuanhe Tian" userId="8b41a650fa060b16" providerId="LiveId" clId="{D2B3368F-E1E0-8C4F-8697-433C7C33D853}" dt="2025-04-30T04:57:25.397" v="123" actId="207"/>
          <ac:spMkLst>
            <pc:docMk/>
            <pc:sldMk cId="3437470044" sldId="4844"/>
            <ac:spMk id="6" creationId="{3E339522-CB2C-C48A-B77F-60CA9312DB86}"/>
          </ac:spMkLst>
        </pc:spChg>
        <pc:spChg chg="mod">
          <ac:chgData name="Yuanhe Tian" userId="8b41a650fa060b16" providerId="LiveId" clId="{D2B3368F-E1E0-8C4F-8697-433C7C33D853}" dt="2025-04-30T04:57:21.496" v="122" actId="108"/>
          <ac:spMkLst>
            <pc:docMk/>
            <pc:sldMk cId="3437470044" sldId="4844"/>
            <ac:spMk id="61" creationId="{1828BC59-C4D0-4813-1177-87405CFBCC22}"/>
          </ac:spMkLst>
        </pc:spChg>
      </pc:sldChg>
      <pc:sldChg chg="delSp modSp add mod">
        <pc:chgData name="Yuanhe Tian" userId="8b41a650fa060b16" providerId="LiveId" clId="{D2B3368F-E1E0-8C4F-8697-433C7C33D853}" dt="2025-04-30T06:10:41.505" v="258" actId="478"/>
        <pc:sldMkLst>
          <pc:docMk/>
          <pc:sldMk cId="1300341957" sldId="4845"/>
        </pc:sldMkLst>
        <pc:spChg chg="mod">
          <ac:chgData name="Yuanhe Tian" userId="8b41a650fa060b16" providerId="LiveId" clId="{D2B3368F-E1E0-8C4F-8697-433C7C33D853}" dt="2025-04-30T04:57:49.306" v="126" actId="108"/>
          <ac:spMkLst>
            <pc:docMk/>
            <pc:sldMk cId="1300341957" sldId="4845"/>
            <ac:spMk id="54" creationId="{BFDA33D7-5DD0-5206-B72A-90F401B412C7}"/>
          </ac:spMkLst>
        </pc:spChg>
        <pc:spChg chg="mod">
          <ac:chgData name="Yuanhe Tian" userId="8b41a650fa060b16" providerId="LiveId" clId="{D2B3368F-E1E0-8C4F-8697-433C7C33D853}" dt="2025-04-30T04:57:52.407" v="127" actId="207"/>
          <ac:spMkLst>
            <pc:docMk/>
            <pc:sldMk cId="1300341957" sldId="4845"/>
            <ac:spMk id="61" creationId="{A1E34394-0151-7F61-BFA8-7A9AC00B4BBF}"/>
          </ac:spMkLst>
        </pc:spChg>
      </pc:sldChg>
      <pc:sldChg chg="modSp add mod">
        <pc:chgData name="Yuanhe Tian" userId="8b41a650fa060b16" providerId="LiveId" clId="{D2B3368F-E1E0-8C4F-8697-433C7C33D853}" dt="2025-04-30T05:48:31.330" v="132" actId="20577"/>
        <pc:sldMkLst>
          <pc:docMk/>
          <pc:sldMk cId="248284181" sldId="4846"/>
        </pc:sldMkLst>
        <pc:spChg chg="mod">
          <ac:chgData name="Yuanhe Tian" userId="8b41a650fa060b16" providerId="LiveId" clId="{D2B3368F-E1E0-8C4F-8697-433C7C33D853}" dt="2025-04-30T05:48:31.330" v="132" actId="20577"/>
          <ac:spMkLst>
            <pc:docMk/>
            <pc:sldMk cId="248284181" sldId="4846"/>
            <ac:spMk id="6" creationId="{EEC5F846-9016-A054-53E8-EAE6FB39BAAA}"/>
          </ac:spMkLst>
        </pc:spChg>
      </pc:sldChg>
      <pc:sldChg chg="add">
        <pc:chgData name="Yuanhe Tian" userId="8b41a650fa060b16" providerId="LiveId" clId="{D2B3368F-E1E0-8C4F-8697-433C7C33D853}" dt="2025-04-30T05:49:03.883" v="133"/>
        <pc:sldMkLst>
          <pc:docMk/>
          <pc:sldMk cId="2073951448" sldId="4847"/>
        </pc:sldMkLst>
      </pc:sldChg>
    </pc:docChg>
  </pc:docChgLst>
  <pc:docChgLst>
    <pc:chgData name="Yuanhe Tian" userId="8b41a650fa060b16" providerId="LiveId" clId="{A64977BC-6F32-7442-8EAB-04CD1CBA3051}"/>
    <pc:docChg chg="undo custSel addSld delSld modSld sldOrd modMainMaster">
      <pc:chgData name="Yuanhe Tian" userId="8b41a650fa060b16" providerId="LiveId" clId="{A64977BC-6F32-7442-8EAB-04CD1CBA3051}" dt="2025-03-25T06:59:40.245" v="2269"/>
      <pc:docMkLst>
        <pc:docMk/>
      </pc:docMkLst>
      <pc:sldChg chg="addSp delSp modSp add mod">
        <pc:chgData name="Yuanhe Tian" userId="8b41a650fa060b16" providerId="LiveId" clId="{A64977BC-6F32-7442-8EAB-04CD1CBA3051}" dt="2025-03-19T01:14:20.638" v="2196"/>
        <pc:sldMkLst>
          <pc:docMk/>
          <pc:sldMk cId="0" sldId="345"/>
        </pc:sldMkLst>
        <pc:spChg chg="mod">
          <ac:chgData name="Yuanhe Tian" userId="8b41a650fa060b16" providerId="LiveId" clId="{A64977BC-6F32-7442-8EAB-04CD1CBA3051}" dt="2025-03-13T00:59:29.277" v="1392" actId="20577"/>
          <ac:spMkLst>
            <pc:docMk/>
            <pc:sldMk cId="0" sldId="345"/>
            <ac:spMk id="47" creationId="{00000000-0000-0000-0000-000000000000}"/>
          </ac:spMkLst>
        </pc:spChg>
        <pc:spChg chg="mod">
          <ac:chgData name="Yuanhe Tian" userId="8b41a650fa060b16" providerId="LiveId" clId="{A64977BC-6F32-7442-8EAB-04CD1CBA3051}" dt="2025-03-13T01:00:37.551" v="1432"/>
          <ac:spMkLst>
            <pc:docMk/>
            <pc:sldMk cId="0" sldId="345"/>
            <ac:spMk id="80" creationId="{00000000-0000-0000-0000-000000000000}"/>
          </ac:spMkLst>
        </pc:spChg>
      </pc:sldChg>
      <pc:sldChg chg="addSp delSp modSp add mod chgLayout">
        <pc:chgData name="Yuanhe Tian" userId="8b41a650fa060b16" providerId="LiveId" clId="{A64977BC-6F32-7442-8EAB-04CD1CBA3051}" dt="2025-03-19T01:14:23.890" v="2197"/>
        <pc:sldMkLst>
          <pc:docMk/>
          <pc:sldMk cId="0" sldId="346"/>
        </pc:sldMkLst>
        <pc:spChg chg="mod">
          <ac:chgData name="Yuanhe Tian" userId="8b41a650fa060b16" providerId="LiveId" clId="{A64977BC-6F32-7442-8EAB-04CD1CBA3051}" dt="2025-03-13T01:03:04.415" v="1467" actId="20577"/>
          <ac:spMkLst>
            <pc:docMk/>
            <pc:sldMk cId="0" sldId="346"/>
            <ac:spMk id="134" creationId="{00000000-0000-0000-0000-000000000000}"/>
          </ac:spMkLst>
        </pc:spChg>
        <pc:spChg chg="mod ord">
          <ac:chgData name="Yuanhe Tian" userId="8b41a650fa060b16" providerId="LiveId" clId="{A64977BC-6F32-7442-8EAB-04CD1CBA3051}" dt="2025-03-13T00:59:39.711" v="1401" actId="20577"/>
          <ac:spMkLst>
            <pc:docMk/>
            <pc:sldMk cId="0" sldId="346"/>
            <ac:spMk id="154" creationId="{A06F0684-0518-4688-A823-298EFA2660D5}"/>
          </ac:spMkLst>
        </pc:spChg>
      </pc:sldChg>
      <pc:sldChg chg="addSp delSp modSp add del mod chgLayout">
        <pc:chgData name="Yuanhe Tian" userId="8b41a650fa060b16" providerId="LiveId" clId="{A64977BC-6F32-7442-8EAB-04CD1CBA3051}" dt="2025-03-13T01:04:31.904" v="1484" actId="2696"/>
        <pc:sldMkLst>
          <pc:docMk/>
          <pc:sldMk cId="0" sldId="347"/>
        </pc:sldMkLst>
      </pc:sldChg>
      <pc:sldChg chg="addSp modSp add mod">
        <pc:chgData name="Yuanhe Tian" userId="8b41a650fa060b16" providerId="LiveId" clId="{A64977BC-6F32-7442-8EAB-04CD1CBA3051}" dt="2025-03-19T01:15:31.497" v="2205" actId="1076"/>
        <pc:sldMkLst>
          <pc:docMk/>
          <pc:sldMk cId="0" sldId="349"/>
        </pc:sldMkLst>
        <pc:spChg chg="mod">
          <ac:chgData name="Yuanhe Tian" userId="8b41a650fa060b16" providerId="LiveId" clId="{A64977BC-6F32-7442-8EAB-04CD1CBA3051}" dt="2025-03-13T00:59:55.331" v="1417" actId="20577"/>
          <ac:spMkLst>
            <pc:docMk/>
            <pc:sldMk cId="0" sldId="349"/>
            <ac:spMk id="81" creationId="{00000000-0000-0000-0000-000000000000}"/>
          </ac:spMkLst>
        </pc:spChg>
        <pc:spChg chg="mod">
          <ac:chgData name="Yuanhe Tian" userId="8b41a650fa060b16" providerId="LiveId" clId="{A64977BC-6F32-7442-8EAB-04CD1CBA3051}" dt="2025-03-13T01:05:00.676" v="1488" actId="207"/>
          <ac:spMkLst>
            <pc:docMk/>
            <pc:sldMk cId="0" sldId="349"/>
            <ac:spMk id="228" creationId="{1B1F1EF1-FC76-11C8-B620-56AE5B067433}"/>
          </ac:spMkLst>
        </pc:spChg>
        <pc:spChg chg="mod">
          <ac:chgData name="Yuanhe Tian" userId="8b41a650fa060b16" providerId="LiveId" clId="{A64977BC-6F32-7442-8EAB-04CD1CBA3051}" dt="2025-03-13T01:05:11.029" v="1489"/>
          <ac:spMkLst>
            <pc:docMk/>
            <pc:sldMk cId="0" sldId="349"/>
            <ac:spMk id="229" creationId="{25EC56F4-BF63-FA1D-7C18-01E4E43B8C20}"/>
          </ac:spMkLst>
        </pc:spChg>
      </pc:sldChg>
      <pc:sldChg chg="addSp delSp modSp mod">
        <pc:chgData name="Yuanhe Tian" userId="8b41a650fa060b16" providerId="LiveId" clId="{A64977BC-6F32-7442-8EAB-04CD1CBA3051}" dt="2025-03-19T01:00:16.066" v="1991" actId="1035"/>
        <pc:sldMkLst>
          <pc:docMk/>
          <pc:sldMk cId="1026772549" sldId="383"/>
        </pc:sldMkLst>
        <pc:spChg chg="mod">
          <ac:chgData name="Yuanhe Tian" userId="8b41a650fa060b16" providerId="LiveId" clId="{A64977BC-6F32-7442-8EAB-04CD1CBA3051}" dt="2025-03-19T01:00:06.226" v="1976" actId="1036"/>
          <ac:spMkLst>
            <pc:docMk/>
            <pc:sldMk cId="1026772549" sldId="383"/>
            <ac:spMk id="54" creationId="{A0214C84-7FDD-9F55-5484-2B580276E49B}"/>
          </ac:spMkLst>
        </pc:spChg>
        <pc:spChg chg="mod">
          <ac:chgData name="Yuanhe Tian" userId="8b41a650fa060b16" providerId="LiveId" clId="{A64977BC-6F32-7442-8EAB-04CD1CBA3051}" dt="2025-03-19T01:00:06.226" v="1976" actId="1036"/>
          <ac:spMkLst>
            <pc:docMk/>
            <pc:sldMk cId="1026772549" sldId="383"/>
            <ac:spMk id="56" creationId="{8949CE15-86BE-830F-1E86-8976980A8CBE}"/>
          </ac:spMkLst>
        </pc:spChg>
        <pc:spChg chg="mod">
          <ac:chgData name="Yuanhe Tian" userId="8b41a650fa060b16" providerId="LiveId" clId="{A64977BC-6F32-7442-8EAB-04CD1CBA3051}" dt="2025-03-06T22:40:54.488" v="42" actId="20577"/>
          <ac:spMkLst>
            <pc:docMk/>
            <pc:sldMk cId="1026772549" sldId="383"/>
            <ac:spMk id="61" creationId="{B164EE8A-09A1-A494-DC62-6CDCBABBDD68}"/>
          </ac:spMkLst>
        </pc:spChg>
      </pc:sldChg>
      <pc:sldChg chg="addSp delSp modSp add mod ord chgLayout">
        <pc:chgData name="Yuanhe Tian" userId="8b41a650fa060b16" providerId="LiveId" clId="{A64977BC-6F32-7442-8EAB-04CD1CBA3051}" dt="2025-03-19T01:01:49.217" v="2010" actId="207"/>
        <pc:sldMkLst>
          <pc:docMk/>
          <pc:sldMk cId="911075894" sldId="395"/>
        </pc:sldMkLst>
      </pc:sldChg>
      <pc:sldChg chg="modSp add mod">
        <pc:chgData name="Yuanhe Tian" userId="8b41a650fa060b16" providerId="LiveId" clId="{A64977BC-6F32-7442-8EAB-04CD1CBA3051}" dt="2025-03-19T00:30:59.788" v="1752" actId="20577"/>
        <pc:sldMkLst>
          <pc:docMk/>
          <pc:sldMk cId="3550736363" sldId="396"/>
        </pc:sldMkLst>
        <pc:spChg chg="mod">
          <ac:chgData name="Yuanhe Tian" userId="8b41a650fa060b16" providerId="LiveId" clId="{A64977BC-6F32-7442-8EAB-04CD1CBA3051}" dt="2025-03-19T00:30:59.788" v="1752" actId="20577"/>
          <ac:spMkLst>
            <pc:docMk/>
            <pc:sldMk cId="3550736363" sldId="396"/>
            <ac:spMk id="2" creationId="{4F78C100-4839-416D-BBC6-A22CEC3A3CA5}"/>
          </ac:spMkLst>
        </pc:spChg>
        <pc:spChg chg="mod">
          <ac:chgData name="Yuanhe Tian" userId="8b41a650fa060b16" providerId="LiveId" clId="{A64977BC-6F32-7442-8EAB-04CD1CBA3051}" dt="2025-03-13T00:53:37.471" v="1190" actId="20577"/>
          <ac:spMkLst>
            <pc:docMk/>
            <pc:sldMk cId="3550736363" sldId="396"/>
            <ac:spMk id="4" creationId="{CAEBC8F0-C6FC-7AD3-1714-2722A6F48AD8}"/>
          </ac:spMkLst>
        </pc:spChg>
      </pc:sldChg>
      <pc:sldChg chg="addSp modSp add mod">
        <pc:chgData name="Yuanhe Tian" userId="8b41a650fa060b16" providerId="LiveId" clId="{A64977BC-6F32-7442-8EAB-04CD1CBA3051}" dt="2025-03-19T01:02:04.134" v="2012" actId="1076"/>
        <pc:sldMkLst>
          <pc:docMk/>
          <pc:sldMk cId="1866187902" sldId="397"/>
        </pc:sldMkLst>
        <pc:spChg chg="mod">
          <ac:chgData name="Yuanhe Tian" userId="8b41a650fa060b16" providerId="LiveId" clId="{A64977BC-6F32-7442-8EAB-04CD1CBA3051}" dt="2025-03-13T00:38:07.879" v="306" actId="20577"/>
          <ac:spMkLst>
            <pc:docMk/>
            <pc:sldMk cId="1866187902" sldId="397"/>
            <ac:spMk id="2" creationId="{01C8ED6D-2101-47BE-A000-9ABE5E9E727D}"/>
          </ac:spMkLst>
        </pc:spChg>
        <pc:spChg chg="mod">
          <ac:chgData name="Yuanhe Tian" userId="8b41a650fa060b16" providerId="LiveId" clId="{A64977BC-6F32-7442-8EAB-04CD1CBA3051}" dt="2025-03-13T00:38:59.274" v="395"/>
          <ac:spMkLst>
            <pc:docMk/>
            <pc:sldMk cId="1866187902" sldId="397"/>
            <ac:spMk id="3" creationId="{12FFB0C0-3344-40D9-AE27-EF24250C822E}"/>
          </ac:spMkLst>
        </pc:spChg>
      </pc:sldChg>
      <pc:sldChg chg="addSp modSp add mod">
        <pc:chgData name="Yuanhe Tian" userId="8b41a650fa060b16" providerId="LiveId" clId="{A64977BC-6F32-7442-8EAB-04CD1CBA3051}" dt="2025-03-25T06:58:37.644" v="2265" actId="20577"/>
        <pc:sldMkLst>
          <pc:docMk/>
          <pc:sldMk cId="906033592" sldId="398"/>
        </pc:sldMkLst>
        <pc:spChg chg="mod">
          <ac:chgData name="Yuanhe Tian" userId="8b41a650fa060b16" providerId="LiveId" clId="{A64977BC-6F32-7442-8EAB-04CD1CBA3051}" dt="2025-03-13T00:39:11.551" v="407" actId="20577"/>
          <ac:spMkLst>
            <pc:docMk/>
            <pc:sldMk cId="906033592" sldId="398"/>
            <ac:spMk id="2" creationId="{36BEFF31-54BF-468A-BF9A-3F3F26348643}"/>
          </ac:spMkLst>
        </pc:spChg>
        <pc:spChg chg="mod">
          <ac:chgData name="Yuanhe Tian" userId="8b41a650fa060b16" providerId="LiveId" clId="{A64977BC-6F32-7442-8EAB-04CD1CBA3051}" dt="2025-03-13T00:40:34.742" v="440" actId="20577"/>
          <ac:spMkLst>
            <pc:docMk/>
            <pc:sldMk cId="906033592" sldId="398"/>
            <ac:spMk id="3" creationId="{866A6C00-20A5-40BC-A550-BDAB003F6C25}"/>
          </ac:spMkLst>
        </pc:spChg>
        <pc:spChg chg="mod">
          <ac:chgData name="Yuanhe Tian" userId="8b41a650fa060b16" providerId="LiveId" clId="{A64977BC-6F32-7442-8EAB-04CD1CBA3051}" dt="2025-03-13T00:41:18.202" v="444" actId="14100"/>
          <ac:spMkLst>
            <pc:docMk/>
            <pc:sldMk cId="906033592" sldId="398"/>
            <ac:spMk id="5" creationId="{24781A4E-8A39-4945-9F3D-E1CA1F5E345A}"/>
          </ac:spMkLst>
        </pc:spChg>
      </pc:sldChg>
      <pc:sldChg chg="modSp add mod">
        <pc:chgData name="Yuanhe Tian" userId="8b41a650fa060b16" providerId="LiveId" clId="{A64977BC-6F32-7442-8EAB-04CD1CBA3051}" dt="2025-03-13T00:43:12.447" v="519" actId="20577"/>
        <pc:sldMkLst>
          <pc:docMk/>
          <pc:sldMk cId="1456088454" sldId="399"/>
        </pc:sldMkLst>
        <pc:spChg chg="mod">
          <ac:chgData name="Yuanhe Tian" userId="8b41a650fa060b16" providerId="LiveId" clId="{A64977BC-6F32-7442-8EAB-04CD1CBA3051}" dt="2025-03-13T00:41:39.464" v="474" actId="20577"/>
          <ac:spMkLst>
            <pc:docMk/>
            <pc:sldMk cId="1456088454" sldId="399"/>
            <ac:spMk id="2" creationId="{36BEFF31-54BF-468A-BF9A-3F3F26348643}"/>
          </ac:spMkLst>
        </pc:spChg>
        <pc:spChg chg="mod">
          <ac:chgData name="Yuanhe Tian" userId="8b41a650fa060b16" providerId="LiveId" clId="{A64977BC-6F32-7442-8EAB-04CD1CBA3051}" dt="2025-03-13T00:43:12.447" v="519" actId="20577"/>
          <ac:spMkLst>
            <pc:docMk/>
            <pc:sldMk cId="1456088454" sldId="399"/>
            <ac:spMk id="3" creationId="{866A6C00-20A5-40BC-A550-BDAB003F6C25}"/>
          </ac:spMkLst>
        </pc:spChg>
      </pc:sldChg>
      <pc:sldChg chg="addSp modSp add mod">
        <pc:chgData name="Yuanhe Tian" userId="8b41a650fa060b16" providerId="LiveId" clId="{A64977BC-6F32-7442-8EAB-04CD1CBA3051}" dt="2025-03-25T06:58:52.666" v="2266"/>
        <pc:sldMkLst>
          <pc:docMk/>
          <pc:sldMk cId="2537432672" sldId="400"/>
        </pc:sldMkLst>
        <pc:spChg chg="mod">
          <ac:chgData name="Yuanhe Tian" userId="8b41a650fa060b16" providerId="LiveId" clId="{A64977BC-6F32-7442-8EAB-04CD1CBA3051}" dt="2025-03-13T00:43:22.467" v="532" actId="20577"/>
          <ac:spMkLst>
            <pc:docMk/>
            <pc:sldMk cId="2537432672" sldId="400"/>
            <ac:spMk id="2" creationId="{1583D6E3-AB2A-4D82-9997-FC0C03924048}"/>
          </ac:spMkLst>
        </pc:spChg>
        <pc:spChg chg="mod">
          <ac:chgData name="Yuanhe Tian" userId="8b41a650fa060b16" providerId="LiveId" clId="{A64977BC-6F32-7442-8EAB-04CD1CBA3051}" dt="2025-03-19T01:16:17.425" v="2218" actId="20577"/>
          <ac:spMkLst>
            <pc:docMk/>
            <pc:sldMk cId="2537432672" sldId="400"/>
            <ac:spMk id="3" creationId="{4C4355F3-40E0-4E0F-ADA1-7C4678B76E23}"/>
          </ac:spMkLst>
        </pc:spChg>
      </pc:sldChg>
      <pc:sldChg chg="modSp add mod">
        <pc:chgData name="Yuanhe Tian" userId="8b41a650fa060b16" providerId="LiveId" clId="{A64977BC-6F32-7442-8EAB-04CD1CBA3051}" dt="2025-03-13T00:44:52.975" v="568" actId="20577"/>
        <pc:sldMkLst>
          <pc:docMk/>
          <pc:sldMk cId="180667309" sldId="401"/>
        </pc:sldMkLst>
        <pc:spChg chg="mod">
          <ac:chgData name="Yuanhe Tian" userId="8b41a650fa060b16" providerId="LiveId" clId="{A64977BC-6F32-7442-8EAB-04CD1CBA3051}" dt="2025-03-13T00:43:51.847" v="547" actId="20577"/>
          <ac:spMkLst>
            <pc:docMk/>
            <pc:sldMk cId="180667309" sldId="401"/>
            <ac:spMk id="2" creationId="{1ECF34DB-A7C6-4E8E-8E67-476E052C98A3}"/>
          </ac:spMkLst>
        </pc:spChg>
        <pc:spChg chg="mod">
          <ac:chgData name="Yuanhe Tian" userId="8b41a650fa060b16" providerId="LiveId" clId="{A64977BC-6F32-7442-8EAB-04CD1CBA3051}" dt="2025-03-13T00:44:52.975" v="568" actId="20577"/>
          <ac:spMkLst>
            <pc:docMk/>
            <pc:sldMk cId="180667309" sldId="401"/>
            <ac:spMk id="3" creationId="{04DE9B7E-0158-4918-A19E-8D0A7DB10C97}"/>
          </ac:spMkLst>
        </pc:spChg>
      </pc:sldChg>
      <pc:sldChg chg="addSp modSp add mod">
        <pc:chgData name="Yuanhe Tian" userId="8b41a650fa060b16" providerId="LiveId" clId="{A64977BC-6F32-7442-8EAB-04CD1CBA3051}" dt="2025-03-19T01:03:18.155" v="2036" actId="20577"/>
        <pc:sldMkLst>
          <pc:docMk/>
          <pc:sldMk cId="2401468459" sldId="402"/>
        </pc:sldMkLst>
        <pc:spChg chg="mod">
          <ac:chgData name="Yuanhe Tian" userId="8b41a650fa060b16" providerId="LiveId" clId="{A64977BC-6F32-7442-8EAB-04CD1CBA3051}" dt="2025-03-13T00:45:03.047" v="582" actId="20577"/>
          <ac:spMkLst>
            <pc:docMk/>
            <pc:sldMk cId="2401468459" sldId="402"/>
            <ac:spMk id="2" creationId="{86685AA2-1D4E-44E2-AEA6-30F64164F288}"/>
          </ac:spMkLst>
        </pc:spChg>
      </pc:sldChg>
      <pc:sldChg chg="addSp modSp add mod">
        <pc:chgData name="Yuanhe Tian" userId="8b41a650fa060b16" providerId="LiveId" clId="{A64977BC-6F32-7442-8EAB-04CD1CBA3051}" dt="2025-03-19T01:16:42.777" v="2222" actId="1076"/>
        <pc:sldMkLst>
          <pc:docMk/>
          <pc:sldMk cId="382838476" sldId="408"/>
        </pc:sldMkLst>
        <pc:spChg chg="mod">
          <ac:chgData name="Yuanhe Tian" userId="8b41a650fa060b16" providerId="LiveId" clId="{A64977BC-6F32-7442-8EAB-04CD1CBA3051}" dt="2025-03-19T00:43:56.061" v="1828" actId="20577"/>
          <ac:spMkLst>
            <pc:docMk/>
            <pc:sldMk cId="382838476" sldId="408"/>
            <ac:spMk id="2" creationId="{A13676DD-A1DD-489F-9F0A-F32DEE9EEC2A}"/>
          </ac:spMkLst>
        </pc:spChg>
      </pc:sldChg>
      <pc:sldChg chg="addSp delSp modSp add mod">
        <pc:chgData name="Yuanhe Tian" userId="8b41a650fa060b16" providerId="LiveId" clId="{A64977BC-6F32-7442-8EAB-04CD1CBA3051}" dt="2025-03-25T06:59:14.585" v="2268" actId="478"/>
        <pc:sldMkLst>
          <pc:docMk/>
          <pc:sldMk cId="2095487570" sldId="409"/>
        </pc:sldMkLst>
        <pc:spChg chg="mod">
          <ac:chgData name="Yuanhe Tian" userId="8b41a650fa060b16" providerId="LiveId" clId="{A64977BC-6F32-7442-8EAB-04CD1CBA3051}" dt="2025-03-19T00:44:03.714" v="1831" actId="20577"/>
          <ac:spMkLst>
            <pc:docMk/>
            <pc:sldMk cId="2095487570" sldId="409"/>
            <ac:spMk id="2" creationId="{2F6DC1E9-50BE-42B6-8F28-EDDE5957B017}"/>
          </ac:spMkLst>
        </pc:spChg>
        <pc:spChg chg="mod">
          <ac:chgData name="Yuanhe Tian" userId="8b41a650fa060b16" providerId="LiveId" clId="{A64977BC-6F32-7442-8EAB-04CD1CBA3051}" dt="2025-03-13T00:46:19.487" v="651" actId="20577"/>
          <ac:spMkLst>
            <pc:docMk/>
            <pc:sldMk cId="2095487570" sldId="409"/>
            <ac:spMk id="6" creationId="{D04C0763-99F2-4A5E-B99B-7455160B7A3A}"/>
          </ac:spMkLst>
        </pc:spChg>
      </pc:sldChg>
      <pc:sldChg chg="addSp modSp add mod">
        <pc:chgData name="Yuanhe Tian" userId="8b41a650fa060b16" providerId="LiveId" clId="{A64977BC-6F32-7442-8EAB-04CD1CBA3051}" dt="2025-03-19T01:16:59.390" v="2239" actId="20577"/>
        <pc:sldMkLst>
          <pc:docMk/>
          <pc:sldMk cId="1795440273" sldId="410"/>
        </pc:sldMkLst>
        <pc:spChg chg="mod">
          <ac:chgData name="Yuanhe Tian" userId="8b41a650fa060b16" providerId="LiveId" clId="{A64977BC-6F32-7442-8EAB-04CD1CBA3051}" dt="2025-03-13T00:46:27.932" v="673" actId="20577"/>
          <ac:spMkLst>
            <pc:docMk/>
            <pc:sldMk cId="1795440273" sldId="410"/>
            <ac:spMk id="2" creationId="{88C59DDB-49FA-4D5A-9F84-A88747761B59}"/>
          </ac:spMkLst>
        </pc:spChg>
        <pc:spChg chg="mod">
          <ac:chgData name="Yuanhe Tian" userId="8b41a650fa060b16" providerId="LiveId" clId="{A64977BC-6F32-7442-8EAB-04CD1CBA3051}" dt="2025-03-13T00:47:57.040" v="765" actId="20577"/>
          <ac:spMkLst>
            <pc:docMk/>
            <pc:sldMk cId="1795440273" sldId="410"/>
            <ac:spMk id="3" creationId="{B2DF2633-12FA-422B-9CBF-A3F4C4D77D34}"/>
          </ac:spMkLst>
        </pc:spChg>
      </pc:sldChg>
      <pc:sldChg chg="modSp add del mod">
        <pc:chgData name="Yuanhe Tian" userId="8b41a650fa060b16" providerId="LiveId" clId="{A64977BC-6F32-7442-8EAB-04CD1CBA3051}" dt="2025-03-19T00:44:43.450" v="1858" actId="2696"/>
        <pc:sldMkLst>
          <pc:docMk/>
          <pc:sldMk cId="2723083395" sldId="411"/>
        </pc:sldMkLst>
      </pc:sldChg>
      <pc:sldChg chg="modSp add del mod">
        <pc:chgData name="Yuanhe Tian" userId="8b41a650fa060b16" providerId="LiveId" clId="{A64977BC-6F32-7442-8EAB-04CD1CBA3051}" dt="2025-03-19T00:44:45.136" v="1859" actId="2696"/>
        <pc:sldMkLst>
          <pc:docMk/>
          <pc:sldMk cId="4214493512" sldId="412"/>
        </pc:sldMkLst>
      </pc:sldChg>
      <pc:sldChg chg="modSp add mod">
        <pc:chgData name="Yuanhe Tian" userId="8b41a650fa060b16" providerId="LiveId" clId="{A64977BC-6F32-7442-8EAB-04CD1CBA3051}" dt="2025-03-13T00:54:40.891" v="1238" actId="20577"/>
        <pc:sldMkLst>
          <pc:docMk/>
          <pc:sldMk cId="3419133696" sldId="413"/>
        </pc:sldMkLst>
        <pc:spChg chg="mod">
          <ac:chgData name="Yuanhe Tian" userId="8b41a650fa060b16" providerId="LiveId" clId="{A64977BC-6F32-7442-8EAB-04CD1CBA3051}" dt="2025-03-13T00:53:50.905" v="1206" actId="20577"/>
          <ac:spMkLst>
            <pc:docMk/>
            <pc:sldMk cId="3419133696" sldId="413"/>
            <ac:spMk id="2" creationId="{6E92A172-C59A-4F40-BE7E-46F93B60034C}"/>
          </ac:spMkLst>
        </pc:spChg>
        <pc:spChg chg="mod">
          <ac:chgData name="Yuanhe Tian" userId="8b41a650fa060b16" providerId="LiveId" clId="{A64977BC-6F32-7442-8EAB-04CD1CBA3051}" dt="2025-03-13T00:54:40.891" v="1238" actId="20577"/>
          <ac:spMkLst>
            <pc:docMk/>
            <pc:sldMk cId="3419133696" sldId="413"/>
            <ac:spMk id="3" creationId="{20036C3D-98F1-4C99-84EF-EF3CA1D1A29A}"/>
          </ac:spMkLst>
        </pc:spChg>
      </pc:sldChg>
      <pc:sldChg chg="modSp add mod">
        <pc:chgData name="Yuanhe Tian" userId="8b41a650fa060b16" providerId="LiveId" clId="{A64977BC-6F32-7442-8EAB-04CD1CBA3051}" dt="2025-03-19T01:13:13.992" v="2185" actId="20577"/>
        <pc:sldMkLst>
          <pc:docMk/>
          <pc:sldMk cId="1615958035" sldId="414"/>
        </pc:sldMkLst>
        <pc:spChg chg="mod">
          <ac:chgData name="Yuanhe Tian" userId="8b41a650fa060b16" providerId="LiveId" clId="{A64977BC-6F32-7442-8EAB-04CD1CBA3051}" dt="2025-03-13T00:55:34.469" v="1269" actId="20577"/>
          <ac:spMkLst>
            <pc:docMk/>
            <pc:sldMk cId="1615958035" sldId="414"/>
            <ac:spMk id="2" creationId="{3DB85032-E55F-4883-9BF2-D456107CF93D}"/>
          </ac:spMkLst>
        </pc:spChg>
        <pc:spChg chg="mod">
          <ac:chgData name="Yuanhe Tian" userId="8b41a650fa060b16" providerId="LiveId" clId="{A64977BC-6F32-7442-8EAB-04CD1CBA3051}" dt="2025-03-19T01:13:13.992" v="2185" actId="20577"/>
          <ac:spMkLst>
            <pc:docMk/>
            <pc:sldMk cId="1615958035" sldId="414"/>
            <ac:spMk id="3" creationId="{60D7813A-4A2A-4B8A-B496-3171EDC76608}"/>
          </ac:spMkLst>
        </pc:spChg>
      </pc:sldChg>
      <pc:sldChg chg="modSp add mod">
        <pc:chgData name="Yuanhe Tian" userId="8b41a650fa060b16" providerId="LiveId" clId="{A64977BC-6F32-7442-8EAB-04CD1CBA3051}" dt="2025-03-13T00:58:46.494" v="1385"/>
        <pc:sldMkLst>
          <pc:docMk/>
          <pc:sldMk cId="3104789301" sldId="415"/>
        </pc:sldMkLst>
        <pc:spChg chg="mod">
          <ac:chgData name="Yuanhe Tian" userId="8b41a650fa060b16" providerId="LiveId" clId="{A64977BC-6F32-7442-8EAB-04CD1CBA3051}" dt="2025-03-13T00:58:21.046" v="1383" actId="20577"/>
          <ac:spMkLst>
            <pc:docMk/>
            <pc:sldMk cId="3104789301" sldId="415"/>
            <ac:spMk id="2" creationId="{6BECCD6B-7F9D-44E5-A7A2-CC28B55E8924}"/>
          </ac:spMkLst>
        </pc:spChg>
        <pc:spChg chg="mod">
          <ac:chgData name="Yuanhe Tian" userId="8b41a650fa060b16" providerId="LiveId" clId="{A64977BC-6F32-7442-8EAB-04CD1CBA3051}" dt="2025-03-13T00:58:46.494" v="1385"/>
          <ac:spMkLst>
            <pc:docMk/>
            <pc:sldMk cId="3104789301" sldId="415"/>
            <ac:spMk id="3" creationId="{B77775D3-E436-4AFD-B40B-771D4BCC9A9B}"/>
          </ac:spMkLst>
        </pc:spChg>
      </pc:sldChg>
      <pc:sldChg chg="addSp modSp add mod">
        <pc:chgData name="Yuanhe Tian" userId="8b41a650fa060b16" providerId="LiveId" clId="{A64977BC-6F32-7442-8EAB-04CD1CBA3051}" dt="2025-03-25T06:59:40.245" v="2269"/>
        <pc:sldMkLst>
          <pc:docMk/>
          <pc:sldMk cId="3988708762" sldId="416"/>
        </pc:sldMkLst>
        <pc:spChg chg="mod">
          <ac:chgData name="Yuanhe Tian" userId="8b41a650fa060b16" providerId="LiveId" clId="{A64977BC-6F32-7442-8EAB-04CD1CBA3051}" dt="2025-03-13T01:08:16.660" v="1544"/>
          <ac:spMkLst>
            <pc:docMk/>
            <pc:sldMk cId="3988708762" sldId="416"/>
            <ac:spMk id="2" creationId="{C4B9F8E7-33EF-4944-A7CE-FD87595D7809}"/>
          </ac:spMkLst>
        </pc:spChg>
      </pc:sldChg>
      <pc:sldChg chg="modSp add mod">
        <pc:chgData name="Yuanhe Tian" userId="8b41a650fa060b16" providerId="LiveId" clId="{A64977BC-6F32-7442-8EAB-04CD1CBA3051}" dt="2025-03-13T01:08:23.603" v="1545"/>
        <pc:sldMkLst>
          <pc:docMk/>
          <pc:sldMk cId="3449706009" sldId="417"/>
        </pc:sldMkLst>
        <pc:spChg chg="mod">
          <ac:chgData name="Yuanhe Tian" userId="8b41a650fa060b16" providerId="LiveId" clId="{A64977BC-6F32-7442-8EAB-04CD1CBA3051}" dt="2025-03-13T01:08:23.603" v="1545"/>
          <ac:spMkLst>
            <pc:docMk/>
            <pc:sldMk cId="3449706009" sldId="417"/>
            <ac:spMk id="2" creationId="{A738780A-D752-4D85-9F1E-5B1989FC636F}"/>
          </ac:spMkLst>
        </pc:spChg>
      </pc:sldChg>
      <pc:sldChg chg="modSp add mod">
        <pc:chgData name="Yuanhe Tian" userId="8b41a650fa060b16" providerId="LiveId" clId="{A64977BC-6F32-7442-8EAB-04CD1CBA3051}" dt="2025-03-13T01:10:30.321" v="1603" actId="20577"/>
        <pc:sldMkLst>
          <pc:docMk/>
          <pc:sldMk cId="433198386" sldId="418"/>
        </pc:sldMkLst>
        <pc:spChg chg="mod">
          <ac:chgData name="Yuanhe Tian" userId="8b41a650fa060b16" providerId="LiveId" clId="{A64977BC-6F32-7442-8EAB-04CD1CBA3051}" dt="2025-03-13T01:10:30.321" v="1603" actId="20577"/>
          <ac:spMkLst>
            <pc:docMk/>
            <pc:sldMk cId="433198386" sldId="418"/>
            <ac:spMk id="2" creationId="{C68F2606-282D-4F3E-978D-F320C4C3CCA8}"/>
          </ac:spMkLst>
        </pc:spChg>
      </pc:sldChg>
      <pc:sldChg chg="modSp add mod">
        <pc:chgData name="Yuanhe Tian" userId="8b41a650fa060b16" providerId="LiveId" clId="{A64977BC-6F32-7442-8EAB-04CD1CBA3051}" dt="2025-03-13T01:10:38.266" v="1622" actId="20577"/>
        <pc:sldMkLst>
          <pc:docMk/>
          <pc:sldMk cId="3246522559" sldId="419"/>
        </pc:sldMkLst>
        <pc:spChg chg="mod">
          <ac:chgData name="Yuanhe Tian" userId="8b41a650fa060b16" providerId="LiveId" clId="{A64977BC-6F32-7442-8EAB-04CD1CBA3051}" dt="2025-03-13T01:10:38.266" v="1622" actId="20577"/>
          <ac:spMkLst>
            <pc:docMk/>
            <pc:sldMk cId="3246522559" sldId="419"/>
            <ac:spMk id="2" creationId="{A92F31BB-E27A-4C35-87F1-B96264568611}"/>
          </ac:spMkLst>
        </pc:spChg>
      </pc:sldChg>
      <pc:sldChg chg="modSp add mod">
        <pc:chgData name="Yuanhe Tian" userId="8b41a650fa060b16" providerId="LiveId" clId="{A64977BC-6F32-7442-8EAB-04CD1CBA3051}" dt="2025-03-13T00:48:25.237" v="773" actId="404"/>
        <pc:sldMkLst>
          <pc:docMk/>
          <pc:sldMk cId="4275818848" sldId="475"/>
        </pc:sldMkLst>
        <pc:spChg chg="mod">
          <ac:chgData name="Yuanhe Tian" userId="8b41a650fa060b16" providerId="LiveId" clId="{A64977BC-6F32-7442-8EAB-04CD1CBA3051}" dt="2025-03-13T00:47:50.266" v="764" actId="20577"/>
          <ac:spMkLst>
            <pc:docMk/>
            <pc:sldMk cId="4275818848" sldId="475"/>
            <ac:spMk id="2" creationId="{2D21365B-E9FA-DFBD-D734-20215C9B2DE2}"/>
          </ac:spMkLst>
        </pc:spChg>
        <pc:spChg chg="mod">
          <ac:chgData name="Yuanhe Tian" userId="8b41a650fa060b16" providerId="LiveId" clId="{A64977BC-6F32-7442-8EAB-04CD1CBA3051}" dt="2025-03-13T00:48:25.237" v="773" actId="404"/>
          <ac:spMkLst>
            <pc:docMk/>
            <pc:sldMk cId="4275818848" sldId="475"/>
            <ac:spMk id="4" creationId="{FBD6BA44-3801-4C74-3573-CC511D06B699}"/>
          </ac:spMkLst>
        </pc:spChg>
      </pc:sldChg>
      <pc:sldChg chg="addSp delSp modSp add del mod">
        <pc:chgData name="Yuanhe Tian" userId="8b41a650fa060b16" providerId="LiveId" clId="{A64977BC-6F32-7442-8EAB-04CD1CBA3051}" dt="2025-03-19T01:06:00.964" v="2092" actId="2696"/>
        <pc:sldMkLst>
          <pc:docMk/>
          <pc:sldMk cId="353352105" sldId="478"/>
        </pc:sldMkLst>
      </pc:sldChg>
      <pc:sldChg chg="modSp add mod">
        <pc:chgData name="Yuanhe Tian" userId="8b41a650fa060b16" providerId="LiveId" clId="{A64977BC-6F32-7442-8EAB-04CD1CBA3051}" dt="2025-03-19T01:13:20.906" v="2186" actId="20577"/>
        <pc:sldMkLst>
          <pc:docMk/>
          <pc:sldMk cId="666438794" sldId="480"/>
        </pc:sldMkLst>
        <pc:spChg chg="mod">
          <ac:chgData name="Yuanhe Tian" userId="8b41a650fa060b16" providerId="LiveId" clId="{A64977BC-6F32-7442-8EAB-04CD1CBA3051}" dt="2025-03-13T00:56:41.467" v="1323" actId="20577"/>
          <ac:spMkLst>
            <pc:docMk/>
            <pc:sldMk cId="666438794" sldId="480"/>
            <ac:spMk id="2" creationId="{003DDE71-8D20-94FC-D74F-4B0392B8F52C}"/>
          </ac:spMkLst>
        </pc:spChg>
        <pc:spChg chg="mod">
          <ac:chgData name="Yuanhe Tian" userId="8b41a650fa060b16" providerId="LiveId" clId="{A64977BC-6F32-7442-8EAB-04CD1CBA3051}" dt="2025-03-19T01:13:20.906" v="2186" actId="20577"/>
          <ac:spMkLst>
            <pc:docMk/>
            <pc:sldMk cId="666438794" sldId="480"/>
            <ac:spMk id="3" creationId="{8B818B1C-FCD8-F7E2-ED1F-2ED32E5A3830}"/>
          </ac:spMkLst>
        </pc:spChg>
      </pc:sldChg>
      <pc:sldChg chg="modSp add mod">
        <pc:chgData name="Yuanhe Tian" userId="8b41a650fa060b16" providerId="LiveId" clId="{A64977BC-6F32-7442-8EAB-04CD1CBA3051}" dt="2025-03-19T01:13:55.054" v="2195" actId="20577"/>
        <pc:sldMkLst>
          <pc:docMk/>
          <pc:sldMk cId="138194537" sldId="481"/>
        </pc:sldMkLst>
        <pc:spChg chg="mod">
          <ac:chgData name="Yuanhe Tian" userId="8b41a650fa060b16" providerId="LiveId" clId="{A64977BC-6F32-7442-8EAB-04CD1CBA3051}" dt="2025-03-13T00:57:28.669" v="1341" actId="20577"/>
          <ac:spMkLst>
            <pc:docMk/>
            <pc:sldMk cId="138194537" sldId="481"/>
            <ac:spMk id="2" creationId="{003DDE71-8D20-94FC-D74F-4B0392B8F52C}"/>
          </ac:spMkLst>
        </pc:spChg>
        <pc:spChg chg="mod">
          <ac:chgData name="Yuanhe Tian" userId="8b41a650fa060b16" providerId="LiveId" clId="{A64977BC-6F32-7442-8EAB-04CD1CBA3051}" dt="2025-03-19T01:13:55.054" v="2195" actId="20577"/>
          <ac:spMkLst>
            <pc:docMk/>
            <pc:sldMk cId="138194537" sldId="481"/>
            <ac:spMk id="3" creationId="{8B818B1C-FCD8-F7E2-ED1F-2ED32E5A3830}"/>
          </ac:spMkLst>
        </pc:spChg>
      </pc:sldChg>
      <pc:sldChg chg="addSp delSp modSp add mod">
        <pc:chgData name="Yuanhe Tian" userId="8b41a650fa060b16" providerId="LiveId" clId="{A64977BC-6F32-7442-8EAB-04CD1CBA3051}" dt="2025-03-13T01:07:54.208" v="1543"/>
        <pc:sldMkLst>
          <pc:docMk/>
          <pc:sldMk cId="2741396377" sldId="482"/>
        </pc:sldMkLst>
        <pc:spChg chg="mod">
          <ac:chgData name="Yuanhe Tian" userId="8b41a650fa060b16" providerId="LiveId" clId="{A64977BC-6F32-7442-8EAB-04CD1CBA3051}" dt="2025-03-13T01:06:46.170" v="1522" actId="20577"/>
          <ac:spMkLst>
            <pc:docMk/>
            <pc:sldMk cId="2741396377" sldId="482"/>
            <ac:spMk id="2" creationId="{00000000-0000-0000-0000-000000000000}"/>
          </ac:spMkLst>
        </pc:spChg>
        <pc:spChg chg="mod">
          <ac:chgData name="Yuanhe Tian" userId="8b41a650fa060b16" providerId="LiveId" clId="{A64977BC-6F32-7442-8EAB-04CD1CBA3051}" dt="2025-03-13T01:07:12.515" v="1528" actId="20577"/>
          <ac:spMkLst>
            <pc:docMk/>
            <pc:sldMk cId="2741396377" sldId="482"/>
            <ac:spMk id="3" creationId="{00000000-0000-0000-0000-000000000000}"/>
          </ac:spMkLst>
        </pc:spChg>
        <pc:spChg chg="mod">
          <ac:chgData name="Yuanhe Tian" userId="8b41a650fa060b16" providerId="LiveId" clId="{A64977BC-6F32-7442-8EAB-04CD1CBA3051}" dt="2025-03-13T01:07:29.103" v="1541" actId="20577"/>
          <ac:spMkLst>
            <pc:docMk/>
            <pc:sldMk cId="2741396377" sldId="482"/>
            <ac:spMk id="4" creationId="{00000000-0000-0000-0000-000000000000}"/>
          </ac:spMkLst>
        </pc:spChg>
        <pc:spChg chg="mod">
          <ac:chgData name="Yuanhe Tian" userId="8b41a650fa060b16" providerId="LiveId" clId="{A64977BC-6F32-7442-8EAB-04CD1CBA3051}" dt="2025-03-13T01:07:43.808" v="1542"/>
          <ac:spMkLst>
            <pc:docMk/>
            <pc:sldMk cId="2741396377" sldId="482"/>
            <ac:spMk id="5" creationId="{00000000-0000-0000-0000-000000000000}"/>
          </ac:spMkLst>
        </pc:spChg>
        <pc:spChg chg="mod">
          <ac:chgData name="Yuanhe Tian" userId="8b41a650fa060b16" providerId="LiveId" clId="{A64977BC-6F32-7442-8EAB-04CD1CBA3051}" dt="2025-03-13T01:07:54.208" v="1543"/>
          <ac:spMkLst>
            <pc:docMk/>
            <pc:sldMk cId="2741396377" sldId="482"/>
            <ac:spMk id="6" creationId="{00000000-0000-0000-0000-000000000000}"/>
          </ac:spMkLst>
        </pc:spChg>
        <pc:spChg chg="mod">
          <ac:chgData name="Yuanhe Tian" userId="8b41a650fa060b16" providerId="LiveId" clId="{A64977BC-6F32-7442-8EAB-04CD1CBA3051}" dt="2025-03-13T01:00:04.189" v="1431" actId="20577"/>
          <ac:spMkLst>
            <pc:docMk/>
            <pc:sldMk cId="2741396377" sldId="482"/>
            <ac:spMk id="81" creationId="{00000000-0000-0000-0000-000000000000}"/>
          </ac:spMkLst>
        </pc:spChg>
      </pc:sldChg>
      <pc:sldChg chg="addSp delSp modSp add mod modAnim">
        <pc:chgData name="Yuanhe Tian" userId="8b41a650fa060b16" providerId="LiveId" clId="{A64977BC-6F32-7442-8EAB-04CD1CBA3051}" dt="2025-03-19T01:14:45.207" v="2200" actId="1076"/>
        <pc:sldMkLst>
          <pc:docMk/>
          <pc:sldMk cId="678205033" sldId="483"/>
        </pc:sldMkLst>
        <pc:spChg chg="add mod">
          <ac:chgData name="Yuanhe Tian" userId="8b41a650fa060b16" providerId="LiveId" clId="{A64977BC-6F32-7442-8EAB-04CD1CBA3051}" dt="2025-03-13T01:06:11.911" v="1503" actId="1076"/>
          <ac:spMkLst>
            <pc:docMk/>
            <pc:sldMk cId="678205033" sldId="483"/>
            <ac:spMk id="2" creationId="{CE679ECE-C3C0-723D-9B57-8BAD095F6623}"/>
          </ac:spMkLst>
        </pc:spChg>
        <pc:spChg chg="mod">
          <ac:chgData name="Yuanhe Tian" userId="8b41a650fa060b16" providerId="LiveId" clId="{A64977BC-6F32-7442-8EAB-04CD1CBA3051}" dt="2025-03-13T01:06:16.881" v="1505" actId="27636"/>
          <ac:spMkLst>
            <pc:docMk/>
            <pc:sldMk cId="678205033" sldId="483"/>
            <ac:spMk id="3" creationId="{1E520F1A-079B-1F5E-8842-B85B6358CBE5}"/>
          </ac:spMkLst>
        </pc:spChg>
        <pc:spChg chg="mod">
          <ac:chgData name="Yuanhe Tian" userId="8b41a650fa060b16" providerId="LiveId" clId="{A64977BC-6F32-7442-8EAB-04CD1CBA3051}" dt="2025-03-13T00:59:59.718" v="1424" actId="20577"/>
          <ac:spMkLst>
            <pc:docMk/>
            <pc:sldMk cId="678205033" sldId="483"/>
            <ac:spMk id="81" creationId="{00000000-0000-0000-0000-000000000000}"/>
          </ac:spMkLst>
        </pc:spChg>
      </pc:sldChg>
      <pc:sldChg chg="modSp add mod">
        <pc:chgData name="Yuanhe Tian" userId="8b41a650fa060b16" providerId="LiveId" clId="{A64977BC-6F32-7442-8EAB-04CD1CBA3051}" dt="2025-03-13T01:10:24.113" v="1595" actId="2711"/>
        <pc:sldMkLst>
          <pc:docMk/>
          <pc:sldMk cId="322071261" sldId="485"/>
        </pc:sldMkLst>
        <pc:spChg chg="mod">
          <ac:chgData name="Yuanhe Tian" userId="8b41a650fa060b16" providerId="LiveId" clId="{A64977BC-6F32-7442-8EAB-04CD1CBA3051}" dt="2025-03-13T01:08:35.026" v="1564" actId="20577"/>
          <ac:spMkLst>
            <pc:docMk/>
            <pc:sldMk cId="322071261" sldId="485"/>
            <ac:spMk id="2" creationId="{47401A2B-9842-B5B3-3903-4A59884AFF77}"/>
          </ac:spMkLst>
        </pc:spChg>
        <pc:spChg chg="mod">
          <ac:chgData name="Yuanhe Tian" userId="8b41a650fa060b16" providerId="LiveId" clId="{A64977BC-6F32-7442-8EAB-04CD1CBA3051}" dt="2025-03-13T01:10:00.701" v="1586" actId="20577"/>
          <ac:spMkLst>
            <pc:docMk/>
            <pc:sldMk cId="322071261" sldId="485"/>
            <ac:spMk id="3" creationId="{23BBD44A-C586-85A3-2813-91D3E61E6A1E}"/>
          </ac:spMkLst>
        </pc:spChg>
        <pc:spChg chg="mod">
          <ac:chgData name="Yuanhe Tian" userId="8b41a650fa060b16" providerId="LiveId" clId="{A64977BC-6F32-7442-8EAB-04CD1CBA3051}" dt="2025-03-13T01:10:08.563" v="1587" actId="1076"/>
          <ac:spMkLst>
            <pc:docMk/>
            <pc:sldMk cId="322071261" sldId="485"/>
            <ac:spMk id="5" creationId="{F48E41FC-D316-D647-F489-5E8AA4586CA1}"/>
          </ac:spMkLst>
        </pc:spChg>
        <pc:spChg chg="mod">
          <ac:chgData name="Yuanhe Tian" userId="8b41a650fa060b16" providerId="LiveId" clId="{A64977BC-6F32-7442-8EAB-04CD1CBA3051}" dt="2025-03-13T01:10:24.113" v="1595" actId="2711"/>
          <ac:spMkLst>
            <pc:docMk/>
            <pc:sldMk cId="322071261" sldId="485"/>
            <ac:spMk id="6" creationId="{D66BE48D-9051-B131-2AED-9D1C31F8AB64}"/>
          </ac:spMkLst>
        </pc:spChg>
        <pc:picChg chg="mod">
          <ac:chgData name="Yuanhe Tian" userId="8b41a650fa060b16" providerId="LiveId" clId="{A64977BC-6F32-7442-8EAB-04CD1CBA3051}" dt="2025-03-13T01:10:08.563" v="1587" actId="1076"/>
          <ac:picMkLst>
            <pc:docMk/>
            <pc:sldMk cId="322071261" sldId="485"/>
            <ac:picMk id="4" creationId="{FBEC8BF4-FB31-587C-F07A-2EB386257A34}"/>
          </ac:picMkLst>
        </pc:picChg>
      </pc:sldChg>
      <pc:sldChg chg="modSp mod">
        <pc:chgData name="Yuanhe Tian" userId="8b41a650fa060b16" providerId="LiveId" clId="{A64977BC-6F32-7442-8EAB-04CD1CBA3051}" dt="2025-03-06T22:19:30.948" v="3" actId="20577"/>
        <pc:sldMkLst>
          <pc:docMk/>
          <pc:sldMk cId="0" sldId="4753"/>
        </pc:sldMkLst>
      </pc:sldChg>
      <pc:sldChg chg="modSp add del mod">
        <pc:chgData name="Yuanhe Tian" userId="8b41a650fa060b16" providerId="LiveId" clId="{A64977BC-6F32-7442-8EAB-04CD1CBA3051}" dt="2025-03-13T00:30:31.953" v="204" actId="2696"/>
        <pc:sldMkLst>
          <pc:docMk/>
          <pc:sldMk cId="0" sldId="4805"/>
        </pc:sldMkLst>
      </pc:sldChg>
      <pc:sldChg chg="modSp add del mod">
        <pc:chgData name="Yuanhe Tian" userId="8b41a650fa060b16" providerId="LiveId" clId="{A64977BC-6F32-7442-8EAB-04CD1CBA3051}" dt="2025-03-19T01:00:29.320" v="1993" actId="2696"/>
        <pc:sldMkLst>
          <pc:docMk/>
          <pc:sldMk cId="3015976944" sldId="4806"/>
        </pc:sldMkLst>
      </pc:sldChg>
      <pc:sldChg chg="modSp new mod">
        <pc:chgData name="Yuanhe Tian" userId="8b41a650fa060b16" providerId="LiveId" clId="{A64977BC-6F32-7442-8EAB-04CD1CBA3051}" dt="2025-03-13T01:13:46.871" v="1733" actId="20577"/>
        <pc:sldMkLst>
          <pc:docMk/>
          <pc:sldMk cId="3681482467" sldId="4807"/>
        </pc:sldMkLst>
        <pc:spChg chg="mod">
          <ac:chgData name="Yuanhe Tian" userId="8b41a650fa060b16" providerId="LiveId" clId="{A64977BC-6F32-7442-8EAB-04CD1CBA3051}" dt="2025-03-13T01:10:47.073" v="1635" actId="20577"/>
          <ac:spMkLst>
            <pc:docMk/>
            <pc:sldMk cId="3681482467" sldId="4807"/>
            <ac:spMk id="2" creationId="{49E72997-3C22-7460-A8ED-2E6FE4C7BA54}"/>
          </ac:spMkLst>
        </pc:spChg>
        <pc:spChg chg="mod">
          <ac:chgData name="Yuanhe Tian" userId="8b41a650fa060b16" providerId="LiveId" clId="{A64977BC-6F32-7442-8EAB-04CD1CBA3051}" dt="2025-03-13T01:13:46.871" v="1733" actId="20577"/>
          <ac:spMkLst>
            <pc:docMk/>
            <pc:sldMk cId="3681482467" sldId="4807"/>
            <ac:spMk id="3" creationId="{23E2AD69-6E26-0C55-779F-29099AD9292C}"/>
          </ac:spMkLst>
        </pc:spChg>
      </pc:sldChg>
      <pc:sldChg chg="modSp add mod">
        <pc:chgData name="Yuanhe Tian" userId="8b41a650fa060b16" providerId="LiveId" clId="{A64977BC-6F32-7442-8EAB-04CD1CBA3051}" dt="2025-03-19T01:00:49.760" v="1997" actId="207"/>
        <pc:sldMkLst>
          <pc:docMk/>
          <pc:sldMk cId="3669670643" sldId="4808"/>
        </pc:sldMkLst>
      </pc:sldChg>
      <pc:sldChg chg="add">
        <pc:chgData name="Yuanhe Tian" userId="8b41a650fa060b16" providerId="LiveId" clId="{A64977BC-6F32-7442-8EAB-04CD1CBA3051}" dt="2025-03-19T01:03:57.149" v="2042"/>
        <pc:sldMkLst>
          <pc:docMk/>
          <pc:sldMk cId="1629035127" sldId="4809"/>
        </pc:sldMkLst>
      </pc:sldChg>
      <pc:sldChg chg="addSp modSp add mod">
        <pc:chgData name="Yuanhe Tian" userId="8b41a650fa060b16" providerId="LiveId" clId="{A64977BC-6F32-7442-8EAB-04CD1CBA3051}" dt="2025-03-19T01:16:34.145" v="2220" actId="1076"/>
        <pc:sldMkLst>
          <pc:docMk/>
          <pc:sldMk cId="3501328769" sldId="4811"/>
        </pc:sldMkLst>
        <pc:spChg chg="mod">
          <ac:chgData name="Yuanhe Tian" userId="8b41a650fa060b16" providerId="LiveId" clId="{A64977BC-6F32-7442-8EAB-04CD1CBA3051}" dt="2025-03-19T01:12:00.122" v="2181" actId="14100"/>
          <ac:spMkLst>
            <pc:docMk/>
            <pc:sldMk cId="3501328769" sldId="4811"/>
            <ac:spMk id="3" creationId="{5DF38B76-B9DA-44A9-9E74-2512B2747605}"/>
          </ac:spMkLst>
        </pc:spChg>
        <pc:spChg chg="mod">
          <ac:chgData name="Yuanhe Tian" userId="8b41a650fa060b16" providerId="LiveId" clId="{A64977BC-6F32-7442-8EAB-04CD1CBA3051}" dt="2025-03-19T01:05:24.358" v="2082" actId="20577"/>
          <ac:spMkLst>
            <pc:docMk/>
            <pc:sldMk cId="3501328769" sldId="4811"/>
            <ac:spMk id="9" creationId="{C5FCE511-1576-1509-3CAD-18BA3BAFF3DB}"/>
          </ac:spMkLst>
        </pc:spChg>
      </pc:sldChg>
      <pc:sldChg chg="delSp modSp add del mod">
        <pc:chgData name="Yuanhe Tian" userId="8b41a650fa060b16" providerId="LiveId" clId="{A64977BC-6F32-7442-8EAB-04CD1CBA3051}" dt="2025-03-19T01:11:52.770" v="2180" actId="2696"/>
        <pc:sldMkLst>
          <pc:docMk/>
          <pc:sldMk cId="1467336786" sldId="4812"/>
        </pc:sldMkLst>
      </pc:sldChg>
      <pc:sldMasterChg chg="modSldLayout">
        <pc:chgData name="Yuanhe Tian" userId="8b41a650fa060b16" providerId="LiveId" clId="{A64977BC-6F32-7442-8EAB-04CD1CBA3051}" dt="2025-03-13T00:30:19.625" v="203" actId="14100"/>
        <pc:sldMasterMkLst>
          <pc:docMk/>
          <pc:sldMasterMk cId="510254306" sldId="2147483660"/>
        </pc:sldMasterMkLst>
        <pc:sldLayoutChg chg="addSp delSp modSp mod">
          <pc:chgData name="Yuanhe Tian" userId="8b41a650fa060b16" providerId="LiveId" clId="{A64977BC-6F32-7442-8EAB-04CD1CBA3051}" dt="2025-03-13T00:30:19.625" v="203" actId="14100"/>
          <pc:sldLayoutMkLst>
            <pc:docMk/>
            <pc:sldMasterMk cId="510254306" sldId="2147483660"/>
            <pc:sldLayoutMk cId="2326375035" sldId="2147483662"/>
          </pc:sldLayoutMkLst>
          <pc:spChg chg="mod">
            <ac:chgData name="Yuanhe Tian" userId="8b41a650fa060b16" providerId="LiveId" clId="{A64977BC-6F32-7442-8EAB-04CD1CBA3051}" dt="2025-03-13T00:29:08.064" v="154" actId="1076"/>
            <ac:spMkLst>
              <pc:docMk/>
              <pc:sldMasterMk cId="510254306" sldId="2147483660"/>
              <pc:sldLayoutMk cId="2326375035" sldId="2147483662"/>
              <ac:spMk id="2" creationId="{00000000-0000-0000-0000-000000000000}"/>
            </ac:spMkLst>
          </pc:spChg>
          <pc:spChg chg="mod">
            <ac:chgData name="Yuanhe Tian" userId="8b41a650fa060b16" providerId="LiveId" clId="{A64977BC-6F32-7442-8EAB-04CD1CBA3051}" dt="2025-03-13T00:30:19.625" v="203" actId="14100"/>
            <ac:spMkLst>
              <pc:docMk/>
              <pc:sldMasterMk cId="510254306" sldId="2147483660"/>
              <pc:sldLayoutMk cId="2326375035" sldId="2147483662"/>
              <ac:spMk id="3" creationId="{00000000-0000-0000-0000-000000000000}"/>
            </ac:spMkLst>
          </pc:spChg>
          <pc:spChg chg="mod">
            <ac:chgData name="Yuanhe Tian" userId="8b41a650fa060b16" providerId="LiveId" clId="{A64977BC-6F32-7442-8EAB-04CD1CBA3051}" dt="2025-03-13T00:28:13.298" v="88"/>
            <ac:spMkLst>
              <pc:docMk/>
              <pc:sldMasterMk cId="510254306" sldId="2147483660"/>
              <pc:sldLayoutMk cId="2326375035" sldId="2147483662"/>
              <ac:spMk id="8" creationId="{9E3C7524-DC17-69B7-C185-A67E9E146CB2}"/>
            </ac:spMkLst>
          </pc:spChg>
          <pc:spChg chg="mod">
            <ac:chgData name="Yuanhe Tian" userId="8b41a650fa060b16" providerId="LiveId" clId="{A64977BC-6F32-7442-8EAB-04CD1CBA3051}" dt="2025-03-13T00:28:13.298" v="88"/>
            <ac:spMkLst>
              <pc:docMk/>
              <pc:sldMasterMk cId="510254306" sldId="2147483660"/>
              <pc:sldLayoutMk cId="2326375035" sldId="2147483662"/>
              <ac:spMk id="9" creationId="{B4990747-A3C4-D8FC-E5F8-6B957914C32E}"/>
            </ac:spMkLst>
          </pc:spChg>
          <pc:spChg chg="add mod">
            <ac:chgData name="Yuanhe Tian" userId="8b41a650fa060b16" providerId="LiveId" clId="{A64977BC-6F32-7442-8EAB-04CD1CBA3051}" dt="2025-03-13T00:29:01.514" v="153" actId="167"/>
            <ac:spMkLst>
              <pc:docMk/>
              <pc:sldMasterMk cId="510254306" sldId="2147483660"/>
              <pc:sldLayoutMk cId="2326375035" sldId="2147483662"/>
              <ac:spMk id="10" creationId="{3C7CF462-A1A5-83F2-D8AE-C54905EF222D}"/>
            </ac:spMkLst>
          </pc:spChg>
          <pc:grpChg chg="add mod">
            <ac:chgData name="Yuanhe Tian" userId="8b41a650fa060b16" providerId="LiveId" clId="{A64977BC-6F32-7442-8EAB-04CD1CBA3051}" dt="2025-03-13T00:29:01.514" v="153" actId="167"/>
            <ac:grpSpMkLst>
              <pc:docMk/>
              <pc:sldMasterMk cId="510254306" sldId="2147483660"/>
              <pc:sldLayoutMk cId="2326375035" sldId="2147483662"/>
              <ac:grpSpMk id="7" creationId="{2084DECC-635F-A9A9-8E0A-AEB3DEC3B199}"/>
            </ac:grpSpMkLst>
          </pc:grpChg>
        </pc:sldLayoutChg>
      </pc:sldMasterChg>
    </pc:docChg>
  </pc:docChgLst>
  <pc:docChgLst>
    <pc:chgData name="Song Yan" userId="249dba0d8c17ade5" providerId="LiveId" clId="{BFBA5523-E556-4318-9720-E184A56984BA}"/>
    <pc:docChg chg="undo custSel addSld modSld sldOrd">
      <pc:chgData name="Song Yan" userId="249dba0d8c17ade5" providerId="LiveId" clId="{BFBA5523-E556-4318-9720-E184A56984BA}" dt="2025-05-08T15:29:58.395" v="53"/>
      <pc:docMkLst>
        <pc:docMk/>
      </pc:docMkLst>
      <pc:sldChg chg="modSp mod">
        <pc:chgData name="Song Yan" userId="249dba0d8c17ade5" providerId="LiveId" clId="{BFBA5523-E556-4318-9720-E184A56984BA}" dt="2025-05-07T12:52:10.311" v="31" actId="20577"/>
        <pc:sldMkLst>
          <pc:docMk/>
          <pc:sldMk cId="0" sldId="349"/>
        </pc:sldMkLst>
        <pc:spChg chg="mod">
          <ac:chgData name="Song Yan" userId="249dba0d8c17ade5" providerId="LiveId" clId="{BFBA5523-E556-4318-9720-E184A56984BA}" dt="2025-05-07T12:52:10.311" v="31" actId="20577"/>
          <ac:spMkLst>
            <pc:docMk/>
            <pc:sldMk cId="0" sldId="349"/>
            <ac:spMk id="124" creationId="{27DA37E1-6D0C-DE6A-62DC-B410A8BA7D46}"/>
          </ac:spMkLst>
        </pc:spChg>
        <pc:spChg chg="mod">
          <ac:chgData name="Song Yan" userId="249dba0d8c17ade5" providerId="LiveId" clId="{BFBA5523-E556-4318-9720-E184A56984BA}" dt="2025-05-07T12:51:46.279" v="30" actId="20577"/>
          <ac:spMkLst>
            <pc:docMk/>
            <pc:sldMk cId="0" sldId="349"/>
            <ac:spMk id="202" creationId="{7AF6E0F6-BA55-ECF4-FADF-5AA7E4089CA5}"/>
          </ac:spMkLst>
        </pc:spChg>
      </pc:sldChg>
      <pc:sldChg chg="modSp mod">
        <pc:chgData name="Song Yan" userId="249dba0d8c17ade5" providerId="LiveId" clId="{BFBA5523-E556-4318-9720-E184A56984BA}" dt="2025-05-07T12:50:50.747" v="29"/>
        <pc:sldMkLst>
          <pc:docMk/>
          <pc:sldMk cId="1866187902" sldId="397"/>
        </pc:sldMkLst>
        <pc:spChg chg="mod">
          <ac:chgData name="Song Yan" userId="249dba0d8c17ade5" providerId="LiveId" clId="{BFBA5523-E556-4318-9720-E184A56984BA}" dt="2025-05-07T12:50:50.747" v="29"/>
          <ac:spMkLst>
            <pc:docMk/>
            <pc:sldMk cId="1866187902" sldId="397"/>
            <ac:spMk id="9" creationId="{BB84BD20-74EA-F79D-911F-19EB9049879B}"/>
          </ac:spMkLst>
        </pc:spChg>
      </pc:sldChg>
      <pc:sldChg chg="modSp mod">
        <pc:chgData name="Song Yan" userId="249dba0d8c17ade5" providerId="LiveId" clId="{BFBA5523-E556-4318-9720-E184A56984BA}" dt="2025-05-07T12:47:06.601" v="16" actId="242"/>
        <pc:sldMkLst>
          <pc:docMk/>
          <pc:sldMk cId="1795440273" sldId="410"/>
        </pc:sldMkLst>
        <pc:spChg chg="mod">
          <ac:chgData name="Song Yan" userId="249dba0d8c17ade5" providerId="LiveId" clId="{BFBA5523-E556-4318-9720-E184A56984BA}" dt="2025-05-07T12:46:28.142" v="14" actId="1076"/>
          <ac:spMkLst>
            <pc:docMk/>
            <pc:sldMk cId="1795440273" sldId="410"/>
            <ac:spMk id="3" creationId="{B2DF2633-12FA-422B-9CBF-A3F4C4D77D34}"/>
          </ac:spMkLst>
        </pc:spChg>
        <pc:spChg chg="mod">
          <ac:chgData name="Song Yan" userId="249dba0d8c17ade5" providerId="LiveId" clId="{BFBA5523-E556-4318-9720-E184A56984BA}" dt="2025-05-07T12:47:06.601" v="16" actId="242"/>
          <ac:spMkLst>
            <pc:docMk/>
            <pc:sldMk cId="1795440273" sldId="410"/>
            <ac:spMk id="58" creationId="{F7290B1D-8B66-0C56-1B03-A93DA89DE4A6}"/>
          </ac:spMkLst>
        </pc:spChg>
        <pc:spChg chg="mod">
          <ac:chgData name="Song Yan" userId="249dba0d8c17ade5" providerId="LiveId" clId="{BFBA5523-E556-4318-9720-E184A56984BA}" dt="2025-05-07T12:47:06.601" v="16" actId="242"/>
          <ac:spMkLst>
            <pc:docMk/>
            <pc:sldMk cId="1795440273" sldId="410"/>
            <ac:spMk id="59" creationId="{020FA2D8-866F-73E0-D937-F719127AD046}"/>
          </ac:spMkLst>
        </pc:spChg>
        <pc:spChg chg="mod">
          <ac:chgData name="Song Yan" userId="249dba0d8c17ade5" providerId="LiveId" clId="{BFBA5523-E556-4318-9720-E184A56984BA}" dt="2025-05-07T12:47:06.601" v="16" actId="242"/>
          <ac:spMkLst>
            <pc:docMk/>
            <pc:sldMk cId="1795440273" sldId="410"/>
            <ac:spMk id="60" creationId="{106E04D1-EBB7-3B83-7F88-AE48EF89503E}"/>
          </ac:spMkLst>
        </pc:spChg>
        <pc:spChg chg="mod">
          <ac:chgData name="Song Yan" userId="249dba0d8c17ade5" providerId="LiveId" clId="{BFBA5523-E556-4318-9720-E184A56984BA}" dt="2025-05-07T12:47:06.601" v="16" actId="242"/>
          <ac:spMkLst>
            <pc:docMk/>
            <pc:sldMk cId="1795440273" sldId="410"/>
            <ac:spMk id="61" creationId="{6B27C2E1-4048-7B60-6948-AB1F31A9F5A1}"/>
          </ac:spMkLst>
        </pc:spChg>
      </pc:sldChg>
      <pc:sldChg chg="modSp mod">
        <pc:chgData name="Song Yan" userId="249dba0d8c17ade5" providerId="LiveId" clId="{BFBA5523-E556-4318-9720-E184A56984BA}" dt="2025-05-07T12:50:35.076" v="26"/>
        <pc:sldMkLst>
          <pc:docMk/>
          <pc:sldMk cId="3104789301" sldId="415"/>
        </pc:sldMkLst>
        <pc:spChg chg="mod">
          <ac:chgData name="Song Yan" userId="249dba0d8c17ade5" providerId="LiveId" clId="{BFBA5523-E556-4318-9720-E184A56984BA}" dt="2025-05-07T12:50:35.076" v="26"/>
          <ac:spMkLst>
            <pc:docMk/>
            <pc:sldMk cId="3104789301" sldId="415"/>
            <ac:spMk id="3" creationId="{B77775D3-E436-4AFD-B40B-771D4BCC9A9B}"/>
          </ac:spMkLst>
        </pc:spChg>
      </pc:sldChg>
      <pc:sldChg chg="ord">
        <pc:chgData name="Song Yan" userId="249dba0d8c17ade5" providerId="LiveId" clId="{BFBA5523-E556-4318-9720-E184A56984BA}" dt="2025-05-07T12:56:10.575" v="37"/>
        <pc:sldMkLst>
          <pc:docMk/>
          <pc:sldMk cId="433198386" sldId="418"/>
        </pc:sldMkLst>
      </pc:sldChg>
      <pc:sldChg chg="ord">
        <pc:chgData name="Song Yan" userId="249dba0d8c17ade5" providerId="LiveId" clId="{BFBA5523-E556-4318-9720-E184A56984BA}" dt="2025-05-07T12:56:10.575" v="37"/>
        <pc:sldMkLst>
          <pc:docMk/>
          <pc:sldMk cId="3246522559" sldId="419"/>
        </pc:sldMkLst>
      </pc:sldChg>
      <pc:sldChg chg="modSp mod">
        <pc:chgData name="Song Yan" userId="249dba0d8c17ade5" providerId="LiveId" clId="{BFBA5523-E556-4318-9720-E184A56984BA}" dt="2025-05-07T12:48:35.924" v="22"/>
        <pc:sldMkLst>
          <pc:docMk/>
          <pc:sldMk cId="138194537" sldId="481"/>
        </pc:sldMkLst>
        <pc:spChg chg="mod">
          <ac:chgData name="Song Yan" userId="249dba0d8c17ade5" providerId="LiveId" clId="{BFBA5523-E556-4318-9720-E184A56984BA}" dt="2025-05-07T12:48:35.924" v="22"/>
          <ac:spMkLst>
            <pc:docMk/>
            <pc:sldMk cId="138194537" sldId="481"/>
            <ac:spMk id="3" creationId="{8B818B1C-FCD8-F7E2-ED1F-2ED32E5A3830}"/>
          </ac:spMkLst>
        </pc:spChg>
      </pc:sldChg>
      <pc:sldChg chg="modSp mod">
        <pc:chgData name="Song Yan" userId="249dba0d8c17ade5" providerId="LiveId" clId="{BFBA5523-E556-4318-9720-E184A56984BA}" dt="2025-05-07T12:52:27.804" v="35" actId="20577"/>
        <pc:sldMkLst>
          <pc:docMk/>
          <pc:sldMk cId="2741396377" sldId="482"/>
        </pc:sldMkLst>
        <pc:spChg chg="mod">
          <ac:chgData name="Song Yan" userId="249dba0d8c17ade5" providerId="LiveId" clId="{BFBA5523-E556-4318-9720-E184A56984BA}" dt="2025-05-07T12:52:27.804" v="35" actId="20577"/>
          <ac:spMkLst>
            <pc:docMk/>
            <pc:sldMk cId="2741396377" sldId="482"/>
            <ac:spMk id="541" creationId="{AF828570-BB70-F544-8834-68FE47A16872}"/>
          </ac:spMkLst>
        </pc:spChg>
        <pc:spChg chg="mod">
          <ac:chgData name="Song Yan" userId="249dba0d8c17ade5" providerId="LiveId" clId="{BFBA5523-E556-4318-9720-E184A56984BA}" dt="2025-05-07T12:52:24.971" v="34" actId="20577"/>
          <ac:spMkLst>
            <pc:docMk/>
            <pc:sldMk cId="2741396377" sldId="482"/>
            <ac:spMk id="551" creationId="{702615B6-0BDE-2E68-148A-B0CACFF0DD6F}"/>
          </ac:spMkLst>
        </pc:spChg>
      </pc:sldChg>
      <pc:sldChg chg="modSp mod">
        <pc:chgData name="Song Yan" userId="249dba0d8c17ade5" providerId="LiveId" clId="{BFBA5523-E556-4318-9720-E184A56984BA}" dt="2025-05-07T12:52:20.004" v="33" actId="20577"/>
        <pc:sldMkLst>
          <pc:docMk/>
          <pc:sldMk cId="678205033" sldId="483"/>
        </pc:sldMkLst>
        <pc:spChg chg="mod">
          <ac:chgData name="Song Yan" userId="249dba0d8c17ade5" providerId="LiveId" clId="{BFBA5523-E556-4318-9720-E184A56984BA}" dt="2025-05-07T12:52:20.004" v="33" actId="20577"/>
          <ac:spMkLst>
            <pc:docMk/>
            <pc:sldMk cId="678205033" sldId="483"/>
            <ac:spMk id="12" creationId="{576A7857-8C57-BD8E-406E-503318054324}"/>
          </ac:spMkLst>
        </pc:spChg>
        <pc:spChg chg="mod">
          <ac:chgData name="Song Yan" userId="249dba0d8c17ade5" providerId="LiveId" clId="{BFBA5523-E556-4318-9720-E184A56984BA}" dt="2025-05-07T12:52:15.300" v="32" actId="20577"/>
          <ac:spMkLst>
            <pc:docMk/>
            <pc:sldMk cId="678205033" sldId="483"/>
            <ac:spMk id="26" creationId="{937B8572-0A88-F58F-8278-A95D4F6A6BE7}"/>
          </ac:spMkLst>
        </pc:spChg>
      </pc:sldChg>
      <pc:sldChg chg="ord">
        <pc:chgData name="Song Yan" userId="249dba0d8c17ade5" providerId="LiveId" clId="{BFBA5523-E556-4318-9720-E184A56984BA}" dt="2025-05-07T12:56:10.575" v="37"/>
        <pc:sldMkLst>
          <pc:docMk/>
          <pc:sldMk cId="3221062343" sldId="4815"/>
        </pc:sldMkLst>
      </pc:sldChg>
      <pc:sldChg chg="modSp mod">
        <pc:chgData name="Song Yan" userId="249dba0d8c17ade5" providerId="LiveId" clId="{BFBA5523-E556-4318-9720-E184A56984BA}" dt="2025-05-07T12:42:20.678" v="12"/>
        <pc:sldMkLst>
          <pc:docMk/>
          <pc:sldMk cId="2073951448" sldId="4847"/>
        </pc:sldMkLst>
        <pc:spChg chg="mod">
          <ac:chgData name="Song Yan" userId="249dba0d8c17ade5" providerId="LiveId" clId="{BFBA5523-E556-4318-9720-E184A56984BA}" dt="2025-05-07T12:42:20.678" v="12"/>
          <ac:spMkLst>
            <pc:docMk/>
            <pc:sldMk cId="2073951448" sldId="4847"/>
            <ac:spMk id="6" creationId="{C25AB19D-D989-A859-FD1C-CC32BBF84947}"/>
          </ac:spMkLst>
        </pc:spChg>
      </pc:sldChg>
      <pc:sldChg chg="addSp delSp modSp new mod">
        <pc:chgData name="Song Yan" userId="249dba0d8c17ade5" providerId="LiveId" clId="{BFBA5523-E556-4318-9720-E184A56984BA}" dt="2025-05-07T13:37:33.514" v="49" actId="1076"/>
        <pc:sldMkLst>
          <pc:docMk/>
          <pc:sldMk cId="4151094277" sldId="4861"/>
        </pc:sldMkLst>
        <pc:spChg chg="mod">
          <ac:chgData name="Song Yan" userId="249dba0d8c17ade5" providerId="LiveId" clId="{BFBA5523-E556-4318-9720-E184A56984BA}" dt="2025-05-07T13:26:11.478" v="46" actId="20577"/>
          <ac:spMkLst>
            <pc:docMk/>
            <pc:sldMk cId="4151094277" sldId="4861"/>
            <ac:spMk id="2" creationId="{B9DF3FEE-B22A-462E-8CE2-CB7A31F6C651}"/>
          </ac:spMkLst>
        </pc:spChg>
        <pc:spChg chg="del">
          <ac:chgData name="Song Yan" userId="249dba0d8c17ade5" providerId="LiveId" clId="{BFBA5523-E556-4318-9720-E184A56984BA}" dt="2025-05-07T12:56:33.814" v="45" actId="478"/>
          <ac:spMkLst>
            <pc:docMk/>
            <pc:sldMk cId="4151094277" sldId="4861"/>
            <ac:spMk id="3" creationId="{29491993-BB73-459F-B34D-4B501A379C21}"/>
          </ac:spMkLst>
        </pc:spChg>
        <pc:picChg chg="add mod">
          <ac:chgData name="Song Yan" userId="249dba0d8c17ade5" providerId="LiveId" clId="{BFBA5523-E556-4318-9720-E184A56984BA}" dt="2025-05-07T13:37:33.514" v="49" actId="1076"/>
          <ac:picMkLst>
            <pc:docMk/>
            <pc:sldMk cId="4151094277" sldId="4861"/>
            <ac:picMk id="5" creationId="{503CE7CA-0569-465E-922A-4BBEBA7BFFEE}"/>
          </ac:picMkLst>
        </pc:picChg>
      </pc:sldChg>
      <pc:sldChg chg="modSp mod">
        <pc:chgData name="Song Yan" userId="249dba0d8c17ade5" providerId="LiveId" clId="{BFBA5523-E556-4318-9720-E184A56984BA}" dt="2025-05-08T15:29:58.395" v="53"/>
        <pc:sldMkLst>
          <pc:docMk/>
          <pc:sldMk cId="677373716" sldId="4863"/>
        </pc:sldMkLst>
        <pc:spChg chg="mod">
          <ac:chgData name="Song Yan" userId="249dba0d8c17ade5" providerId="LiveId" clId="{BFBA5523-E556-4318-9720-E184A56984BA}" dt="2025-05-08T15:29:58.395" v="53"/>
          <ac:spMkLst>
            <pc:docMk/>
            <pc:sldMk cId="677373716" sldId="4863"/>
            <ac:spMk id="3" creationId="{F5D9AFE1-CC70-B0E5-2A05-7599A9ADC56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EC146-7103-4549-868D-FD3600C3A42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6AA05-AB2B-4215-978B-A09B2D348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519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82B69B-4CDB-45EF-AF2E-DEBF6EE82A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4492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007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6D3E1-D8C8-899D-726D-9CAC30977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A542D0-F7D9-9DE6-FBF6-4BF39155B5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945C3-1610-55B8-F136-7D95C56E7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</a:t>
            </a:r>
            <a:r>
              <a:rPr lang="en-US" altLang="zh-CN" dirty="0"/>
              <a:t>mer</a:t>
            </a:r>
            <a:r>
              <a:rPr lang="zh-CN" altLang="en-US" dirty="0"/>
              <a:t>之前的主流架构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D952E-069D-B2EE-D654-C3FFE63DE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48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86598-9C82-77CE-9335-236D950EA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C2AF2A-3FBC-6D4D-52B7-0E30FE949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4A21C1-7DE0-E5AE-CA6C-DFE5091A4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</a:t>
            </a:r>
            <a:r>
              <a:rPr lang="en-US" altLang="zh-CN" dirty="0"/>
              <a:t>mer</a:t>
            </a:r>
            <a:r>
              <a:rPr lang="zh-CN" altLang="en-US" dirty="0"/>
              <a:t>之前的主流架构的局限性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87D50-3192-9E36-848E-0897F7B963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702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119C5-636C-0E5C-7A36-6B1654E21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A51A1A-71CB-FBEA-158C-C226167BDE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4EA47A-C027-C56B-7525-8F5113987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回顾Attention的优势</a:t>
            </a:r>
            <a:r>
              <a:rPr lang="zh-CN" altLang="en-US" dirty="0"/>
              <a:t>，从而引出后面的 </a:t>
            </a:r>
            <a:r>
              <a:rPr lang="en-US" altLang="zh-CN" dirty="0"/>
              <a:t>Transformer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7FD0C-F50E-B8C8-97BF-0F51D95F84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92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5E740-602C-E3DC-8D8E-57B71E909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86B2E9-E4A2-CAB3-FE92-E30B9EFCF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DE41B1-4656-6AE2-77FF-440B94429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因此</a:t>
            </a:r>
            <a:r>
              <a:rPr lang="zh-CN" altLang="en-US" dirty="0"/>
              <a:t>，我们需要什么样的架构</a:t>
            </a:r>
            <a:endParaRPr lang="en-US" altLang="zh-CN" dirty="0"/>
          </a:p>
          <a:p>
            <a:endParaRPr lang="en-US" dirty="0"/>
          </a:p>
          <a:p>
            <a:r>
              <a:rPr lang="en-US" dirty="0"/>
              <a:t>Ashish</a:t>
            </a:r>
            <a:r>
              <a:rPr lang="zh-CN" altLang="en-US" dirty="0"/>
              <a:t> </a:t>
            </a:r>
            <a:r>
              <a:rPr lang="en-US" altLang="zh-CN" dirty="0"/>
              <a:t>Vaswani</a:t>
            </a:r>
            <a:r>
              <a:rPr lang="zh-CN" altLang="en-US" dirty="0"/>
              <a:t> 当时在谷歌，现在是 </a:t>
            </a:r>
            <a:r>
              <a:rPr lang="en-US" b="0" i="0" dirty="0">
                <a:effectLst/>
                <a:latin typeface="-apple-system"/>
              </a:rPr>
              <a:t>Co-founder and CEO at Essential AI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5B2E2-4996-269C-8BAF-EF0A894EB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7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682E1-6161-D26F-3CBA-C76ADBC5B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113F10-0C3C-B3D2-DFD5-FDE7F02AE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E437B4-99B6-E3D0-CE9A-05157BF69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基于以上要求</a:t>
            </a:r>
            <a:r>
              <a:rPr lang="zh-CN" altLang="en-US" dirty="0"/>
              <a:t>，提出</a:t>
            </a:r>
            <a:r>
              <a:rPr lang="en-US" dirty="0"/>
              <a:t>Transformer</a:t>
            </a:r>
            <a:r>
              <a:rPr lang="zh-CN" altLang="en-US" dirty="0"/>
              <a:t>，以及他的整体结构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E899E-18C3-F937-1513-321B273CA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2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Transformer</a:t>
            </a:r>
            <a:r>
              <a:rPr lang="zh-CN" altLang="en-US" dirty="0"/>
              <a:t> 是目前各种表征模型采用的架构，分为基于编码器的模型，基于编码器和解码器的模型，以及基于解码器的模型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后面按照从输入到输出，从编码器到解码器的顺序介绍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6AA05-AB2B-4215-978B-A09B2D34874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4287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6D3A7-C148-5C50-FFBE-41622CE3D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808406-CD77-322A-30BD-B87A24C0C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778102-CEBD-CA9B-5E2C-4DDFE6E6D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429039-8407-377F-F85E-E87A98477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6734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65D55-936A-CB82-FC0E-794FC3230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064BC-0340-F164-8058-7DADB0EF6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04D3D5-ADA7-A01E-D671-3FE6168BB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Transformer</a:t>
            </a:r>
            <a:r>
              <a:rPr lang="zh-CN" altLang="en-US" dirty="0"/>
              <a:t> </a:t>
            </a:r>
            <a:r>
              <a:rPr lang="en-US" altLang="zh-CN" dirty="0"/>
              <a:t>encoder</a:t>
            </a:r>
            <a:r>
              <a:rPr lang="zh-CN" altLang="en-US" dirty="0"/>
              <a:t> 的整体架构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3E763-BF66-594A-5FB5-F63ECE7E56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728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因为attention无法编码位置信息</a:t>
            </a:r>
            <a:r>
              <a:rPr lang="zh-CN" altLang="en-US"/>
              <a:t>，所以需要 </a:t>
            </a:r>
            <a:r>
              <a:rPr lang="en-US" altLang="zh-CN"/>
              <a:t>positional</a:t>
            </a:r>
            <a:r>
              <a:rPr lang="zh-CN" altLang="en-US"/>
              <a:t> </a:t>
            </a:r>
            <a:r>
              <a:rPr lang="en-US" altLang="zh-CN"/>
              <a:t>encoding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5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怎么理解</a:t>
            </a:r>
            <a:r>
              <a:rPr lang="zh-CN" altLang="en-US" dirty="0"/>
              <a:t> </a:t>
            </a:r>
            <a:r>
              <a:rPr lang="en-US" altLang="zh-CN" dirty="0"/>
              <a:t>token</a:t>
            </a:r>
            <a:r>
              <a:rPr lang="zh-CN" altLang="en-US" dirty="0"/>
              <a:t> 向量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6AA05-AB2B-4215-978B-A09B2D34874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4398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位置编码需要有什么特性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6AA05-AB2B-4215-978B-A09B2D34874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5963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具体编码方式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6AA05-AB2B-4215-978B-A09B2D34874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4002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位置编码这样设置的好处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6AA05-AB2B-4215-978B-A09B2D34874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3670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编码器的输入和输出</a:t>
            </a:r>
            <a:endParaRPr lang="en-US" dirty="0"/>
          </a:p>
          <a:p>
            <a:r>
              <a:rPr lang="en-US" dirty="0" err="1"/>
              <a:t>我们假设每一行的向量</a:t>
            </a:r>
            <a:r>
              <a:rPr lang="zh-CN" altLang="en-US" dirty="0"/>
              <a:t>，代表一个词的 </a:t>
            </a:r>
            <a:r>
              <a:rPr lang="en-US" altLang="zh-CN" dirty="0"/>
              <a:t>embedding</a:t>
            </a:r>
            <a:endParaRPr lang="en-US" dirty="0"/>
          </a:p>
          <a:p>
            <a:r>
              <a:rPr lang="en-US" dirty="0" err="1"/>
              <a:t>这里就是四个词</a:t>
            </a:r>
            <a:r>
              <a:rPr lang="zh-CN" altLang="en-US" dirty="0"/>
              <a:t>，通过编码，得到了四个词的向量 </a:t>
            </a:r>
            <a:r>
              <a:rPr lang="en-US" altLang="zh-CN" dirty="0"/>
              <a:t>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086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输入</a:t>
            </a:r>
            <a:r>
              <a:rPr lang="zh-CN" altLang="en-US"/>
              <a:t>、</a:t>
            </a:r>
            <a:r>
              <a:rPr lang="en-US" altLang="zh-CN"/>
              <a:t>Q</a:t>
            </a:r>
            <a:r>
              <a:rPr lang="zh-CN" altLang="en-US"/>
              <a:t>，</a:t>
            </a:r>
            <a:r>
              <a:rPr lang="en-US" altLang="zh-CN"/>
              <a:t>K</a:t>
            </a:r>
            <a:r>
              <a:rPr lang="zh-CN" altLang="en-US"/>
              <a:t>，</a:t>
            </a:r>
            <a:r>
              <a:rPr lang="en-US" altLang="zh-CN"/>
              <a:t>V</a:t>
            </a:r>
            <a:r>
              <a:rPr lang="zh-CN" altLang="en-US"/>
              <a:t> 每个都是行向量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631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为什么要多头</a:t>
            </a:r>
            <a:r>
              <a:rPr lang="zh-CN" altLang="en-US" dirty="0"/>
              <a:t>，实际数据处理有什么需要，</a:t>
            </a:r>
            <a:r>
              <a:rPr lang="en-US" altLang="zh-CN" dirty="0"/>
              <a:t>self-attention</a:t>
            </a:r>
            <a:r>
              <a:rPr lang="zh-CN" altLang="en-US" dirty="0"/>
              <a:t>有什么局限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6AA05-AB2B-4215-978B-A09B2D34874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6734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多头机制的具体做法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6AA05-AB2B-4215-978B-A09B2D34874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9777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不同头的注意力展示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6AA05-AB2B-4215-978B-A09B2D34874E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0569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用一个例子展示多头的效果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6AA05-AB2B-4215-978B-A09B2D34874E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8978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CNN</a:t>
            </a:r>
            <a:r>
              <a:rPr lang="zh-CN" altLang="en-US"/>
              <a:t> 与 </a:t>
            </a:r>
            <a:r>
              <a:rPr lang="en-US" altLang="zh-CN"/>
              <a:t>self-attention</a:t>
            </a:r>
            <a:r>
              <a:rPr lang="zh-CN" altLang="en-US"/>
              <a:t> 具有一定的类似性，都是对 </a:t>
            </a:r>
            <a:r>
              <a:rPr lang="en-US" altLang="zh-CN"/>
              <a:t>context</a:t>
            </a:r>
            <a:r>
              <a:rPr lang="zh-CN" altLang="en-US"/>
              <a:t> 加权计算输出</a:t>
            </a:r>
            <a:endParaRPr lang="en-US" altLang="zh-CN"/>
          </a:p>
          <a:p>
            <a:endParaRPr lang="en-US"/>
          </a:p>
          <a:p>
            <a:r>
              <a:rPr lang="en-US" altLang="zh-CN"/>
              <a:t>CNN</a:t>
            </a:r>
            <a:r>
              <a:rPr lang="zh-CN" altLang="en-US"/>
              <a:t> 的 </a:t>
            </a:r>
            <a:r>
              <a:rPr lang="en-US" altLang="zh-CN"/>
              <a:t>channel</a:t>
            </a:r>
            <a:r>
              <a:rPr lang="zh-CN" altLang="en-US"/>
              <a:t> 对应 </a:t>
            </a:r>
            <a:r>
              <a:rPr lang="en-US" altLang="zh-CN"/>
              <a:t>multi-head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0685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理解</a:t>
            </a:r>
            <a:r>
              <a:rPr lang="zh-CN" altLang="en-US"/>
              <a:t> </a:t>
            </a:r>
            <a:r>
              <a:rPr lang="en-US" altLang="zh-CN"/>
              <a:t>self-attention</a:t>
            </a:r>
            <a:r>
              <a:rPr lang="zh-CN" altLang="en-US"/>
              <a:t> 中的加权</a:t>
            </a:r>
            <a:endParaRPr lang="en-US" altLang="zh-CN"/>
          </a:p>
          <a:p>
            <a:r>
              <a:rPr lang="zh-CN" altLang="en-US"/>
              <a:t>多头注意力对不同方面信息的编码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352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前馈层的具体做法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6AA05-AB2B-4215-978B-A09B2D34874E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4244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这里先讲具体是怎么做的</a:t>
            </a:r>
            <a:r>
              <a:rPr lang="zh-CN" altLang="en-US" dirty="0"/>
              <a:t>。然后用两页</a:t>
            </a:r>
            <a:r>
              <a:rPr lang="en-US" altLang="zh-CN" dirty="0"/>
              <a:t>PPT</a:t>
            </a:r>
            <a:r>
              <a:rPr lang="zh-CN" altLang="en-US" dirty="0"/>
              <a:t>依次讲为什么要这么做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6AA05-AB2B-4215-978B-A09B2D34874E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4554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在深层网络中，如果每一层都完全学习新的映射，随着层数增加，训练会变得非常困难。残差连接的核心思想是让网络只需学习“增量”函数，也就是在输入的基础上做微调。这一设计在引入 </a:t>
            </a:r>
            <a:r>
              <a:rPr lang="en-US" dirty="0"/>
              <a:t>Transformer </a:t>
            </a:r>
            <a:r>
              <a:rPr lang="zh-CN" altLang="en-US" dirty="0"/>
              <a:t>后，我们把它放在每个子层后面，显著提高了训练深度和模型性能。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6AA05-AB2B-4215-978B-A09B2D34874E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4624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由于 </a:t>
            </a:r>
            <a:r>
              <a:rPr lang="en-US" dirty="0"/>
              <a:t>Transformer </a:t>
            </a:r>
            <a:r>
              <a:rPr lang="zh-CN" altLang="en-US" dirty="0"/>
              <a:t>每次通常处理单条序列或小批量样本，</a:t>
            </a:r>
            <a:r>
              <a:rPr lang="en-US" dirty="0" err="1"/>
              <a:t>BatchNorm</a:t>
            </a:r>
            <a:r>
              <a:rPr lang="en-US" dirty="0"/>
              <a:t> </a:t>
            </a:r>
            <a:r>
              <a:rPr lang="zh-CN" altLang="en-US" dirty="0"/>
              <a:t>不适用。层归一化直接在特征维度上做标准化，确保各层输入分布更加平滑，避免训练过程中的剧烈抖动。与残差连接配合使用时，既能保证梯度流动，也能让模型快速收敛，实现更好的效果。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6AA05-AB2B-4215-978B-A09B2D34874E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9734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Transformer </a:t>
            </a:r>
            <a:r>
              <a:rPr lang="zh-CN" altLang="en-US" dirty="0"/>
              <a:t>编码器的全流程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165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792C2-D39D-949B-3244-709194DEE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4D2036-3D5B-D644-A975-AC294B4E6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501938-63C6-2D1F-50DC-EC7224B25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多头注意力是核心</a:t>
            </a:r>
            <a:r>
              <a:rPr lang="zh-CN" altLang="en-US"/>
              <a:t>，</a:t>
            </a:r>
            <a:r>
              <a:rPr lang="en-US" altLang="zh-CN"/>
              <a:t>self-attention</a:t>
            </a:r>
            <a:r>
              <a:rPr lang="zh-CN" altLang="en-US"/>
              <a:t> 通过权重有选择地整合不同输入</a:t>
            </a:r>
            <a:endParaRPr lang="en-US" altLang="zh-CN"/>
          </a:p>
          <a:p>
            <a:r>
              <a:rPr lang="zh-CN" altLang="en-US"/>
              <a:t>多头注意力对输入在不同方面的重要性同时编码</a:t>
            </a:r>
            <a:endParaRPr lang="en-US" altLang="zh-CN"/>
          </a:p>
          <a:p>
            <a:r>
              <a:rPr lang="en-US" altLang="zh-CN"/>
              <a:t>Position</a:t>
            </a:r>
            <a:r>
              <a:rPr lang="zh-CN" altLang="en-US"/>
              <a:t> </a:t>
            </a:r>
            <a:r>
              <a:rPr lang="en-US" altLang="zh-CN"/>
              <a:t>encoding</a:t>
            </a:r>
            <a:r>
              <a:rPr lang="zh-CN" altLang="en-US"/>
              <a:t> 解决 </a:t>
            </a:r>
            <a:r>
              <a:rPr lang="en-US" altLang="zh-CN"/>
              <a:t>attention</a:t>
            </a:r>
            <a:r>
              <a:rPr lang="zh-CN" altLang="en-US"/>
              <a:t> 无法处理位置信息的问题</a:t>
            </a:r>
            <a:endParaRPr lang="en-US" altLang="zh-CN"/>
          </a:p>
          <a:p>
            <a:r>
              <a:rPr lang="en-US" altLang="zh-CN"/>
              <a:t>Transformer</a:t>
            </a:r>
            <a:r>
              <a:rPr lang="zh-CN" altLang="en-US"/>
              <a:t> 一般多层结构，从而更加深入并从多方面去编码信息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C67BD-B0A3-55BB-D4D0-61113C9E0A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917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D6468-05FB-6C1A-5AA3-0D9D48898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F59B1B-49F6-53A2-101B-BD38E2FF3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C5EC41-1BBD-8167-36A9-F53A5DE9A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每个编码层里的前馈网络对每个位置做相同的非线性映射，提供更强的表达能力；残差连接和层归一化则保证了深层网络的可训练性</a:t>
            </a:r>
            <a:r>
              <a:rPr lang="en-US" altLang="zh-CN" dirty="0"/>
              <a:t>——</a:t>
            </a:r>
            <a:r>
              <a:rPr lang="zh-CN" altLang="en-US" dirty="0"/>
              <a:t>前者让网络只需学习增量，后者稳定了内部激活分布，加速收敛并减少训练波动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67FF0-C2C1-DACE-F0AA-6D44303900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5713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0461B-04A9-0B3E-1965-46E1ACD94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2C4EE5-0521-5235-DB22-771404BCB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421ABE-F447-3033-C78E-E4BE66F2E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DC8CB2-67FE-8434-3305-772D4F671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0113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Decoder</a:t>
            </a:r>
            <a:r>
              <a:rPr lang="zh-CN" altLang="en-US"/>
              <a:t> 与 </a:t>
            </a:r>
            <a:r>
              <a:rPr lang="en-US" altLang="zh-CN"/>
              <a:t>RNN</a:t>
            </a:r>
            <a:r>
              <a:rPr lang="zh-CN" altLang="en-US"/>
              <a:t> 类似，也是每个时刻根据已经生成的词，去预测下一个词</a:t>
            </a:r>
            <a:endParaRPr lang="en-US" altLang="zh-CN"/>
          </a:p>
          <a:p>
            <a:r>
              <a:rPr lang="zh-CN" altLang="en-US"/>
              <a:t>但是在训练的时候，可以通过 </a:t>
            </a:r>
            <a:r>
              <a:rPr lang="en-US" altLang="zh-CN"/>
              <a:t>mask</a:t>
            </a:r>
            <a:r>
              <a:rPr lang="zh-CN" altLang="en-US"/>
              <a:t> 未来的词，提高训练的速度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0760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D7408-5412-422A-72BB-A0B66645D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58E8A5-32ED-6A55-C157-D94E89888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84405C-17A7-3647-D207-CBACE3844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Decoder</a:t>
            </a:r>
            <a:r>
              <a:rPr lang="zh-CN" altLang="en-US"/>
              <a:t> 与 </a:t>
            </a:r>
            <a:r>
              <a:rPr lang="en-US" altLang="zh-CN"/>
              <a:t>RNN</a:t>
            </a:r>
            <a:r>
              <a:rPr lang="zh-CN" altLang="en-US"/>
              <a:t> 类似，也是每个时刻根据已经生成的词，去预测下一个词</a:t>
            </a:r>
            <a:endParaRPr lang="en-US" altLang="zh-CN"/>
          </a:p>
          <a:p>
            <a:r>
              <a:rPr lang="zh-CN" altLang="en-US"/>
              <a:t>但是在训练的时候，可以通过 </a:t>
            </a:r>
            <a:r>
              <a:rPr lang="en-US" altLang="zh-CN"/>
              <a:t>mask</a:t>
            </a:r>
            <a:r>
              <a:rPr lang="zh-CN" altLang="en-US"/>
              <a:t> 未来的词，提高训练的速度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EBCD4-FD16-688F-E0C2-AB5A82B16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257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8C74E-6FB1-3F12-15D1-F6E51C122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6CA425-8AF4-5A28-F76D-4B2EBD85B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A8DE68-9047-7FF1-F317-735104659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在解码阶段，我们必须防止模型在生成第 </a:t>
            </a:r>
            <a:r>
              <a:rPr lang="en-US" dirty="0"/>
              <a:t>t </a:t>
            </a:r>
            <a:r>
              <a:rPr lang="zh-CN" altLang="en-US" dirty="0"/>
              <a:t>个 </a:t>
            </a:r>
            <a:r>
              <a:rPr lang="en-US" dirty="0"/>
              <a:t>token </a:t>
            </a:r>
            <a:r>
              <a:rPr lang="zh-CN" altLang="en-US" dirty="0"/>
              <a:t>时获取第 </a:t>
            </a:r>
            <a:r>
              <a:rPr lang="en-US" dirty="0"/>
              <a:t>t+1、t+2… </a:t>
            </a:r>
            <a:r>
              <a:rPr lang="zh-CN" altLang="en-US" dirty="0"/>
              <a:t>的信息，这样才能真正模拟自回归生成过程。通过在注意力矩阵中加上上三角 </a:t>
            </a:r>
            <a:r>
              <a:rPr lang="en-US" dirty="0"/>
              <a:t>Mask，</a:t>
            </a:r>
            <a:r>
              <a:rPr lang="zh-CN" altLang="en-US" dirty="0"/>
              <a:t>我们在并行计算的同时阻断未来信息流，既保证了正确性，也保留了计算效率。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B2C95-887F-7352-4C6D-671DBC1BE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1888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172AA-362E-EE29-0975-E22ECA19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E9FC4C-D12D-305B-B9DB-482454A3A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2A73B9-CB67-6B36-6732-DB53B9192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 Attention </a:t>
            </a:r>
            <a:r>
              <a:rPr lang="zh-CN" altLang="en-US" dirty="0"/>
              <a:t>的核心在于让解码器‘查询’编码器的全局上下文。解码器当前状态生成 </a:t>
            </a:r>
            <a:r>
              <a:rPr lang="en-US" dirty="0"/>
              <a:t>Query，</a:t>
            </a:r>
            <a:r>
              <a:rPr lang="zh-CN" altLang="en-US" dirty="0"/>
              <a:t>编码器输出提供 </a:t>
            </a:r>
            <a:r>
              <a:rPr lang="en-US" dirty="0"/>
              <a:t>Key </a:t>
            </a:r>
            <a:r>
              <a:rPr lang="zh-CN" altLang="en-US" dirty="0"/>
              <a:t>和 </a:t>
            </a:r>
            <a:r>
              <a:rPr lang="en-US" dirty="0"/>
              <a:t>Value，</a:t>
            </a:r>
            <a:r>
              <a:rPr lang="zh-CN" altLang="en-US" dirty="0"/>
              <a:t>多头机制则保证在多个语义子空间同时检索与融合。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A069A-1BF7-EF2C-7965-2479CEABB1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301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Mask</a:t>
            </a:r>
            <a:r>
              <a:rPr lang="zh-CN" altLang="en-US"/>
              <a:t> </a:t>
            </a:r>
            <a:r>
              <a:rPr lang="en-US" altLang="zh-CN"/>
              <a:t>matrix</a:t>
            </a:r>
            <a:r>
              <a:rPr lang="zh-CN" altLang="en-US"/>
              <a:t> 每一行代表某个时间点，在该时间点，只能看到这个时间点之前的内容，并计算权重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362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展示</a:t>
            </a:r>
            <a:r>
              <a:rPr lang="zh-CN" altLang="en-US" dirty="0"/>
              <a:t> </a:t>
            </a:r>
            <a:r>
              <a:rPr lang="en-US" altLang="zh-CN" dirty="0"/>
              <a:t>Mask</a:t>
            </a:r>
            <a:r>
              <a:rPr lang="zh-CN" altLang="en-US" dirty="0"/>
              <a:t> 是如何实现让模型看不到后面内容的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6AA05-AB2B-4215-978B-A09B2D34874E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79871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这里不是</a:t>
            </a:r>
            <a:r>
              <a:rPr lang="zh-CN" altLang="en-US"/>
              <a:t> </a:t>
            </a:r>
            <a:r>
              <a:rPr lang="en-US" altLang="zh-CN"/>
              <a:t>self-attention</a:t>
            </a:r>
            <a:r>
              <a:rPr lang="zh-CN" altLang="en-US"/>
              <a:t> 因为 </a:t>
            </a:r>
            <a:r>
              <a:rPr lang="en-US" altLang="zh-CN"/>
              <a:t>Q</a:t>
            </a:r>
            <a:r>
              <a:rPr lang="zh-CN" altLang="en-US"/>
              <a:t> </a:t>
            </a:r>
            <a:r>
              <a:rPr lang="en-US" altLang="zh-CN"/>
              <a:t>K</a:t>
            </a:r>
            <a:r>
              <a:rPr lang="zh-CN" altLang="en-US"/>
              <a:t> </a:t>
            </a:r>
            <a:r>
              <a:rPr lang="en-US" altLang="zh-CN"/>
              <a:t>V</a:t>
            </a:r>
            <a:r>
              <a:rPr lang="zh-CN" altLang="en-US"/>
              <a:t> 来源不同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17153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9161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整个</a:t>
            </a:r>
            <a:r>
              <a:rPr lang="zh-CN" altLang="en-US"/>
              <a:t> </a:t>
            </a:r>
            <a:r>
              <a:rPr lang="en-US" altLang="zh-CN"/>
              <a:t>Decoder</a:t>
            </a:r>
            <a:r>
              <a:rPr lang="zh-CN" altLang="en-US"/>
              <a:t> 的特点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96521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例子展示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这里最后输出的文字有一个动画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6AA05-AB2B-4215-978B-A09B2D34874E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9336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这页有动画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6AA05-AB2B-4215-978B-A09B2D34874E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686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Decoder的整体总结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9953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CD0B9-9A7B-0B4A-B145-312771676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DBBA8-8476-5701-35AC-E3FEB87C52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2B0ECF-B6C4-21C3-06B7-D4B49E161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Decoder的重要特点总结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23FF6-9DE2-589B-6236-D5F0C4E77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5193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5F347-6168-9E45-A00D-01D71CE93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34F82-A22D-3494-3603-41A0D41FB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1A528E-8D91-503C-95C1-282AA0226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掩码的Motivation和好处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E153D-0F62-3A21-726E-C908B8F38F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9838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099F3-0200-AEEA-9AA5-22485950D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D97310-9BA0-3DAD-9FB6-55FCFBF45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D5F80-668F-F32F-BE83-058912A98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交叉注意力的核心内容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90D9C-4807-E026-D478-AFB7190FC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29219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实验设定和参数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6AA05-AB2B-4215-978B-A09B2D34874E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80789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总体结果</a:t>
            </a:r>
            <a:r>
              <a:rPr lang="zh-CN" altLang="en-US" dirty="0"/>
              <a:t>，</a:t>
            </a:r>
            <a:r>
              <a:rPr lang="en-US" altLang="zh-CN" dirty="0"/>
              <a:t>Transformer</a:t>
            </a:r>
            <a:r>
              <a:rPr lang="zh-CN" altLang="en-US" dirty="0"/>
              <a:t> 模型优于现有方法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6AA05-AB2B-4215-978B-A09B2D34874E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3487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分析参数对模型性能的影响</a:t>
            </a:r>
            <a:r>
              <a:rPr lang="zh-CN" altLang="en-US" dirty="0"/>
              <a:t>。</a:t>
            </a:r>
            <a:r>
              <a:rPr lang="en-US" dirty="0" err="1"/>
              <a:t>模型越大</a:t>
            </a:r>
            <a:r>
              <a:rPr lang="zh-CN" altLang="en-US" dirty="0"/>
              <a:t>，训练越多，性能越好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F73A-65DB-6E41-B185-11DF594A073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94493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F29F8-757D-FF8E-12E3-D3921F122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BEC24-D6F6-DEFB-A552-577DF7340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96062C-7645-C6FC-6F2E-7076DC25D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使用或提出RNN和LSTM的早期研究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E6475-84A7-F53A-823A-6CFC39AFA0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6AA05-AB2B-4215-978B-A09B2D34874E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61274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3F86F-0D50-603B-4579-BE699D959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582D04-8ABD-2D58-07FA-8A8A65507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280DA9-5D03-2B08-8490-DD03CDCAA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使用或提出RNN和LSTM的早期研究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39EA1-E7D7-C2E3-D184-B77A14AE40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6AA05-AB2B-4215-978B-A09B2D34874E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389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30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9">
            <a:extLst>
              <a:ext uri="{FF2B5EF4-FFF2-40B4-BE49-F238E27FC236}">
                <a16:creationId xmlns:a16="http://schemas.microsoft.com/office/drawing/2014/main" id="{2084DECC-635F-A9A9-8E0A-AEB3DEC3B19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9E3C7524-DC17-69B7-C185-A67E9E146CB2}"/>
                </a:ext>
              </a:extLst>
            </p:cNvPr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B4990747-A3C4-D8FC-E5F8-6B957914C32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0" name="任意多边形: 形状 12">
            <a:extLst>
              <a:ext uri="{FF2B5EF4-FFF2-40B4-BE49-F238E27FC236}">
                <a16:creationId xmlns:a16="http://schemas.microsoft.com/office/drawing/2014/main" id="{3C7CF462-A1A5-83F2-D8AE-C54905EF222D}"/>
              </a:ext>
            </a:extLst>
          </p:cNvPr>
          <p:cNvSpPr/>
          <p:nvPr userDrawn="1"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0439" y="144471"/>
            <a:ext cx="10515600" cy="475113"/>
          </a:xfrm>
        </p:spPr>
        <p:txBody>
          <a:bodyPr>
            <a:noAutofit/>
          </a:bodyPr>
          <a:lstStyle>
            <a:lvl1pPr>
              <a:defRPr kumimoji="0" lang="zh-CN" altLang="en-US" sz="28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57774" y="987972"/>
            <a:ext cx="10696026" cy="5188991"/>
          </a:xfrm>
        </p:spPr>
        <p:txBody>
          <a:bodyPr/>
          <a:lstStyle>
            <a:lvl1pPr marL="228600" indent="-228600">
              <a:defRPr lang="zh-CN" altLang="en-US" sz="2400" b="1" kern="100" dirty="0">
                <a:solidFill>
                  <a:prstClr val="black"/>
                </a:solidFill>
                <a:latin typeface="+mn-lt"/>
                <a:ea typeface="+mn-ea"/>
                <a:cs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/>
              <a:t>单击此处编辑母版文本样式</a:t>
            </a:r>
            <a:endParaRPr lang="en-US" altLang="zh-CN"/>
          </a:p>
          <a:p>
            <a:pPr marL="914400" marR="0" lvl="1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/>
              <a:t>二级</a:t>
            </a:r>
            <a:endParaRPr lang="en-US" altLang="zh-CN"/>
          </a:p>
          <a:p>
            <a:pPr marL="1371600" marR="0" lvl="2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75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751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338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35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366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718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64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223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604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797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1946899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 userDrawn="1"/>
        </p:nvSpPr>
        <p:spPr>
          <a:xfrm>
            <a:off x="344170" y="258445"/>
            <a:ext cx="360000" cy="107950"/>
          </a:xfrm>
          <a:prstGeom prst="roundRect">
            <a:avLst>
              <a:gd name="adj" fmla="val 27634"/>
            </a:avLst>
          </a:prstGeom>
          <a:solidFill>
            <a:srgbClr val="9F27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 userDrawn="1"/>
        </p:nvSpPr>
        <p:spPr>
          <a:xfrm>
            <a:off x="344170" y="418465"/>
            <a:ext cx="252095" cy="179705"/>
          </a:xfrm>
          <a:prstGeom prst="roundRect">
            <a:avLst/>
          </a:prstGeom>
          <a:solidFill>
            <a:srgbClr val="7BC1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BE6F7"/>
              </a:solidFill>
            </a:endParaRPr>
          </a:p>
        </p:txBody>
      </p:sp>
      <p:sp>
        <p:nvSpPr>
          <p:cNvPr id="66" name="标题 65"/>
          <p:cNvSpPr>
            <a:spLocks noGrp="1"/>
          </p:cNvSpPr>
          <p:nvPr>
            <p:ph type="title"/>
          </p:nvPr>
        </p:nvSpPr>
        <p:spPr>
          <a:xfrm>
            <a:off x="838200" y="199390"/>
            <a:ext cx="10515600" cy="507365"/>
          </a:xfrm>
        </p:spPr>
        <p:txBody>
          <a:bodyPr/>
          <a:lstStyle>
            <a:lvl1pPr>
              <a:defRPr sz="2400" b="1">
                <a:solidFill>
                  <a:srgbClr val="9B1F24"/>
                </a:solidFill>
                <a:latin typeface="Microsoft YaHei Semibold" panose="020B0502040204020203" charset="-122"/>
                <a:ea typeface="Microsoft YaHei Semibold" panose="020B0502040204020203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圆角矩形 6"/>
          <p:cNvSpPr/>
          <p:nvPr userDrawn="1"/>
        </p:nvSpPr>
        <p:spPr>
          <a:xfrm>
            <a:off x="10511790" y="6602095"/>
            <a:ext cx="180000" cy="108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 userDrawn="1"/>
        </p:nvSpPr>
        <p:spPr>
          <a:xfrm>
            <a:off x="10030460" y="6602095"/>
            <a:ext cx="360000" cy="108000"/>
          </a:xfrm>
          <a:prstGeom prst="roundRect">
            <a:avLst>
              <a:gd name="adj" fmla="val 50000"/>
            </a:avLst>
          </a:prstGeom>
          <a:solidFill>
            <a:srgbClr val="7BC1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 userDrawn="1"/>
        </p:nvSpPr>
        <p:spPr>
          <a:xfrm>
            <a:off x="10778490" y="6602095"/>
            <a:ext cx="108000" cy="1080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59660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4827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153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3203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8278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9586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7292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4108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2547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5731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6714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1033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3441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67591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 userDrawn="1"/>
        </p:nvSpPr>
        <p:spPr>
          <a:xfrm>
            <a:off x="344170" y="258445"/>
            <a:ext cx="360000" cy="107950"/>
          </a:xfrm>
          <a:prstGeom prst="roundRect">
            <a:avLst>
              <a:gd name="adj" fmla="val 27634"/>
            </a:avLst>
          </a:prstGeom>
          <a:solidFill>
            <a:srgbClr val="9F27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 userDrawn="1"/>
        </p:nvSpPr>
        <p:spPr>
          <a:xfrm>
            <a:off x="344170" y="418465"/>
            <a:ext cx="252095" cy="179705"/>
          </a:xfrm>
          <a:prstGeom prst="roundRect">
            <a:avLst/>
          </a:prstGeom>
          <a:solidFill>
            <a:srgbClr val="7BC1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BE6F7"/>
              </a:solidFill>
            </a:endParaRPr>
          </a:p>
        </p:txBody>
      </p:sp>
      <p:sp>
        <p:nvSpPr>
          <p:cNvPr id="66" name="标题 65"/>
          <p:cNvSpPr>
            <a:spLocks noGrp="1"/>
          </p:cNvSpPr>
          <p:nvPr>
            <p:ph type="title"/>
          </p:nvPr>
        </p:nvSpPr>
        <p:spPr>
          <a:xfrm>
            <a:off x="838200" y="199390"/>
            <a:ext cx="10515600" cy="507365"/>
          </a:xfrm>
        </p:spPr>
        <p:txBody>
          <a:bodyPr/>
          <a:lstStyle>
            <a:lvl1pPr>
              <a:defRPr sz="2400" b="1">
                <a:solidFill>
                  <a:srgbClr val="9B1F24"/>
                </a:solidFill>
                <a:latin typeface="Microsoft YaHei Semibold" panose="020B0502040204020203" charset="-122"/>
                <a:ea typeface="Microsoft YaHei Semibold" panose="020B0502040204020203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圆角矩形 6"/>
          <p:cNvSpPr/>
          <p:nvPr userDrawn="1"/>
        </p:nvSpPr>
        <p:spPr>
          <a:xfrm>
            <a:off x="10511790" y="6602095"/>
            <a:ext cx="180000" cy="108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 userDrawn="1"/>
        </p:nvSpPr>
        <p:spPr>
          <a:xfrm>
            <a:off x="10030460" y="6602095"/>
            <a:ext cx="360000" cy="108000"/>
          </a:xfrm>
          <a:prstGeom prst="roundRect">
            <a:avLst>
              <a:gd name="adj" fmla="val 50000"/>
            </a:avLst>
          </a:prstGeom>
          <a:solidFill>
            <a:srgbClr val="7BC1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 userDrawn="1"/>
        </p:nvSpPr>
        <p:spPr>
          <a:xfrm>
            <a:off x="10778490" y="6602095"/>
            <a:ext cx="108000" cy="1080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398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254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654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26" Type="http://schemas.openxmlformats.org/officeDocument/2006/relationships/tags" Target="../tags/tag30.xml"/><Relationship Id="rId39" Type="http://schemas.openxmlformats.org/officeDocument/2006/relationships/tags" Target="../tags/tag43.xml"/><Relationship Id="rId21" Type="http://schemas.openxmlformats.org/officeDocument/2006/relationships/tags" Target="../tags/tag25.xml"/><Relationship Id="rId34" Type="http://schemas.openxmlformats.org/officeDocument/2006/relationships/tags" Target="../tags/tag38.xml"/><Relationship Id="rId42" Type="http://schemas.openxmlformats.org/officeDocument/2006/relationships/tags" Target="../tags/tag46.xml"/><Relationship Id="rId47" Type="http://schemas.openxmlformats.org/officeDocument/2006/relationships/tags" Target="../tags/tag51.xml"/><Relationship Id="rId50" Type="http://schemas.openxmlformats.org/officeDocument/2006/relationships/tags" Target="../tags/tag54.xml"/><Relationship Id="rId55" Type="http://schemas.openxmlformats.org/officeDocument/2006/relationships/image" Target="../media/image27.png"/><Relationship Id="rId7" Type="http://schemas.openxmlformats.org/officeDocument/2006/relationships/tags" Target="../tags/tag11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9" Type="http://schemas.openxmlformats.org/officeDocument/2006/relationships/tags" Target="../tags/tag33.xml"/><Relationship Id="rId11" Type="http://schemas.openxmlformats.org/officeDocument/2006/relationships/tags" Target="../tags/tag15.xml"/><Relationship Id="rId24" Type="http://schemas.openxmlformats.org/officeDocument/2006/relationships/tags" Target="../tags/tag28.xml"/><Relationship Id="rId32" Type="http://schemas.openxmlformats.org/officeDocument/2006/relationships/tags" Target="../tags/tag36.xml"/><Relationship Id="rId37" Type="http://schemas.openxmlformats.org/officeDocument/2006/relationships/tags" Target="../tags/tag41.xml"/><Relationship Id="rId40" Type="http://schemas.openxmlformats.org/officeDocument/2006/relationships/tags" Target="../tags/tag44.xml"/><Relationship Id="rId45" Type="http://schemas.openxmlformats.org/officeDocument/2006/relationships/tags" Target="../tags/tag49.xml"/><Relationship Id="rId53" Type="http://schemas.openxmlformats.org/officeDocument/2006/relationships/slideLayout" Target="../slideLayouts/slideLayout2.xml"/><Relationship Id="rId5" Type="http://schemas.openxmlformats.org/officeDocument/2006/relationships/tags" Target="../tags/tag9.xml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31" Type="http://schemas.openxmlformats.org/officeDocument/2006/relationships/tags" Target="../tags/tag35.xml"/><Relationship Id="rId44" Type="http://schemas.openxmlformats.org/officeDocument/2006/relationships/tags" Target="../tags/tag48.xml"/><Relationship Id="rId52" Type="http://schemas.openxmlformats.org/officeDocument/2006/relationships/tags" Target="../tags/tag56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tags" Target="../tags/tag26.xml"/><Relationship Id="rId27" Type="http://schemas.openxmlformats.org/officeDocument/2006/relationships/tags" Target="../tags/tag31.xml"/><Relationship Id="rId30" Type="http://schemas.openxmlformats.org/officeDocument/2006/relationships/tags" Target="../tags/tag34.xml"/><Relationship Id="rId35" Type="http://schemas.openxmlformats.org/officeDocument/2006/relationships/tags" Target="../tags/tag39.xml"/><Relationship Id="rId43" Type="http://schemas.openxmlformats.org/officeDocument/2006/relationships/tags" Target="../tags/tag47.xml"/><Relationship Id="rId48" Type="http://schemas.openxmlformats.org/officeDocument/2006/relationships/tags" Target="../tags/tag52.xml"/><Relationship Id="rId8" Type="http://schemas.openxmlformats.org/officeDocument/2006/relationships/tags" Target="../tags/tag12.xml"/><Relationship Id="rId51" Type="http://schemas.openxmlformats.org/officeDocument/2006/relationships/tags" Target="../tags/tag55.xml"/><Relationship Id="rId3" Type="http://schemas.openxmlformats.org/officeDocument/2006/relationships/tags" Target="../tags/tag7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5" Type="http://schemas.openxmlformats.org/officeDocument/2006/relationships/tags" Target="../tags/tag29.xml"/><Relationship Id="rId33" Type="http://schemas.openxmlformats.org/officeDocument/2006/relationships/tags" Target="../tags/tag37.xml"/><Relationship Id="rId38" Type="http://schemas.openxmlformats.org/officeDocument/2006/relationships/tags" Target="../tags/tag42.xml"/><Relationship Id="rId46" Type="http://schemas.openxmlformats.org/officeDocument/2006/relationships/tags" Target="../tags/tag50.xml"/><Relationship Id="rId20" Type="http://schemas.openxmlformats.org/officeDocument/2006/relationships/tags" Target="../tags/tag24.xml"/><Relationship Id="rId41" Type="http://schemas.openxmlformats.org/officeDocument/2006/relationships/tags" Target="../tags/tag45.xml"/><Relationship Id="rId54" Type="http://schemas.openxmlformats.org/officeDocument/2006/relationships/notesSlide" Target="../notesSlides/notesSlide11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5" Type="http://schemas.openxmlformats.org/officeDocument/2006/relationships/tags" Target="../tags/tag19.xml"/><Relationship Id="rId23" Type="http://schemas.openxmlformats.org/officeDocument/2006/relationships/tags" Target="../tags/tag27.xml"/><Relationship Id="rId28" Type="http://schemas.openxmlformats.org/officeDocument/2006/relationships/tags" Target="../tags/tag32.xml"/><Relationship Id="rId36" Type="http://schemas.openxmlformats.org/officeDocument/2006/relationships/tags" Target="../tags/tag40.xml"/><Relationship Id="rId49" Type="http://schemas.openxmlformats.org/officeDocument/2006/relationships/tags" Target="../tags/tag5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0.png"/><Relationship Id="rId4" Type="http://schemas.openxmlformats.org/officeDocument/2006/relationships/image" Target="../media/image4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170.png"/><Relationship Id="rId7" Type="http://schemas.openxmlformats.org/officeDocument/2006/relationships/image" Target="../media/image2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Relationship Id="rId9" Type="http://schemas.openxmlformats.org/officeDocument/2006/relationships/image" Target="../media/image23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2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13" Type="http://schemas.openxmlformats.org/officeDocument/2006/relationships/image" Target="../media/image360.png"/><Relationship Id="rId18" Type="http://schemas.openxmlformats.org/officeDocument/2006/relationships/image" Target="../media/image411.png"/><Relationship Id="rId26" Type="http://schemas.openxmlformats.org/officeDocument/2006/relationships/image" Target="../media/image11.png"/><Relationship Id="rId3" Type="http://schemas.openxmlformats.org/officeDocument/2006/relationships/image" Target="../media/image14.png"/><Relationship Id="rId21" Type="http://schemas.openxmlformats.org/officeDocument/2006/relationships/image" Target="../media/image6.png"/><Relationship Id="rId7" Type="http://schemas.openxmlformats.org/officeDocument/2006/relationships/image" Target="../media/image300.png"/><Relationship Id="rId12" Type="http://schemas.openxmlformats.org/officeDocument/2006/relationships/image" Target="../media/image350.png"/><Relationship Id="rId17" Type="http://schemas.openxmlformats.org/officeDocument/2006/relationships/image" Target="../media/image400.png"/><Relationship Id="rId25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390.png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1" Type="http://schemas.openxmlformats.org/officeDocument/2006/relationships/image" Target="../media/image340.png"/><Relationship Id="rId24" Type="http://schemas.openxmlformats.org/officeDocument/2006/relationships/image" Target="../media/image9.png"/><Relationship Id="rId5" Type="http://schemas.openxmlformats.org/officeDocument/2006/relationships/image" Target="../media/image280.png"/><Relationship Id="rId15" Type="http://schemas.openxmlformats.org/officeDocument/2006/relationships/image" Target="../media/image380.png"/><Relationship Id="rId23" Type="http://schemas.openxmlformats.org/officeDocument/2006/relationships/image" Target="../media/image8.png"/><Relationship Id="rId10" Type="http://schemas.openxmlformats.org/officeDocument/2006/relationships/image" Target="../media/image330.png"/><Relationship Id="rId19" Type="http://schemas.openxmlformats.org/officeDocument/2006/relationships/image" Target="../media/image4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Relationship Id="rId4" Type="http://schemas.openxmlformats.org/officeDocument/2006/relationships/image" Target="../media/image3.png"/><Relationship Id="rId22" Type="http://schemas.openxmlformats.org/officeDocument/2006/relationships/image" Target="../media/image7.png"/><Relationship Id="rId27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7.png"/><Relationship Id="rId4" Type="http://schemas.openxmlformats.org/officeDocument/2006/relationships/image" Target="../media/image6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0.png"/><Relationship Id="rId5" Type="http://schemas.openxmlformats.org/officeDocument/2006/relationships/image" Target="../media/image680.png"/><Relationship Id="rId4" Type="http://schemas.openxmlformats.org/officeDocument/2006/relationships/image" Target="../media/image6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emf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26" Type="http://schemas.openxmlformats.org/officeDocument/2006/relationships/image" Target="../media/image103.png"/><Relationship Id="rId3" Type="http://schemas.openxmlformats.org/officeDocument/2006/relationships/image" Target="../media/image80.png"/><Relationship Id="rId21" Type="http://schemas.openxmlformats.org/officeDocument/2006/relationships/image" Target="../media/image98.png"/><Relationship Id="rId34" Type="http://schemas.openxmlformats.org/officeDocument/2006/relationships/image" Target="../media/image110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4.png"/><Relationship Id="rId25" Type="http://schemas.openxmlformats.org/officeDocument/2006/relationships/image" Target="../media/image102.png"/><Relationship Id="rId33" Type="http://schemas.openxmlformats.org/officeDocument/2006/relationships/image" Target="../media/image109.pn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93.png"/><Relationship Id="rId20" Type="http://schemas.openxmlformats.org/officeDocument/2006/relationships/image" Target="../media/image97.png"/><Relationship Id="rId29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24" Type="http://schemas.openxmlformats.org/officeDocument/2006/relationships/image" Target="../media/image101.png"/><Relationship Id="rId32" Type="http://schemas.openxmlformats.org/officeDocument/2006/relationships/image" Target="../media/image10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23" Type="http://schemas.openxmlformats.org/officeDocument/2006/relationships/image" Target="../media/image100.png"/><Relationship Id="rId28" Type="http://schemas.openxmlformats.org/officeDocument/2006/relationships/image" Target="../media/image105.png"/><Relationship Id="rId10" Type="http://schemas.openxmlformats.org/officeDocument/2006/relationships/image" Target="../media/image87.png"/><Relationship Id="rId19" Type="http://schemas.openxmlformats.org/officeDocument/2006/relationships/image" Target="../media/image96.png"/><Relationship Id="rId31" Type="http://schemas.openxmlformats.org/officeDocument/2006/relationships/image" Target="../media/image10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Relationship Id="rId22" Type="http://schemas.openxmlformats.org/officeDocument/2006/relationships/image" Target="../media/image99.png"/><Relationship Id="rId27" Type="http://schemas.openxmlformats.org/officeDocument/2006/relationships/image" Target="../media/image104.png"/><Relationship Id="rId30" Type="http://schemas.openxmlformats.org/officeDocument/2006/relationships/image" Target="../media/image17.png"/><Relationship Id="rId35" Type="http://schemas.openxmlformats.org/officeDocument/2006/relationships/image" Target="../media/image111.png"/><Relationship Id="rId8" Type="http://schemas.openxmlformats.org/officeDocument/2006/relationships/image" Target="../media/image8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image" Target="../media/image79.png"/><Relationship Id="rId18" Type="http://schemas.openxmlformats.org/officeDocument/2006/relationships/image" Target="../media/image115.png"/><Relationship Id="rId26" Type="http://schemas.openxmlformats.org/officeDocument/2006/relationships/image" Target="../media/image119.png"/><Relationship Id="rId3" Type="http://schemas.openxmlformats.org/officeDocument/2006/relationships/tags" Target="../tags/tag60.xml"/><Relationship Id="rId21" Type="http://schemas.openxmlformats.org/officeDocument/2006/relationships/tags" Target="../tags/tag650.xml"/><Relationship Id="rId7" Type="http://schemas.openxmlformats.org/officeDocument/2006/relationships/tags" Target="../tags/tag64.xml"/><Relationship Id="rId12" Type="http://schemas.openxmlformats.org/officeDocument/2006/relationships/image" Target="../media/image78.png"/><Relationship Id="rId17" Type="http://schemas.openxmlformats.org/officeDocument/2006/relationships/tags" Target="../tags/tag630.xml"/><Relationship Id="rId25" Type="http://schemas.openxmlformats.org/officeDocument/2006/relationships/tags" Target="../tags/tag670.xml"/><Relationship Id="rId2" Type="http://schemas.openxmlformats.org/officeDocument/2006/relationships/tags" Target="../tags/tag59.xml"/><Relationship Id="rId16" Type="http://schemas.openxmlformats.org/officeDocument/2006/relationships/image" Target="../media/image114.png"/><Relationship Id="rId20" Type="http://schemas.openxmlformats.org/officeDocument/2006/relationships/image" Target="../media/image116.png"/><Relationship Id="rId29" Type="http://schemas.openxmlformats.org/officeDocument/2006/relationships/image" Target="../media/image122.png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slideLayout" Target="../slideLayouts/slideLayout2.xml"/><Relationship Id="rId24" Type="http://schemas.openxmlformats.org/officeDocument/2006/relationships/image" Target="../media/image118.png"/><Relationship Id="rId5" Type="http://schemas.openxmlformats.org/officeDocument/2006/relationships/tags" Target="../tags/tag62.xml"/><Relationship Id="rId15" Type="http://schemas.openxmlformats.org/officeDocument/2006/relationships/image" Target="../media/image113.png"/><Relationship Id="rId23" Type="http://schemas.openxmlformats.org/officeDocument/2006/relationships/tags" Target="../tags/tag660.xml"/><Relationship Id="rId28" Type="http://schemas.openxmlformats.org/officeDocument/2006/relationships/image" Target="../media/image121.png"/><Relationship Id="rId10" Type="http://schemas.openxmlformats.org/officeDocument/2006/relationships/tags" Target="../tags/tag67.xml"/><Relationship Id="rId19" Type="http://schemas.openxmlformats.org/officeDocument/2006/relationships/tags" Target="../tags/tag640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image" Target="../media/image112.png"/><Relationship Id="rId22" Type="http://schemas.openxmlformats.org/officeDocument/2006/relationships/image" Target="../media/image117.png"/><Relationship Id="rId27" Type="http://schemas.openxmlformats.org/officeDocument/2006/relationships/image" Target="../media/image120.png"/><Relationship Id="rId30" Type="http://schemas.openxmlformats.org/officeDocument/2006/relationships/image" Target="../media/image123.png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tags" Target="../tags/tag80.xml"/><Relationship Id="rId18" Type="http://schemas.openxmlformats.org/officeDocument/2006/relationships/tags" Target="../tags/tag85.xml"/><Relationship Id="rId26" Type="http://schemas.openxmlformats.org/officeDocument/2006/relationships/tags" Target="../tags/tag93.xml"/><Relationship Id="rId39" Type="http://schemas.openxmlformats.org/officeDocument/2006/relationships/tags" Target="../tags/tag860.xml"/><Relationship Id="rId21" Type="http://schemas.openxmlformats.org/officeDocument/2006/relationships/tags" Target="../tags/tag88.xml"/><Relationship Id="rId34" Type="http://schemas.openxmlformats.org/officeDocument/2006/relationships/image" Target="../media/image112.png"/><Relationship Id="rId42" Type="http://schemas.openxmlformats.org/officeDocument/2006/relationships/image" Target="../media/image117.png"/><Relationship Id="rId47" Type="http://schemas.openxmlformats.org/officeDocument/2006/relationships/image" Target="../media/image120.png"/><Relationship Id="rId50" Type="http://schemas.openxmlformats.org/officeDocument/2006/relationships/image" Target="../media/image123.png"/><Relationship Id="rId55" Type="http://schemas.openxmlformats.org/officeDocument/2006/relationships/image" Target="../media/image130.png"/><Relationship Id="rId63" Type="http://schemas.openxmlformats.org/officeDocument/2006/relationships/image" Target="../media/image138.png"/><Relationship Id="rId7" Type="http://schemas.openxmlformats.org/officeDocument/2006/relationships/tags" Target="../tags/tag74.xml"/><Relationship Id="rId2" Type="http://schemas.openxmlformats.org/officeDocument/2006/relationships/tags" Target="../tags/tag69.xml"/><Relationship Id="rId16" Type="http://schemas.openxmlformats.org/officeDocument/2006/relationships/tags" Target="../tags/tag83.xml"/><Relationship Id="rId29" Type="http://schemas.openxmlformats.org/officeDocument/2006/relationships/slideLayout" Target="../slideLayouts/slideLayout2.xml"/><Relationship Id="rId11" Type="http://schemas.openxmlformats.org/officeDocument/2006/relationships/tags" Target="../tags/tag78.xml"/><Relationship Id="rId24" Type="http://schemas.openxmlformats.org/officeDocument/2006/relationships/tags" Target="../tags/tag91.xml"/><Relationship Id="rId32" Type="http://schemas.openxmlformats.org/officeDocument/2006/relationships/image" Target="../media/image78.png"/><Relationship Id="rId37" Type="http://schemas.openxmlformats.org/officeDocument/2006/relationships/tags" Target="../tags/tag850.xml"/><Relationship Id="rId40" Type="http://schemas.openxmlformats.org/officeDocument/2006/relationships/image" Target="../media/image116.png"/><Relationship Id="rId45" Type="http://schemas.openxmlformats.org/officeDocument/2006/relationships/tags" Target="../tags/tag890.xml"/><Relationship Id="rId53" Type="http://schemas.openxmlformats.org/officeDocument/2006/relationships/image" Target="../media/image128.png"/><Relationship Id="rId58" Type="http://schemas.openxmlformats.org/officeDocument/2006/relationships/image" Target="../media/image133.png"/><Relationship Id="rId5" Type="http://schemas.openxmlformats.org/officeDocument/2006/relationships/tags" Target="../tags/tag72.xml"/><Relationship Id="rId61" Type="http://schemas.openxmlformats.org/officeDocument/2006/relationships/image" Target="../media/image136.png"/><Relationship Id="rId19" Type="http://schemas.openxmlformats.org/officeDocument/2006/relationships/tags" Target="../tags/tag86.xml"/><Relationship Id="rId14" Type="http://schemas.openxmlformats.org/officeDocument/2006/relationships/tags" Target="../tags/tag81.xml"/><Relationship Id="rId22" Type="http://schemas.openxmlformats.org/officeDocument/2006/relationships/tags" Target="../tags/tag89.xml"/><Relationship Id="rId27" Type="http://schemas.openxmlformats.org/officeDocument/2006/relationships/tags" Target="../tags/tag94.xml"/><Relationship Id="rId30" Type="http://schemas.openxmlformats.org/officeDocument/2006/relationships/image" Target="../media/image124.png"/><Relationship Id="rId35" Type="http://schemas.openxmlformats.org/officeDocument/2006/relationships/image" Target="../media/image113.png"/><Relationship Id="rId43" Type="http://schemas.openxmlformats.org/officeDocument/2006/relationships/tags" Target="../tags/tag880.xml"/><Relationship Id="rId48" Type="http://schemas.openxmlformats.org/officeDocument/2006/relationships/image" Target="../media/image121.png"/><Relationship Id="rId56" Type="http://schemas.openxmlformats.org/officeDocument/2006/relationships/image" Target="../media/image131.png"/><Relationship Id="rId64" Type="http://schemas.openxmlformats.org/officeDocument/2006/relationships/image" Target="../media/image139.png"/><Relationship Id="rId8" Type="http://schemas.openxmlformats.org/officeDocument/2006/relationships/tags" Target="../tags/tag75.xml"/><Relationship Id="rId51" Type="http://schemas.openxmlformats.org/officeDocument/2006/relationships/image" Target="../media/image126.png"/><Relationship Id="rId3" Type="http://schemas.openxmlformats.org/officeDocument/2006/relationships/tags" Target="../tags/tag70.xml"/><Relationship Id="rId12" Type="http://schemas.openxmlformats.org/officeDocument/2006/relationships/tags" Target="../tags/tag79.xml"/><Relationship Id="rId17" Type="http://schemas.openxmlformats.org/officeDocument/2006/relationships/tags" Target="../tags/tag84.xml"/><Relationship Id="rId25" Type="http://schemas.openxmlformats.org/officeDocument/2006/relationships/tags" Target="../tags/tag92.xml"/><Relationship Id="rId33" Type="http://schemas.openxmlformats.org/officeDocument/2006/relationships/image" Target="../media/image79.png"/><Relationship Id="rId38" Type="http://schemas.openxmlformats.org/officeDocument/2006/relationships/image" Target="../media/image115.png"/><Relationship Id="rId46" Type="http://schemas.openxmlformats.org/officeDocument/2006/relationships/image" Target="../media/image119.png"/><Relationship Id="rId59" Type="http://schemas.openxmlformats.org/officeDocument/2006/relationships/image" Target="../media/image134.png"/><Relationship Id="rId20" Type="http://schemas.openxmlformats.org/officeDocument/2006/relationships/tags" Target="../tags/tag87.xml"/><Relationship Id="rId41" Type="http://schemas.openxmlformats.org/officeDocument/2006/relationships/tags" Target="../tags/tag870.xml"/><Relationship Id="rId54" Type="http://schemas.openxmlformats.org/officeDocument/2006/relationships/image" Target="../media/image129.png"/><Relationship Id="rId62" Type="http://schemas.openxmlformats.org/officeDocument/2006/relationships/image" Target="../media/image137.png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5" Type="http://schemas.openxmlformats.org/officeDocument/2006/relationships/tags" Target="../tags/tag82.xml"/><Relationship Id="rId23" Type="http://schemas.openxmlformats.org/officeDocument/2006/relationships/tags" Target="../tags/tag90.xml"/><Relationship Id="rId28" Type="http://schemas.openxmlformats.org/officeDocument/2006/relationships/tags" Target="../tags/tag95.xml"/><Relationship Id="rId36" Type="http://schemas.openxmlformats.org/officeDocument/2006/relationships/image" Target="../media/image114.png"/><Relationship Id="rId49" Type="http://schemas.openxmlformats.org/officeDocument/2006/relationships/image" Target="../media/image122.png"/><Relationship Id="rId57" Type="http://schemas.openxmlformats.org/officeDocument/2006/relationships/image" Target="../media/image132.png"/><Relationship Id="rId10" Type="http://schemas.openxmlformats.org/officeDocument/2006/relationships/tags" Target="../tags/tag77.xml"/><Relationship Id="rId31" Type="http://schemas.openxmlformats.org/officeDocument/2006/relationships/image" Target="../media/image125.png"/><Relationship Id="rId44" Type="http://schemas.openxmlformats.org/officeDocument/2006/relationships/image" Target="../media/image118.png"/><Relationship Id="rId52" Type="http://schemas.openxmlformats.org/officeDocument/2006/relationships/image" Target="../media/image127.png"/><Relationship Id="rId60" Type="http://schemas.openxmlformats.org/officeDocument/2006/relationships/image" Target="../media/image135.png"/><Relationship Id="rId4" Type="http://schemas.openxmlformats.org/officeDocument/2006/relationships/tags" Target="../tags/tag71.xml"/><Relationship Id="rId9" Type="http://schemas.openxmlformats.org/officeDocument/2006/relationships/tags" Target="../tags/tag76.xml"/></Relationships>
</file>

<file path=ppt/slides/_rels/slide41.xml.rels><?xml version="1.0" encoding="UTF-8" standalone="yes"?>
<Relationships xmlns="http://schemas.openxmlformats.org/package/2006/relationships"><Relationship Id="rId26" Type="http://schemas.openxmlformats.org/officeDocument/2006/relationships/tags" Target="../tags/tag121.xml"/><Relationship Id="rId21" Type="http://schemas.openxmlformats.org/officeDocument/2006/relationships/tags" Target="../tags/tag116.xml"/><Relationship Id="rId34" Type="http://schemas.openxmlformats.org/officeDocument/2006/relationships/image" Target="../media/image79.png"/><Relationship Id="rId42" Type="http://schemas.openxmlformats.org/officeDocument/2006/relationships/tags" Target="../tags/tag1150.xml"/><Relationship Id="rId47" Type="http://schemas.openxmlformats.org/officeDocument/2006/relationships/image" Target="../media/image119.png"/><Relationship Id="rId50" Type="http://schemas.openxmlformats.org/officeDocument/2006/relationships/image" Target="../media/image122.png"/><Relationship Id="rId55" Type="http://schemas.openxmlformats.org/officeDocument/2006/relationships/image" Target="../media/image129.png"/><Relationship Id="rId63" Type="http://schemas.openxmlformats.org/officeDocument/2006/relationships/image" Target="../media/image137.png"/><Relationship Id="rId7" Type="http://schemas.openxmlformats.org/officeDocument/2006/relationships/tags" Target="../tags/tag102.xml"/><Relationship Id="rId2" Type="http://schemas.openxmlformats.org/officeDocument/2006/relationships/tags" Target="../tags/tag97.xml"/><Relationship Id="rId16" Type="http://schemas.openxmlformats.org/officeDocument/2006/relationships/tags" Target="../tags/tag111.xml"/><Relationship Id="rId29" Type="http://schemas.openxmlformats.org/officeDocument/2006/relationships/slideLayout" Target="../slideLayouts/slideLayout2.xml"/><Relationship Id="rId11" Type="http://schemas.openxmlformats.org/officeDocument/2006/relationships/tags" Target="../tags/tag106.xml"/><Relationship Id="rId24" Type="http://schemas.openxmlformats.org/officeDocument/2006/relationships/tags" Target="../tags/tag119.xml"/><Relationship Id="rId32" Type="http://schemas.openxmlformats.org/officeDocument/2006/relationships/image" Target="../media/image125.png"/><Relationship Id="rId37" Type="http://schemas.openxmlformats.org/officeDocument/2006/relationships/image" Target="../media/image114.png"/><Relationship Id="rId40" Type="http://schemas.openxmlformats.org/officeDocument/2006/relationships/tags" Target="../tags/tag1140.xml"/><Relationship Id="rId45" Type="http://schemas.openxmlformats.org/officeDocument/2006/relationships/image" Target="../media/image118.png"/><Relationship Id="rId53" Type="http://schemas.openxmlformats.org/officeDocument/2006/relationships/image" Target="../media/image127.png"/><Relationship Id="rId58" Type="http://schemas.openxmlformats.org/officeDocument/2006/relationships/image" Target="../media/image132.png"/><Relationship Id="rId5" Type="http://schemas.openxmlformats.org/officeDocument/2006/relationships/tags" Target="../tags/tag100.xml"/><Relationship Id="rId61" Type="http://schemas.openxmlformats.org/officeDocument/2006/relationships/image" Target="../media/image135.png"/><Relationship Id="rId19" Type="http://schemas.openxmlformats.org/officeDocument/2006/relationships/tags" Target="../tags/tag114.xml"/><Relationship Id="rId14" Type="http://schemas.openxmlformats.org/officeDocument/2006/relationships/tags" Target="../tags/tag109.xml"/><Relationship Id="rId22" Type="http://schemas.openxmlformats.org/officeDocument/2006/relationships/tags" Target="../tags/tag117.xml"/><Relationship Id="rId27" Type="http://schemas.openxmlformats.org/officeDocument/2006/relationships/tags" Target="../tags/tag122.xml"/><Relationship Id="rId30" Type="http://schemas.openxmlformats.org/officeDocument/2006/relationships/notesSlide" Target="../notesSlides/notesSlide38.xml"/><Relationship Id="rId35" Type="http://schemas.openxmlformats.org/officeDocument/2006/relationships/image" Target="../media/image112.png"/><Relationship Id="rId43" Type="http://schemas.openxmlformats.org/officeDocument/2006/relationships/image" Target="../media/image117.png"/><Relationship Id="rId48" Type="http://schemas.openxmlformats.org/officeDocument/2006/relationships/image" Target="../media/image120.png"/><Relationship Id="rId56" Type="http://schemas.openxmlformats.org/officeDocument/2006/relationships/image" Target="../media/image130.png"/><Relationship Id="rId64" Type="http://schemas.openxmlformats.org/officeDocument/2006/relationships/image" Target="../media/image138.png"/><Relationship Id="rId8" Type="http://schemas.openxmlformats.org/officeDocument/2006/relationships/tags" Target="../tags/tag103.xml"/><Relationship Id="rId51" Type="http://schemas.openxmlformats.org/officeDocument/2006/relationships/image" Target="../media/image123.png"/><Relationship Id="rId3" Type="http://schemas.openxmlformats.org/officeDocument/2006/relationships/tags" Target="../tags/tag98.xml"/><Relationship Id="rId12" Type="http://schemas.openxmlformats.org/officeDocument/2006/relationships/tags" Target="../tags/tag107.xml"/><Relationship Id="rId17" Type="http://schemas.openxmlformats.org/officeDocument/2006/relationships/tags" Target="../tags/tag112.xml"/><Relationship Id="rId25" Type="http://schemas.openxmlformats.org/officeDocument/2006/relationships/tags" Target="../tags/tag120.xml"/><Relationship Id="rId33" Type="http://schemas.openxmlformats.org/officeDocument/2006/relationships/image" Target="../media/image78.png"/><Relationship Id="rId38" Type="http://schemas.openxmlformats.org/officeDocument/2006/relationships/tags" Target="../tags/tag1130.xml"/><Relationship Id="rId46" Type="http://schemas.openxmlformats.org/officeDocument/2006/relationships/tags" Target="../tags/tag1170.xml"/><Relationship Id="rId59" Type="http://schemas.openxmlformats.org/officeDocument/2006/relationships/image" Target="../media/image133.png"/><Relationship Id="rId20" Type="http://schemas.openxmlformats.org/officeDocument/2006/relationships/tags" Target="../tags/tag115.xml"/><Relationship Id="rId41" Type="http://schemas.openxmlformats.org/officeDocument/2006/relationships/image" Target="../media/image116.png"/><Relationship Id="rId54" Type="http://schemas.openxmlformats.org/officeDocument/2006/relationships/image" Target="../media/image128.png"/><Relationship Id="rId62" Type="http://schemas.openxmlformats.org/officeDocument/2006/relationships/image" Target="../media/image136.png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5" Type="http://schemas.openxmlformats.org/officeDocument/2006/relationships/tags" Target="../tags/tag110.xml"/><Relationship Id="rId23" Type="http://schemas.openxmlformats.org/officeDocument/2006/relationships/tags" Target="../tags/tag118.xml"/><Relationship Id="rId28" Type="http://schemas.openxmlformats.org/officeDocument/2006/relationships/tags" Target="../tags/tag123.xml"/><Relationship Id="rId36" Type="http://schemas.openxmlformats.org/officeDocument/2006/relationships/image" Target="../media/image113.png"/><Relationship Id="rId49" Type="http://schemas.openxmlformats.org/officeDocument/2006/relationships/image" Target="../media/image121.png"/><Relationship Id="rId57" Type="http://schemas.openxmlformats.org/officeDocument/2006/relationships/image" Target="../media/image131.png"/><Relationship Id="rId10" Type="http://schemas.openxmlformats.org/officeDocument/2006/relationships/tags" Target="../tags/tag105.xml"/><Relationship Id="rId31" Type="http://schemas.openxmlformats.org/officeDocument/2006/relationships/image" Target="../media/image124.png"/><Relationship Id="rId44" Type="http://schemas.openxmlformats.org/officeDocument/2006/relationships/tags" Target="../tags/tag1160.xml"/><Relationship Id="rId52" Type="http://schemas.openxmlformats.org/officeDocument/2006/relationships/image" Target="../media/image126.png"/><Relationship Id="rId60" Type="http://schemas.openxmlformats.org/officeDocument/2006/relationships/image" Target="../media/image134.png"/><Relationship Id="rId65" Type="http://schemas.openxmlformats.org/officeDocument/2006/relationships/image" Target="../media/image139.png"/><Relationship Id="rId4" Type="http://schemas.openxmlformats.org/officeDocument/2006/relationships/tags" Target="../tags/tag99.xml"/><Relationship Id="rId9" Type="http://schemas.openxmlformats.org/officeDocument/2006/relationships/tags" Target="../tags/tag104.xml"/><Relationship Id="rId13" Type="http://schemas.openxmlformats.org/officeDocument/2006/relationships/tags" Target="../tags/tag108.xml"/><Relationship Id="rId18" Type="http://schemas.openxmlformats.org/officeDocument/2006/relationships/tags" Target="../tags/tag113.xml"/><Relationship Id="rId39" Type="http://schemas.openxmlformats.org/officeDocument/2006/relationships/image" Target="../media/image115.png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tags" Target="../tags/tag136.xml"/><Relationship Id="rId18" Type="http://schemas.openxmlformats.org/officeDocument/2006/relationships/tags" Target="../tags/tag141.xml"/><Relationship Id="rId84" Type="http://schemas.openxmlformats.org/officeDocument/2006/relationships/image" Target="../media/image780.png"/><Relationship Id="rId89" Type="http://schemas.openxmlformats.org/officeDocument/2006/relationships/image" Target="../media/image141.png"/><Relationship Id="rId97" Type="http://schemas.openxmlformats.org/officeDocument/2006/relationships/image" Target="../media/image149.png"/><Relationship Id="rId7" Type="http://schemas.openxmlformats.org/officeDocument/2006/relationships/tags" Target="../tags/tag130.xml"/><Relationship Id="rId12" Type="http://schemas.openxmlformats.org/officeDocument/2006/relationships/tags" Target="../tags/tag135.xml"/><Relationship Id="rId17" Type="http://schemas.openxmlformats.org/officeDocument/2006/relationships/tags" Target="../tags/tag140.xml"/><Relationship Id="rId92" Type="http://schemas.openxmlformats.org/officeDocument/2006/relationships/image" Target="../media/image144.png"/><Relationship Id="rId2" Type="http://schemas.openxmlformats.org/officeDocument/2006/relationships/tags" Target="../tags/tag125.xml"/><Relationship Id="rId16" Type="http://schemas.openxmlformats.org/officeDocument/2006/relationships/tags" Target="../tags/tag139.xml"/><Relationship Id="rId20" Type="http://schemas.openxmlformats.org/officeDocument/2006/relationships/notesSlide" Target="../notesSlides/notesSlide39.xml"/><Relationship Id="rId83" Type="http://schemas.openxmlformats.org/officeDocument/2006/relationships/image" Target="../media/image770.png"/><Relationship Id="rId88" Type="http://schemas.openxmlformats.org/officeDocument/2006/relationships/image" Target="../media/image140.png"/><Relationship Id="rId91" Type="http://schemas.openxmlformats.org/officeDocument/2006/relationships/image" Target="../media/image143.png"/><Relationship Id="rId96" Type="http://schemas.openxmlformats.org/officeDocument/2006/relationships/image" Target="../media/image148.png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tags" Target="../tags/tag134.xml"/><Relationship Id="rId87" Type="http://schemas.openxmlformats.org/officeDocument/2006/relationships/image" Target="../media/image125.png"/><Relationship Id="rId5" Type="http://schemas.openxmlformats.org/officeDocument/2006/relationships/tags" Target="../tags/tag128.xml"/><Relationship Id="rId15" Type="http://schemas.openxmlformats.org/officeDocument/2006/relationships/tags" Target="../tags/tag138.xml"/><Relationship Id="rId82" Type="http://schemas.openxmlformats.org/officeDocument/2006/relationships/image" Target="../media/image760.png"/><Relationship Id="rId90" Type="http://schemas.openxmlformats.org/officeDocument/2006/relationships/image" Target="../media/image142.png"/><Relationship Id="rId95" Type="http://schemas.openxmlformats.org/officeDocument/2006/relationships/image" Target="../media/image147.png"/><Relationship Id="rId10" Type="http://schemas.openxmlformats.org/officeDocument/2006/relationships/tags" Target="../tags/tag133.xml"/><Relationship Id="rId19" Type="http://schemas.openxmlformats.org/officeDocument/2006/relationships/slideLayout" Target="../slideLayouts/slideLayout2.xml"/><Relationship Id="rId86" Type="http://schemas.openxmlformats.org/officeDocument/2006/relationships/image" Target="../media/image124.png"/><Relationship Id="rId94" Type="http://schemas.openxmlformats.org/officeDocument/2006/relationships/image" Target="../media/image146.png"/><Relationship Id="rId99" Type="http://schemas.openxmlformats.org/officeDocument/2006/relationships/image" Target="../media/image151.png"/><Relationship Id="rId101" Type="http://schemas.openxmlformats.org/officeDocument/2006/relationships/image" Target="../media/image153.png"/><Relationship Id="rId4" Type="http://schemas.openxmlformats.org/officeDocument/2006/relationships/tags" Target="../tags/tag127.xml"/><Relationship Id="rId9" Type="http://schemas.openxmlformats.org/officeDocument/2006/relationships/tags" Target="../tags/tag132.xml"/><Relationship Id="rId14" Type="http://schemas.openxmlformats.org/officeDocument/2006/relationships/tags" Target="../tags/tag137.xml"/><Relationship Id="rId100" Type="http://schemas.openxmlformats.org/officeDocument/2006/relationships/image" Target="../media/image152.png"/><Relationship Id="rId8" Type="http://schemas.openxmlformats.org/officeDocument/2006/relationships/tags" Target="../tags/tag131.xml"/><Relationship Id="rId85" Type="http://schemas.openxmlformats.org/officeDocument/2006/relationships/image" Target="../media/image790.png"/><Relationship Id="rId93" Type="http://schemas.openxmlformats.org/officeDocument/2006/relationships/image" Target="../media/image145.png"/><Relationship Id="rId98" Type="http://schemas.openxmlformats.org/officeDocument/2006/relationships/image" Target="../media/image150.png"/><Relationship Id="rId3" Type="http://schemas.openxmlformats.org/officeDocument/2006/relationships/tags" Target="../tags/tag126.xml"/></Relationships>
</file>

<file path=ppt/slides/_rels/slide43.xml.rels><?xml version="1.0" encoding="UTF-8" standalone="yes"?>
<Relationships xmlns="http://schemas.openxmlformats.org/package/2006/relationships"><Relationship Id="rId26" Type="http://schemas.openxmlformats.org/officeDocument/2006/relationships/tags" Target="../tags/tag167.xml"/><Relationship Id="rId21" Type="http://schemas.openxmlformats.org/officeDocument/2006/relationships/tags" Target="../tags/tag162.xml"/><Relationship Id="rId34" Type="http://schemas.openxmlformats.org/officeDocument/2006/relationships/image" Target="../media/image79.png"/><Relationship Id="rId42" Type="http://schemas.openxmlformats.org/officeDocument/2006/relationships/tags" Target="../tags/tag1610.xml"/><Relationship Id="rId47" Type="http://schemas.openxmlformats.org/officeDocument/2006/relationships/image" Target="../media/image119.png"/><Relationship Id="rId50" Type="http://schemas.openxmlformats.org/officeDocument/2006/relationships/image" Target="../media/image122.png"/><Relationship Id="rId55" Type="http://schemas.openxmlformats.org/officeDocument/2006/relationships/image" Target="../media/image129.png"/><Relationship Id="rId63" Type="http://schemas.openxmlformats.org/officeDocument/2006/relationships/image" Target="../media/image137.png"/><Relationship Id="rId7" Type="http://schemas.openxmlformats.org/officeDocument/2006/relationships/tags" Target="../tags/tag148.xml"/><Relationship Id="rId2" Type="http://schemas.openxmlformats.org/officeDocument/2006/relationships/tags" Target="../tags/tag143.xml"/><Relationship Id="rId16" Type="http://schemas.openxmlformats.org/officeDocument/2006/relationships/tags" Target="../tags/tag157.xml"/><Relationship Id="rId29" Type="http://schemas.openxmlformats.org/officeDocument/2006/relationships/slideLayout" Target="../slideLayouts/slideLayout2.xml"/><Relationship Id="rId11" Type="http://schemas.openxmlformats.org/officeDocument/2006/relationships/tags" Target="../tags/tag152.xml"/><Relationship Id="rId24" Type="http://schemas.openxmlformats.org/officeDocument/2006/relationships/tags" Target="../tags/tag165.xml"/><Relationship Id="rId32" Type="http://schemas.openxmlformats.org/officeDocument/2006/relationships/image" Target="../media/image125.png"/><Relationship Id="rId37" Type="http://schemas.openxmlformats.org/officeDocument/2006/relationships/image" Target="../media/image114.png"/><Relationship Id="rId40" Type="http://schemas.openxmlformats.org/officeDocument/2006/relationships/tags" Target="../tags/tag1600.xml"/><Relationship Id="rId45" Type="http://schemas.openxmlformats.org/officeDocument/2006/relationships/image" Target="../media/image118.png"/><Relationship Id="rId53" Type="http://schemas.openxmlformats.org/officeDocument/2006/relationships/image" Target="../media/image127.png"/><Relationship Id="rId58" Type="http://schemas.openxmlformats.org/officeDocument/2006/relationships/image" Target="../media/image132.png"/><Relationship Id="rId5" Type="http://schemas.openxmlformats.org/officeDocument/2006/relationships/tags" Target="../tags/tag146.xml"/><Relationship Id="rId61" Type="http://schemas.openxmlformats.org/officeDocument/2006/relationships/image" Target="../media/image135.png"/><Relationship Id="rId19" Type="http://schemas.openxmlformats.org/officeDocument/2006/relationships/tags" Target="../tags/tag160.xml"/><Relationship Id="rId14" Type="http://schemas.openxmlformats.org/officeDocument/2006/relationships/tags" Target="../tags/tag155.xml"/><Relationship Id="rId22" Type="http://schemas.openxmlformats.org/officeDocument/2006/relationships/tags" Target="../tags/tag163.xml"/><Relationship Id="rId27" Type="http://schemas.openxmlformats.org/officeDocument/2006/relationships/tags" Target="../tags/tag168.xml"/><Relationship Id="rId30" Type="http://schemas.openxmlformats.org/officeDocument/2006/relationships/notesSlide" Target="../notesSlides/notesSlide40.xml"/><Relationship Id="rId35" Type="http://schemas.openxmlformats.org/officeDocument/2006/relationships/image" Target="../media/image112.png"/><Relationship Id="rId43" Type="http://schemas.openxmlformats.org/officeDocument/2006/relationships/image" Target="../media/image117.png"/><Relationship Id="rId48" Type="http://schemas.openxmlformats.org/officeDocument/2006/relationships/image" Target="../media/image120.png"/><Relationship Id="rId56" Type="http://schemas.openxmlformats.org/officeDocument/2006/relationships/image" Target="../media/image130.png"/><Relationship Id="rId64" Type="http://schemas.openxmlformats.org/officeDocument/2006/relationships/image" Target="../media/image138.png"/><Relationship Id="rId8" Type="http://schemas.openxmlformats.org/officeDocument/2006/relationships/tags" Target="../tags/tag149.xml"/><Relationship Id="rId51" Type="http://schemas.openxmlformats.org/officeDocument/2006/relationships/image" Target="../media/image123.png"/><Relationship Id="rId3" Type="http://schemas.openxmlformats.org/officeDocument/2006/relationships/tags" Target="../tags/tag144.xml"/><Relationship Id="rId12" Type="http://schemas.openxmlformats.org/officeDocument/2006/relationships/tags" Target="../tags/tag153.xml"/><Relationship Id="rId17" Type="http://schemas.openxmlformats.org/officeDocument/2006/relationships/tags" Target="../tags/tag158.xml"/><Relationship Id="rId25" Type="http://schemas.openxmlformats.org/officeDocument/2006/relationships/tags" Target="../tags/tag166.xml"/><Relationship Id="rId33" Type="http://schemas.openxmlformats.org/officeDocument/2006/relationships/image" Target="../media/image78.png"/><Relationship Id="rId38" Type="http://schemas.openxmlformats.org/officeDocument/2006/relationships/tags" Target="../tags/tag1590.xml"/><Relationship Id="rId46" Type="http://schemas.openxmlformats.org/officeDocument/2006/relationships/tags" Target="../tags/tag1630.xml"/><Relationship Id="rId59" Type="http://schemas.openxmlformats.org/officeDocument/2006/relationships/image" Target="../media/image133.png"/><Relationship Id="rId20" Type="http://schemas.openxmlformats.org/officeDocument/2006/relationships/tags" Target="../tags/tag161.xml"/><Relationship Id="rId41" Type="http://schemas.openxmlformats.org/officeDocument/2006/relationships/image" Target="../media/image116.png"/><Relationship Id="rId54" Type="http://schemas.openxmlformats.org/officeDocument/2006/relationships/image" Target="../media/image128.png"/><Relationship Id="rId62" Type="http://schemas.openxmlformats.org/officeDocument/2006/relationships/image" Target="../media/image136.png"/><Relationship Id="rId1" Type="http://schemas.openxmlformats.org/officeDocument/2006/relationships/tags" Target="../tags/tag142.xml"/><Relationship Id="rId6" Type="http://schemas.openxmlformats.org/officeDocument/2006/relationships/tags" Target="../tags/tag147.xml"/><Relationship Id="rId15" Type="http://schemas.openxmlformats.org/officeDocument/2006/relationships/tags" Target="../tags/tag156.xml"/><Relationship Id="rId23" Type="http://schemas.openxmlformats.org/officeDocument/2006/relationships/tags" Target="../tags/tag164.xml"/><Relationship Id="rId28" Type="http://schemas.openxmlformats.org/officeDocument/2006/relationships/tags" Target="../tags/tag169.xml"/><Relationship Id="rId36" Type="http://schemas.openxmlformats.org/officeDocument/2006/relationships/image" Target="../media/image113.png"/><Relationship Id="rId49" Type="http://schemas.openxmlformats.org/officeDocument/2006/relationships/image" Target="../media/image121.png"/><Relationship Id="rId57" Type="http://schemas.openxmlformats.org/officeDocument/2006/relationships/image" Target="../media/image131.png"/><Relationship Id="rId10" Type="http://schemas.openxmlformats.org/officeDocument/2006/relationships/tags" Target="../tags/tag151.xml"/><Relationship Id="rId31" Type="http://schemas.openxmlformats.org/officeDocument/2006/relationships/image" Target="../media/image124.png"/><Relationship Id="rId44" Type="http://schemas.openxmlformats.org/officeDocument/2006/relationships/tags" Target="../tags/tag1620.xml"/><Relationship Id="rId52" Type="http://schemas.openxmlformats.org/officeDocument/2006/relationships/image" Target="../media/image126.png"/><Relationship Id="rId60" Type="http://schemas.openxmlformats.org/officeDocument/2006/relationships/image" Target="../media/image134.png"/><Relationship Id="rId65" Type="http://schemas.openxmlformats.org/officeDocument/2006/relationships/image" Target="../media/image139.png"/><Relationship Id="rId4" Type="http://schemas.openxmlformats.org/officeDocument/2006/relationships/tags" Target="../tags/tag145.xml"/><Relationship Id="rId9" Type="http://schemas.openxmlformats.org/officeDocument/2006/relationships/tags" Target="../tags/tag150.xml"/><Relationship Id="rId13" Type="http://schemas.openxmlformats.org/officeDocument/2006/relationships/tags" Target="../tags/tag154.xml"/><Relationship Id="rId18" Type="http://schemas.openxmlformats.org/officeDocument/2006/relationships/tags" Target="../tags/tag159.xml"/><Relationship Id="rId39" Type="http://schemas.openxmlformats.org/officeDocument/2006/relationships/image" Target="../media/image11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gi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gi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8.e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0.png"/><Relationship Id="rId3" Type="http://schemas.openxmlformats.org/officeDocument/2006/relationships/image" Target="../media/image25.png"/><Relationship Id="rId7" Type="http://schemas.openxmlformats.org/officeDocument/2006/relationships/image" Target="../media/image122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0.png"/><Relationship Id="rId11" Type="http://schemas.openxmlformats.org/officeDocument/2006/relationships/image" Target="../media/image1260.png"/><Relationship Id="rId5" Type="http://schemas.openxmlformats.org/officeDocument/2006/relationships/image" Target="../media/image1200.png"/><Relationship Id="rId10" Type="http://schemas.openxmlformats.org/officeDocument/2006/relationships/image" Target="../media/image1250.png"/><Relationship Id="rId4" Type="http://schemas.openxmlformats.org/officeDocument/2006/relationships/image" Target="../media/image1190.png"/><Relationship Id="rId9" Type="http://schemas.openxmlformats.org/officeDocument/2006/relationships/image" Target="../media/image124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jalammar.github.io/illustrated-transformer/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3864"/>
          </a:solidFill>
          <a:ln w="57150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7679" y="1321633"/>
            <a:ext cx="11856641" cy="2607807"/>
          </a:xfrm>
          <a:prstGeom prst="rect">
            <a:avLst/>
          </a:prstGeom>
        </p:spPr>
        <p:txBody>
          <a:bodyPr wrap="square" lIns="87545" tIns="43772" rIns="87545" bIns="43772">
            <a:spAutoFit/>
          </a:bodyPr>
          <a:lstStyle/>
          <a:p>
            <a:pPr marL="0" marR="0" lvl="0" indent="0" algn="ctr" defTabSz="1750695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《</a:t>
            </a:r>
            <a:r>
              <a:rPr kumimoji="1" lang="zh-CN" altLang="en-US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人工智能数学原理与算法</a:t>
            </a:r>
            <a:r>
              <a:rPr kumimoji="1" lang="en-US" altLang="zh-CN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》</a:t>
            </a:r>
            <a:endParaRPr kumimoji="0" lang="en-US" altLang="zh-CN" sz="2400" b="1" i="0" u="none" strike="noStrike" kern="1200" cap="none" spc="4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1750695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32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kumimoji="0" lang="zh-CN" altLang="en-US" sz="32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 </a:t>
            </a:r>
            <a:r>
              <a:rPr kumimoji="0" lang="en-US" altLang="zh-CN" sz="32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Transformer</a:t>
            </a:r>
          </a:p>
          <a:p>
            <a:pPr marL="0" marR="0" lvl="0" indent="0" algn="ctr" defTabSz="1750695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1" i="0" u="none" strike="noStrike" kern="1200" cap="none" spc="4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 defTabSz="1750695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zh-CN" sz="4800" b="1" spc="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5.2Transformer</a:t>
            </a:r>
            <a:r>
              <a:rPr lang="zh-CN" altLang="en-US" sz="4800" b="1" spc="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的编码与解码器 </a:t>
            </a:r>
            <a:endParaRPr kumimoji="0" lang="en-US" altLang="zh-CN" sz="4800" b="1" i="0" u="none" strike="noStrike" kern="1200" cap="none" spc="4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50616" y="376157"/>
            <a:ext cx="3400585" cy="569319"/>
          </a:xfrm>
          <a:prstGeom prst="rect">
            <a:avLst/>
          </a:prstGeom>
        </p:spPr>
      </p:pic>
      <p:sp>
        <p:nvSpPr>
          <p:cNvPr id="4" name="矩形 1">
            <a:extLst>
              <a:ext uri="{FF2B5EF4-FFF2-40B4-BE49-F238E27FC236}">
                <a16:creationId xmlns:a16="http://schemas.microsoft.com/office/drawing/2014/main" id="{51B92F19-537A-A0C1-9C1E-5378BDF167AE}"/>
              </a:ext>
            </a:extLst>
          </p:cNvPr>
          <p:cNvSpPr/>
          <p:nvPr/>
        </p:nvSpPr>
        <p:spPr>
          <a:xfrm>
            <a:off x="3627188" y="4463916"/>
            <a:ext cx="5404863" cy="1381060"/>
          </a:xfrm>
          <a:prstGeom prst="rect">
            <a:avLst/>
          </a:prstGeom>
        </p:spPr>
        <p:txBody>
          <a:bodyPr wrap="square" lIns="87545" tIns="43772" rIns="87545" bIns="43772">
            <a:spAutoFit/>
          </a:bodyPr>
          <a:lstStyle/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康奇宇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 err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qiyukang@ustc.edu.cn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Tm="1191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3525559-5B64-195C-DE3E-74234087F69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32166C21-2F25-D43F-50AE-BC66DFC3D520}"/>
                </a:ext>
              </a:extLst>
            </p:cNvPr>
            <p:cNvSpPr/>
            <p:nvPr/>
          </p:nvSpPr>
          <p:spPr>
            <a:xfrm>
              <a:off x="0" y="0"/>
              <a:ext cx="1819275" cy="1819275"/>
            </a:xfrm>
            <a:custGeom>
              <a:avLst/>
              <a:gdLst>
                <a:gd name="connsiteX0" fmla="*/ 0 w 3638550"/>
                <a:gd name="connsiteY0" fmla="*/ 1819275 h 3638550"/>
                <a:gd name="connsiteX1" fmla="*/ 1819275 w 3638550"/>
                <a:gd name="connsiteY1" fmla="*/ 0 h 3638550"/>
                <a:gd name="connsiteX2" fmla="*/ 3638550 w 3638550"/>
                <a:gd name="connsiteY2" fmla="*/ 1819275 h 3638550"/>
                <a:gd name="connsiteX3" fmla="*/ 1819275 w 3638550"/>
                <a:gd name="connsiteY3" fmla="*/ 3638550 h 3638550"/>
                <a:gd name="connsiteX4" fmla="*/ 0 w 3638550"/>
                <a:gd name="connsiteY4" fmla="*/ 1819275 h 3638550"/>
                <a:gd name="connsiteX0" fmla="*/ 1819275 w 3638550"/>
                <a:gd name="connsiteY0" fmla="*/ 0 h 3638550"/>
                <a:gd name="connsiteX1" fmla="*/ 3638550 w 3638550"/>
                <a:gd name="connsiteY1" fmla="*/ 1819275 h 3638550"/>
                <a:gd name="connsiteX2" fmla="*/ 1819275 w 3638550"/>
                <a:gd name="connsiteY2" fmla="*/ 3638550 h 3638550"/>
                <a:gd name="connsiteX3" fmla="*/ 0 w 3638550"/>
                <a:gd name="connsiteY3" fmla="*/ 1819275 h 3638550"/>
                <a:gd name="connsiteX4" fmla="*/ 1910715 w 3638550"/>
                <a:gd name="connsiteY4" fmla="*/ 91440 h 3638550"/>
                <a:gd name="connsiteX0" fmla="*/ 1819275 w 3638550"/>
                <a:gd name="connsiteY0" fmla="*/ 0 h 3638550"/>
                <a:gd name="connsiteX1" fmla="*/ 3638550 w 3638550"/>
                <a:gd name="connsiteY1" fmla="*/ 1819275 h 3638550"/>
                <a:gd name="connsiteX2" fmla="*/ 1819275 w 3638550"/>
                <a:gd name="connsiteY2" fmla="*/ 3638550 h 3638550"/>
                <a:gd name="connsiteX3" fmla="*/ 0 w 3638550"/>
                <a:gd name="connsiteY3" fmla="*/ 1819275 h 3638550"/>
                <a:gd name="connsiteX0" fmla="*/ 3638550 w 3638550"/>
                <a:gd name="connsiteY0" fmla="*/ 0 h 1819275"/>
                <a:gd name="connsiteX1" fmla="*/ 1819275 w 3638550"/>
                <a:gd name="connsiteY1" fmla="*/ 1819275 h 1819275"/>
                <a:gd name="connsiteX2" fmla="*/ 0 w 3638550"/>
                <a:gd name="connsiteY2" fmla="*/ 0 h 1819275"/>
                <a:gd name="connsiteX0" fmla="*/ 1819275 w 1819275"/>
                <a:gd name="connsiteY0" fmla="*/ 0 h 1819275"/>
                <a:gd name="connsiteX1" fmla="*/ 0 w 1819275"/>
                <a:gd name="connsiteY1" fmla="*/ 1819275 h 181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19275" h="1819275">
                  <a:moveTo>
                    <a:pt x="1819275" y="0"/>
                  </a:moveTo>
                  <a:cubicBezTo>
                    <a:pt x="1819275" y="1004758"/>
                    <a:pt x="1004758" y="1819275"/>
                    <a:pt x="0" y="1819275"/>
                  </a:cubicBezTo>
                </a:path>
              </a:pathLst>
            </a:custGeom>
            <a:noFill/>
            <a:ln w="381000">
              <a:solidFill>
                <a:schemeClr val="accent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78C5DF4B-3528-4D02-38E8-F1A3EB4B6D10}"/>
                </a:ext>
              </a:extLst>
            </p:cNvPr>
            <p:cNvGrpSpPr/>
            <p:nvPr/>
          </p:nvGrpSpPr>
          <p:grpSpPr>
            <a:xfrm>
              <a:off x="1728175" y="2209428"/>
              <a:ext cx="5663945" cy="716782"/>
              <a:chOff x="1727455" y="1321568"/>
              <a:chExt cx="5663945" cy="716782"/>
            </a:xfrm>
          </p:grpSpPr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B164EE8A-09A1-A494-DC62-6CDCBABBDD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3268" y="1323975"/>
                <a:ext cx="48181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SzPct val="25000"/>
                </a:pPr>
                <a:r>
                  <a:rPr lang="en-US" altLang="zh-CN" sz="24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Transformer</a:t>
                </a:r>
                <a:r>
                  <a:rPr lang="zh-CN" altLang="en-US" sz="24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的编码器</a:t>
                </a: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3D2AB357-C908-5824-397C-F8D83F703679}"/>
                  </a:ext>
                </a:extLst>
              </p:cNvPr>
              <p:cNvSpPr/>
              <p:nvPr/>
            </p:nvSpPr>
            <p:spPr>
              <a:xfrm>
                <a:off x="1727455" y="1321568"/>
                <a:ext cx="716782" cy="716782"/>
              </a:xfrm>
              <a:prstGeom prst="ellipse">
                <a:avLst/>
              </a:prstGeom>
              <a:noFill/>
              <a:ln w="25400">
                <a:gradFill>
                  <a:gsLst>
                    <a:gs pos="7600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/>
                <a:r>
                  <a:rPr lang="en-US" altLang="zh-CN" sz="2800" b="1" dirty="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02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FAD37D50-FA12-F8F8-B895-9CAC6F0EDD60}"/>
                </a:ext>
              </a:extLst>
            </p:cNvPr>
            <p:cNvGrpSpPr/>
            <p:nvPr/>
          </p:nvGrpSpPr>
          <p:grpSpPr>
            <a:xfrm>
              <a:off x="7540339" y="0"/>
              <a:ext cx="4651661" cy="6858000"/>
              <a:chOff x="7540339" y="0"/>
              <a:chExt cx="4651661" cy="6858000"/>
            </a:xfrm>
          </p:grpSpPr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9797E39A-883B-B0B4-0F07-EB9619A5A4A2}"/>
                  </a:ext>
                </a:extLst>
              </p:cNvPr>
              <p:cNvSpPr/>
              <p:nvPr/>
            </p:nvSpPr>
            <p:spPr>
              <a:xfrm>
                <a:off x="7779658" y="0"/>
                <a:ext cx="4412342" cy="6858000"/>
              </a:xfrm>
              <a:custGeom>
                <a:avLst/>
                <a:gdLst>
                  <a:gd name="connsiteX0" fmla="*/ 1295690 w 4412342"/>
                  <a:gd name="connsiteY0" fmla="*/ 0 h 6858000"/>
                  <a:gd name="connsiteX1" fmla="*/ 4412342 w 4412342"/>
                  <a:gd name="connsiteY1" fmla="*/ 0 h 6858000"/>
                  <a:gd name="connsiteX2" fmla="*/ 4412342 w 4412342"/>
                  <a:gd name="connsiteY2" fmla="*/ 1636729 h 6858000"/>
                  <a:gd name="connsiteX3" fmla="*/ 4272563 w 4412342"/>
                  <a:gd name="connsiteY3" fmla="*/ 1672670 h 6858000"/>
                  <a:gd name="connsiteX4" fmla="*/ 3111228 w 4412342"/>
                  <a:gd name="connsiteY4" fmla="*/ 3251199 h 6858000"/>
                  <a:gd name="connsiteX5" fmla="*/ 4272563 w 4412342"/>
                  <a:gd name="connsiteY5" fmla="*/ 4829728 h 6858000"/>
                  <a:gd name="connsiteX6" fmla="*/ 4412342 w 4412342"/>
                  <a:gd name="connsiteY6" fmla="*/ 4865669 h 6858000"/>
                  <a:gd name="connsiteX7" fmla="*/ 4412342 w 4412342"/>
                  <a:gd name="connsiteY7" fmla="*/ 6858000 h 6858000"/>
                  <a:gd name="connsiteX8" fmla="*/ 1670654 w 4412342"/>
                  <a:gd name="connsiteY8" fmla="*/ 6858000 h 6858000"/>
                  <a:gd name="connsiteX9" fmla="*/ 1550198 w 4412342"/>
                  <a:gd name="connsiteY9" fmla="*/ 6753659 h 6858000"/>
                  <a:gd name="connsiteX10" fmla="*/ 0 w 4412342"/>
                  <a:gd name="connsiteY10" fmla="*/ 3251200 h 6858000"/>
                  <a:gd name="connsiteX11" fmla="*/ 1229199 w 4412342"/>
                  <a:gd name="connsiteY11" fmla="*/ 69741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412342" h="6858000">
                    <a:moveTo>
                      <a:pt x="1295690" y="0"/>
                    </a:moveTo>
                    <a:lnTo>
                      <a:pt x="4412342" y="0"/>
                    </a:lnTo>
                    <a:lnTo>
                      <a:pt x="4412342" y="1636729"/>
                    </a:lnTo>
                    <a:lnTo>
                      <a:pt x="4272563" y="1672670"/>
                    </a:lnTo>
                    <a:cubicBezTo>
                      <a:pt x="3599745" y="1881938"/>
                      <a:pt x="3111228" y="2509519"/>
                      <a:pt x="3111228" y="3251199"/>
                    </a:cubicBezTo>
                    <a:cubicBezTo>
                      <a:pt x="3111228" y="3992879"/>
                      <a:pt x="3599745" y="4620460"/>
                      <a:pt x="4272563" y="4829728"/>
                    </a:cubicBezTo>
                    <a:lnTo>
                      <a:pt x="4412342" y="4865669"/>
                    </a:lnTo>
                    <a:lnTo>
                      <a:pt x="4412342" y="6858000"/>
                    </a:lnTo>
                    <a:lnTo>
                      <a:pt x="1670654" y="6858000"/>
                    </a:lnTo>
                    <a:lnTo>
                      <a:pt x="1550198" y="6753659"/>
                    </a:lnTo>
                    <a:cubicBezTo>
                      <a:pt x="597879" y="5888107"/>
                      <a:pt x="0" y="4639475"/>
                      <a:pt x="0" y="3251200"/>
                    </a:cubicBezTo>
                    <a:cubicBezTo>
                      <a:pt x="0" y="2026252"/>
                      <a:pt x="465477" y="910022"/>
                      <a:pt x="1229199" y="69741"/>
                    </a:cubicBez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2ED94F8-074A-35A6-A675-0D0A960CD68D}"/>
                  </a:ext>
                </a:extLst>
              </p:cNvPr>
              <p:cNvSpPr/>
              <p:nvPr/>
            </p:nvSpPr>
            <p:spPr>
              <a:xfrm>
                <a:off x="7540339" y="3124369"/>
                <a:ext cx="3592287" cy="101566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r>
                  <a:rPr kumimoji="1" lang="zh-CN" altLang="en-US" sz="60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本课重点</a:t>
                </a:r>
                <a:endParaRPr kumimoji="1" lang="en-US" altLang="zh-CN" sz="6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6F458834-3E00-4672-43CE-C49DF554E0A4}"/>
                </a:ext>
              </a:extLst>
            </p:cNvPr>
            <p:cNvGrpSpPr/>
            <p:nvPr/>
          </p:nvGrpSpPr>
          <p:grpSpPr>
            <a:xfrm>
              <a:off x="1728175" y="3124369"/>
              <a:ext cx="5663945" cy="716782"/>
              <a:chOff x="1727455" y="2322187"/>
              <a:chExt cx="5663945" cy="716782"/>
            </a:xfrm>
          </p:grpSpPr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A0214C84-7FDD-9F55-5484-2B580276E4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3268" y="2324594"/>
                <a:ext cx="48181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SzPct val="25000"/>
                </a:pPr>
                <a:r>
                  <a:rPr lang="en-US" altLang="zh-CN" sz="24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Transformer</a:t>
                </a:r>
                <a:r>
                  <a:rPr lang="zh-CN" altLang="en-US" sz="24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的解码器</a:t>
                </a:r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8949CE15-86BE-830F-1E86-8976980A8CBE}"/>
                  </a:ext>
                </a:extLst>
              </p:cNvPr>
              <p:cNvSpPr/>
              <p:nvPr/>
            </p:nvSpPr>
            <p:spPr>
              <a:xfrm>
                <a:off x="1727455" y="2322187"/>
                <a:ext cx="716782" cy="716782"/>
              </a:xfrm>
              <a:prstGeom prst="ellipse">
                <a:avLst/>
              </a:prstGeom>
              <a:noFill/>
              <a:ln w="25400">
                <a:gradFill>
                  <a:gsLst>
                    <a:gs pos="76000">
                      <a:schemeClr val="tx2">
                        <a:alpha val="0"/>
                      </a:schemeClr>
                    </a:gs>
                    <a:gs pos="100000">
                      <a:schemeClr val="tx2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/>
                <a:r>
                  <a:rPr lang="en-US" altLang="zh-CN" sz="2800" b="1" dirty="0">
                    <a:solidFill>
                      <a:srgbClr val="4472C4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03</a:t>
                </a:r>
              </a:p>
            </p:txBody>
          </p:sp>
        </p:grpSp>
        <p:sp>
          <p:nvSpPr>
            <p:cNvPr id="6" name="文本框 60">
              <a:extLst>
                <a:ext uri="{FF2B5EF4-FFF2-40B4-BE49-F238E27FC236}">
                  <a16:creationId xmlns:a16="http://schemas.microsoft.com/office/drawing/2014/main" id="{A397B2EB-65F6-C555-B697-7962595AFF73}"/>
                </a:ext>
              </a:extLst>
            </p:cNvPr>
            <p:cNvSpPr txBox="1">
              <a:spLocks/>
            </p:cNvSpPr>
            <p:nvPr/>
          </p:nvSpPr>
          <p:spPr>
            <a:xfrm>
              <a:off x="2573988" y="1393566"/>
              <a:ext cx="4818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en-US" altLang="zh-CN" sz="2400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Transformer</a:t>
              </a:r>
              <a:r>
                <a:rPr lang="zh-CN" altLang="en-US" sz="2400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的整体架构</a:t>
              </a:r>
            </a:p>
          </p:txBody>
        </p:sp>
        <p:sp>
          <p:nvSpPr>
            <p:cNvPr id="7" name="椭圆 62">
              <a:extLst>
                <a:ext uri="{FF2B5EF4-FFF2-40B4-BE49-F238E27FC236}">
                  <a16:creationId xmlns:a16="http://schemas.microsoft.com/office/drawing/2014/main" id="{59BAB56A-E472-6A40-344B-FFED59668E51}"/>
                </a:ext>
              </a:extLst>
            </p:cNvPr>
            <p:cNvSpPr/>
            <p:nvPr/>
          </p:nvSpPr>
          <p:spPr>
            <a:xfrm>
              <a:off x="1728175" y="1391159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26772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D4DE5-FB58-7419-9C8A-99F111D3A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96C1D1-2DF3-D106-7D23-457ADB6AC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439" y="144471"/>
            <a:ext cx="10515600" cy="47511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Transformer</a:t>
            </a:r>
            <a:r>
              <a:rPr lang="zh-CN" altLang="en-US" dirty="0"/>
              <a:t>的提出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536E8CF-333D-5251-7532-F30C81024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5" y="987425"/>
            <a:ext cx="6920711" cy="5189538"/>
          </a:xfrm>
        </p:spPr>
        <p:txBody>
          <a:bodyPr>
            <a:normAutofit lnSpcReduction="10000"/>
          </a:bodyPr>
          <a:lstStyle/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Transformer</a:t>
            </a:r>
            <a:r>
              <a:rPr lang="zh-CN" altLang="en-US" dirty="0"/>
              <a:t>之前的主流文本处理架构</a:t>
            </a:r>
            <a:endParaRPr lang="en-US" altLang="zh-CN" dirty="0"/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卷积神经网络（</a:t>
            </a:r>
            <a:r>
              <a:rPr lang="en-US" altLang="zh-CN" dirty="0"/>
              <a:t>CNN</a:t>
            </a:r>
            <a:r>
              <a:rPr lang="zh-CN" altLang="en-US" dirty="0"/>
              <a:t>）</a:t>
            </a:r>
            <a:endParaRPr lang="en-US" altLang="zh-CN" dirty="0"/>
          </a:p>
          <a:p>
            <a:pPr marL="1143000" lvl="2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利用卷积核抽取局部信息</a:t>
            </a:r>
            <a:endParaRPr lang="en-US" altLang="zh-CN" dirty="0"/>
          </a:p>
          <a:p>
            <a:pPr marL="1143000" lvl="2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卷积核参数共享</a:t>
            </a:r>
            <a:endParaRPr lang="en-US" altLang="zh-CN" dirty="0"/>
          </a:p>
          <a:p>
            <a:pPr marL="1143000" lvl="2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通过多层卷积和池化操作，逐步形成高级特征</a:t>
            </a:r>
            <a:endParaRPr lang="en-US" altLang="zh-CN" dirty="0"/>
          </a:p>
          <a:p>
            <a:pPr marL="1143000" lvl="2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…</a:t>
            </a:r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循环神经网络（</a:t>
            </a:r>
            <a:r>
              <a:rPr lang="en-US" altLang="zh-CN" dirty="0"/>
              <a:t>RNN</a:t>
            </a:r>
            <a:r>
              <a:rPr lang="zh-CN" altLang="en-US" dirty="0"/>
              <a:t>）</a:t>
            </a:r>
            <a:endParaRPr lang="en-US" altLang="zh-CN" dirty="0"/>
          </a:p>
          <a:p>
            <a:pPr marL="1143000" lvl="2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通过隐藏状态传递实现序列编码</a:t>
            </a:r>
            <a:endParaRPr lang="en-US" altLang="zh-CN" dirty="0"/>
          </a:p>
          <a:p>
            <a:pPr marL="1143000" lvl="2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每个循环网络单元共用一套参数</a:t>
            </a:r>
            <a:endParaRPr lang="en-US" altLang="zh-CN" dirty="0"/>
          </a:p>
          <a:p>
            <a:pPr marL="1143000" lvl="2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通过层数堆叠提升表征能力</a:t>
            </a:r>
            <a:endParaRPr lang="en-US" altLang="zh-CN" dirty="0"/>
          </a:p>
          <a:p>
            <a:pPr marL="1143000" lvl="2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…</a:t>
            </a:r>
          </a:p>
          <a:p>
            <a:pPr marL="228600" lvl="1" algn="just">
              <a:lnSpc>
                <a:spcPct val="150000"/>
              </a:lnSpc>
              <a:spcBef>
                <a:spcPts val="0"/>
              </a:spcBef>
              <a:defRPr/>
            </a:pPr>
            <a:endParaRPr lang="en-US" altLang="zh-CN" dirty="0"/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endParaRPr lang="en-US" altLang="zh-CN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0397509-72F5-CF28-E28E-2B76EBAF55C7}"/>
              </a:ext>
            </a:extLst>
          </p:cNvPr>
          <p:cNvGrpSpPr/>
          <p:nvPr/>
        </p:nvGrpSpPr>
        <p:grpSpPr>
          <a:xfrm>
            <a:off x="9122209" y="3153290"/>
            <a:ext cx="1491113" cy="3197468"/>
            <a:chOff x="7875551" y="1199320"/>
            <a:chExt cx="2710150" cy="5811509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96B5980C-8C7D-5B13-7413-5EA1771440D0}"/>
                </a:ext>
              </a:extLst>
            </p:cNvPr>
            <p:cNvSpPr txBox="1"/>
            <p:nvPr/>
          </p:nvSpPr>
          <p:spPr>
            <a:xfrm>
              <a:off x="8648932" y="4883590"/>
              <a:ext cx="560070" cy="1238826"/>
            </a:xfrm>
            <a:prstGeom prst="rect">
              <a:avLst/>
            </a:prstGeom>
            <a:solidFill>
              <a:srgbClr val="F4CCCC"/>
            </a:solidFill>
            <a:ln w="9525">
              <a:solidFill>
                <a:srgbClr val="000000"/>
              </a:solidFill>
            </a:ln>
          </p:spPr>
          <p:txBody>
            <a:bodyPr vert="horz" wrap="square" lIns="0" tIns="444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35"/>
                </a:spcBef>
              </a:pPr>
              <a:endParaRPr sz="1600" dirty="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400" spc="-165" dirty="0">
                  <a:latin typeface="Arial"/>
                  <a:cs typeface="Arial"/>
                </a:rPr>
                <a:t>X</a:t>
              </a:r>
            </a:p>
            <a:p>
              <a:pPr algn="ctr">
                <a:lnSpc>
                  <a:spcPct val="100000"/>
                </a:lnSpc>
              </a:pPr>
              <a:endParaRPr sz="1400" dirty="0">
                <a:latin typeface="Arial"/>
                <a:cs typeface="Arial"/>
              </a:endParaRPr>
            </a:p>
          </p:txBody>
        </p:sp>
        <p:sp>
          <p:nvSpPr>
            <p:cNvPr id="13" name="object 5">
              <a:extLst>
                <a:ext uri="{FF2B5EF4-FFF2-40B4-BE49-F238E27FC236}">
                  <a16:creationId xmlns:a16="http://schemas.microsoft.com/office/drawing/2014/main" id="{647DB03D-D6F1-F721-BD12-89571E156F28}"/>
                </a:ext>
              </a:extLst>
            </p:cNvPr>
            <p:cNvSpPr txBox="1"/>
            <p:nvPr/>
          </p:nvSpPr>
          <p:spPr>
            <a:xfrm>
              <a:off x="8634770" y="1363069"/>
              <a:ext cx="560070" cy="1238826"/>
            </a:xfrm>
            <a:prstGeom prst="rect">
              <a:avLst/>
            </a:prstGeom>
            <a:solidFill>
              <a:srgbClr val="C9DAF8"/>
            </a:solidFill>
            <a:ln w="9525">
              <a:solidFill>
                <a:srgbClr val="000000"/>
              </a:solidFill>
            </a:ln>
          </p:spPr>
          <p:txBody>
            <a:bodyPr vert="horz" wrap="square" lIns="0" tIns="444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35"/>
                </a:spcBef>
              </a:pPr>
              <a:endParaRPr sz="1600" dirty="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400" spc="-114" dirty="0">
                  <a:latin typeface="Arial"/>
                  <a:cs typeface="Arial"/>
                </a:rPr>
                <a:t>Y</a:t>
              </a:r>
            </a:p>
            <a:p>
              <a:pPr algn="ctr">
                <a:lnSpc>
                  <a:spcPct val="100000"/>
                </a:lnSpc>
              </a:pPr>
              <a:endParaRPr sz="1400" dirty="0">
                <a:latin typeface="Arial"/>
                <a:cs typeface="Arial"/>
              </a:endParaRPr>
            </a:p>
          </p:txBody>
        </p:sp>
        <p:sp>
          <p:nvSpPr>
            <p:cNvPr id="14" name="object 6">
              <a:extLst>
                <a:ext uri="{FF2B5EF4-FFF2-40B4-BE49-F238E27FC236}">
                  <a16:creationId xmlns:a16="http://schemas.microsoft.com/office/drawing/2014/main" id="{A4D1D077-3CFF-7AE4-B55F-62EC2C59EC35}"/>
                </a:ext>
              </a:extLst>
            </p:cNvPr>
            <p:cNvSpPr/>
            <p:nvPr/>
          </p:nvSpPr>
          <p:spPr>
            <a:xfrm>
              <a:off x="8890674" y="2584965"/>
              <a:ext cx="76200" cy="464820"/>
            </a:xfrm>
            <a:custGeom>
              <a:avLst/>
              <a:gdLst/>
              <a:ahLst/>
              <a:cxnLst/>
              <a:rect l="l" t="t" r="r" b="b"/>
              <a:pathLst>
                <a:path w="76200" h="464819">
                  <a:moveTo>
                    <a:pt x="38100" y="0"/>
                  </a:moveTo>
                  <a:lnTo>
                    <a:pt x="0" y="76200"/>
                  </a:lnTo>
                  <a:lnTo>
                    <a:pt x="28575" y="76200"/>
                  </a:lnTo>
                  <a:lnTo>
                    <a:pt x="28576" y="464790"/>
                  </a:lnTo>
                  <a:lnTo>
                    <a:pt x="47626" y="464790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5" name="object 7">
              <a:extLst>
                <a:ext uri="{FF2B5EF4-FFF2-40B4-BE49-F238E27FC236}">
                  <a16:creationId xmlns:a16="http://schemas.microsoft.com/office/drawing/2014/main" id="{F78D0F06-968A-7F81-862D-6D1C00C43A5B}"/>
                </a:ext>
              </a:extLst>
            </p:cNvPr>
            <p:cNvSpPr/>
            <p:nvPr/>
          </p:nvSpPr>
          <p:spPr>
            <a:xfrm>
              <a:off x="8890674" y="4395601"/>
              <a:ext cx="76200" cy="488315"/>
            </a:xfrm>
            <a:custGeom>
              <a:avLst/>
              <a:gdLst/>
              <a:ahLst/>
              <a:cxnLst/>
              <a:rect l="l" t="t" r="r" b="b"/>
              <a:pathLst>
                <a:path w="76200" h="488314">
                  <a:moveTo>
                    <a:pt x="38100" y="0"/>
                  </a:moveTo>
                  <a:lnTo>
                    <a:pt x="0" y="76200"/>
                  </a:lnTo>
                  <a:lnTo>
                    <a:pt x="28575" y="76200"/>
                  </a:lnTo>
                  <a:lnTo>
                    <a:pt x="28576" y="487987"/>
                  </a:lnTo>
                  <a:lnTo>
                    <a:pt x="47626" y="487987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7" name="object 9">
              <a:extLst>
                <a:ext uri="{FF2B5EF4-FFF2-40B4-BE49-F238E27FC236}">
                  <a16:creationId xmlns:a16="http://schemas.microsoft.com/office/drawing/2014/main" id="{A611E34C-C2F3-6C7F-6D5B-4201C522824E}"/>
                </a:ext>
              </a:extLst>
            </p:cNvPr>
            <p:cNvSpPr/>
            <p:nvPr/>
          </p:nvSpPr>
          <p:spPr>
            <a:xfrm>
              <a:off x="9589583" y="3209279"/>
              <a:ext cx="737234" cy="947755"/>
            </a:xfrm>
            <a:custGeom>
              <a:avLst/>
              <a:gdLst/>
              <a:ahLst/>
              <a:cxnLst/>
              <a:rect l="l" t="t" r="r" b="b"/>
              <a:pathLst>
                <a:path w="737235" h="424814">
                  <a:moveTo>
                    <a:pt x="33712" y="0"/>
                  </a:moveTo>
                  <a:lnTo>
                    <a:pt x="91998" y="35880"/>
                  </a:lnTo>
                  <a:lnTo>
                    <a:pt x="301339" y="87915"/>
                  </a:lnTo>
                  <a:lnTo>
                    <a:pt x="361697" y="103248"/>
                  </a:lnTo>
                  <a:lnTo>
                    <a:pt x="422160" y="119108"/>
                  </a:lnTo>
                  <a:lnTo>
                    <a:pt x="481172" y="135289"/>
                  </a:lnTo>
                  <a:lnTo>
                    <a:pt x="537169" y="151584"/>
                  </a:lnTo>
                  <a:lnTo>
                    <a:pt x="588584" y="167786"/>
                  </a:lnTo>
                  <a:lnTo>
                    <a:pt x="633735" y="183640"/>
                  </a:lnTo>
                  <a:lnTo>
                    <a:pt x="671131" y="198945"/>
                  </a:lnTo>
                  <a:lnTo>
                    <a:pt x="708684" y="219986"/>
                  </a:lnTo>
                  <a:lnTo>
                    <a:pt x="717444" y="231065"/>
                  </a:lnTo>
                  <a:lnTo>
                    <a:pt x="716742" y="233032"/>
                  </a:lnTo>
                  <a:lnTo>
                    <a:pt x="681484" y="254267"/>
                  </a:lnTo>
                  <a:lnTo>
                    <a:pt x="625812" y="272719"/>
                  </a:lnTo>
                  <a:lnTo>
                    <a:pt x="578421" y="285092"/>
                  </a:lnTo>
                  <a:lnTo>
                    <a:pt x="524753" y="297342"/>
                  </a:lnTo>
                  <a:lnTo>
                    <a:pt x="466570" y="309332"/>
                  </a:lnTo>
                  <a:lnTo>
                    <a:pt x="405394" y="320988"/>
                  </a:lnTo>
                  <a:lnTo>
                    <a:pt x="342817" y="332218"/>
                  </a:lnTo>
                  <a:lnTo>
                    <a:pt x="280424" y="342933"/>
                  </a:lnTo>
                  <a:lnTo>
                    <a:pt x="162511" y="362480"/>
                  </a:lnTo>
                  <a:lnTo>
                    <a:pt x="73097" y="377545"/>
                  </a:lnTo>
                  <a:lnTo>
                    <a:pt x="67736" y="349363"/>
                  </a:lnTo>
                  <a:lnTo>
                    <a:pt x="0" y="401032"/>
                  </a:lnTo>
                  <a:lnTo>
                    <a:pt x="81977" y="424219"/>
                  </a:lnTo>
                  <a:lnTo>
                    <a:pt x="76658" y="396260"/>
                  </a:lnTo>
                  <a:lnTo>
                    <a:pt x="89438" y="393946"/>
                  </a:lnTo>
                  <a:lnTo>
                    <a:pt x="283649" y="361708"/>
                  </a:lnTo>
                  <a:lnTo>
                    <a:pt x="346181" y="350968"/>
                  </a:lnTo>
                  <a:lnTo>
                    <a:pt x="408959" y="339702"/>
                  </a:lnTo>
                  <a:lnTo>
                    <a:pt x="470415" y="327990"/>
                  </a:lnTo>
                  <a:lnTo>
                    <a:pt x="528994" y="315915"/>
                  </a:lnTo>
                  <a:lnTo>
                    <a:pt x="583067" y="303566"/>
                  </a:lnTo>
                  <a:lnTo>
                    <a:pt x="631243" y="290978"/>
                  </a:lnTo>
                  <a:lnTo>
                    <a:pt x="672011" y="278184"/>
                  </a:lnTo>
                  <a:lnTo>
                    <a:pt x="716621" y="258117"/>
                  </a:lnTo>
                  <a:lnTo>
                    <a:pt x="736967" y="231677"/>
                  </a:lnTo>
                  <a:lnTo>
                    <a:pt x="735181" y="222450"/>
                  </a:lnTo>
                  <a:lnTo>
                    <a:pt x="694623" y="189119"/>
                  </a:lnTo>
                  <a:lnTo>
                    <a:pt x="640228" y="165731"/>
                  </a:lnTo>
                  <a:lnTo>
                    <a:pt x="594307" y="149616"/>
                  </a:lnTo>
                  <a:lnTo>
                    <a:pt x="542491" y="133292"/>
                  </a:lnTo>
                  <a:lnTo>
                    <a:pt x="486209" y="116917"/>
                  </a:lnTo>
                  <a:lnTo>
                    <a:pt x="426993" y="100681"/>
                  </a:lnTo>
                  <a:lnTo>
                    <a:pt x="366387" y="84785"/>
                  </a:lnTo>
                  <a:lnTo>
                    <a:pt x="305939" y="69428"/>
                  </a:lnTo>
                  <a:lnTo>
                    <a:pt x="141062" y="28614"/>
                  </a:lnTo>
                  <a:lnTo>
                    <a:pt x="77566" y="12435"/>
                  </a:lnTo>
                  <a:lnTo>
                    <a:pt x="45937" y="3719"/>
                  </a:lnTo>
                  <a:lnTo>
                    <a:pt x="337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B19064E-91C1-7C39-2C29-B291C25B0650}"/>
                </a:ext>
              </a:extLst>
            </p:cNvPr>
            <p:cNvSpPr/>
            <p:nvPr/>
          </p:nvSpPr>
          <p:spPr>
            <a:xfrm>
              <a:off x="8240026" y="3066601"/>
              <a:ext cx="1349556" cy="1329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D1D9C52-3497-A6D3-8EFF-CA9A273153B2}"/>
                </a:ext>
              </a:extLst>
            </p:cNvPr>
            <p:cNvSpPr/>
            <p:nvPr/>
          </p:nvSpPr>
          <p:spPr>
            <a:xfrm>
              <a:off x="7875551" y="1199320"/>
              <a:ext cx="2710150" cy="5144877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123D80B-675D-1837-6C88-2BC0CB82D794}"/>
                </a:ext>
              </a:extLst>
            </p:cNvPr>
            <p:cNvSpPr txBox="1"/>
            <p:nvPr/>
          </p:nvSpPr>
          <p:spPr>
            <a:xfrm>
              <a:off x="8739692" y="6395495"/>
              <a:ext cx="1139767" cy="6153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RNN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F1BE105-1522-F103-C63D-4FB5165D1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410213" y="3081469"/>
              <a:ext cx="1031007" cy="128662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0197685-6A77-8EEB-E1FB-4148EC0CAA94}"/>
                </a:ext>
              </a:extLst>
            </p:cNvPr>
            <p:cNvSpPr txBox="1"/>
            <p:nvPr/>
          </p:nvSpPr>
          <p:spPr>
            <a:xfrm>
              <a:off x="8940855" y="4382966"/>
              <a:ext cx="859318" cy="4754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NN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817F3A6-C12A-C90C-DDA1-D0EFFD189F26}"/>
              </a:ext>
            </a:extLst>
          </p:cNvPr>
          <p:cNvGrpSpPr/>
          <p:nvPr/>
        </p:nvGrpSpPr>
        <p:grpSpPr>
          <a:xfrm>
            <a:off x="7939859" y="1092542"/>
            <a:ext cx="3785093" cy="1386203"/>
            <a:chOff x="7919506" y="1679823"/>
            <a:chExt cx="3785093" cy="1386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3FCA27D6-91AB-AFD0-0CF7-4396945CFCCF}"/>
                    </a:ext>
                  </a:extLst>
                </p:cNvPr>
                <p:cNvSpPr/>
                <p:nvPr/>
              </p:nvSpPr>
              <p:spPr>
                <a:xfrm>
                  <a:off x="7919506" y="2554398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3FCA27D6-91AB-AFD0-0CF7-4396945CFC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9506" y="2554398"/>
                  <a:ext cx="502860" cy="50286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8591483-2A70-2191-A6AA-D18B9A7A0123}"/>
                    </a:ext>
                  </a:extLst>
                </p:cNvPr>
                <p:cNvSpPr/>
                <p:nvPr/>
              </p:nvSpPr>
              <p:spPr>
                <a:xfrm>
                  <a:off x="8510681" y="2554398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8591483-2A70-2191-A6AA-D18B9A7A01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0681" y="2554398"/>
                  <a:ext cx="502860" cy="50286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BF3DFD77-5BB1-4B08-5564-9B9E3FFDD72B}"/>
                    </a:ext>
                  </a:extLst>
                </p:cNvPr>
                <p:cNvSpPr/>
                <p:nvPr/>
              </p:nvSpPr>
              <p:spPr>
                <a:xfrm>
                  <a:off x="9101856" y="2554398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BF3DFD77-5BB1-4B08-5564-9B9E3FFDD7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1856" y="2554398"/>
                  <a:ext cx="502860" cy="50286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835DAC87-5EA3-B3CA-A71F-CDD9882D19F4}"/>
                    </a:ext>
                  </a:extLst>
                </p:cNvPr>
                <p:cNvSpPr/>
                <p:nvPr/>
              </p:nvSpPr>
              <p:spPr>
                <a:xfrm>
                  <a:off x="9693031" y="2563166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835DAC87-5EA3-B3CA-A71F-CDD9882D19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3031" y="2563166"/>
                  <a:ext cx="502860" cy="50286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724A2E4-1D69-60B1-CE8C-823343B25DF4}"/>
                    </a:ext>
                  </a:extLst>
                </p:cNvPr>
                <p:cNvSpPr/>
                <p:nvPr/>
              </p:nvSpPr>
              <p:spPr>
                <a:xfrm>
                  <a:off x="10284206" y="2563166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724A2E4-1D69-60B1-CE8C-823343B25D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4206" y="2563166"/>
                  <a:ext cx="502860" cy="50286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C41EC8E3-C40D-E869-0DE2-7E2674539884}"/>
                    </a:ext>
                  </a:extLst>
                </p:cNvPr>
                <p:cNvSpPr/>
                <p:nvPr/>
              </p:nvSpPr>
              <p:spPr>
                <a:xfrm>
                  <a:off x="10875382" y="2563166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C41EC8E3-C40D-E869-0DE2-7E26745398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5382" y="2563166"/>
                  <a:ext cx="502860" cy="50286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079F987B-892E-15A5-59B0-94D79C6FB9E4}"/>
                    </a:ext>
                  </a:extLst>
                </p:cNvPr>
                <p:cNvSpPr/>
                <p:nvPr/>
              </p:nvSpPr>
              <p:spPr>
                <a:xfrm>
                  <a:off x="8510681" y="1679823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079F987B-892E-15A5-59B0-94D79C6FB9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0681" y="1679823"/>
                  <a:ext cx="502860" cy="50286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AC2C1A60-19E3-8539-3814-600EDF2EF566}"/>
                    </a:ext>
                  </a:extLst>
                </p:cNvPr>
                <p:cNvSpPr/>
                <p:nvPr/>
              </p:nvSpPr>
              <p:spPr>
                <a:xfrm>
                  <a:off x="9101856" y="1679823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AC2C1A60-19E3-8539-3814-600EDF2EF5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1856" y="1679823"/>
                  <a:ext cx="502860" cy="50286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25C9016D-392D-BDF9-67DC-DC408441336E}"/>
                    </a:ext>
                  </a:extLst>
                </p:cNvPr>
                <p:cNvSpPr/>
                <p:nvPr/>
              </p:nvSpPr>
              <p:spPr>
                <a:xfrm>
                  <a:off x="9693031" y="1688591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25C9016D-392D-BDF9-67DC-DC40844133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3031" y="1688591"/>
                  <a:ext cx="502860" cy="50286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148CAADE-2782-D931-9846-69DEC3988FDB}"/>
                    </a:ext>
                  </a:extLst>
                </p:cNvPr>
                <p:cNvSpPr/>
                <p:nvPr/>
              </p:nvSpPr>
              <p:spPr>
                <a:xfrm>
                  <a:off x="10284206" y="1688591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148CAADE-2782-D931-9846-69DEC3988F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4206" y="1688591"/>
                  <a:ext cx="502860" cy="50286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Triangle 36">
              <a:extLst>
                <a:ext uri="{FF2B5EF4-FFF2-40B4-BE49-F238E27FC236}">
                  <a16:creationId xmlns:a16="http://schemas.microsoft.com/office/drawing/2014/main" id="{A2E47F7E-5C59-AE31-7E08-AD302BA31FBE}"/>
                </a:ext>
              </a:extLst>
            </p:cNvPr>
            <p:cNvSpPr/>
            <p:nvPr/>
          </p:nvSpPr>
          <p:spPr>
            <a:xfrm>
              <a:off x="7952918" y="2191451"/>
              <a:ext cx="1599357" cy="362947"/>
            </a:xfrm>
            <a:prstGeom prst="triangle">
              <a:avLst>
                <a:gd name="adj" fmla="val 50198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riangle 37">
              <a:extLst>
                <a:ext uri="{FF2B5EF4-FFF2-40B4-BE49-F238E27FC236}">
                  <a16:creationId xmlns:a16="http://schemas.microsoft.com/office/drawing/2014/main" id="{68CCF05A-996A-AFC7-9CEB-5F45A04E59D4}"/>
                </a:ext>
              </a:extLst>
            </p:cNvPr>
            <p:cNvSpPr/>
            <p:nvPr/>
          </p:nvSpPr>
          <p:spPr>
            <a:xfrm>
              <a:off x="8541199" y="2184535"/>
              <a:ext cx="1599357" cy="362947"/>
            </a:xfrm>
            <a:prstGeom prst="triangle">
              <a:avLst>
                <a:gd name="adj" fmla="val 50198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Triangle 38">
              <a:extLst>
                <a:ext uri="{FF2B5EF4-FFF2-40B4-BE49-F238E27FC236}">
                  <a16:creationId xmlns:a16="http://schemas.microsoft.com/office/drawing/2014/main" id="{351B238C-8E5D-77EC-87C1-08287A647708}"/>
                </a:ext>
              </a:extLst>
            </p:cNvPr>
            <p:cNvSpPr/>
            <p:nvPr/>
          </p:nvSpPr>
          <p:spPr>
            <a:xfrm>
              <a:off x="9101856" y="2190967"/>
              <a:ext cx="1599357" cy="362947"/>
            </a:xfrm>
            <a:prstGeom prst="triangle">
              <a:avLst>
                <a:gd name="adj" fmla="val 50198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Triangle 39">
              <a:extLst>
                <a:ext uri="{FF2B5EF4-FFF2-40B4-BE49-F238E27FC236}">
                  <a16:creationId xmlns:a16="http://schemas.microsoft.com/office/drawing/2014/main" id="{A2B41F55-3285-EF0B-ADEA-345A41A87E57}"/>
                </a:ext>
              </a:extLst>
            </p:cNvPr>
            <p:cNvSpPr/>
            <p:nvPr/>
          </p:nvSpPr>
          <p:spPr>
            <a:xfrm>
              <a:off x="9742363" y="2184534"/>
              <a:ext cx="1599357" cy="362947"/>
            </a:xfrm>
            <a:prstGeom prst="triangle">
              <a:avLst>
                <a:gd name="adj" fmla="val 50198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DF3AD39-9D92-18B5-AF78-B5B9E9B49FE1}"/>
                </a:ext>
              </a:extLst>
            </p:cNvPr>
            <p:cNvSpPr txBox="1"/>
            <p:nvPr/>
          </p:nvSpPr>
          <p:spPr>
            <a:xfrm>
              <a:off x="11077504" y="1999572"/>
              <a:ext cx="6270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CNN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9376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56971-9F40-9317-A375-3CDC03988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5069AA-C62C-0055-D79A-9AB6DC587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439" y="144471"/>
            <a:ext cx="10515600" cy="47511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Transformer</a:t>
            </a:r>
            <a:r>
              <a:rPr lang="zh-CN" altLang="en-US" dirty="0"/>
              <a:t>的提出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142C946-89FB-4568-4655-475A61679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5" y="987425"/>
            <a:ext cx="6920711" cy="5189538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CNN</a:t>
            </a:r>
            <a:r>
              <a:rPr lang="zh-CN" altLang="en-US" dirty="0"/>
              <a:t>的局限</a:t>
            </a:r>
            <a:endParaRPr lang="en-US" altLang="zh-CN" dirty="0"/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CNN</a:t>
            </a:r>
            <a:r>
              <a:rPr lang="zh-CN" altLang="en-US" dirty="0"/>
              <a:t>仅仅编码局部信息，无法处理全局或者跳跃式的依赖</a:t>
            </a:r>
            <a:endParaRPr lang="en-US" altLang="zh-CN" dirty="0"/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在处理序列时，难以针对序列长度做出动态调整</a:t>
            </a:r>
            <a:endParaRPr lang="en-US" altLang="zh-CN" dirty="0"/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RNN</a:t>
            </a:r>
            <a:r>
              <a:rPr lang="zh-CN" altLang="en-US" dirty="0"/>
              <a:t>的局限</a:t>
            </a:r>
            <a:endParaRPr lang="en-US" altLang="zh-CN" dirty="0"/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RNN</a:t>
            </a:r>
            <a:r>
              <a:rPr lang="zh-CN" altLang="en-US" dirty="0"/>
              <a:t>难以处理长依赖，存在遗忘问题</a:t>
            </a:r>
            <a:endParaRPr lang="en-US" altLang="zh-CN" dirty="0"/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存在梯度消失或者梯度爆炸的问题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endParaRPr lang="en-US" altLang="zh-CN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A4F4018-396A-035D-333F-ACCC49F45F2C}"/>
              </a:ext>
            </a:extLst>
          </p:cNvPr>
          <p:cNvGrpSpPr/>
          <p:nvPr/>
        </p:nvGrpSpPr>
        <p:grpSpPr>
          <a:xfrm>
            <a:off x="9122209" y="3153290"/>
            <a:ext cx="1491113" cy="3197468"/>
            <a:chOff x="7875551" y="1199320"/>
            <a:chExt cx="2710150" cy="5811509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23B07209-3ED1-59D5-E5E9-F332DA84FE85}"/>
                </a:ext>
              </a:extLst>
            </p:cNvPr>
            <p:cNvSpPr txBox="1"/>
            <p:nvPr/>
          </p:nvSpPr>
          <p:spPr>
            <a:xfrm>
              <a:off x="8648932" y="4883590"/>
              <a:ext cx="560070" cy="1238826"/>
            </a:xfrm>
            <a:prstGeom prst="rect">
              <a:avLst/>
            </a:prstGeom>
            <a:solidFill>
              <a:srgbClr val="F4CCCC"/>
            </a:solidFill>
            <a:ln w="9525">
              <a:solidFill>
                <a:srgbClr val="000000"/>
              </a:solidFill>
            </a:ln>
          </p:spPr>
          <p:txBody>
            <a:bodyPr vert="horz" wrap="square" lIns="0" tIns="444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35"/>
                </a:spcBef>
              </a:pPr>
              <a:endParaRPr sz="1600" dirty="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400" spc="-165" dirty="0">
                  <a:latin typeface="Arial"/>
                  <a:cs typeface="Arial"/>
                </a:rPr>
                <a:t>X</a:t>
              </a:r>
            </a:p>
            <a:p>
              <a:pPr algn="ctr">
                <a:lnSpc>
                  <a:spcPct val="100000"/>
                </a:lnSpc>
              </a:pPr>
              <a:endParaRPr sz="1400" dirty="0">
                <a:latin typeface="Arial"/>
                <a:cs typeface="Arial"/>
              </a:endParaRPr>
            </a:p>
          </p:txBody>
        </p:sp>
        <p:sp>
          <p:nvSpPr>
            <p:cNvPr id="13" name="object 5">
              <a:extLst>
                <a:ext uri="{FF2B5EF4-FFF2-40B4-BE49-F238E27FC236}">
                  <a16:creationId xmlns:a16="http://schemas.microsoft.com/office/drawing/2014/main" id="{A9F8D3C5-5B55-7C83-3C19-23C9873B6AE9}"/>
                </a:ext>
              </a:extLst>
            </p:cNvPr>
            <p:cNvSpPr txBox="1"/>
            <p:nvPr/>
          </p:nvSpPr>
          <p:spPr>
            <a:xfrm>
              <a:off x="8634770" y="1363069"/>
              <a:ext cx="560070" cy="1238826"/>
            </a:xfrm>
            <a:prstGeom prst="rect">
              <a:avLst/>
            </a:prstGeom>
            <a:solidFill>
              <a:srgbClr val="C9DAF8"/>
            </a:solidFill>
            <a:ln w="9525">
              <a:solidFill>
                <a:srgbClr val="000000"/>
              </a:solidFill>
            </a:ln>
          </p:spPr>
          <p:txBody>
            <a:bodyPr vert="horz" wrap="square" lIns="0" tIns="444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35"/>
                </a:spcBef>
              </a:pPr>
              <a:endParaRPr sz="1600" dirty="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400" spc="-114" dirty="0">
                  <a:latin typeface="Arial"/>
                  <a:cs typeface="Arial"/>
                </a:rPr>
                <a:t>Y</a:t>
              </a:r>
            </a:p>
            <a:p>
              <a:pPr algn="ctr">
                <a:lnSpc>
                  <a:spcPct val="100000"/>
                </a:lnSpc>
              </a:pPr>
              <a:endParaRPr sz="1400" dirty="0">
                <a:latin typeface="Arial"/>
                <a:cs typeface="Arial"/>
              </a:endParaRPr>
            </a:p>
          </p:txBody>
        </p:sp>
        <p:sp>
          <p:nvSpPr>
            <p:cNvPr id="14" name="object 6">
              <a:extLst>
                <a:ext uri="{FF2B5EF4-FFF2-40B4-BE49-F238E27FC236}">
                  <a16:creationId xmlns:a16="http://schemas.microsoft.com/office/drawing/2014/main" id="{9172DB77-F48B-F3F2-0D83-3B9ADDCB8F54}"/>
                </a:ext>
              </a:extLst>
            </p:cNvPr>
            <p:cNvSpPr/>
            <p:nvPr/>
          </p:nvSpPr>
          <p:spPr>
            <a:xfrm>
              <a:off x="8890674" y="2584965"/>
              <a:ext cx="76200" cy="464820"/>
            </a:xfrm>
            <a:custGeom>
              <a:avLst/>
              <a:gdLst/>
              <a:ahLst/>
              <a:cxnLst/>
              <a:rect l="l" t="t" r="r" b="b"/>
              <a:pathLst>
                <a:path w="76200" h="464819">
                  <a:moveTo>
                    <a:pt x="38100" y="0"/>
                  </a:moveTo>
                  <a:lnTo>
                    <a:pt x="0" y="76200"/>
                  </a:lnTo>
                  <a:lnTo>
                    <a:pt x="28575" y="76200"/>
                  </a:lnTo>
                  <a:lnTo>
                    <a:pt x="28576" y="464790"/>
                  </a:lnTo>
                  <a:lnTo>
                    <a:pt x="47626" y="464790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5" name="object 7">
              <a:extLst>
                <a:ext uri="{FF2B5EF4-FFF2-40B4-BE49-F238E27FC236}">
                  <a16:creationId xmlns:a16="http://schemas.microsoft.com/office/drawing/2014/main" id="{34A357BD-F02A-5B47-834C-AA5A4B38110E}"/>
                </a:ext>
              </a:extLst>
            </p:cNvPr>
            <p:cNvSpPr/>
            <p:nvPr/>
          </p:nvSpPr>
          <p:spPr>
            <a:xfrm>
              <a:off x="8890674" y="4395601"/>
              <a:ext cx="76200" cy="488315"/>
            </a:xfrm>
            <a:custGeom>
              <a:avLst/>
              <a:gdLst/>
              <a:ahLst/>
              <a:cxnLst/>
              <a:rect l="l" t="t" r="r" b="b"/>
              <a:pathLst>
                <a:path w="76200" h="488314">
                  <a:moveTo>
                    <a:pt x="38100" y="0"/>
                  </a:moveTo>
                  <a:lnTo>
                    <a:pt x="0" y="76200"/>
                  </a:lnTo>
                  <a:lnTo>
                    <a:pt x="28575" y="76200"/>
                  </a:lnTo>
                  <a:lnTo>
                    <a:pt x="28576" y="487987"/>
                  </a:lnTo>
                  <a:lnTo>
                    <a:pt x="47626" y="487987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7" name="object 9">
              <a:extLst>
                <a:ext uri="{FF2B5EF4-FFF2-40B4-BE49-F238E27FC236}">
                  <a16:creationId xmlns:a16="http://schemas.microsoft.com/office/drawing/2014/main" id="{4347B978-4AC6-01AE-9E16-1E4B84672D75}"/>
                </a:ext>
              </a:extLst>
            </p:cNvPr>
            <p:cNvSpPr/>
            <p:nvPr/>
          </p:nvSpPr>
          <p:spPr>
            <a:xfrm>
              <a:off x="9589583" y="3209279"/>
              <a:ext cx="737234" cy="947755"/>
            </a:xfrm>
            <a:custGeom>
              <a:avLst/>
              <a:gdLst/>
              <a:ahLst/>
              <a:cxnLst/>
              <a:rect l="l" t="t" r="r" b="b"/>
              <a:pathLst>
                <a:path w="737235" h="424814">
                  <a:moveTo>
                    <a:pt x="33712" y="0"/>
                  </a:moveTo>
                  <a:lnTo>
                    <a:pt x="91998" y="35880"/>
                  </a:lnTo>
                  <a:lnTo>
                    <a:pt x="301339" y="87915"/>
                  </a:lnTo>
                  <a:lnTo>
                    <a:pt x="361697" y="103248"/>
                  </a:lnTo>
                  <a:lnTo>
                    <a:pt x="422160" y="119108"/>
                  </a:lnTo>
                  <a:lnTo>
                    <a:pt x="481172" y="135289"/>
                  </a:lnTo>
                  <a:lnTo>
                    <a:pt x="537169" y="151584"/>
                  </a:lnTo>
                  <a:lnTo>
                    <a:pt x="588584" y="167786"/>
                  </a:lnTo>
                  <a:lnTo>
                    <a:pt x="633735" y="183640"/>
                  </a:lnTo>
                  <a:lnTo>
                    <a:pt x="671131" y="198945"/>
                  </a:lnTo>
                  <a:lnTo>
                    <a:pt x="708684" y="219986"/>
                  </a:lnTo>
                  <a:lnTo>
                    <a:pt x="717444" y="231065"/>
                  </a:lnTo>
                  <a:lnTo>
                    <a:pt x="716742" y="233032"/>
                  </a:lnTo>
                  <a:lnTo>
                    <a:pt x="681484" y="254267"/>
                  </a:lnTo>
                  <a:lnTo>
                    <a:pt x="625812" y="272719"/>
                  </a:lnTo>
                  <a:lnTo>
                    <a:pt x="578421" y="285092"/>
                  </a:lnTo>
                  <a:lnTo>
                    <a:pt x="524753" y="297342"/>
                  </a:lnTo>
                  <a:lnTo>
                    <a:pt x="466570" y="309332"/>
                  </a:lnTo>
                  <a:lnTo>
                    <a:pt x="405394" y="320988"/>
                  </a:lnTo>
                  <a:lnTo>
                    <a:pt x="342817" y="332218"/>
                  </a:lnTo>
                  <a:lnTo>
                    <a:pt x="280424" y="342933"/>
                  </a:lnTo>
                  <a:lnTo>
                    <a:pt x="162511" y="362480"/>
                  </a:lnTo>
                  <a:lnTo>
                    <a:pt x="73097" y="377545"/>
                  </a:lnTo>
                  <a:lnTo>
                    <a:pt x="67736" y="349363"/>
                  </a:lnTo>
                  <a:lnTo>
                    <a:pt x="0" y="401032"/>
                  </a:lnTo>
                  <a:lnTo>
                    <a:pt x="81977" y="424219"/>
                  </a:lnTo>
                  <a:lnTo>
                    <a:pt x="76658" y="396260"/>
                  </a:lnTo>
                  <a:lnTo>
                    <a:pt x="89438" y="393946"/>
                  </a:lnTo>
                  <a:lnTo>
                    <a:pt x="283649" y="361708"/>
                  </a:lnTo>
                  <a:lnTo>
                    <a:pt x="346181" y="350968"/>
                  </a:lnTo>
                  <a:lnTo>
                    <a:pt x="408959" y="339702"/>
                  </a:lnTo>
                  <a:lnTo>
                    <a:pt x="470415" y="327990"/>
                  </a:lnTo>
                  <a:lnTo>
                    <a:pt x="528994" y="315915"/>
                  </a:lnTo>
                  <a:lnTo>
                    <a:pt x="583067" y="303566"/>
                  </a:lnTo>
                  <a:lnTo>
                    <a:pt x="631243" y="290978"/>
                  </a:lnTo>
                  <a:lnTo>
                    <a:pt x="672011" y="278184"/>
                  </a:lnTo>
                  <a:lnTo>
                    <a:pt x="716621" y="258117"/>
                  </a:lnTo>
                  <a:lnTo>
                    <a:pt x="736967" y="231677"/>
                  </a:lnTo>
                  <a:lnTo>
                    <a:pt x="735181" y="222450"/>
                  </a:lnTo>
                  <a:lnTo>
                    <a:pt x="694623" y="189119"/>
                  </a:lnTo>
                  <a:lnTo>
                    <a:pt x="640228" y="165731"/>
                  </a:lnTo>
                  <a:lnTo>
                    <a:pt x="594307" y="149616"/>
                  </a:lnTo>
                  <a:lnTo>
                    <a:pt x="542491" y="133292"/>
                  </a:lnTo>
                  <a:lnTo>
                    <a:pt x="486209" y="116917"/>
                  </a:lnTo>
                  <a:lnTo>
                    <a:pt x="426993" y="100681"/>
                  </a:lnTo>
                  <a:lnTo>
                    <a:pt x="366387" y="84785"/>
                  </a:lnTo>
                  <a:lnTo>
                    <a:pt x="305939" y="69428"/>
                  </a:lnTo>
                  <a:lnTo>
                    <a:pt x="141062" y="28614"/>
                  </a:lnTo>
                  <a:lnTo>
                    <a:pt x="77566" y="12435"/>
                  </a:lnTo>
                  <a:lnTo>
                    <a:pt x="45937" y="3719"/>
                  </a:lnTo>
                  <a:lnTo>
                    <a:pt x="337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C62B4A2-55CF-C7DD-4768-0EA3719AAEFF}"/>
                </a:ext>
              </a:extLst>
            </p:cNvPr>
            <p:cNvSpPr/>
            <p:nvPr/>
          </p:nvSpPr>
          <p:spPr>
            <a:xfrm>
              <a:off x="8240026" y="3066601"/>
              <a:ext cx="1349556" cy="1329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5D21E6F-0964-1954-E606-DE4CD78FD68D}"/>
                </a:ext>
              </a:extLst>
            </p:cNvPr>
            <p:cNvSpPr/>
            <p:nvPr/>
          </p:nvSpPr>
          <p:spPr>
            <a:xfrm>
              <a:off x="7875551" y="1199320"/>
              <a:ext cx="2710150" cy="5144877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50C0EEA-0EC3-0C2C-8D46-F18A9079FB04}"/>
                </a:ext>
              </a:extLst>
            </p:cNvPr>
            <p:cNvSpPr txBox="1"/>
            <p:nvPr/>
          </p:nvSpPr>
          <p:spPr>
            <a:xfrm>
              <a:off x="8739692" y="6395495"/>
              <a:ext cx="1139767" cy="6153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RNN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DD08594-F294-BCEA-E10B-9DE8F6F22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410213" y="3081469"/>
              <a:ext cx="1031007" cy="128662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E677B6C-396B-AC5E-BBD5-5BB9F9E4B575}"/>
                </a:ext>
              </a:extLst>
            </p:cNvPr>
            <p:cNvSpPr txBox="1"/>
            <p:nvPr/>
          </p:nvSpPr>
          <p:spPr>
            <a:xfrm>
              <a:off x="8940855" y="4382966"/>
              <a:ext cx="859318" cy="4754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NN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F1A520C-FA8C-ACF3-E7B1-E9939A592048}"/>
              </a:ext>
            </a:extLst>
          </p:cNvPr>
          <p:cNvGrpSpPr/>
          <p:nvPr/>
        </p:nvGrpSpPr>
        <p:grpSpPr>
          <a:xfrm>
            <a:off x="7939859" y="1092542"/>
            <a:ext cx="3785093" cy="1386203"/>
            <a:chOff x="7919506" y="1679823"/>
            <a:chExt cx="3785093" cy="1386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FAD14FD5-DFF1-212E-1246-EF6D261EF1E5}"/>
                    </a:ext>
                  </a:extLst>
                </p:cNvPr>
                <p:cNvSpPr/>
                <p:nvPr/>
              </p:nvSpPr>
              <p:spPr>
                <a:xfrm>
                  <a:off x="7919506" y="2554398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3FCA27D6-91AB-AFD0-0CF7-4396945CFC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9506" y="2554398"/>
                  <a:ext cx="502860" cy="50286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DB895CD4-EC75-4993-76DB-DEC37E22AC6D}"/>
                    </a:ext>
                  </a:extLst>
                </p:cNvPr>
                <p:cNvSpPr/>
                <p:nvPr/>
              </p:nvSpPr>
              <p:spPr>
                <a:xfrm>
                  <a:off x="8510681" y="2554398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8591483-2A70-2191-A6AA-D18B9A7A01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0681" y="2554398"/>
                  <a:ext cx="502860" cy="50286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D991C140-FA94-6122-005B-BC96FE51526E}"/>
                    </a:ext>
                  </a:extLst>
                </p:cNvPr>
                <p:cNvSpPr/>
                <p:nvPr/>
              </p:nvSpPr>
              <p:spPr>
                <a:xfrm>
                  <a:off x="9101856" y="2554398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BF3DFD77-5BB1-4B08-5564-9B9E3FFDD7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1856" y="2554398"/>
                  <a:ext cx="502860" cy="50286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EAC93CB3-CC77-3313-39BB-2FEE537EAC08}"/>
                    </a:ext>
                  </a:extLst>
                </p:cNvPr>
                <p:cNvSpPr/>
                <p:nvPr/>
              </p:nvSpPr>
              <p:spPr>
                <a:xfrm>
                  <a:off x="9693031" y="2563166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835DAC87-5EA3-B3CA-A71F-CDD9882D19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3031" y="2563166"/>
                  <a:ext cx="502860" cy="50286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B554E306-58C4-372A-53A7-00089F4513D0}"/>
                    </a:ext>
                  </a:extLst>
                </p:cNvPr>
                <p:cNvSpPr/>
                <p:nvPr/>
              </p:nvSpPr>
              <p:spPr>
                <a:xfrm>
                  <a:off x="10284206" y="2563166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724A2E4-1D69-60B1-CE8C-823343B25D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4206" y="2563166"/>
                  <a:ext cx="502860" cy="50286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A526808F-426F-35B3-5C10-2ACB2A818DF4}"/>
                    </a:ext>
                  </a:extLst>
                </p:cNvPr>
                <p:cNvSpPr/>
                <p:nvPr/>
              </p:nvSpPr>
              <p:spPr>
                <a:xfrm>
                  <a:off x="10875382" y="2563166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C41EC8E3-C40D-E869-0DE2-7E26745398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5382" y="2563166"/>
                  <a:ext cx="502860" cy="50286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BFC45B5C-D6E2-FB63-E2BC-63FD9A092433}"/>
                    </a:ext>
                  </a:extLst>
                </p:cNvPr>
                <p:cNvSpPr/>
                <p:nvPr/>
              </p:nvSpPr>
              <p:spPr>
                <a:xfrm>
                  <a:off x="8510681" y="1679823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079F987B-892E-15A5-59B0-94D79C6FB9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0681" y="1679823"/>
                  <a:ext cx="502860" cy="50286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3741922A-689A-D16D-0B93-F38EB2234E13}"/>
                    </a:ext>
                  </a:extLst>
                </p:cNvPr>
                <p:cNvSpPr/>
                <p:nvPr/>
              </p:nvSpPr>
              <p:spPr>
                <a:xfrm>
                  <a:off x="9101856" y="1679823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AC2C1A60-19E3-8539-3814-600EDF2EF5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1856" y="1679823"/>
                  <a:ext cx="502860" cy="50286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A34C10AC-C9A3-16BE-875A-A1ADA71AE503}"/>
                    </a:ext>
                  </a:extLst>
                </p:cNvPr>
                <p:cNvSpPr/>
                <p:nvPr/>
              </p:nvSpPr>
              <p:spPr>
                <a:xfrm>
                  <a:off x="9693031" y="1688591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25C9016D-392D-BDF9-67DC-DC40844133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3031" y="1688591"/>
                  <a:ext cx="502860" cy="50286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67B8C081-1940-3091-19E9-DBCF0F9F9828}"/>
                    </a:ext>
                  </a:extLst>
                </p:cNvPr>
                <p:cNvSpPr/>
                <p:nvPr/>
              </p:nvSpPr>
              <p:spPr>
                <a:xfrm>
                  <a:off x="10284206" y="1688591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148CAADE-2782-D931-9846-69DEC3988F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4206" y="1688591"/>
                  <a:ext cx="502860" cy="50286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Triangle 36">
              <a:extLst>
                <a:ext uri="{FF2B5EF4-FFF2-40B4-BE49-F238E27FC236}">
                  <a16:creationId xmlns:a16="http://schemas.microsoft.com/office/drawing/2014/main" id="{1BF24E3A-1189-A0EA-CACC-31C415E54516}"/>
                </a:ext>
              </a:extLst>
            </p:cNvPr>
            <p:cNvSpPr/>
            <p:nvPr/>
          </p:nvSpPr>
          <p:spPr>
            <a:xfrm>
              <a:off x="7952918" y="2191451"/>
              <a:ext cx="1599357" cy="362947"/>
            </a:xfrm>
            <a:prstGeom prst="triangle">
              <a:avLst>
                <a:gd name="adj" fmla="val 50198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riangle 37">
              <a:extLst>
                <a:ext uri="{FF2B5EF4-FFF2-40B4-BE49-F238E27FC236}">
                  <a16:creationId xmlns:a16="http://schemas.microsoft.com/office/drawing/2014/main" id="{DBD0A024-5828-6E72-57B3-C7E14BDCE1F5}"/>
                </a:ext>
              </a:extLst>
            </p:cNvPr>
            <p:cNvSpPr/>
            <p:nvPr/>
          </p:nvSpPr>
          <p:spPr>
            <a:xfrm>
              <a:off x="8541199" y="2184535"/>
              <a:ext cx="1599357" cy="362947"/>
            </a:xfrm>
            <a:prstGeom prst="triangle">
              <a:avLst>
                <a:gd name="adj" fmla="val 50198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Triangle 38">
              <a:extLst>
                <a:ext uri="{FF2B5EF4-FFF2-40B4-BE49-F238E27FC236}">
                  <a16:creationId xmlns:a16="http://schemas.microsoft.com/office/drawing/2014/main" id="{1EAC8D1E-A01D-8056-C001-0074A091EDEA}"/>
                </a:ext>
              </a:extLst>
            </p:cNvPr>
            <p:cNvSpPr/>
            <p:nvPr/>
          </p:nvSpPr>
          <p:spPr>
            <a:xfrm>
              <a:off x="9101856" y="2190967"/>
              <a:ext cx="1599357" cy="362947"/>
            </a:xfrm>
            <a:prstGeom prst="triangle">
              <a:avLst>
                <a:gd name="adj" fmla="val 50198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Triangle 39">
              <a:extLst>
                <a:ext uri="{FF2B5EF4-FFF2-40B4-BE49-F238E27FC236}">
                  <a16:creationId xmlns:a16="http://schemas.microsoft.com/office/drawing/2014/main" id="{D8BA1940-9BD0-58EB-5268-A0E498181EF0}"/>
                </a:ext>
              </a:extLst>
            </p:cNvPr>
            <p:cNvSpPr/>
            <p:nvPr/>
          </p:nvSpPr>
          <p:spPr>
            <a:xfrm>
              <a:off x="9742363" y="2184534"/>
              <a:ext cx="1599357" cy="362947"/>
            </a:xfrm>
            <a:prstGeom prst="triangle">
              <a:avLst>
                <a:gd name="adj" fmla="val 50198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25C878F-C6BB-D09F-DBB7-47BE18A6AFFD}"/>
                </a:ext>
              </a:extLst>
            </p:cNvPr>
            <p:cNvSpPr txBox="1"/>
            <p:nvPr/>
          </p:nvSpPr>
          <p:spPr>
            <a:xfrm>
              <a:off x="11077504" y="1999572"/>
              <a:ext cx="6270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CNN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792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98F77-19F8-4324-FEFA-5F62D7CEF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4BA6E8-FCE3-3D4A-642E-E378E21D1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439" y="144471"/>
            <a:ext cx="10515600" cy="47511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Transformer</a:t>
            </a:r>
            <a:r>
              <a:rPr lang="zh-CN" altLang="en-US" dirty="0"/>
              <a:t>的提出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EC5F846-9016-A054-53E8-EAE6FB39B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5" y="987425"/>
            <a:ext cx="10898671" cy="5189538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回顾</a:t>
            </a:r>
            <a:endParaRPr lang="en-US" altLang="zh-CN" dirty="0"/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Self-attention</a:t>
            </a:r>
            <a:r>
              <a:rPr lang="zh-CN" altLang="en-US" dirty="0"/>
              <a:t>计算每个输入单元对输出的贡献，因此能够在全局范围内对输入进行建模</a:t>
            </a:r>
            <a:endParaRPr lang="en-US" altLang="zh-CN" dirty="0"/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然而，</a:t>
            </a:r>
            <a:r>
              <a:rPr lang="en-US" altLang="zh-CN" dirty="0"/>
              <a:t>self-attention</a:t>
            </a:r>
            <a:r>
              <a:rPr lang="zh-CN" altLang="en-US" dirty="0"/>
              <a:t>无法区分不同输入的位置信息</a:t>
            </a:r>
            <a:endParaRPr lang="en-US" altLang="zh-CN" dirty="0"/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Q</a:t>
            </a:r>
            <a:r>
              <a:rPr lang="zh-CN" altLang="en-US" dirty="0"/>
              <a:t>、</a:t>
            </a:r>
            <a:r>
              <a:rPr lang="en-US" altLang="zh-CN" dirty="0"/>
              <a:t>K</a:t>
            </a:r>
            <a:r>
              <a:rPr lang="zh-CN" altLang="en-US" dirty="0"/>
              <a:t>、</a:t>
            </a:r>
            <a:r>
              <a:rPr lang="en-US" altLang="zh-CN" dirty="0"/>
              <a:t>V</a:t>
            </a:r>
            <a:r>
              <a:rPr lang="zh-CN" altLang="en-US" dirty="0"/>
              <a:t>仅从单一维度对不同输入单元的贡献进行计算</a:t>
            </a:r>
            <a:endParaRPr lang="en-US" altLang="zh-CN" dirty="0"/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zh-CN" altLang="en-US" dirty="0"/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endParaRPr lang="en-US" altLang="zh-CN" dirty="0"/>
          </a:p>
        </p:txBody>
      </p:sp>
      <p:pic>
        <p:nvPicPr>
          <p:cNvPr id="3" name="图片 4">
            <a:extLst>
              <a:ext uri="{FF2B5EF4-FFF2-40B4-BE49-F238E27FC236}">
                <a16:creationId xmlns:a16="http://schemas.microsoft.com/office/drawing/2014/main" id="{FA3E4FE6-6BAE-E164-533E-8B1FA6ED574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42434" y="4018407"/>
            <a:ext cx="2817768" cy="1164380"/>
          </a:xfrm>
          <a:prstGeom prst="rect">
            <a:avLst/>
          </a:prstGeom>
        </p:spPr>
      </p:pic>
      <p:pic>
        <p:nvPicPr>
          <p:cNvPr id="13" name="图片 5">
            <a:extLst>
              <a:ext uri="{FF2B5EF4-FFF2-40B4-BE49-F238E27FC236}">
                <a16:creationId xmlns:a16="http://schemas.microsoft.com/office/drawing/2014/main" id="{3D2844C1-FE5B-092C-4ADD-B4798730C4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6830" y="5164631"/>
            <a:ext cx="5117221" cy="12279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CFB40F-CE45-627C-D0C5-1CCA83E0135F}"/>
                  </a:ext>
                </a:extLst>
              </p:cNvPr>
              <p:cNvSpPr txBox="1"/>
              <p:nvPr/>
            </p:nvSpPr>
            <p:spPr>
              <a:xfrm>
                <a:off x="7421874" y="5232536"/>
                <a:ext cx="236016" cy="1964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CFB40F-CE45-627C-D0C5-1CCA83E01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874" y="5232536"/>
                <a:ext cx="236016" cy="196441"/>
              </a:xfrm>
              <a:prstGeom prst="rect">
                <a:avLst/>
              </a:prstGeom>
              <a:blipFill>
                <a:blip r:embed="rId6"/>
                <a:stretch>
                  <a:fillRect l="-21053" r="-15789" b="-5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BF54AA3-DE31-12DA-5986-765BCA690E28}"/>
                  </a:ext>
                </a:extLst>
              </p:cNvPr>
              <p:cNvSpPr txBox="1"/>
              <p:nvPr/>
            </p:nvSpPr>
            <p:spPr>
              <a:xfrm>
                <a:off x="7426881" y="5408347"/>
                <a:ext cx="240387" cy="1964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BF54AA3-DE31-12DA-5986-765BCA690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881" y="5408347"/>
                <a:ext cx="240387" cy="196441"/>
              </a:xfrm>
              <a:prstGeom prst="rect">
                <a:avLst/>
              </a:prstGeom>
              <a:blipFill>
                <a:blip r:embed="rId7"/>
                <a:stretch>
                  <a:fillRect l="-20000" r="-15000" b="-5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B31D08-6788-57EF-8871-FADB235FB993}"/>
                  </a:ext>
                </a:extLst>
              </p:cNvPr>
              <p:cNvSpPr txBox="1"/>
              <p:nvPr/>
            </p:nvSpPr>
            <p:spPr>
              <a:xfrm>
                <a:off x="7424378" y="5579611"/>
                <a:ext cx="240387" cy="1964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B31D08-6788-57EF-8871-FADB235FB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378" y="5579611"/>
                <a:ext cx="240387" cy="196441"/>
              </a:xfrm>
              <a:prstGeom prst="rect">
                <a:avLst/>
              </a:prstGeom>
              <a:blipFill>
                <a:blip r:embed="rId8"/>
                <a:stretch>
                  <a:fillRect l="-20000" r="-15000" b="-5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4CE89D5-9E43-DCF7-C1C1-491C997C3B57}"/>
                  </a:ext>
                </a:extLst>
              </p:cNvPr>
              <p:cNvSpPr txBox="1"/>
              <p:nvPr/>
            </p:nvSpPr>
            <p:spPr>
              <a:xfrm>
                <a:off x="7414363" y="5767807"/>
                <a:ext cx="232276" cy="1964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4CE89D5-9E43-DCF7-C1C1-491C997C3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4363" y="5767807"/>
                <a:ext cx="232276" cy="196441"/>
              </a:xfrm>
              <a:prstGeom prst="rect">
                <a:avLst/>
              </a:prstGeom>
              <a:blipFill>
                <a:blip r:embed="rId9"/>
                <a:stretch>
                  <a:fillRect l="-21053" r="-15789" b="-6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B00E96B-42EF-082E-B8F9-0358A4ACA081}"/>
                  </a:ext>
                </a:extLst>
              </p:cNvPr>
              <p:cNvSpPr txBox="1"/>
              <p:nvPr/>
            </p:nvSpPr>
            <p:spPr>
              <a:xfrm>
                <a:off x="5413811" y="5287033"/>
                <a:ext cx="327293" cy="2050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B00E96B-42EF-082E-B8F9-0358A4ACA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811" y="5287033"/>
                <a:ext cx="327293" cy="205081"/>
              </a:xfrm>
              <a:prstGeom prst="rect">
                <a:avLst/>
              </a:prstGeom>
              <a:blipFill>
                <a:blip r:embed="rId10"/>
                <a:stretch>
                  <a:fillRect l="-18519" r="-14815" b="-5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FBB3582-DDFD-CD32-3DF4-91521AC9A1E9}"/>
                  </a:ext>
                </a:extLst>
              </p:cNvPr>
              <p:cNvSpPr txBox="1"/>
              <p:nvPr/>
            </p:nvSpPr>
            <p:spPr>
              <a:xfrm>
                <a:off x="5723623" y="5290508"/>
                <a:ext cx="327293" cy="2050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FBB3582-DDFD-CD32-3DF4-91521AC9A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623" y="5290508"/>
                <a:ext cx="327293" cy="205081"/>
              </a:xfrm>
              <a:prstGeom prst="rect">
                <a:avLst/>
              </a:prstGeom>
              <a:blipFill>
                <a:blip r:embed="rId11"/>
                <a:stretch>
                  <a:fillRect l="-18519" r="-14815" b="-5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61A6D05-A3C7-78B0-DEAD-EC617D69F732}"/>
                  </a:ext>
                </a:extLst>
              </p:cNvPr>
              <p:cNvSpPr txBox="1"/>
              <p:nvPr/>
            </p:nvSpPr>
            <p:spPr>
              <a:xfrm>
                <a:off x="6038024" y="5302028"/>
                <a:ext cx="327293" cy="2050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61A6D05-A3C7-78B0-DEAD-EC617D69F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8024" y="5302028"/>
                <a:ext cx="327293" cy="205081"/>
              </a:xfrm>
              <a:prstGeom prst="rect">
                <a:avLst/>
              </a:prstGeom>
              <a:blipFill>
                <a:blip r:embed="rId12"/>
                <a:stretch>
                  <a:fillRect l="-18519" r="-11111" b="-5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8745E4-0C30-A62B-36AC-8D778227EB1B}"/>
                  </a:ext>
                </a:extLst>
              </p:cNvPr>
              <p:cNvSpPr txBox="1"/>
              <p:nvPr/>
            </p:nvSpPr>
            <p:spPr>
              <a:xfrm>
                <a:off x="6358254" y="5296333"/>
                <a:ext cx="327293" cy="2050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8745E4-0C30-A62B-36AC-8D778227E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254" y="5296333"/>
                <a:ext cx="327293" cy="205081"/>
              </a:xfrm>
              <a:prstGeom prst="rect">
                <a:avLst/>
              </a:prstGeom>
              <a:blipFill>
                <a:blip r:embed="rId13"/>
                <a:stretch>
                  <a:fillRect l="-18519" r="-14815" b="-6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图片 4">
            <a:extLst>
              <a:ext uri="{FF2B5EF4-FFF2-40B4-BE49-F238E27FC236}">
                <a16:creationId xmlns:a16="http://schemas.microsoft.com/office/drawing/2014/main" id="{D9CEAA06-9D8E-A487-8B10-17D46267E1C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00217" y="3985147"/>
            <a:ext cx="2550215" cy="114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84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A7753-20E0-9A19-E47E-5299F093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9EF7B-B131-B6FC-2846-615A6B981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439" y="144471"/>
            <a:ext cx="10515600" cy="47511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Transformer</a:t>
            </a:r>
            <a:r>
              <a:rPr lang="zh-CN" altLang="en-US" dirty="0"/>
              <a:t>的提出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25AB19D-D989-A859-FD1C-CC32BBF84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5" y="987425"/>
            <a:ext cx="10713140" cy="5189538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模型架构需要满足以下条件</a:t>
            </a:r>
            <a:endParaRPr lang="en-US" altLang="zh-CN" dirty="0"/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以</a:t>
            </a:r>
            <a:r>
              <a:rPr lang="en-US" altLang="zh-CN" dirty="0"/>
              <a:t>Attention</a:t>
            </a:r>
            <a:r>
              <a:rPr lang="zh-CN" altLang="en-US" dirty="0"/>
              <a:t>为基础，计算全局信息</a:t>
            </a:r>
            <a:endParaRPr lang="en-US" altLang="zh-CN" dirty="0"/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用特定的方式提供输入单元的位置信息</a:t>
            </a:r>
            <a:endParaRPr lang="en-US" altLang="zh-CN" dirty="0"/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能够计算不同方面的注意力，评估输入单元在不同方面的影响</a:t>
            </a:r>
            <a:endParaRPr lang="en-US" altLang="zh-CN" dirty="0"/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高效可计算，可通过堆叠层数等方式快速拓展</a:t>
            </a:r>
            <a:endParaRPr lang="en-US" altLang="zh-CN" dirty="0"/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…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Ashish Vaswani</a:t>
            </a:r>
            <a:r>
              <a:rPr lang="zh-CN" altLang="en-US" dirty="0"/>
              <a:t> 等人于</a:t>
            </a:r>
            <a:r>
              <a:rPr lang="en-US" altLang="zh-CN" dirty="0"/>
              <a:t>2017</a:t>
            </a:r>
            <a:r>
              <a:rPr lang="zh-CN" altLang="en-US" dirty="0"/>
              <a:t>年提出</a:t>
            </a:r>
            <a:r>
              <a:rPr lang="en-US" altLang="zh-CN" dirty="0"/>
              <a:t>Transformer</a:t>
            </a:r>
            <a:r>
              <a:rPr lang="zh-CN" altLang="en-US" dirty="0"/>
              <a:t>架构</a:t>
            </a:r>
            <a:endParaRPr lang="en-US" altLang="zh-CN" dirty="0"/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zh-CN" altLang="en-US" dirty="0"/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endParaRPr lang="en-US" altLang="zh-CN" dirty="0"/>
          </a:p>
        </p:txBody>
      </p:sp>
      <p:pic>
        <p:nvPicPr>
          <p:cNvPr id="1026" name="Picture 2" descr="Ashish Vaswani">
            <a:extLst>
              <a:ext uri="{FF2B5EF4-FFF2-40B4-BE49-F238E27FC236}">
                <a16:creationId xmlns:a16="http://schemas.microsoft.com/office/drawing/2014/main" id="{97D00D7D-3A1D-1854-7CC2-2547B23ED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75" y="3890963"/>
            <a:ext cx="2387600" cy="23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3951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94AF0-139E-DE16-1E3B-8E2F35CC2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E66C9-A31A-BA72-452A-1ED3A53D3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439" y="144471"/>
            <a:ext cx="10515600" cy="47511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Transformer 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0252E0F-35A7-0232-1311-003B646EC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5" y="987425"/>
            <a:ext cx="6920711" cy="5189538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基于注意力机制的序列建模</a:t>
            </a:r>
            <a:endParaRPr lang="en-US" altLang="zh-CN" dirty="0"/>
          </a:p>
          <a:p>
            <a:pPr marL="685800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结构类似</a:t>
            </a:r>
            <a:r>
              <a:rPr lang="en-US" altLang="zh-CN" dirty="0"/>
              <a:t>CNN</a:t>
            </a:r>
            <a:r>
              <a:rPr lang="zh-CN" altLang="en-US" dirty="0"/>
              <a:t>，但考虑了长距离依赖</a:t>
            </a:r>
            <a:br>
              <a:rPr lang="zh-CN" altLang="en-US" dirty="0"/>
            </a:br>
            <a:endParaRPr lang="en-US" altLang="zh-CN" dirty="0"/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应用新技术以增强模型的表征能力</a:t>
            </a:r>
            <a:endParaRPr lang="en-US" altLang="zh-CN" dirty="0"/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位置编码</a:t>
            </a:r>
            <a:endParaRPr lang="en-US" altLang="zh-CN" dirty="0"/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多头（注意力）</a:t>
            </a:r>
            <a:endParaRPr lang="en-US" altLang="zh-CN" dirty="0"/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类残差连接</a:t>
            </a:r>
            <a:endParaRPr lang="en-US" altLang="zh-CN" dirty="0"/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…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0CE909-5829-7D38-5CB8-B9456F1BD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936" y="898903"/>
            <a:ext cx="4139984" cy="5060194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DA1CC04-28B3-6957-D5F3-1BC4BD530FD9}"/>
              </a:ext>
            </a:extLst>
          </p:cNvPr>
          <p:cNvSpPr/>
          <p:nvPr/>
        </p:nvSpPr>
        <p:spPr>
          <a:xfrm>
            <a:off x="7908028" y="2411187"/>
            <a:ext cx="1739900" cy="2832100"/>
          </a:xfrm>
          <a:prstGeom prst="roundRect">
            <a:avLst>
              <a:gd name="adj" fmla="val 8940"/>
            </a:avLst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1E22C7F-22FF-FD2F-999C-BB9BB9FBC659}"/>
              </a:ext>
            </a:extLst>
          </p:cNvPr>
          <p:cNvSpPr/>
          <p:nvPr/>
        </p:nvSpPr>
        <p:spPr>
          <a:xfrm>
            <a:off x="9647928" y="1901374"/>
            <a:ext cx="1586129" cy="3251199"/>
          </a:xfrm>
          <a:prstGeom prst="roundRect">
            <a:avLst>
              <a:gd name="adj" fmla="val 8940"/>
            </a:avLst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8AB310-27AF-8EBE-7961-8FCE2278A1FA}"/>
              </a:ext>
            </a:extLst>
          </p:cNvPr>
          <p:cNvSpPr txBox="1"/>
          <p:nvPr/>
        </p:nvSpPr>
        <p:spPr>
          <a:xfrm>
            <a:off x="7658824" y="1956226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err="1">
                <a:latin typeface="SimHei" panose="02010609060101010101" pitchFamily="49" charset="-122"/>
                <a:ea typeface="SimHei" panose="02010609060101010101" pitchFamily="49" charset="-122"/>
                <a:cs typeface="Calibri" panose="020F0502020204030204" pitchFamily="34" charset="0"/>
              </a:rPr>
              <a:t>编码器</a:t>
            </a:r>
            <a:endParaRPr lang="en-US" sz="2000">
              <a:latin typeface="SimHei" panose="02010609060101010101" pitchFamily="49" charset="-122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8C729C-EF51-0F21-8E5D-50A491F56449}"/>
              </a:ext>
            </a:extLst>
          </p:cNvPr>
          <p:cNvSpPr txBox="1"/>
          <p:nvPr/>
        </p:nvSpPr>
        <p:spPr>
          <a:xfrm>
            <a:off x="10757003" y="150126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  <a:cs typeface="Calibri" panose="020F0502020204030204" pitchFamily="34" charset="0"/>
              </a:rPr>
              <a:t>解码器</a:t>
            </a:r>
            <a:endParaRPr lang="en-US" sz="2000" dirty="0">
              <a:latin typeface="SimHei" panose="02010609060101010101" pitchFamily="49" charset="-122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620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BE309-B71E-58D5-5970-1BB12BBB6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Transformer</a:t>
            </a:r>
            <a:r>
              <a:rPr lang="zh-CN" altLang="en-US" dirty="0"/>
              <a:t>的广泛应用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9AFE1-CC70-B0E5-2A05-7599A9ADC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Transformer是目前</a:t>
            </a:r>
            <a:r>
              <a:rPr lang="zh-CN" altLang="en-US" dirty="0"/>
              <a:t>通用</a:t>
            </a:r>
            <a:r>
              <a:rPr lang="en-US" dirty="0" err="1"/>
              <a:t>表征模型的基本架构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82F357-371E-8C88-C7E9-D2B0DEB4F452}"/>
              </a:ext>
            </a:extLst>
          </p:cNvPr>
          <p:cNvGrpSpPr/>
          <p:nvPr/>
        </p:nvGrpSpPr>
        <p:grpSpPr>
          <a:xfrm>
            <a:off x="990600" y="1655046"/>
            <a:ext cx="6045200" cy="4890305"/>
            <a:chOff x="3251200" y="1466333"/>
            <a:chExt cx="6045200" cy="489030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E2EE9B2-68B0-EAC5-DF26-D226DF7DC6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51200" y="1650999"/>
              <a:ext cx="6045200" cy="4705639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C99AF36-919E-91C4-8DED-8FE6C1A2133D}"/>
                </a:ext>
              </a:extLst>
            </p:cNvPr>
            <p:cNvSpPr txBox="1"/>
            <p:nvPr/>
          </p:nvSpPr>
          <p:spPr>
            <a:xfrm>
              <a:off x="3604117" y="4003818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编码模型</a:t>
              </a:r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00CFB5D-892F-BF7C-4609-9DACAAC0F6A8}"/>
                </a:ext>
              </a:extLst>
            </p:cNvPr>
            <p:cNvSpPr txBox="1"/>
            <p:nvPr/>
          </p:nvSpPr>
          <p:spPr>
            <a:xfrm>
              <a:off x="4683414" y="1466333"/>
              <a:ext cx="16466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编码</a:t>
              </a:r>
              <a:r>
                <a:rPr lang="en-US" altLang="zh-CN" dirty="0"/>
                <a:t>-</a:t>
              </a:r>
              <a:r>
                <a:rPr lang="zh-CN" altLang="en-US" dirty="0"/>
                <a:t>解码模型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7CF329E-249B-0FE0-C0A3-A7AC001EAF11}"/>
                </a:ext>
              </a:extLst>
            </p:cNvPr>
            <p:cNvSpPr txBox="1"/>
            <p:nvPr/>
          </p:nvSpPr>
          <p:spPr>
            <a:xfrm>
              <a:off x="7419332" y="1466333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解码模型</a:t>
              </a:r>
              <a:endParaRPr lang="en-US" dirty="0"/>
            </a:p>
          </p:txBody>
        </p:sp>
      </p:grpSp>
      <p:pic>
        <p:nvPicPr>
          <p:cNvPr id="9" name="图片 4">
            <a:extLst>
              <a:ext uri="{FF2B5EF4-FFF2-40B4-BE49-F238E27FC236}">
                <a16:creationId xmlns:a16="http://schemas.microsoft.com/office/drawing/2014/main" id="{9367EFE7-B5FF-7F30-8E2A-69997A4F4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936" y="898903"/>
            <a:ext cx="4139984" cy="5060194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09082D9-A961-7FB5-C6FC-C7BACE468D1C}"/>
              </a:ext>
            </a:extLst>
          </p:cNvPr>
          <p:cNvSpPr/>
          <p:nvPr/>
        </p:nvSpPr>
        <p:spPr>
          <a:xfrm>
            <a:off x="7908028" y="2411187"/>
            <a:ext cx="1739900" cy="2832100"/>
          </a:xfrm>
          <a:prstGeom prst="roundRect">
            <a:avLst>
              <a:gd name="adj" fmla="val 8940"/>
            </a:avLst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4B066E8-D5E1-6D9C-8A14-88C14ACB570A}"/>
              </a:ext>
            </a:extLst>
          </p:cNvPr>
          <p:cNvSpPr/>
          <p:nvPr/>
        </p:nvSpPr>
        <p:spPr>
          <a:xfrm>
            <a:off x="9647928" y="1901374"/>
            <a:ext cx="1586129" cy="3251199"/>
          </a:xfrm>
          <a:prstGeom prst="roundRect">
            <a:avLst>
              <a:gd name="adj" fmla="val 8940"/>
            </a:avLst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61B263-4C74-FFBF-CE00-EE7C506BFDB7}"/>
              </a:ext>
            </a:extLst>
          </p:cNvPr>
          <p:cNvSpPr txBox="1"/>
          <p:nvPr/>
        </p:nvSpPr>
        <p:spPr>
          <a:xfrm>
            <a:off x="7658824" y="1956226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err="1">
                <a:latin typeface="SimHei" panose="02010609060101010101" pitchFamily="49" charset="-122"/>
                <a:ea typeface="SimHei" panose="02010609060101010101" pitchFamily="49" charset="-122"/>
                <a:cs typeface="Calibri" panose="020F0502020204030204" pitchFamily="34" charset="0"/>
              </a:rPr>
              <a:t>编码器</a:t>
            </a:r>
            <a:endParaRPr lang="en-US" sz="2000">
              <a:latin typeface="SimHei" panose="02010609060101010101" pitchFamily="49" charset="-122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C8770F-C3B8-3C39-4635-5A8E1A4396A0}"/>
              </a:ext>
            </a:extLst>
          </p:cNvPr>
          <p:cNvSpPr txBox="1"/>
          <p:nvPr/>
        </p:nvSpPr>
        <p:spPr>
          <a:xfrm>
            <a:off x="10757003" y="150126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  <a:cs typeface="Calibri" panose="020F0502020204030204" pitchFamily="34" charset="0"/>
              </a:rPr>
              <a:t>解码器</a:t>
            </a:r>
            <a:endParaRPr lang="en-US" sz="2000" dirty="0">
              <a:latin typeface="SimHei" panose="02010609060101010101" pitchFamily="49" charset="-122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373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41A3F-BB59-FD59-4EE0-5568C348E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CBB8119-8AA3-AD82-99C0-E40D6725A0BA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9780D0D9-D0C0-FA06-8F1E-E94846FF3128}"/>
                </a:ext>
              </a:extLst>
            </p:cNvPr>
            <p:cNvSpPr/>
            <p:nvPr/>
          </p:nvSpPr>
          <p:spPr>
            <a:xfrm>
              <a:off x="0" y="0"/>
              <a:ext cx="1819275" cy="1819275"/>
            </a:xfrm>
            <a:custGeom>
              <a:avLst/>
              <a:gdLst>
                <a:gd name="connsiteX0" fmla="*/ 0 w 3638550"/>
                <a:gd name="connsiteY0" fmla="*/ 1819275 h 3638550"/>
                <a:gd name="connsiteX1" fmla="*/ 1819275 w 3638550"/>
                <a:gd name="connsiteY1" fmla="*/ 0 h 3638550"/>
                <a:gd name="connsiteX2" fmla="*/ 3638550 w 3638550"/>
                <a:gd name="connsiteY2" fmla="*/ 1819275 h 3638550"/>
                <a:gd name="connsiteX3" fmla="*/ 1819275 w 3638550"/>
                <a:gd name="connsiteY3" fmla="*/ 3638550 h 3638550"/>
                <a:gd name="connsiteX4" fmla="*/ 0 w 3638550"/>
                <a:gd name="connsiteY4" fmla="*/ 1819275 h 3638550"/>
                <a:gd name="connsiteX0" fmla="*/ 1819275 w 3638550"/>
                <a:gd name="connsiteY0" fmla="*/ 0 h 3638550"/>
                <a:gd name="connsiteX1" fmla="*/ 3638550 w 3638550"/>
                <a:gd name="connsiteY1" fmla="*/ 1819275 h 3638550"/>
                <a:gd name="connsiteX2" fmla="*/ 1819275 w 3638550"/>
                <a:gd name="connsiteY2" fmla="*/ 3638550 h 3638550"/>
                <a:gd name="connsiteX3" fmla="*/ 0 w 3638550"/>
                <a:gd name="connsiteY3" fmla="*/ 1819275 h 3638550"/>
                <a:gd name="connsiteX4" fmla="*/ 1910715 w 3638550"/>
                <a:gd name="connsiteY4" fmla="*/ 91440 h 3638550"/>
                <a:gd name="connsiteX0" fmla="*/ 1819275 w 3638550"/>
                <a:gd name="connsiteY0" fmla="*/ 0 h 3638550"/>
                <a:gd name="connsiteX1" fmla="*/ 3638550 w 3638550"/>
                <a:gd name="connsiteY1" fmla="*/ 1819275 h 3638550"/>
                <a:gd name="connsiteX2" fmla="*/ 1819275 w 3638550"/>
                <a:gd name="connsiteY2" fmla="*/ 3638550 h 3638550"/>
                <a:gd name="connsiteX3" fmla="*/ 0 w 3638550"/>
                <a:gd name="connsiteY3" fmla="*/ 1819275 h 3638550"/>
                <a:gd name="connsiteX0" fmla="*/ 3638550 w 3638550"/>
                <a:gd name="connsiteY0" fmla="*/ 0 h 1819275"/>
                <a:gd name="connsiteX1" fmla="*/ 1819275 w 3638550"/>
                <a:gd name="connsiteY1" fmla="*/ 1819275 h 1819275"/>
                <a:gd name="connsiteX2" fmla="*/ 0 w 3638550"/>
                <a:gd name="connsiteY2" fmla="*/ 0 h 1819275"/>
                <a:gd name="connsiteX0" fmla="*/ 1819275 w 1819275"/>
                <a:gd name="connsiteY0" fmla="*/ 0 h 1819275"/>
                <a:gd name="connsiteX1" fmla="*/ 0 w 1819275"/>
                <a:gd name="connsiteY1" fmla="*/ 1819275 h 181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19275" h="1819275">
                  <a:moveTo>
                    <a:pt x="1819275" y="0"/>
                  </a:moveTo>
                  <a:cubicBezTo>
                    <a:pt x="1819275" y="1004758"/>
                    <a:pt x="1004758" y="1819275"/>
                    <a:pt x="0" y="1819275"/>
                  </a:cubicBezTo>
                </a:path>
              </a:pathLst>
            </a:custGeom>
            <a:noFill/>
            <a:ln w="381000">
              <a:solidFill>
                <a:schemeClr val="accent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D23D821B-68E1-A279-182D-4B53EFF7FA6F}"/>
                </a:ext>
              </a:extLst>
            </p:cNvPr>
            <p:cNvGrpSpPr/>
            <p:nvPr/>
          </p:nvGrpSpPr>
          <p:grpSpPr>
            <a:xfrm>
              <a:off x="1728175" y="2209428"/>
              <a:ext cx="5663945" cy="716782"/>
              <a:chOff x="1727455" y="1321568"/>
              <a:chExt cx="5663945" cy="716782"/>
            </a:xfrm>
          </p:grpSpPr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1828BC59-C4D0-4813-1177-87405CFBCC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3268" y="1323975"/>
                <a:ext cx="48181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SzPct val="25000"/>
                </a:pPr>
                <a:r>
                  <a:rPr lang="en-US" altLang="zh-CN" sz="2400" b="1" dirty="0">
                    <a:solidFill>
                      <a:srgbClr val="0070C0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Transformer</a:t>
                </a:r>
                <a:r>
                  <a:rPr lang="zh-CN" altLang="en-US" sz="2400" b="1" dirty="0">
                    <a:solidFill>
                      <a:srgbClr val="0070C0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的编码器</a:t>
                </a: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1F21E4D7-B936-1DCE-405E-36A4F78CFB44}"/>
                  </a:ext>
                </a:extLst>
              </p:cNvPr>
              <p:cNvSpPr/>
              <p:nvPr/>
            </p:nvSpPr>
            <p:spPr>
              <a:xfrm>
                <a:off x="1727455" y="1321568"/>
                <a:ext cx="716782" cy="716782"/>
              </a:xfrm>
              <a:prstGeom prst="ellipse">
                <a:avLst/>
              </a:prstGeom>
              <a:noFill/>
              <a:ln w="25400">
                <a:gradFill>
                  <a:gsLst>
                    <a:gs pos="7600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/>
                <a:r>
                  <a:rPr lang="en-US" altLang="zh-CN" sz="2800" b="1" dirty="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02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FB8E22AC-C84F-103A-96F1-2049182A664A}"/>
                </a:ext>
              </a:extLst>
            </p:cNvPr>
            <p:cNvGrpSpPr/>
            <p:nvPr/>
          </p:nvGrpSpPr>
          <p:grpSpPr>
            <a:xfrm>
              <a:off x="7540339" y="0"/>
              <a:ext cx="4651661" cy="6858000"/>
              <a:chOff x="7540339" y="0"/>
              <a:chExt cx="4651661" cy="6858000"/>
            </a:xfrm>
          </p:grpSpPr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080FDA93-2C7B-2BC4-B58E-DE6610F0D07D}"/>
                  </a:ext>
                </a:extLst>
              </p:cNvPr>
              <p:cNvSpPr/>
              <p:nvPr/>
            </p:nvSpPr>
            <p:spPr>
              <a:xfrm>
                <a:off x="7779658" y="0"/>
                <a:ext cx="4412342" cy="6858000"/>
              </a:xfrm>
              <a:custGeom>
                <a:avLst/>
                <a:gdLst>
                  <a:gd name="connsiteX0" fmla="*/ 1295690 w 4412342"/>
                  <a:gd name="connsiteY0" fmla="*/ 0 h 6858000"/>
                  <a:gd name="connsiteX1" fmla="*/ 4412342 w 4412342"/>
                  <a:gd name="connsiteY1" fmla="*/ 0 h 6858000"/>
                  <a:gd name="connsiteX2" fmla="*/ 4412342 w 4412342"/>
                  <a:gd name="connsiteY2" fmla="*/ 1636729 h 6858000"/>
                  <a:gd name="connsiteX3" fmla="*/ 4272563 w 4412342"/>
                  <a:gd name="connsiteY3" fmla="*/ 1672670 h 6858000"/>
                  <a:gd name="connsiteX4" fmla="*/ 3111228 w 4412342"/>
                  <a:gd name="connsiteY4" fmla="*/ 3251199 h 6858000"/>
                  <a:gd name="connsiteX5" fmla="*/ 4272563 w 4412342"/>
                  <a:gd name="connsiteY5" fmla="*/ 4829728 h 6858000"/>
                  <a:gd name="connsiteX6" fmla="*/ 4412342 w 4412342"/>
                  <a:gd name="connsiteY6" fmla="*/ 4865669 h 6858000"/>
                  <a:gd name="connsiteX7" fmla="*/ 4412342 w 4412342"/>
                  <a:gd name="connsiteY7" fmla="*/ 6858000 h 6858000"/>
                  <a:gd name="connsiteX8" fmla="*/ 1670654 w 4412342"/>
                  <a:gd name="connsiteY8" fmla="*/ 6858000 h 6858000"/>
                  <a:gd name="connsiteX9" fmla="*/ 1550198 w 4412342"/>
                  <a:gd name="connsiteY9" fmla="*/ 6753659 h 6858000"/>
                  <a:gd name="connsiteX10" fmla="*/ 0 w 4412342"/>
                  <a:gd name="connsiteY10" fmla="*/ 3251200 h 6858000"/>
                  <a:gd name="connsiteX11" fmla="*/ 1229199 w 4412342"/>
                  <a:gd name="connsiteY11" fmla="*/ 69741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412342" h="6858000">
                    <a:moveTo>
                      <a:pt x="1295690" y="0"/>
                    </a:moveTo>
                    <a:lnTo>
                      <a:pt x="4412342" y="0"/>
                    </a:lnTo>
                    <a:lnTo>
                      <a:pt x="4412342" y="1636729"/>
                    </a:lnTo>
                    <a:lnTo>
                      <a:pt x="4272563" y="1672670"/>
                    </a:lnTo>
                    <a:cubicBezTo>
                      <a:pt x="3599745" y="1881938"/>
                      <a:pt x="3111228" y="2509519"/>
                      <a:pt x="3111228" y="3251199"/>
                    </a:cubicBezTo>
                    <a:cubicBezTo>
                      <a:pt x="3111228" y="3992879"/>
                      <a:pt x="3599745" y="4620460"/>
                      <a:pt x="4272563" y="4829728"/>
                    </a:cubicBezTo>
                    <a:lnTo>
                      <a:pt x="4412342" y="4865669"/>
                    </a:lnTo>
                    <a:lnTo>
                      <a:pt x="4412342" y="6858000"/>
                    </a:lnTo>
                    <a:lnTo>
                      <a:pt x="1670654" y="6858000"/>
                    </a:lnTo>
                    <a:lnTo>
                      <a:pt x="1550198" y="6753659"/>
                    </a:lnTo>
                    <a:cubicBezTo>
                      <a:pt x="597879" y="5888107"/>
                      <a:pt x="0" y="4639475"/>
                      <a:pt x="0" y="3251200"/>
                    </a:cubicBezTo>
                    <a:cubicBezTo>
                      <a:pt x="0" y="2026252"/>
                      <a:pt x="465477" y="910022"/>
                      <a:pt x="1229199" y="69741"/>
                    </a:cubicBez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32E9DEB1-0F4B-4E57-6A73-2D3C6690211A}"/>
                  </a:ext>
                </a:extLst>
              </p:cNvPr>
              <p:cNvSpPr/>
              <p:nvPr/>
            </p:nvSpPr>
            <p:spPr>
              <a:xfrm>
                <a:off x="7540339" y="3124369"/>
                <a:ext cx="3592287" cy="101566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r>
                  <a:rPr kumimoji="1" lang="zh-CN" altLang="en-US" sz="60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本课重点</a:t>
                </a:r>
                <a:endParaRPr kumimoji="1" lang="en-US" altLang="zh-CN" sz="6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5C2B555B-20CC-AB70-25E0-12E1C7A18E6B}"/>
                </a:ext>
              </a:extLst>
            </p:cNvPr>
            <p:cNvGrpSpPr/>
            <p:nvPr/>
          </p:nvGrpSpPr>
          <p:grpSpPr>
            <a:xfrm>
              <a:off x="1728175" y="3124369"/>
              <a:ext cx="5663945" cy="716782"/>
              <a:chOff x="1727455" y="2322187"/>
              <a:chExt cx="5663945" cy="716782"/>
            </a:xfrm>
          </p:grpSpPr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ABFFD07D-33A1-C76F-4128-2B02C6F174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3268" y="2324594"/>
                <a:ext cx="48181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SzPct val="25000"/>
                </a:pPr>
                <a:r>
                  <a:rPr lang="en-US" altLang="zh-CN" sz="24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Transformer</a:t>
                </a:r>
                <a:r>
                  <a:rPr lang="zh-CN" altLang="en-US" sz="24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的解码器</a:t>
                </a:r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30AB4F2E-AB9B-3999-6AA6-51B04BF43C99}"/>
                  </a:ext>
                </a:extLst>
              </p:cNvPr>
              <p:cNvSpPr/>
              <p:nvPr/>
            </p:nvSpPr>
            <p:spPr>
              <a:xfrm>
                <a:off x="1727455" y="2322187"/>
                <a:ext cx="716782" cy="716782"/>
              </a:xfrm>
              <a:prstGeom prst="ellipse">
                <a:avLst/>
              </a:prstGeom>
              <a:noFill/>
              <a:ln w="25400">
                <a:gradFill>
                  <a:gsLst>
                    <a:gs pos="76000">
                      <a:schemeClr val="tx2">
                        <a:alpha val="0"/>
                      </a:schemeClr>
                    </a:gs>
                    <a:gs pos="100000">
                      <a:schemeClr val="tx2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/>
                <a:r>
                  <a:rPr lang="en-US" altLang="zh-CN" sz="2800" b="1" dirty="0">
                    <a:solidFill>
                      <a:srgbClr val="4472C4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03</a:t>
                </a:r>
              </a:p>
            </p:txBody>
          </p:sp>
        </p:grpSp>
        <p:sp>
          <p:nvSpPr>
            <p:cNvPr id="6" name="文本框 60">
              <a:extLst>
                <a:ext uri="{FF2B5EF4-FFF2-40B4-BE49-F238E27FC236}">
                  <a16:creationId xmlns:a16="http://schemas.microsoft.com/office/drawing/2014/main" id="{3E339522-CB2C-C48A-B77F-60CA9312DB86}"/>
                </a:ext>
              </a:extLst>
            </p:cNvPr>
            <p:cNvSpPr txBox="1">
              <a:spLocks/>
            </p:cNvSpPr>
            <p:nvPr/>
          </p:nvSpPr>
          <p:spPr>
            <a:xfrm>
              <a:off x="2573988" y="1393566"/>
              <a:ext cx="4818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en-US" altLang="zh-CN" sz="2400" b="1" dirty="0">
                  <a:latin typeface="Arial" panose="020B0604020202020204" pitchFamily="34" charset="0"/>
                  <a:ea typeface="微软雅黑" panose="020B0503020204020204" pitchFamily="34" charset="-122"/>
                </a:rPr>
                <a:t>Transformer</a:t>
              </a:r>
              <a:r>
                <a:rPr lang="zh-CN" altLang="en-US" sz="2400" b="1" dirty="0">
                  <a:latin typeface="Arial" panose="020B0604020202020204" pitchFamily="34" charset="0"/>
                  <a:ea typeface="微软雅黑" panose="020B0503020204020204" pitchFamily="34" charset="-122"/>
                </a:rPr>
                <a:t>的整体架构</a:t>
              </a:r>
            </a:p>
          </p:txBody>
        </p:sp>
        <p:sp>
          <p:nvSpPr>
            <p:cNvPr id="7" name="椭圆 62">
              <a:extLst>
                <a:ext uri="{FF2B5EF4-FFF2-40B4-BE49-F238E27FC236}">
                  <a16:creationId xmlns:a16="http://schemas.microsoft.com/office/drawing/2014/main" id="{7BD29FA8-F690-6FFD-769A-3BD50DFB420F}"/>
                </a:ext>
              </a:extLst>
            </p:cNvPr>
            <p:cNvSpPr/>
            <p:nvPr/>
          </p:nvSpPr>
          <p:spPr>
            <a:xfrm>
              <a:off x="1728175" y="1391159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37470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66BE8-C16F-D074-888F-DFD178D7C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1C1BC1-353E-07A4-95D0-65DA194E7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439" y="144471"/>
            <a:ext cx="10515600" cy="47511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Transformer</a:t>
            </a:r>
            <a:r>
              <a:rPr lang="zh-CN" altLang="en-US" dirty="0"/>
              <a:t>的编码器整体架构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681FBF-97E6-70B7-4293-8875387C0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74" y="987972"/>
            <a:ext cx="6065188" cy="4797600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en-US" dirty="0"/>
              <a:t>Transformer</a:t>
            </a:r>
            <a:r>
              <a:rPr lang="zh-CN" altLang="en-US" dirty="0"/>
              <a:t> 编码器的整体架构</a:t>
            </a:r>
            <a:endParaRPr lang="en-US" altLang="zh-CN" dirty="0"/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嵌入层</a:t>
            </a:r>
            <a:endParaRPr lang="en-US" altLang="zh-CN" dirty="0"/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多头注意力机制</a:t>
            </a:r>
            <a:endParaRPr lang="en-US" altLang="zh-CN" dirty="0"/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前馈层</a:t>
            </a:r>
            <a:endParaRPr lang="en-US" altLang="zh-CN" dirty="0"/>
          </a:p>
          <a:p>
            <a:pPr marL="685800" lvl="1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相加及归一化</a:t>
            </a:r>
            <a:endParaRPr lang="en-US" altLang="zh-CN" dirty="0"/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Transformer</a:t>
            </a:r>
            <a:r>
              <a:rPr lang="zh-CN" altLang="en-US" dirty="0"/>
              <a:t>可通过层数堆叠实现参数量的增加</a:t>
            </a:r>
            <a:endParaRPr lang="en-US" altLang="zh-C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3224C9-A245-7A4F-3B40-999D668D4FE5}"/>
              </a:ext>
            </a:extLst>
          </p:cNvPr>
          <p:cNvGrpSpPr/>
          <p:nvPr/>
        </p:nvGrpSpPr>
        <p:grpSpPr>
          <a:xfrm>
            <a:off x="7977950" y="987972"/>
            <a:ext cx="2471602" cy="3916754"/>
            <a:chOff x="4357295" y="3835102"/>
            <a:chExt cx="1031645" cy="1518403"/>
          </a:xfrm>
        </p:grpSpPr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73EB6152-ACC0-63FA-428A-B83E90F7E083}"/>
                </a:ext>
              </a:extLst>
            </p:cNvPr>
            <p:cNvSpPr/>
            <p:nvPr/>
          </p:nvSpPr>
          <p:spPr>
            <a:xfrm>
              <a:off x="4357295" y="3938778"/>
              <a:ext cx="1031645" cy="1340179"/>
            </a:xfrm>
            <a:prstGeom prst="roundRect">
              <a:avLst>
                <a:gd name="adj" fmla="val 0"/>
              </a:avLst>
            </a:prstGeom>
            <a:noFill/>
            <a:ln w="12700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CA172BE4-D6F9-F1BC-7D8C-EFAB5322A7D0}"/>
                </a:ext>
              </a:extLst>
            </p:cNvPr>
            <p:cNvSpPr/>
            <p:nvPr/>
          </p:nvSpPr>
          <p:spPr>
            <a:xfrm>
              <a:off x="4492909" y="4820607"/>
              <a:ext cx="843790" cy="29288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多头注意力机制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5D69BF4-FBDD-AD66-A7A6-1F1B0A77852A}"/>
                </a:ext>
              </a:extLst>
            </p:cNvPr>
            <p:cNvCxnSpPr/>
            <p:nvPr/>
          </p:nvCxnSpPr>
          <p:spPr>
            <a:xfrm flipH="1">
              <a:off x="4415647" y="5193495"/>
              <a:ext cx="49915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3DACAA8-026D-F1E8-38FD-8885C9DA4267}"/>
                </a:ext>
              </a:extLst>
            </p:cNvPr>
            <p:cNvCxnSpPr/>
            <p:nvPr/>
          </p:nvCxnSpPr>
          <p:spPr>
            <a:xfrm flipV="1">
              <a:off x="4415647" y="4686154"/>
              <a:ext cx="0" cy="5073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3E400A5-9E80-2F61-F7E6-1C632B714D37}"/>
                </a:ext>
              </a:extLst>
            </p:cNvPr>
            <p:cNvCxnSpPr>
              <a:stCxn id="65" idx="2"/>
            </p:cNvCxnSpPr>
            <p:nvPr/>
          </p:nvCxnSpPr>
          <p:spPr>
            <a:xfrm flipH="1">
              <a:off x="4415647" y="4692009"/>
              <a:ext cx="4468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6843ECD-FB6A-CFE8-F207-11473063EF51}"/>
                </a:ext>
              </a:extLst>
            </p:cNvPr>
            <p:cNvGrpSpPr/>
            <p:nvPr/>
          </p:nvGrpSpPr>
          <p:grpSpPr>
            <a:xfrm>
              <a:off x="4862451" y="4639552"/>
              <a:ext cx="104914" cy="104914"/>
              <a:chOff x="3689572" y="13409375"/>
              <a:chExt cx="181571" cy="181571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CFE57D3D-6289-E567-57E3-B45CE209F7DB}"/>
                  </a:ext>
                </a:extLst>
              </p:cNvPr>
              <p:cNvSpPr/>
              <p:nvPr/>
            </p:nvSpPr>
            <p:spPr>
              <a:xfrm>
                <a:off x="3689572" y="13409375"/>
                <a:ext cx="181571" cy="181571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230E8C9B-C8D4-3726-AF3F-4E206809204E}"/>
                  </a:ext>
                </a:extLst>
              </p:cNvPr>
              <p:cNvCxnSpPr>
                <a:stCxn id="65" idx="6"/>
                <a:endCxn id="65" idx="2"/>
              </p:cNvCxnSpPr>
              <p:nvPr/>
            </p:nvCxnSpPr>
            <p:spPr>
              <a:xfrm flipH="1">
                <a:off x="3689572" y="13500161"/>
                <a:ext cx="18157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53157D96-3133-D67B-5D7F-E2FA3F9567C2}"/>
                  </a:ext>
                </a:extLst>
              </p:cNvPr>
              <p:cNvCxnSpPr>
                <a:stCxn id="65" idx="4"/>
                <a:endCxn id="65" idx="0"/>
              </p:cNvCxnSpPr>
              <p:nvPr/>
            </p:nvCxnSpPr>
            <p:spPr>
              <a:xfrm flipV="1">
                <a:off x="3780358" y="13409375"/>
                <a:ext cx="0" cy="18157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216F34A-26D9-F8FF-7A22-0E566E54165F}"/>
                </a:ext>
              </a:extLst>
            </p:cNvPr>
            <p:cNvCxnSpPr>
              <a:stCxn id="47" idx="0"/>
              <a:endCxn id="65" idx="4"/>
            </p:cNvCxnSpPr>
            <p:nvPr/>
          </p:nvCxnSpPr>
          <p:spPr>
            <a:xfrm flipV="1">
              <a:off x="4914804" y="4744466"/>
              <a:ext cx="104" cy="76141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B022C85-39DD-923B-4FE2-3DF210E0BCFE}"/>
                </a:ext>
              </a:extLst>
            </p:cNvPr>
            <p:cNvCxnSpPr/>
            <p:nvPr/>
          </p:nvCxnSpPr>
          <p:spPr>
            <a:xfrm flipV="1">
              <a:off x="4914804" y="5123667"/>
              <a:ext cx="2359" cy="229838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7B24F1E-0FB2-6AD8-8FE4-55D6B6E21FCA}"/>
                </a:ext>
              </a:extLst>
            </p:cNvPr>
            <p:cNvCxnSpPr/>
            <p:nvPr/>
          </p:nvCxnSpPr>
          <p:spPr>
            <a:xfrm flipH="1" flipV="1">
              <a:off x="4910446" y="4506586"/>
              <a:ext cx="4358" cy="13536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3F9BE15F-9399-2D0C-F6DE-D51DD47B6809}"/>
                </a:ext>
              </a:extLst>
            </p:cNvPr>
            <p:cNvSpPr/>
            <p:nvPr/>
          </p:nvSpPr>
          <p:spPr>
            <a:xfrm>
              <a:off x="4492542" y="4204132"/>
              <a:ext cx="843790" cy="292889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前馈层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5B0B570-9619-C30F-65C1-A2F17194C140}"/>
                </a:ext>
              </a:extLst>
            </p:cNvPr>
            <p:cNvCxnSpPr/>
            <p:nvPr/>
          </p:nvCxnSpPr>
          <p:spPr>
            <a:xfrm flipH="1">
              <a:off x="4415280" y="4597042"/>
              <a:ext cx="49915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81BD2E5-2B79-A1E9-5CCD-EB9D48538758}"/>
                </a:ext>
              </a:extLst>
            </p:cNvPr>
            <p:cNvCxnSpPr/>
            <p:nvPr/>
          </p:nvCxnSpPr>
          <p:spPr>
            <a:xfrm flipV="1">
              <a:off x="4415280" y="4075534"/>
              <a:ext cx="0" cy="52150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7C6EC32-4A09-C1B0-252E-7764C3115287}"/>
                </a:ext>
              </a:extLst>
            </p:cNvPr>
            <p:cNvCxnSpPr>
              <a:stCxn id="62" idx="2"/>
            </p:cNvCxnSpPr>
            <p:nvPr/>
          </p:nvCxnSpPr>
          <p:spPr>
            <a:xfrm flipH="1">
              <a:off x="4415280" y="4075534"/>
              <a:ext cx="4468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B9AAB141-649D-0228-D430-59AAC0BC05E7}"/>
                </a:ext>
              </a:extLst>
            </p:cNvPr>
            <p:cNvGrpSpPr/>
            <p:nvPr/>
          </p:nvGrpSpPr>
          <p:grpSpPr>
            <a:xfrm>
              <a:off x="4862084" y="4023077"/>
              <a:ext cx="104914" cy="104914"/>
              <a:chOff x="3689572" y="13409375"/>
              <a:chExt cx="181571" cy="181571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DE92A404-FA13-22FC-1D57-0B0CF49BCAA9}"/>
                  </a:ext>
                </a:extLst>
              </p:cNvPr>
              <p:cNvSpPr/>
              <p:nvPr/>
            </p:nvSpPr>
            <p:spPr>
              <a:xfrm>
                <a:off x="3689572" y="13409375"/>
                <a:ext cx="181571" cy="181571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EB6D2E06-0BC3-D178-6447-FB4F994B36C6}"/>
                  </a:ext>
                </a:extLst>
              </p:cNvPr>
              <p:cNvCxnSpPr>
                <a:stCxn id="62" idx="6"/>
                <a:endCxn id="62" idx="2"/>
              </p:cNvCxnSpPr>
              <p:nvPr/>
            </p:nvCxnSpPr>
            <p:spPr>
              <a:xfrm flipH="1">
                <a:off x="3689572" y="13500161"/>
                <a:ext cx="18157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4494092-3532-27C8-7E99-1D80CF7C0725}"/>
                  </a:ext>
                </a:extLst>
              </p:cNvPr>
              <p:cNvCxnSpPr>
                <a:stCxn id="62" idx="4"/>
                <a:endCxn id="62" idx="0"/>
              </p:cNvCxnSpPr>
              <p:nvPr/>
            </p:nvCxnSpPr>
            <p:spPr>
              <a:xfrm flipV="1">
                <a:off x="3780358" y="13409375"/>
                <a:ext cx="0" cy="18157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E7EECB1-8E03-1867-C128-42A1EAA39300}"/>
                </a:ext>
              </a:extLst>
            </p:cNvPr>
            <p:cNvCxnSpPr>
              <a:stCxn id="55" idx="0"/>
              <a:endCxn id="62" idx="4"/>
            </p:cNvCxnSpPr>
            <p:nvPr/>
          </p:nvCxnSpPr>
          <p:spPr>
            <a:xfrm flipV="1">
              <a:off x="4914437" y="4127991"/>
              <a:ext cx="104" cy="76141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F724F07-F130-450A-A3A4-30CF4651AD7D}"/>
                </a:ext>
              </a:extLst>
            </p:cNvPr>
            <p:cNvCxnSpPr>
              <a:stCxn id="62" idx="0"/>
            </p:cNvCxnSpPr>
            <p:nvPr/>
          </p:nvCxnSpPr>
          <p:spPr>
            <a:xfrm flipH="1" flipV="1">
              <a:off x="4910446" y="3835102"/>
              <a:ext cx="4095" cy="187975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50">
                <a:extLst>
                  <a:ext uri="{FF2B5EF4-FFF2-40B4-BE49-F238E27FC236}">
                    <a16:creationId xmlns:a16="http://schemas.microsoft.com/office/drawing/2014/main" id="{917062D9-5F66-2566-4E34-5B59A17FEEB2}"/>
                  </a:ext>
                </a:extLst>
              </p:cNvPr>
              <p:cNvSpPr txBox="1"/>
              <p:nvPr/>
            </p:nvSpPr>
            <p:spPr>
              <a:xfrm>
                <a:off x="7163598" y="2720080"/>
                <a:ext cx="720233" cy="55697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2400"/>
                  <a:t>N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×</m:t>
                    </m:r>
                  </m:oMath>
                </a14:m>
                <a:endParaRPr lang="en-US" altLang="zh-CN" sz="2400"/>
              </a:p>
            </p:txBody>
          </p:sp>
        </mc:Choice>
        <mc:Fallback xmlns="">
          <p:sp>
            <p:nvSpPr>
              <p:cNvPr id="8" name="文本框 50">
                <a:extLst>
                  <a:ext uri="{FF2B5EF4-FFF2-40B4-BE49-F238E27FC236}">
                    <a16:creationId xmlns:a16="http://schemas.microsoft.com/office/drawing/2014/main" id="{917062D9-5F66-2566-4E34-5B59A17FE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3598" y="2720080"/>
                <a:ext cx="720233" cy="556970"/>
              </a:xfrm>
              <a:prstGeom prst="rect">
                <a:avLst/>
              </a:prstGeom>
              <a:blipFill>
                <a:blip r:embed="rId3"/>
                <a:stretch>
                  <a:fillRect l="-14035" t="-8889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67">
            <a:extLst>
              <a:ext uri="{FF2B5EF4-FFF2-40B4-BE49-F238E27FC236}">
                <a16:creationId xmlns:a16="http://schemas.microsoft.com/office/drawing/2014/main" id="{87E615F1-CA3F-C675-027C-455A68F4DEE1}"/>
              </a:ext>
            </a:extLst>
          </p:cNvPr>
          <p:cNvSpPr txBox="1"/>
          <p:nvPr/>
        </p:nvSpPr>
        <p:spPr>
          <a:xfrm>
            <a:off x="9502901" y="300127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相加及归一化操作</a:t>
            </a:r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F8ACA81-BCB2-954F-9AE3-17049DB007F9}"/>
              </a:ext>
            </a:extLst>
          </p:cNvPr>
          <p:cNvSpPr txBox="1"/>
          <p:nvPr/>
        </p:nvSpPr>
        <p:spPr>
          <a:xfrm>
            <a:off x="9502900" y="142814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相加及归一化操作</a:t>
            </a:r>
            <a:endParaRPr lang="en-US" dirty="0"/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68FF6AD-D6C3-D14F-5D40-70CBFAED97E9}"/>
              </a:ext>
            </a:extLst>
          </p:cNvPr>
          <p:cNvSpPr/>
          <p:nvPr/>
        </p:nvSpPr>
        <p:spPr>
          <a:xfrm>
            <a:off x="8308504" y="4930962"/>
            <a:ext cx="2021541" cy="5613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嵌入层</a:t>
            </a:r>
            <a:endParaRPr lang="en-US" altLang="zh-CN" dirty="0">
              <a:solidFill>
                <a:schemeClr val="tx1"/>
              </a:solidFill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1D1E5F4-5E8E-77B4-DE44-482803673965}"/>
              </a:ext>
            </a:extLst>
          </p:cNvPr>
          <p:cNvCxnSpPr>
            <a:cxnSpLocks/>
          </p:cNvCxnSpPr>
          <p:nvPr/>
        </p:nvCxnSpPr>
        <p:spPr>
          <a:xfrm flipH="1" flipV="1">
            <a:off x="9315569" y="5492262"/>
            <a:ext cx="0" cy="293310"/>
          </a:xfrm>
          <a:prstGeom prst="line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F91F3E6F-AD5E-8E18-23F7-E510F8A22D0D}"/>
              </a:ext>
            </a:extLst>
          </p:cNvPr>
          <p:cNvSpPr txBox="1"/>
          <p:nvPr/>
        </p:nvSpPr>
        <p:spPr>
          <a:xfrm>
            <a:off x="8996108" y="582898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输入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04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C8ED6D-2101-47BE-A000-9ABE5E9E7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Transformer</a:t>
            </a:r>
            <a:r>
              <a:rPr lang="zh-CN" altLang="en-US" dirty="0">
                <a:solidFill>
                  <a:schemeClr val="bg1"/>
                </a:solidFill>
              </a:rPr>
              <a:t>的嵌入层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FFB0C0-3344-40D9-AE27-EF24250C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74" y="987972"/>
            <a:ext cx="7574791" cy="5188991"/>
          </a:xfrm>
        </p:spPr>
        <p:txBody>
          <a:bodyPr/>
          <a:lstStyle/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Transformer</a:t>
            </a:r>
            <a:r>
              <a:rPr lang="zh-CN" altLang="en-US" dirty="0"/>
              <a:t>有两部分输入</a:t>
            </a:r>
            <a:endParaRPr lang="en-US" altLang="zh-CN" dirty="0"/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b="1" kern="100" dirty="0">
                <a:solidFill>
                  <a:prstClr val="black"/>
                </a:solidFill>
                <a:cs typeface="+mn-ea"/>
              </a:rPr>
              <a:t>Token</a:t>
            </a:r>
            <a:r>
              <a:rPr lang="zh-CN" altLang="en-US" b="1" kern="100" dirty="0">
                <a:solidFill>
                  <a:prstClr val="black"/>
                </a:solidFill>
                <a:cs typeface="+mn-ea"/>
              </a:rPr>
              <a:t>向量</a:t>
            </a:r>
            <a:endParaRPr lang="en-US" altLang="zh-CN" b="1" kern="100" dirty="0">
              <a:solidFill>
                <a:prstClr val="black"/>
              </a:solidFill>
              <a:cs typeface="+mn-ea"/>
            </a:endParaRP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b="1" kern="100" dirty="0">
                <a:solidFill>
                  <a:prstClr val="black"/>
                </a:solidFill>
                <a:cs typeface="+mn-ea"/>
              </a:rPr>
              <a:t>位置编码</a:t>
            </a:r>
            <a:endParaRPr lang="en-US" altLang="zh-CN" b="1" kern="100" dirty="0">
              <a:solidFill>
                <a:prstClr val="black"/>
              </a:solidFill>
              <a:cs typeface="+mn-ea"/>
            </a:endParaRP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注意，</a:t>
            </a:r>
            <a:r>
              <a:rPr lang="en-US" dirty="0"/>
              <a:t>Transformer</a:t>
            </a:r>
            <a:r>
              <a:rPr lang="zh-CN" altLang="en-US" dirty="0"/>
              <a:t>采用的是一种类似</a:t>
            </a:r>
            <a:r>
              <a:rPr lang="en-US" altLang="zh-CN" dirty="0"/>
              <a:t>G</a:t>
            </a:r>
            <a:r>
              <a:rPr lang="en-US" dirty="0"/>
              <a:t>NN/CNN</a:t>
            </a:r>
            <a:r>
              <a:rPr lang="zh-CN" altLang="en-US" dirty="0"/>
              <a:t>的建模范式，模型本身无法理解单词之间的顺序关系。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35FA490-3EE2-4EC0-AE29-2B5228DD314D}"/>
              </a:ext>
            </a:extLst>
          </p:cNvPr>
          <p:cNvPicPr>
            <a:picLocks noChangeAspect="1"/>
          </p:cNvPicPr>
          <p:nvPr/>
        </p:nvPicPr>
        <p:blipFill>
          <a:blip r:embed="rId5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3653" y="882898"/>
            <a:ext cx="2248095" cy="1615580"/>
          </a:xfrm>
          <a:prstGeom prst="rect">
            <a:avLst/>
          </a:prstGeom>
        </p:spPr>
      </p:pic>
      <p:grpSp>
        <p:nvGrpSpPr>
          <p:cNvPr id="7" name="组合 4">
            <a:extLst>
              <a:ext uri="{FF2B5EF4-FFF2-40B4-BE49-F238E27FC236}">
                <a16:creationId xmlns:a16="http://schemas.microsoft.com/office/drawing/2014/main" id="{7D8083DE-AC76-4B35-25F1-07373AB0EDB9}"/>
              </a:ext>
            </a:extLst>
          </p:cNvPr>
          <p:cNvGrpSpPr/>
          <p:nvPr/>
        </p:nvGrpSpPr>
        <p:grpSpPr>
          <a:xfrm>
            <a:off x="657774" y="3951443"/>
            <a:ext cx="10294315" cy="2638044"/>
            <a:chOff x="198" y="3053"/>
            <a:chExt cx="17326" cy="4440"/>
          </a:xfrm>
        </p:grpSpPr>
        <p:grpSp>
          <p:nvGrpSpPr>
            <p:cNvPr id="8" name="组合 177">
              <a:extLst>
                <a:ext uri="{FF2B5EF4-FFF2-40B4-BE49-F238E27FC236}">
                  <a16:creationId xmlns:a16="http://schemas.microsoft.com/office/drawing/2014/main" id="{73C3497F-37CD-BC41-9C20-3C04309E6780}"/>
                </a:ext>
              </a:extLst>
            </p:cNvPr>
            <p:cNvGrpSpPr/>
            <p:nvPr/>
          </p:nvGrpSpPr>
          <p:grpSpPr>
            <a:xfrm>
              <a:off x="3100" y="3053"/>
              <a:ext cx="14424" cy="4440"/>
              <a:chOff x="1093" y="2692"/>
              <a:chExt cx="15229" cy="4918"/>
            </a:xfrm>
          </p:grpSpPr>
          <p:grpSp>
            <p:nvGrpSpPr>
              <p:cNvPr id="12" name="组合 89">
                <a:extLst>
                  <a:ext uri="{FF2B5EF4-FFF2-40B4-BE49-F238E27FC236}">
                    <a16:creationId xmlns:a16="http://schemas.microsoft.com/office/drawing/2014/main" id="{7352BABA-39D2-F1D9-B28C-F9AAC86CF3B4}"/>
                  </a:ext>
                </a:extLst>
              </p:cNvPr>
              <p:cNvGrpSpPr/>
              <p:nvPr>
                <p:custDataLst>
                  <p:tags r:id="rId1"/>
                </p:custDataLst>
              </p:nvPr>
            </p:nvGrpSpPr>
            <p:grpSpPr>
              <a:xfrm>
                <a:off x="13185" y="2692"/>
                <a:ext cx="3137" cy="4779"/>
                <a:chOff x="2041" y="3378"/>
                <a:chExt cx="4070" cy="5456"/>
              </a:xfrm>
            </p:grpSpPr>
            <p:grpSp>
              <p:nvGrpSpPr>
                <p:cNvPr id="79" name="组合 90">
                  <a:extLst>
                    <a:ext uri="{FF2B5EF4-FFF2-40B4-BE49-F238E27FC236}">
                      <a16:creationId xmlns:a16="http://schemas.microsoft.com/office/drawing/2014/main" id="{DFD669BB-B633-52E4-DDB1-A8EA1D1BE322}"/>
                    </a:ext>
                  </a:extLst>
                </p:cNvPr>
                <p:cNvGrpSpPr/>
                <p:nvPr/>
              </p:nvGrpSpPr>
              <p:grpSpPr>
                <a:xfrm>
                  <a:off x="2041" y="5293"/>
                  <a:ext cx="4060" cy="816"/>
                  <a:chOff x="2041" y="4197"/>
                  <a:chExt cx="4060" cy="816"/>
                </a:xfrm>
              </p:grpSpPr>
              <p:sp>
                <p:nvSpPr>
                  <p:cNvPr id="95" name="矩形 91">
                    <a:extLst>
                      <a:ext uri="{FF2B5EF4-FFF2-40B4-BE49-F238E27FC236}">
                        <a16:creationId xmlns:a16="http://schemas.microsoft.com/office/drawing/2014/main" id="{D7A9F906-1F7A-C7F8-0584-4AF24FC757CB}"/>
                      </a:ext>
                    </a:extLst>
                  </p:cNvPr>
                  <p:cNvSpPr/>
                  <p:nvPr>
                    <p:custDataLst>
                      <p:tags r:id="rId48"/>
                    </p:custDataLst>
                  </p:nvPr>
                </p:nvSpPr>
                <p:spPr>
                  <a:xfrm>
                    <a:off x="2041" y="4197"/>
                    <a:ext cx="816" cy="816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96" name="矩形 92">
                    <a:extLst>
                      <a:ext uri="{FF2B5EF4-FFF2-40B4-BE49-F238E27FC236}">
                        <a16:creationId xmlns:a16="http://schemas.microsoft.com/office/drawing/2014/main" id="{DB1EB5D9-22FB-D85B-B7F9-4EDA70D858F2}"/>
                      </a:ext>
                    </a:extLst>
                  </p:cNvPr>
                  <p:cNvSpPr/>
                  <p:nvPr>
                    <p:custDataLst>
                      <p:tags r:id="rId49"/>
                    </p:custDataLst>
                  </p:nvPr>
                </p:nvSpPr>
                <p:spPr>
                  <a:xfrm>
                    <a:off x="2847" y="4197"/>
                    <a:ext cx="816" cy="816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97" name="矩形 93">
                    <a:extLst>
                      <a:ext uri="{FF2B5EF4-FFF2-40B4-BE49-F238E27FC236}">
                        <a16:creationId xmlns:a16="http://schemas.microsoft.com/office/drawing/2014/main" id="{62D93333-08EE-490F-227C-BE85EF5161A8}"/>
                      </a:ext>
                    </a:extLst>
                  </p:cNvPr>
                  <p:cNvSpPr/>
                  <p:nvPr>
                    <p:custDataLst>
                      <p:tags r:id="rId50"/>
                    </p:custDataLst>
                  </p:nvPr>
                </p:nvSpPr>
                <p:spPr>
                  <a:xfrm>
                    <a:off x="3663" y="4197"/>
                    <a:ext cx="816" cy="816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98" name="矩形 94">
                    <a:extLst>
                      <a:ext uri="{FF2B5EF4-FFF2-40B4-BE49-F238E27FC236}">
                        <a16:creationId xmlns:a16="http://schemas.microsoft.com/office/drawing/2014/main" id="{5A5E153D-EA17-01A5-F307-A516313B10C0}"/>
                      </a:ext>
                    </a:extLst>
                  </p:cNvPr>
                  <p:cNvSpPr/>
                  <p:nvPr>
                    <p:custDataLst>
                      <p:tags r:id="rId51"/>
                    </p:custDataLst>
                  </p:nvPr>
                </p:nvSpPr>
                <p:spPr>
                  <a:xfrm>
                    <a:off x="4479" y="4197"/>
                    <a:ext cx="816" cy="816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99" name="矩形 95">
                    <a:extLst>
                      <a:ext uri="{FF2B5EF4-FFF2-40B4-BE49-F238E27FC236}">
                        <a16:creationId xmlns:a16="http://schemas.microsoft.com/office/drawing/2014/main" id="{66DD6AFA-C595-6755-F9A1-FBF0E22EAF02}"/>
                      </a:ext>
                    </a:extLst>
                  </p:cNvPr>
                  <p:cNvSpPr/>
                  <p:nvPr>
                    <p:custDataLst>
                      <p:tags r:id="rId52"/>
                    </p:custDataLst>
                  </p:nvPr>
                </p:nvSpPr>
                <p:spPr>
                  <a:xfrm>
                    <a:off x="5285" y="4197"/>
                    <a:ext cx="816" cy="816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</p:grpSp>
            <p:grpSp>
              <p:nvGrpSpPr>
                <p:cNvPr id="80" name="组合 96">
                  <a:extLst>
                    <a:ext uri="{FF2B5EF4-FFF2-40B4-BE49-F238E27FC236}">
                      <a16:creationId xmlns:a16="http://schemas.microsoft.com/office/drawing/2014/main" id="{7AF8CDEC-F156-142B-A5F9-895BDC785B38}"/>
                    </a:ext>
                  </a:extLst>
                </p:cNvPr>
                <p:cNvGrpSpPr/>
                <p:nvPr/>
              </p:nvGrpSpPr>
              <p:grpSpPr>
                <a:xfrm>
                  <a:off x="2041" y="7208"/>
                  <a:ext cx="4060" cy="816"/>
                  <a:chOff x="2041" y="4197"/>
                  <a:chExt cx="4060" cy="816"/>
                </a:xfrm>
              </p:grpSpPr>
              <p:sp>
                <p:nvSpPr>
                  <p:cNvPr id="90" name="矩形 97">
                    <a:extLst>
                      <a:ext uri="{FF2B5EF4-FFF2-40B4-BE49-F238E27FC236}">
                        <a16:creationId xmlns:a16="http://schemas.microsoft.com/office/drawing/2014/main" id="{3F599F00-F6B4-D841-EA22-67B36028C69F}"/>
                      </a:ext>
                    </a:extLst>
                  </p:cNvPr>
                  <p:cNvSpPr/>
                  <p:nvPr/>
                </p:nvSpPr>
                <p:spPr>
                  <a:xfrm>
                    <a:off x="2041" y="4197"/>
                    <a:ext cx="816" cy="81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91" name="矩形 98">
                    <a:extLst>
                      <a:ext uri="{FF2B5EF4-FFF2-40B4-BE49-F238E27FC236}">
                        <a16:creationId xmlns:a16="http://schemas.microsoft.com/office/drawing/2014/main" id="{4B822029-836A-BD94-F8A2-B3D242D18E79}"/>
                      </a:ext>
                    </a:extLst>
                  </p:cNvPr>
                  <p:cNvSpPr/>
                  <p:nvPr/>
                </p:nvSpPr>
                <p:spPr>
                  <a:xfrm>
                    <a:off x="2847" y="4197"/>
                    <a:ext cx="816" cy="81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92" name="矩形 99">
                    <a:extLst>
                      <a:ext uri="{FF2B5EF4-FFF2-40B4-BE49-F238E27FC236}">
                        <a16:creationId xmlns:a16="http://schemas.microsoft.com/office/drawing/2014/main" id="{78FECE1E-127B-010D-7809-F796DA3354E5}"/>
                      </a:ext>
                    </a:extLst>
                  </p:cNvPr>
                  <p:cNvSpPr/>
                  <p:nvPr/>
                </p:nvSpPr>
                <p:spPr>
                  <a:xfrm>
                    <a:off x="3663" y="4197"/>
                    <a:ext cx="816" cy="81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93" name="矩形 100">
                    <a:extLst>
                      <a:ext uri="{FF2B5EF4-FFF2-40B4-BE49-F238E27FC236}">
                        <a16:creationId xmlns:a16="http://schemas.microsoft.com/office/drawing/2014/main" id="{B98998B6-2D9F-8EF6-84AA-0168F9E36416}"/>
                      </a:ext>
                    </a:extLst>
                  </p:cNvPr>
                  <p:cNvSpPr/>
                  <p:nvPr/>
                </p:nvSpPr>
                <p:spPr>
                  <a:xfrm>
                    <a:off x="4479" y="4197"/>
                    <a:ext cx="816" cy="81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94" name="矩形 101">
                    <a:extLst>
                      <a:ext uri="{FF2B5EF4-FFF2-40B4-BE49-F238E27FC236}">
                        <a16:creationId xmlns:a16="http://schemas.microsoft.com/office/drawing/2014/main" id="{476176AE-A7C0-7176-A8FF-BEBCC1934FBE}"/>
                      </a:ext>
                    </a:extLst>
                  </p:cNvPr>
                  <p:cNvSpPr/>
                  <p:nvPr/>
                </p:nvSpPr>
                <p:spPr>
                  <a:xfrm>
                    <a:off x="5285" y="4197"/>
                    <a:ext cx="816" cy="81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</p:grpSp>
            <p:grpSp>
              <p:nvGrpSpPr>
                <p:cNvPr id="81" name="组合 102">
                  <a:extLst>
                    <a:ext uri="{FF2B5EF4-FFF2-40B4-BE49-F238E27FC236}">
                      <a16:creationId xmlns:a16="http://schemas.microsoft.com/office/drawing/2014/main" id="{DDFBD597-F3CB-A8E8-5FE3-7739C32D3D83}"/>
                    </a:ext>
                  </a:extLst>
                </p:cNvPr>
                <p:cNvGrpSpPr/>
                <p:nvPr/>
              </p:nvGrpSpPr>
              <p:grpSpPr>
                <a:xfrm>
                  <a:off x="2051" y="3378"/>
                  <a:ext cx="4060" cy="816"/>
                  <a:chOff x="2041" y="4197"/>
                  <a:chExt cx="4060" cy="816"/>
                </a:xfrm>
              </p:grpSpPr>
              <p:sp>
                <p:nvSpPr>
                  <p:cNvPr id="85" name="矩形 103">
                    <a:extLst>
                      <a:ext uri="{FF2B5EF4-FFF2-40B4-BE49-F238E27FC236}">
                        <a16:creationId xmlns:a16="http://schemas.microsoft.com/office/drawing/2014/main" id="{6FB6A408-374C-07B1-CB9C-FEF21C7C1555}"/>
                      </a:ext>
                    </a:extLst>
                  </p:cNvPr>
                  <p:cNvSpPr/>
                  <p:nvPr>
                    <p:custDataLst>
                      <p:tags r:id="rId43"/>
                    </p:custDataLst>
                  </p:nvPr>
                </p:nvSpPr>
                <p:spPr>
                  <a:xfrm>
                    <a:off x="2041" y="4197"/>
                    <a:ext cx="816" cy="816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86" name="矩形 104">
                    <a:extLst>
                      <a:ext uri="{FF2B5EF4-FFF2-40B4-BE49-F238E27FC236}">
                        <a16:creationId xmlns:a16="http://schemas.microsoft.com/office/drawing/2014/main" id="{E73DAE31-8B74-43F9-EB2A-4EFAC6624F95}"/>
                      </a:ext>
                    </a:extLst>
                  </p:cNvPr>
                  <p:cNvSpPr/>
                  <p:nvPr>
                    <p:custDataLst>
                      <p:tags r:id="rId44"/>
                    </p:custDataLst>
                  </p:nvPr>
                </p:nvSpPr>
                <p:spPr>
                  <a:xfrm>
                    <a:off x="2847" y="4197"/>
                    <a:ext cx="816" cy="816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87" name="矩形 105">
                    <a:extLst>
                      <a:ext uri="{FF2B5EF4-FFF2-40B4-BE49-F238E27FC236}">
                        <a16:creationId xmlns:a16="http://schemas.microsoft.com/office/drawing/2014/main" id="{61A37250-AE1A-F220-C265-4E70753BEA48}"/>
                      </a:ext>
                    </a:extLst>
                  </p:cNvPr>
                  <p:cNvSpPr/>
                  <p:nvPr>
                    <p:custDataLst>
                      <p:tags r:id="rId45"/>
                    </p:custDataLst>
                  </p:nvPr>
                </p:nvSpPr>
                <p:spPr>
                  <a:xfrm>
                    <a:off x="3663" y="4197"/>
                    <a:ext cx="816" cy="816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88" name="矩形 106">
                    <a:extLst>
                      <a:ext uri="{FF2B5EF4-FFF2-40B4-BE49-F238E27FC236}">
                        <a16:creationId xmlns:a16="http://schemas.microsoft.com/office/drawing/2014/main" id="{3A5C727D-17ED-98F8-00B9-F6CDEE5B9AA0}"/>
                      </a:ext>
                    </a:extLst>
                  </p:cNvPr>
                  <p:cNvSpPr/>
                  <p:nvPr>
                    <p:custDataLst>
                      <p:tags r:id="rId46"/>
                    </p:custDataLst>
                  </p:nvPr>
                </p:nvSpPr>
                <p:spPr>
                  <a:xfrm>
                    <a:off x="4479" y="4197"/>
                    <a:ext cx="816" cy="816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89" name="矩形 107">
                    <a:extLst>
                      <a:ext uri="{FF2B5EF4-FFF2-40B4-BE49-F238E27FC236}">
                        <a16:creationId xmlns:a16="http://schemas.microsoft.com/office/drawing/2014/main" id="{FB34C117-405A-483B-D0CC-99B57AF5BCA9}"/>
                      </a:ext>
                    </a:extLst>
                  </p:cNvPr>
                  <p:cNvSpPr/>
                  <p:nvPr>
                    <p:custDataLst>
                      <p:tags r:id="rId47"/>
                    </p:custDataLst>
                  </p:nvPr>
                </p:nvSpPr>
                <p:spPr>
                  <a:xfrm>
                    <a:off x="5285" y="4197"/>
                    <a:ext cx="816" cy="816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</p:grpSp>
            <p:sp>
              <p:nvSpPr>
                <p:cNvPr id="82" name="文本框 108">
                  <a:extLst>
                    <a:ext uri="{FF2B5EF4-FFF2-40B4-BE49-F238E27FC236}">
                      <a16:creationId xmlns:a16="http://schemas.microsoft.com/office/drawing/2014/main" id="{E017FCC7-4726-2D9A-C5F1-634AC673DB95}"/>
                    </a:ext>
                  </a:extLst>
                </p:cNvPr>
                <p:cNvSpPr txBox="1"/>
                <p:nvPr>
                  <p:custDataLst>
                    <p:tags r:id="rId41"/>
                  </p:custDataLst>
                </p:nvPr>
              </p:nvSpPr>
              <p:spPr>
                <a:xfrm>
                  <a:off x="3743" y="6205"/>
                  <a:ext cx="656" cy="5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/>
                    <a:t>+</a:t>
                  </a:r>
                </a:p>
              </p:txBody>
            </p:sp>
            <p:sp>
              <p:nvSpPr>
                <p:cNvPr id="83" name="文本框 109">
                  <a:extLst>
                    <a:ext uri="{FF2B5EF4-FFF2-40B4-BE49-F238E27FC236}">
                      <a16:creationId xmlns:a16="http://schemas.microsoft.com/office/drawing/2014/main" id="{9E46524A-A06F-E037-CFF5-3F32253DD4FD}"/>
                    </a:ext>
                  </a:extLst>
                </p:cNvPr>
                <p:cNvSpPr txBox="1"/>
                <p:nvPr>
                  <p:custDataLst>
                    <p:tags r:id="rId42"/>
                  </p:custDataLst>
                </p:nvPr>
              </p:nvSpPr>
              <p:spPr>
                <a:xfrm>
                  <a:off x="3743" y="4344"/>
                  <a:ext cx="656" cy="5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/>
                    <a:t>=</a:t>
                  </a:r>
                </a:p>
              </p:txBody>
            </p:sp>
            <p:sp>
              <p:nvSpPr>
                <p:cNvPr id="84" name="文本框 110">
                  <a:extLst>
                    <a:ext uri="{FF2B5EF4-FFF2-40B4-BE49-F238E27FC236}">
                      <a16:creationId xmlns:a16="http://schemas.microsoft.com/office/drawing/2014/main" id="{2A353712-0CAE-2255-0570-A3A469EE8D51}"/>
                    </a:ext>
                  </a:extLst>
                </p:cNvPr>
                <p:cNvSpPr txBox="1"/>
                <p:nvPr/>
              </p:nvSpPr>
              <p:spPr>
                <a:xfrm>
                  <a:off x="3296" y="8244"/>
                  <a:ext cx="1808" cy="5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200"/>
                    <a:t>book</a:t>
                  </a:r>
                </a:p>
              </p:txBody>
            </p:sp>
          </p:grpSp>
          <p:grpSp>
            <p:nvGrpSpPr>
              <p:cNvPr id="13" name="组合 111">
                <a:extLst>
                  <a:ext uri="{FF2B5EF4-FFF2-40B4-BE49-F238E27FC236}">
                    <a16:creationId xmlns:a16="http://schemas.microsoft.com/office/drawing/2014/main" id="{8DC58D03-5BFD-E722-7E5B-05DCA8FF2C03}"/>
                  </a:ext>
                </a:extLst>
              </p:cNvPr>
              <p:cNvGrpSpPr/>
              <p:nvPr>
                <p:custDataLst>
                  <p:tags r:id="rId2"/>
                </p:custDataLst>
              </p:nvPr>
            </p:nvGrpSpPr>
            <p:grpSpPr>
              <a:xfrm>
                <a:off x="1093" y="2692"/>
                <a:ext cx="3137" cy="4780"/>
                <a:chOff x="2041" y="3378"/>
                <a:chExt cx="4070" cy="5457"/>
              </a:xfrm>
            </p:grpSpPr>
            <p:grpSp>
              <p:nvGrpSpPr>
                <p:cNvPr id="58" name="组合 112">
                  <a:extLst>
                    <a:ext uri="{FF2B5EF4-FFF2-40B4-BE49-F238E27FC236}">
                      <a16:creationId xmlns:a16="http://schemas.microsoft.com/office/drawing/2014/main" id="{88510ED0-F5AD-4776-210B-DDEB4C6CFEF6}"/>
                    </a:ext>
                  </a:extLst>
                </p:cNvPr>
                <p:cNvGrpSpPr/>
                <p:nvPr/>
              </p:nvGrpSpPr>
              <p:grpSpPr>
                <a:xfrm>
                  <a:off x="2041" y="5293"/>
                  <a:ext cx="4060" cy="816"/>
                  <a:chOff x="2041" y="4197"/>
                  <a:chExt cx="4060" cy="816"/>
                </a:xfrm>
              </p:grpSpPr>
              <p:sp>
                <p:nvSpPr>
                  <p:cNvPr id="74" name="矩形 113">
                    <a:extLst>
                      <a:ext uri="{FF2B5EF4-FFF2-40B4-BE49-F238E27FC236}">
                        <a16:creationId xmlns:a16="http://schemas.microsoft.com/office/drawing/2014/main" id="{332CC878-573E-0A5F-BA74-89134BB7C469}"/>
                      </a:ext>
                    </a:extLst>
                  </p:cNvPr>
                  <p:cNvSpPr/>
                  <p:nvPr>
                    <p:custDataLst>
                      <p:tags r:id="rId36"/>
                    </p:custDataLst>
                  </p:nvPr>
                </p:nvSpPr>
                <p:spPr>
                  <a:xfrm>
                    <a:off x="2041" y="4197"/>
                    <a:ext cx="816" cy="816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75" name="矩形 114">
                    <a:extLst>
                      <a:ext uri="{FF2B5EF4-FFF2-40B4-BE49-F238E27FC236}">
                        <a16:creationId xmlns:a16="http://schemas.microsoft.com/office/drawing/2014/main" id="{4D90EBBD-7756-3792-3128-2A46549BDCC6}"/>
                      </a:ext>
                    </a:extLst>
                  </p:cNvPr>
                  <p:cNvSpPr/>
                  <p:nvPr>
                    <p:custDataLst>
                      <p:tags r:id="rId37"/>
                    </p:custDataLst>
                  </p:nvPr>
                </p:nvSpPr>
                <p:spPr>
                  <a:xfrm>
                    <a:off x="2847" y="4197"/>
                    <a:ext cx="816" cy="816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76" name="矩形 115">
                    <a:extLst>
                      <a:ext uri="{FF2B5EF4-FFF2-40B4-BE49-F238E27FC236}">
                        <a16:creationId xmlns:a16="http://schemas.microsoft.com/office/drawing/2014/main" id="{4F74BF52-AD74-0030-7FAC-35AB93D1988D}"/>
                      </a:ext>
                    </a:extLst>
                  </p:cNvPr>
                  <p:cNvSpPr/>
                  <p:nvPr>
                    <p:custDataLst>
                      <p:tags r:id="rId38"/>
                    </p:custDataLst>
                  </p:nvPr>
                </p:nvSpPr>
                <p:spPr>
                  <a:xfrm>
                    <a:off x="3663" y="4197"/>
                    <a:ext cx="816" cy="816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77" name="矩形 116">
                    <a:extLst>
                      <a:ext uri="{FF2B5EF4-FFF2-40B4-BE49-F238E27FC236}">
                        <a16:creationId xmlns:a16="http://schemas.microsoft.com/office/drawing/2014/main" id="{508FC7DC-009F-954B-92EB-15245AAF2665}"/>
                      </a:ext>
                    </a:extLst>
                  </p:cNvPr>
                  <p:cNvSpPr/>
                  <p:nvPr>
                    <p:custDataLst>
                      <p:tags r:id="rId39"/>
                    </p:custDataLst>
                  </p:nvPr>
                </p:nvSpPr>
                <p:spPr>
                  <a:xfrm>
                    <a:off x="4479" y="4197"/>
                    <a:ext cx="816" cy="816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78" name="矩形 117">
                    <a:extLst>
                      <a:ext uri="{FF2B5EF4-FFF2-40B4-BE49-F238E27FC236}">
                        <a16:creationId xmlns:a16="http://schemas.microsoft.com/office/drawing/2014/main" id="{0103C499-9715-09B7-3053-0B8E3BADF4BF}"/>
                      </a:ext>
                    </a:extLst>
                  </p:cNvPr>
                  <p:cNvSpPr/>
                  <p:nvPr>
                    <p:custDataLst>
                      <p:tags r:id="rId40"/>
                    </p:custDataLst>
                  </p:nvPr>
                </p:nvSpPr>
                <p:spPr>
                  <a:xfrm>
                    <a:off x="5285" y="4197"/>
                    <a:ext cx="816" cy="816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</p:grpSp>
            <p:grpSp>
              <p:nvGrpSpPr>
                <p:cNvPr id="59" name="组合 118">
                  <a:extLst>
                    <a:ext uri="{FF2B5EF4-FFF2-40B4-BE49-F238E27FC236}">
                      <a16:creationId xmlns:a16="http://schemas.microsoft.com/office/drawing/2014/main" id="{B3DB39DD-F97F-8E6B-C342-66963ECD7F7B}"/>
                    </a:ext>
                  </a:extLst>
                </p:cNvPr>
                <p:cNvGrpSpPr/>
                <p:nvPr/>
              </p:nvGrpSpPr>
              <p:grpSpPr>
                <a:xfrm>
                  <a:off x="2041" y="7208"/>
                  <a:ext cx="4060" cy="816"/>
                  <a:chOff x="2041" y="4197"/>
                  <a:chExt cx="4060" cy="816"/>
                </a:xfrm>
              </p:grpSpPr>
              <p:sp>
                <p:nvSpPr>
                  <p:cNvPr id="69" name="矩形 119">
                    <a:extLst>
                      <a:ext uri="{FF2B5EF4-FFF2-40B4-BE49-F238E27FC236}">
                        <a16:creationId xmlns:a16="http://schemas.microsoft.com/office/drawing/2014/main" id="{777828C8-ED37-57BD-EC1E-06FF990078C1}"/>
                      </a:ext>
                    </a:extLst>
                  </p:cNvPr>
                  <p:cNvSpPr/>
                  <p:nvPr/>
                </p:nvSpPr>
                <p:spPr>
                  <a:xfrm>
                    <a:off x="2041" y="4197"/>
                    <a:ext cx="816" cy="81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70" name="矩形 120">
                    <a:extLst>
                      <a:ext uri="{FF2B5EF4-FFF2-40B4-BE49-F238E27FC236}">
                        <a16:creationId xmlns:a16="http://schemas.microsoft.com/office/drawing/2014/main" id="{536FF71B-A0F3-3FFF-22AE-DD26AF3E1ECA}"/>
                      </a:ext>
                    </a:extLst>
                  </p:cNvPr>
                  <p:cNvSpPr/>
                  <p:nvPr/>
                </p:nvSpPr>
                <p:spPr>
                  <a:xfrm>
                    <a:off x="2847" y="4197"/>
                    <a:ext cx="816" cy="81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71" name="矩形 121">
                    <a:extLst>
                      <a:ext uri="{FF2B5EF4-FFF2-40B4-BE49-F238E27FC236}">
                        <a16:creationId xmlns:a16="http://schemas.microsoft.com/office/drawing/2014/main" id="{EC428F69-849A-3B12-9500-925215D892A1}"/>
                      </a:ext>
                    </a:extLst>
                  </p:cNvPr>
                  <p:cNvSpPr/>
                  <p:nvPr/>
                </p:nvSpPr>
                <p:spPr>
                  <a:xfrm>
                    <a:off x="3663" y="4197"/>
                    <a:ext cx="816" cy="81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72" name="矩形 122">
                    <a:extLst>
                      <a:ext uri="{FF2B5EF4-FFF2-40B4-BE49-F238E27FC236}">
                        <a16:creationId xmlns:a16="http://schemas.microsoft.com/office/drawing/2014/main" id="{7F436478-9F03-52A4-B94B-004E14EFC6AE}"/>
                      </a:ext>
                    </a:extLst>
                  </p:cNvPr>
                  <p:cNvSpPr/>
                  <p:nvPr/>
                </p:nvSpPr>
                <p:spPr>
                  <a:xfrm>
                    <a:off x="4479" y="4197"/>
                    <a:ext cx="816" cy="81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73" name="矩形 123">
                    <a:extLst>
                      <a:ext uri="{FF2B5EF4-FFF2-40B4-BE49-F238E27FC236}">
                        <a16:creationId xmlns:a16="http://schemas.microsoft.com/office/drawing/2014/main" id="{4B6E2F23-59F7-5C35-950E-C22AECF1CF8F}"/>
                      </a:ext>
                    </a:extLst>
                  </p:cNvPr>
                  <p:cNvSpPr/>
                  <p:nvPr/>
                </p:nvSpPr>
                <p:spPr>
                  <a:xfrm>
                    <a:off x="5285" y="4197"/>
                    <a:ext cx="816" cy="81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</p:grpSp>
            <p:grpSp>
              <p:nvGrpSpPr>
                <p:cNvPr id="60" name="组合 124">
                  <a:extLst>
                    <a:ext uri="{FF2B5EF4-FFF2-40B4-BE49-F238E27FC236}">
                      <a16:creationId xmlns:a16="http://schemas.microsoft.com/office/drawing/2014/main" id="{8023FB10-13C4-349B-EFD5-17E54357B44E}"/>
                    </a:ext>
                  </a:extLst>
                </p:cNvPr>
                <p:cNvGrpSpPr/>
                <p:nvPr/>
              </p:nvGrpSpPr>
              <p:grpSpPr>
                <a:xfrm>
                  <a:off x="2051" y="3378"/>
                  <a:ext cx="4060" cy="816"/>
                  <a:chOff x="2041" y="4197"/>
                  <a:chExt cx="4060" cy="816"/>
                </a:xfrm>
              </p:grpSpPr>
              <p:sp>
                <p:nvSpPr>
                  <p:cNvPr id="64" name="矩形 125">
                    <a:extLst>
                      <a:ext uri="{FF2B5EF4-FFF2-40B4-BE49-F238E27FC236}">
                        <a16:creationId xmlns:a16="http://schemas.microsoft.com/office/drawing/2014/main" id="{25CA0099-CA4C-BAEF-D43A-744EDEB59A44}"/>
                      </a:ext>
                    </a:extLst>
                  </p:cNvPr>
                  <p:cNvSpPr/>
                  <p:nvPr>
                    <p:custDataLst>
                      <p:tags r:id="rId31"/>
                    </p:custDataLst>
                  </p:nvPr>
                </p:nvSpPr>
                <p:spPr>
                  <a:xfrm>
                    <a:off x="2041" y="4197"/>
                    <a:ext cx="816" cy="816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65" name="矩形 126">
                    <a:extLst>
                      <a:ext uri="{FF2B5EF4-FFF2-40B4-BE49-F238E27FC236}">
                        <a16:creationId xmlns:a16="http://schemas.microsoft.com/office/drawing/2014/main" id="{3A1D7CB3-1836-CA7F-293A-3CAA3B2519FD}"/>
                      </a:ext>
                    </a:extLst>
                  </p:cNvPr>
                  <p:cNvSpPr/>
                  <p:nvPr>
                    <p:custDataLst>
                      <p:tags r:id="rId32"/>
                    </p:custDataLst>
                  </p:nvPr>
                </p:nvSpPr>
                <p:spPr>
                  <a:xfrm>
                    <a:off x="2847" y="4197"/>
                    <a:ext cx="816" cy="816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66" name="矩形 127">
                    <a:extLst>
                      <a:ext uri="{FF2B5EF4-FFF2-40B4-BE49-F238E27FC236}">
                        <a16:creationId xmlns:a16="http://schemas.microsoft.com/office/drawing/2014/main" id="{F5DA4859-C5C7-30F2-55AD-5E7413551A73}"/>
                      </a:ext>
                    </a:extLst>
                  </p:cNvPr>
                  <p:cNvSpPr/>
                  <p:nvPr>
                    <p:custDataLst>
                      <p:tags r:id="rId33"/>
                    </p:custDataLst>
                  </p:nvPr>
                </p:nvSpPr>
                <p:spPr>
                  <a:xfrm>
                    <a:off x="3663" y="4197"/>
                    <a:ext cx="816" cy="816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67" name="矩形 128">
                    <a:extLst>
                      <a:ext uri="{FF2B5EF4-FFF2-40B4-BE49-F238E27FC236}">
                        <a16:creationId xmlns:a16="http://schemas.microsoft.com/office/drawing/2014/main" id="{5799BB69-5200-B4D7-05A0-65D67BE06A94}"/>
                      </a:ext>
                    </a:extLst>
                  </p:cNvPr>
                  <p:cNvSpPr/>
                  <p:nvPr>
                    <p:custDataLst>
                      <p:tags r:id="rId34"/>
                    </p:custDataLst>
                  </p:nvPr>
                </p:nvSpPr>
                <p:spPr>
                  <a:xfrm>
                    <a:off x="4479" y="4197"/>
                    <a:ext cx="816" cy="816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68" name="矩形 129">
                    <a:extLst>
                      <a:ext uri="{FF2B5EF4-FFF2-40B4-BE49-F238E27FC236}">
                        <a16:creationId xmlns:a16="http://schemas.microsoft.com/office/drawing/2014/main" id="{8D64B561-FA19-5D33-B3E6-470ED5F0DC78}"/>
                      </a:ext>
                    </a:extLst>
                  </p:cNvPr>
                  <p:cNvSpPr/>
                  <p:nvPr>
                    <p:custDataLst>
                      <p:tags r:id="rId35"/>
                    </p:custDataLst>
                  </p:nvPr>
                </p:nvSpPr>
                <p:spPr>
                  <a:xfrm>
                    <a:off x="5285" y="4197"/>
                    <a:ext cx="816" cy="816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</p:grpSp>
            <p:sp>
              <p:nvSpPr>
                <p:cNvPr id="61" name="文本框 130">
                  <a:extLst>
                    <a:ext uri="{FF2B5EF4-FFF2-40B4-BE49-F238E27FC236}">
                      <a16:creationId xmlns:a16="http://schemas.microsoft.com/office/drawing/2014/main" id="{9C748FE0-D4D1-F707-4F0C-F7CA79F7B76C}"/>
                    </a:ext>
                  </a:extLst>
                </p:cNvPr>
                <p:cNvSpPr txBox="1"/>
                <p:nvPr>
                  <p:custDataLst>
                    <p:tags r:id="rId29"/>
                  </p:custDataLst>
                </p:nvPr>
              </p:nvSpPr>
              <p:spPr>
                <a:xfrm>
                  <a:off x="3743" y="6205"/>
                  <a:ext cx="656" cy="5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/>
                    <a:t>+</a:t>
                  </a:r>
                </a:p>
              </p:txBody>
            </p:sp>
            <p:sp>
              <p:nvSpPr>
                <p:cNvPr id="62" name="文本框 131">
                  <a:extLst>
                    <a:ext uri="{FF2B5EF4-FFF2-40B4-BE49-F238E27FC236}">
                      <a16:creationId xmlns:a16="http://schemas.microsoft.com/office/drawing/2014/main" id="{D1C6082E-A669-2186-A92B-68C6503DFDA4}"/>
                    </a:ext>
                  </a:extLst>
                </p:cNvPr>
                <p:cNvSpPr txBox="1"/>
                <p:nvPr>
                  <p:custDataLst>
                    <p:tags r:id="rId30"/>
                  </p:custDataLst>
                </p:nvPr>
              </p:nvSpPr>
              <p:spPr>
                <a:xfrm>
                  <a:off x="3743" y="4344"/>
                  <a:ext cx="656" cy="5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/>
                    <a:t>=</a:t>
                  </a:r>
                </a:p>
              </p:txBody>
            </p:sp>
            <p:sp>
              <p:nvSpPr>
                <p:cNvPr id="63" name="文本框 132">
                  <a:extLst>
                    <a:ext uri="{FF2B5EF4-FFF2-40B4-BE49-F238E27FC236}">
                      <a16:creationId xmlns:a16="http://schemas.microsoft.com/office/drawing/2014/main" id="{512C6124-57ED-DFAB-21E4-D7A94907FB0A}"/>
                    </a:ext>
                  </a:extLst>
                </p:cNvPr>
                <p:cNvSpPr txBox="1"/>
                <p:nvPr/>
              </p:nvSpPr>
              <p:spPr>
                <a:xfrm>
                  <a:off x="3167" y="8245"/>
                  <a:ext cx="1808" cy="5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200"/>
                    <a:t>I</a:t>
                  </a:r>
                </a:p>
              </p:txBody>
            </p:sp>
          </p:grpSp>
          <p:grpSp>
            <p:nvGrpSpPr>
              <p:cNvPr id="14" name="组合 133">
                <a:extLst>
                  <a:ext uri="{FF2B5EF4-FFF2-40B4-BE49-F238E27FC236}">
                    <a16:creationId xmlns:a16="http://schemas.microsoft.com/office/drawing/2014/main" id="{692431AB-AD03-02E2-8ECD-138C2C51E88A}"/>
                  </a:ext>
                </a:extLst>
              </p:cNvPr>
              <p:cNvGrpSpPr/>
              <p:nvPr>
                <p:custDataLst>
                  <p:tags r:id="rId3"/>
                </p:custDataLst>
              </p:nvPr>
            </p:nvGrpSpPr>
            <p:grpSpPr>
              <a:xfrm>
                <a:off x="5195" y="2692"/>
                <a:ext cx="3137" cy="4918"/>
                <a:chOff x="2041" y="3378"/>
                <a:chExt cx="4070" cy="5615"/>
              </a:xfrm>
            </p:grpSpPr>
            <p:grpSp>
              <p:nvGrpSpPr>
                <p:cNvPr id="37" name="组合 134">
                  <a:extLst>
                    <a:ext uri="{FF2B5EF4-FFF2-40B4-BE49-F238E27FC236}">
                      <a16:creationId xmlns:a16="http://schemas.microsoft.com/office/drawing/2014/main" id="{BAC8F4E9-6701-E5B5-58D1-EBFA586967C9}"/>
                    </a:ext>
                  </a:extLst>
                </p:cNvPr>
                <p:cNvGrpSpPr/>
                <p:nvPr/>
              </p:nvGrpSpPr>
              <p:grpSpPr>
                <a:xfrm>
                  <a:off x="2041" y="5293"/>
                  <a:ext cx="4060" cy="816"/>
                  <a:chOff x="2041" y="4197"/>
                  <a:chExt cx="4060" cy="816"/>
                </a:xfrm>
              </p:grpSpPr>
              <p:sp>
                <p:nvSpPr>
                  <p:cNvPr id="53" name="矩形 135">
                    <a:extLst>
                      <a:ext uri="{FF2B5EF4-FFF2-40B4-BE49-F238E27FC236}">
                        <a16:creationId xmlns:a16="http://schemas.microsoft.com/office/drawing/2014/main" id="{BC4AE50C-EFFD-7866-A0D5-8B3B01CDFEFC}"/>
                      </a:ext>
                    </a:extLst>
                  </p:cNvPr>
                  <p:cNvSpPr/>
                  <p:nvPr>
                    <p:custDataLst>
                      <p:tags r:id="rId24"/>
                    </p:custDataLst>
                  </p:nvPr>
                </p:nvSpPr>
                <p:spPr>
                  <a:xfrm>
                    <a:off x="2041" y="4197"/>
                    <a:ext cx="816" cy="816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54" name="矩形 136">
                    <a:extLst>
                      <a:ext uri="{FF2B5EF4-FFF2-40B4-BE49-F238E27FC236}">
                        <a16:creationId xmlns:a16="http://schemas.microsoft.com/office/drawing/2014/main" id="{40D28A51-5E96-A3CD-0BDD-2199A59E5A2E}"/>
                      </a:ext>
                    </a:extLst>
                  </p:cNvPr>
                  <p:cNvSpPr/>
                  <p:nvPr>
                    <p:custDataLst>
                      <p:tags r:id="rId25"/>
                    </p:custDataLst>
                  </p:nvPr>
                </p:nvSpPr>
                <p:spPr>
                  <a:xfrm>
                    <a:off x="2847" y="4197"/>
                    <a:ext cx="816" cy="816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55" name="矩形 137">
                    <a:extLst>
                      <a:ext uri="{FF2B5EF4-FFF2-40B4-BE49-F238E27FC236}">
                        <a16:creationId xmlns:a16="http://schemas.microsoft.com/office/drawing/2014/main" id="{21C26CB0-0E53-1EAB-825F-BF97F7B541CE}"/>
                      </a:ext>
                    </a:extLst>
                  </p:cNvPr>
                  <p:cNvSpPr/>
                  <p:nvPr>
                    <p:custDataLst>
                      <p:tags r:id="rId26"/>
                    </p:custDataLst>
                  </p:nvPr>
                </p:nvSpPr>
                <p:spPr>
                  <a:xfrm>
                    <a:off x="3663" y="4197"/>
                    <a:ext cx="816" cy="816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56" name="矩形 138">
                    <a:extLst>
                      <a:ext uri="{FF2B5EF4-FFF2-40B4-BE49-F238E27FC236}">
                        <a16:creationId xmlns:a16="http://schemas.microsoft.com/office/drawing/2014/main" id="{F8611AD9-1760-5AD9-434D-DAA873568B0D}"/>
                      </a:ext>
                    </a:extLst>
                  </p:cNvPr>
                  <p:cNvSpPr/>
                  <p:nvPr>
                    <p:custDataLst>
                      <p:tags r:id="rId27"/>
                    </p:custDataLst>
                  </p:nvPr>
                </p:nvSpPr>
                <p:spPr>
                  <a:xfrm>
                    <a:off x="4479" y="4197"/>
                    <a:ext cx="816" cy="816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57" name="矩形 139">
                    <a:extLst>
                      <a:ext uri="{FF2B5EF4-FFF2-40B4-BE49-F238E27FC236}">
                        <a16:creationId xmlns:a16="http://schemas.microsoft.com/office/drawing/2014/main" id="{96E3CA3C-AEB8-DAF6-EC1B-E8F6AC6BFDB5}"/>
                      </a:ext>
                    </a:extLst>
                  </p:cNvPr>
                  <p:cNvSpPr/>
                  <p:nvPr>
                    <p:custDataLst>
                      <p:tags r:id="rId28"/>
                    </p:custDataLst>
                  </p:nvPr>
                </p:nvSpPr>
                <p:spPr>
                  <a:xfrm>
                    <a:off x="5285" y="4197"/>
                    <a:ext cx="816" cy="816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</p:grpSp>
            <p:grpSp>
              <p:nvGrpSpPr>
                <p:cNvPr id="38" name="组合 140">
                  <a:extLst>
                    <a:ext uri="{FF2B5EF4-FFF2-40B4-BE49-F238E27FC236}">
                      <a16:creationId xmlns:a16="http://schemas.microsoft.com/office/drawing/2014/main" id="{F1711A5D-74CA-13FD-8D10-7D458D3AEF66}"/>
                    </a:ext>
                  </a:extLst>
                </p:cNvPr>
                <p:cNvGrpSpPr/>
                <p:nvPr/>
              </p:nvGrpSpPr>
              <p:grpSpPr>
                <a:xfrm>
                  <a:off x="2041" y="7208"/>
                  <a:ext cx="4060" cy="816"/>
                  <a:chOff x="2041" y="4197"/>
                  <a:chExt cx="4060" cy="816"/>
                </a:xfrm>
              </p:grpSpPr>
              <p:sp>
                <p:nvSpPr>
                  <p:cNvPr id="48" name="矩形 141">
                    <a:extLst>
                      <a:ext uri="{FF2B5EF4-FFF2-40B4-BE49-F238E27FC236}">
                        <a16:creationId xmlns:a16="http://schemas.microsoft.com/office/drawing/2014/main" id="{5EA67979-5706-5FA0-D0C3-3630F27FB896}"/>
                      </a:ext>
                    </a:extLst>
                  </p:cNvPr>
                  <p:cNvSpPr/>
                  <p:nvPr/>
                </p:nvSpPr>
                <p:spPr>
                  <a:xfrm>
                    <a:off x="2041" y="4197"/>
                    <a:ext cx="816" cy="81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49" name="矩形 142">
                    <a:extLst>
                      <a:ext uri="{FF2B5EF4-FFF2-40B4-BE49-F238E27FC236}">
                        <a16:creationId xmlns:a16="http://schemas.microsoft.com/office/drawing/2014/main" id="{EE0C4F32-9414-6D8B-334E-F142779584DB}"/>
                      </a:ext>
                    </a:extLst>
                  </p:cNvPr>
                  <p:cNvSpPr/>
                  <p:nvPr/>
                </p:nvSpPr>
                <p:spPr>
                  <a:xfrm>
                    <a:off x="2847" y="4197"/>
                    <a:ext cx="816" cy="81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50" name="矩形 143">
                    <a:extLst>
                      <a:ext uri="{FF2B5EF4-FFF2-40B4-BE49-F238E27FC236}">
                        <a16:creationId xmlns:a16="http://schemas.microsoft.com/office/drawing/2014/main" id="{E4E28DDA-20EC-FFE3-FD51-C7E352126DA2}"/>
                      </a:ext>
                    </a:extLst>
                  </p:cNvPr>
                  <p:cNvSpPr/>
                  <p:nvPr/>
                </p:nvSpPr>
                <p:spPr>
                  <a:xfrm>
                    <a:off x="3663" y="4197"/>
                    <a:ext cx="816" cy="81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51" name="矩形 144">
                    <a:extLst>
                      <a:ext uri="{FF2B5EF4-FFF2-40B4-BE49-F238E27FC236}">
                        <a16:creationId xmlns:a16="http://schemas.microsoft.com/office/drawing/2014/main" id="{B880C250-546B-46E8-C0A0-1A610BC47936}"/>
                      </a:ext>
                    </a:extLst>
                  </p:cNvPr>
                  <p:cNvSpPr/>
                  <p:nvPr/>
                </p:nvSpPr>
                <p:spPr>
                  <a:xfrm>
                    <a:off x="4479" y="4197"/>
                    <a:ext cx="816" cy="81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52" name="矩形 145">
                    <a:extLst>
                      <a:ext uri="{FF2B5EF4-FFF2-40B4-BE49-F238E27FC236}">
                        <a16:creationId xmlns:a16="http://schemas.microsoft.com/office/drawing/2014/main" id="{172824ED-2F87-4800-604A-F99B6F4CEAA3}"/>
                      </a:ext>
                    </a:extLst>
                  </p:cNvPr>
                  <p:cNvSpPr/>
                  <p:nvPr/>
                </p:nvSpPr>
                <p:spPr>
                  <a:xfrm>
                    <a:off x="5285" y="4197"/>
                    <a:ext cx="816" cy="81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</p:grpSp>
            <p:grpSp>
              <p:nvGrpSpPr>
                <p:cNvPr id="39" name="组合 146">
                  <a:extLst>
                    <a:ext uri="{FF2B5EF4-FFF2-40B4-BE49-F238E27FC236}">
                      <a16:creationId xmlns:a16="http://schemas.microsoft.com/office/drawing/2014/main" id="{FA1B0065-3ECD-6065-80AA-1559DC75BB2A}"/>
                    </a:ext>
                  </a:extLst>
                </p:cNvPr>
                <p:cNvGrpSpPr/>
                <p:nvPr/>
              </p:nvGrpSpPr>
              <p:grpSpPr>
                <a:xfrm>
                  <a:off x="2051" y="3378"/>
                  <a:ext cx="4060" cy="816"/>
                  <a:chOff x="2041" y="4197"/>
                  <a:chExt cx="4060" cy="816"/>
                </a:xfrm>
              </p:grpSpPr>
              <p:sp>
                <p:nvSpPr>
                  <p:cNvPr id="43" name="矩形 147">
                    <a:extLst>
                      <a:ext uri="{FF2B5EF4-FFF2-40B4-BE49-F238E27FC236}">
                        <a16:creationId xmlns:a16="http://schemas.microsoft.com/office/drawing/2014/main" id="{76EE9831-D5DB-E1E7-2C06-77B6C45AF1EE}"/>
                      </a:ext>
                    </a:extLst>
                  </p:cNvPr>
                  <p:cNvSpPr/>
                  <p:nvPr>
                    <p:custDataLst>
                      <p:tags r:id="rId19"/>
                    </p:custDataLst>
                  </p:nvPr>
                </p:nvSpPr>
                <p:spPr>
                  <a:xfrm>
                    <a:off x="2041" y="4197"/>
                    <a:ext cx="816" cy="816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44" name="矩形 148">
                    <a:extLst>
                      <a:ext uri="{FF2B5EF4-FFF2-40B4-BE49-F238E27FC236}">
                        <a16:creationId xmlns:a16="http://schemas.microsoft.com/office/drawing/2014/main" id="{1BB08D96-0195-9591-E7E7-C636194828E7}"/>
                      </a:ext>
                    </a:extLst>
                  </p:cNvPr>
                  <p:cNvSpPr/>
                  <p:nvPr>
                    <p:custDataLst>
                      <p:tags r:id="rId20"/>
                    </p:custDataLst>
                  </p:nvPr>
                </p:nvSpPr>
                <p:spPr>
                  <a:xfrm>
                    <a:off x="2847" y="4197"/>
                    <a:ext cx="816" cy="816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45" name="矩形 149">
                    <a:extLst>
                      <a:ext uri="{FF2B5EF4-FFF2-40B4-BE49-F238E27FC236}">
                        <a16:creationId xmlns:a16="http://schemas.microsoft.com/office/drawing/2014/main" id="{8C493EE7-8779-7C48-331F-0EC2FD2FA5B5}"/>
                      </a:ext>
                    </a:extLst>
                  </p:cNvPr>
                  <p:cNvSpPr/>
                  <p:nvPr>
                    <p:custDataLst>
                      <p:tags r:id="rId21"/>
                    </p:custDataLst>
                  </p:nvPr>
                </p:nvSpPr>
                <p:spPr>
                  <a:xfrm>
                    <a:off x="3663" y="4197"/>
                    <a:ext cx="816" cy="816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46" name="矩形 150">
                    <a:extLst>
                      <a:ext uri="{FF2B5EF4-FFF2-40B4-BE49-F238E27FC236}">
                        <a16:creationId xmlns:a16="http://schemas.microsoft.com/office/drawing/2014/main" id="{F0BAAC15-C4C9-1E8B-456D-727987E3D87D}"/>
                      </a:ext>
                    </a:extLst>
                  </p:cNvPr>
                  <p:cNvSpPr/>
                  <p:nvPr>
                    <p:custDataLst>
                      <p:tags r:id="rId22"/>
                    </p:custDataLst>
                  </p:nvPr>
                </p:nvSpPr>
                <p:spPr>
                  <a:xfrm>
                    <a:off x="4479" y="4197"/>
                    <a:ext cx="816" cy="816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47" name="矩形 151">
                    <a:extLst>
                      <a:ext uri="{FF2B5EF4-FFF2-40B4-BE49-F238E27FC236}">
                        <a16:creationId xmlns:a16="http://schemas.microsoft.com/office/drawing/2014/main" id="{5F656026-C71B-CB8D-3B58-0DF3D3A6CEEF}"/>
                      </a:ext>
                    </a:extLst>
                  </p:cNvPr>
                  <p:cNvSpPr/>
                  <p:nvPr>
                    <p:custDataLst>
                      <p:tags r:id="rId23"/>
                    </p:custDataLst>
                  </p:nvPr>
                </p:nvSpPr>
                <p:spPr>
                  <a:xfrm>
                    <a:off x="5285" y="4197"/>
                    <a:ext cx="816" cy="816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</p:grpSp>
            <p:sp>
              <p:nvSpPr>
                <p:cNvPr id="40" name="文本框 152">
                  <a:extLst>
                    <a:ext uri="{FF2B5EF4-FFF2-40B4-BE49-F238E27FC236}">
                      <a16:creationId xmlns:a16="http://schemas.microsoft.com/office/drawing/2014/main" id="{FBAA206C-A930-17A8-ED8C-F1E19C10F03C}"/>
                    </a:ext>
                  </a:extLst>
                </p:cNvPr>
                <p:cNvSpPr txBox="1"/>
                <p:nvPr>
                  <p:custDataLst>
                    <p:tags r:id="rId17"/>
                  </p:custDataLst>
                </p:nvPr>
              </p:nvSpPr>
              <p:spPr>
                <a:xfrm>
                  <a:off x="3743" y="6205"/>
                  <a:ext cx="656" cy="5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/>
                    <a:t>+</a:t>
                  </a:r>
                </a:p>
              </p:txBody>
            </p:sp>
            <p:sp>
              <p:nvSpPr>
                <p:cNvPr id="41" name="文本框 153">
                  <a:extLst>
                    <a:ext uri="{FF2B5EF4-FFF2-40B4-BE49-F238E27FC236}">
                      <a16:creationId xmlns:a16="http://schemas.microsoft.com/office/drawing/2014/main" id="{17C5D599-76AD-9ACC-2C8D-B24E35E8E178}"/>
                    </a:ext>
                  </a:extLst>
                </p:cNvPr>
                <p:cNvSpPr txBox="1"/>
                <p:nvPr>
                  <p:custDataLst>
                    <p:tags r:id="rId18"/>
                  </p:custDataLst>
                </p:nvPr>
              </p:nvSpPr>
              <p:spPr>
                <a:xfrm>
                  <a:off x="3743" y="4344"/>
                  <a:ext cx="656" cy="5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/>
                    <a:t>=</a:t>
                  </a:r>
                </a:p>
              </p:txBody>
            </p:sp>
            <p:sp>
              <p:nvSpPr>
                <p:cNvPr id="42" name="文本框 154">
                  <a:extLst>
                    <a:ext uri="{FF2B5EF4-FFF2-40B4-BE49-F238E27FC236}">
                      <a16:creationId xmlns:a16="http://schemas.microsoft.com/office/drawing/2014/main" id="{5172A964-A0B2-79AC-9F2F-0BFFA798DE2B}"/>
                    </a:ext>
                  </a:extLst>
                </p:cNvPr>
                <p:cNvSpPr txBox="1"/>
                <p:nvPr/>
              </p:nvSpPr>
              <p:spPr>
                <a:xfrm>
                  <a:off x="3015" y="8245"/>
                  <a:ext cx="2110" cy="7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:r>
                    <a:rPr lang="en-US" altLang="zh-CN" sz="1200"/>
                    <a:t>brought</a:t>
                  </a:r>
                </a:p>
              </p:txBody>
            </p:sp>
          </p:grpSp>
          <p:grpSp>
            <p:nvGrpSpPr>
              <p:cNvPr id="15" name="组合 155">
                <a:extLst>
                  <a:ext uri="{FF2B5EF4-FFF2-40B4-BE49-F238E27FC236}">
                    <a16:creationId xmlns:a16="http://schemas.microsoft.com/office/drawing/2014/main" id="{9C689E1D-3BA3-412D-CBFF-70C1C56479F0}"/>
                  </a:ext>
                </a:extLst>
              </p:cNvPr>
              <p:cNvGrpSpPr/>
              <p:nvPr>
                <p:custDataLst>
                  <p:tags r:id="rId4"/>
                </p:custDataLst>
              </p:nvPr>
            </p:nvGrpSpPr>
            <p:grpSpPr>
              <a:xfrm>
                <a:off x="9228" y="2692"/>
                <a:ext cx="3137" cy="4780"/>
                <a:chOff x="2041" y="3378"/>
                <a:chExt cx="4070" cy="5457"/>
              </a:xfrm>
            </p:grpSpPr>
            <p:grpSp>
              <p:nvGrpSpPr>
                <p:cNvPr id="16" name="组合 156">
                  <a:extLst>
                    <a:ext uri="{FF2B5EF4-FFF2-40B4-BE49-F238E27FC236}">
                      <a16:creationId xmlns:a16="http://schemas.microsoft.com/office/drawing/2014/main" id="{A03786EC-4CFF-FBA2-52D6-C2681AB94FC4}"/>
                    </a:ext>
                  </a:extLst>
                </p:cNvPr>
                <p:cNvGrpSpPr/>
                <p:nvPr/>
              </p:nvGrpSpPr>
              <p:grpSpPr>
                <a:xfrm>
                  <a:off x="2041" y="5293"/>
                  <a:ext cx="4060" cy="816"/>
                  <a:chOff x="2041" y="4197"/>
                  <a:chExt cx="4060" cy="816"/>
                </a:xfrm>
              </p:grpSpPr>
              <p:sp>
                <p:nvSpPr>
                  <p:cNvPr id="32" name="矩形 157">
                    <a:extLst>
                      <a:ext uri="{FF2B5EF4-FFF2-40B4-BE49-F238E27FC236}">
                        <a16:creationId xmlns:a16="http://schemas.microsoft.com/office/drawing/2014/main" id="{3604D595-4272-A951-FA15-4149CE512362}"/>
                      </a:ext>
                    </a:extLst>
                  </p:cNvPr>
                  <p:cNvSpPr/>
                  <p:nvPr>
                    <p:custDataLst>
                      <p:tags r:id="rId12"/>
                    </p:custDataLst>
                  </p:nvPr>
                </p:nvSpPr>
                <p:spPr>
                  <a:xfrm>
                    <a:off x="2041" y="4197"/>
                    <a:ext cx="816" cy="816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33" name="矩形 158">
                    <a:extLst>
                      <a:ext uri="{FF2B5EF4-FFF2-40B4-BE49-F238E27FC236}">
                        <a16:creationId xmlns:a16="http://schemas.microsoft.com/office/drawing/2014/main" id="{1B0FE322-61A4-2588-F77A-A17A0B894483}"/>
                      </a:ext>
                    </a:extLst>
                  </p:cNvPr>
                  <p:cNvSpPr/>
                  <p:nvPr>
                    <p:custDataLst>
                      <p:tags r:id="rId13"/>
                    </p:custDataLst>
                  </p:nvPr>
                </p:nvSpPr>
                <p:spPr>
                  <a:xfrm>
                    <a:off x="2847" y="4197"/>
                    <a:ext cx="816" cy="816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34" name="矩形 159">
                    <a:extLst>
                      <a:ext uri="{FF2B5EF4-FFF2-40B4-BE49-F238E27FC236}">
                        <a16:creationId xmlns:a16="http://schemas.microsoft.com/office/drawing/2014/main" id="{EF55BFA5-5443-4B82-110E-19D8E16DF513}"/>
                      </a:ext>
                    </a:extLst>
                  </p:cNvPr>
                  <p:cNvSpPr/>
                  <p:nvPr>
                    <p:custDataLst>
                      <p:tags r:id="rId14"/>
                    </p:custDataLst>
                  </p:nvPr>
                </p:nvSpPr>
                <p:spPr>
                  <a:xfrm>
                    <a:off x="3663" y="4197"/>
                    <a:ext cx="816" cy="816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35" name="矩形 160">
                    <a:extLst>
                      <a:ext uri="{FF2B5EF4-FFF2-40B4-BE49-F238E27FC236}">
                        <a16:creationId xmlns:a16="http://schemas.microsoft.com/office/drawing/2014/main" id="{2A93E834-0F27-1CEC-160A-3DAAED237FC1}"/>
                      </a:ext>
                    </a:extLst>
                  </p:cNvPr>
                  <p:cNvSpPr/>
                  <p:nvPr>
                    <p:custDataLst>
                      <p:tags r:id="rId15"/>
                    </p:custDataLst>
                  </p:nvPr>
                </p:nvSpPr>
                <p:spPr>
                  <a:xfrm>
                    <a:off x="4479" y="4197"/>
                    <a:ext cx="816" cy="816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36" name="矩形 161">
                    <a:extLst>
                      <a:ext uri="{FF2B5EF4-FFF2-40B4-BE49-F238E27FC236}">
                        <a16:creationId xmlns:a16="http://schemas.microsoft.com/office/drawing/2014/main" id="{896F98A7-0248-550E-8D3D-173A955D193E}"/>
                      </a:ext>
                    </a:extLst>
                  </p:cNvPr>
                  <p:cNvSpPr/>
                  <p:nvPr>
                    <p:custDataLst>
                      <p:tags r:id="rId16"/>
                    </p:custDataLst>
                  </p:nvPr>
                </p:nvSpPr>
                <p:spPr>
                  <a:xfrm>
                    <a:off x="5285" y="4197"/>
                    <a:ext cx="816" cy="816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</p:grpSp>
            <p:grpSp>
              <p:nvGrpSpPr>
                <p:cNvPr id="17" name="组合 162">
                  <a:extLst>
                    <a:ext uri="{FF2B5EF4-FFF2-40B4-BE49-F238E27FC236}">
                      <a16:creationId xmlns:a16="http://schemas.microsoft.com/office/drawing/2014/main" id="{5F5265F1-5145-0953-DC59-951E2F96C405}"/>
                    </a:ext>
                  </a:extLst>
                </p:cNvPr>
                <p:cNvGrpSpPr/>
                <p:nvPr/>
              </p:nvGrpSpPr>
              <p:grpSpPr>
                <a:xfrm>
                  <a:off x="2041" y="7208"/>
                  <a:ext cx="4060" cy="816"/>
                  <a:chOff x="2041" y="4197"/>
                  <a:chExt cx="4060" cy="816"/>
                </a:xfrm>
              </p:grpSpPr>
              <p:sp>
                <p:nvSpPr>
                  <p:cNvPr id="27" name="矩形 163">
                    <a:extLst>
                      <a:ext uri="{FF2B5EF4-FFF2-40B4-BE49-F238E27FC236}">
                        <a16:creationId xmlns:a16="http://schemas.microsoft.com/office/drawing/2014/main" id="{64C754A0-8E5F-AAF5-D602-BAD5A015027B}"/>
                      </a:ext>
                    </a:extLst>
                  </p:cNvPr>
                  <p:cNvSpPr/>
                  <p:nvPr/>
                </p:nvSpPr>
                <p:spPr>
                  <a:xfrm>
                    <a:off x="2041" y="4197"/>
                    <a:ext cx="816" cy="81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28" name="矩形 164">
                    <a:extLst>
                      <a:ext uri="{FF2B5EF4-FFF2-40B4-BE49-F238E27FC236}">
                        <a16:creationId xmlns:a16="http://schemas.microsoft.com/office/drawing/2014/main" id="{6B324878-6ED3-1BC2-FB32-4D74C4D728D7}"/>
                      </a:ext>
                    </a:extLst>
                  </p:cNvPr>
                  <p:cNvSpPr/>
                  <p:nvPr/>
                </p:nvSpPr>
                <p:spPr>
                  <a:xfrm>
                    <a:off x="2847" y="4197"/>
                    <a:ext cx="816" cy="81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29" name="矩形 165">
                    <a:extLst>
                      <a:ext uri="{FF2B5EF4-FFF2-40B4-BE49-F238E27FC236}">
                        <a16:creationId xmlns:a16="http://schemas.microsoft.com/office/drawing/2014/main" id="{33033E19-6763-B58F-844E-B7763965215F}"/>
                      </a:ext>
                    </a:extLst>
                  </p:cNvPr>
                  <p:cNvSpPr/>
                  <p:nvPr/>
                </p:nvSpPr>
                <p:spPr>
                  <a:xfrm>
                    <a:off x="3663" y="4197"/>
                    <a:ext cx="816" cy="81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30" name="矩形 166">
                    <a:extLst>
                      <a:ext uri="{FF2B5EF4-FFF2-40B4-BE49-F238E27FC236}">
                        <a16:creationId xmlns:a16="http://schemas.microsoft.com/office/drawing/2014/main" id="{2E273DF0-7A74-C9C2-F8AC-F93693C6ADE4}"/>
                      </a:ext>
                    </a:extLst>
                  </p:cNvPr>
                  <p:cNvSpPr/>
                  <p:nvPr/>
                </p:nvSpPr>
                <p:spPr>
                  <a:xfrm>
                    <a:off x="4479" y="4197"/>
                    <a:ext cx="816" cy="81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31" name="矩形 167">
                    <a:extLst>
                      <a:ext uri="{FF2B5EF4-FFF2-40B4-BE49-F238E27FC236}">
                        <a16:creationId xmlns:a16="http://schemas.microsoft.com/office/drawing/2014/main" id="{D08DEAC4-2FD4-D22A-12DF-ED397BBCA384}"/>
                      </a:ext>
                    </a:extLst>
                  </p:cNvPr>
                  <p:cNvSpPr/>
                  <p:nvPr/>
                </p:nvSpPr>
                <p:spPr>
                  <a:xfrm>
                    <a:off x="5285" y="4197"/>
                    <a:ext cx="816" cy="81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</p:grpSp>
            <p:grpSp>
              <p:nvGrpSpPr>
                <p:cNvPr id="18" name="组合 168">
                  <a:extLst>
                    <a:ext uri="{FF2B5EF4-FFF2-40B4-BE49-F238E27FC236}">
                      <a16:creationId xmlns:a16="http://schemas.microsoft.com/office/drawing/2014/main" id="{7154579F-8875-00EF-47E1-38AF8E686308}"/>
                    </a:ext>
                  </a:extLst>
                </p:cNvPr>
                <p:cNvGrpSpPr/>
                <p:nvPr/>
              </p:nvGrpSpPr>
              <p:grpSpPr>
                <a:xfrm>
                  <a:off x="2051" y="3378"/>
                  <a:ext cx="4060" cy="816"/>
                  <a:chOff x="2041" y="4197"/>
                  <a:chExt cx="4060" cy="816"/>
                </a:xfrm>
              </p:grpSpPr>
              <p:sp>
                <p:nvSpPr>
                  <p:cNvPr id="22" name="矩形 169">
                    <a:extLst>
                      <a:ext uri="{FF2B5EF4-FFF2-40B4-BE49-F238E27FC236}">
                        <a16:creationId xmlns:a16="http://schemas.microsoft.com/office/drawing/2014/main" id="{F18B0BFF-06F8-8417-44AB-5BAD11939DBF}"/>
                      </a:ext>
                    </a:extLst>
                  </p:cNvPr>
                  <p:cNvSpPr/>
                  <p:nvPr>
                    <p:custDataLst>
                      <p:tags r:id="rId7"/>
                    </p:custDataLst>
                  </p:nvPr>
                </p:nvSpPr>
                <p:spPr>
                  <a:xfrm>
                    <a:off x="2041" y="4197"/>
                    <a:ext cx="816" cy="816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23" name="矩形 170">
                    <a:extLst>
                      <a:ext uri="{FF2B5EF4-FFF2-40B4-BE49-F238E27FC236}">
                        <a16:creationId xmlns:a16="http://schemas.microsoft.com/office/drawing/2014/main" id="{F8077475-C405-F08A-223D-5602684EBE37}"/>
                      </a:ext>
                    </a:extLst>
                  </p:cNvPr>
                  <p:cNvSpPr/>
                  <p:nvPr>
                    <p:custDataLst>
                      <p:tags r:id="rId8"/>
                    </p:custDataLst>
                  </p:nvPr>
                </p:nvSpPr>
                <p:spPr>
                  <a:xfrm>
                    <a:off x="2847" y="4197"/>
                    <a:ext cx="816" cy="816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24" name="矩形 171">
                    <a:extLst>
                      <a:ext uri="{FF2B5EF4-FFF2-40B4-BE49-F238E27FC236}">
                        <a16:creationId xmlns:a16="http://schemas.microsoft.com/office/drawing/2014/main" id="{6B6AE592-9D8E-BBF7-3D18-9DA22CF549D0}"/>
                      </a:ext>
                    </a:extLst>
                  </p:cNvPr>
                  <p:cNvSpPr/>
                  <p:nvPr>
                    <p:custDataLst>
                      <p:tags r:id="rId9"/>
                    </p:custDataLst>
                  </p:nvPr>
                </p:nvSpPr>
                <p:spPr>
                  <a:xfrm>
                    <a:off x="3663" y="4197"/>
                    <a:ext cx="816" cy="816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25" name="矩形 172">
                    <a:extLst>
                      <a:ext uri="{FF2B5EF4-FFF2-40B4-BE49-F238E27FC236}">
                        <a16:creationId xmlns:a16="http://schemas.microsoft.com/office/drawing/2014/main" id="{69A3BD24-87C7-B6D1-760C-F5C3D9380CEC}"/>
                      </a:ext>
                    </a:extLst>
                  </p:cNvPr>
                  <p:cNvSpPr/>
                  <p:nvPr>
                    <p:custDataLst>
                      <p:tags r:id="rId10"/>
                    </p:custDataLst>
                  </p:nvPr>
                </p:nvSpPr>
                <p:spPr>
                  <a:xfrm>
                    <a:off x="4479" y="4197"/>
                    <a:ext cx="816" cy="816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26" name="矩形 173">
                    <a:extLst>
                      <a:ext uri="{FF2B5EF4-FFF2-40B4-BE49-F238E27FC236}">
                        <a16:creationId xmlns:a16="http://schemas.microsoft.com/office/drawing/2014/main" id="{F1C227CF-871D-F09D-22B1-CB357097C202}"/>
                      </a:ext>
                    </a:extLst>
                  </p:cNvPr>
                  <p:cNvSpPr/>
                  <p:nvPr>
                    <p:custDataLst>
                      <p:tags r:id="rId11"/>
                    </p:custDataLst>
                  </p:nvPr>
                </p:nvSpPr>
                <p:spPr>
                  <a:xfrm>
                    <a:off x="5285" y="4197"/>
                    <a:ext cx="816" cy="816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</p:grpSp>
            <p:sp>
              <p:nvSpPr>
                <p:cNvPr id="19" name="文本框 174">
                  <a:extLst>
                    <a:ext uri="{FF2B5EF4-FFF2-40B4-BE49-F238E27FC236}">
                      <a16:creationId xmlns:a16="http://schemas.microsoft.com/office/drawing/2014/main" id="{132AB01F-6BA5-9AC3-8F98-DD8B79E50D30}"/>
                    </a:ext>
                  </a:extLst>
                </p:cNvPr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3743" y="6205"/>
                  <a:ext cx="656" cy="5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/>
                    <a:t>+</a:t>
                  </a:r>
                </a:p>
              </p:txBody>
            </p:sp>
            <p:sp>
              <p:nvSpPr>
                <p:cNvPr id="20" name="文本框 175">
                  <a:extLst>
                    <a:ext uri="{FF2B5EF4-FFF2-40B4-BE49-F238E27FC236}">
                      <a16:creationId xmlns:a16="http://schemas.microsoft.com/office/drawing/2014/main" id="{7D1B26BB-3A89-AB7A-E6C6-3590B6325FFD}"/>
                    </a:ext>
                  </a:extLst>
                </p:cNvPr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3743" y="4344"/>
                  <a:ext cx="656" cy="5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/>
                    <a:t>=</a:t>
                  </a:r>
                </a:p>
              </p:txBody>
            </p:sp>
            <p:sp>
              <p:nvSpPr>
                <p:cNvPr id="21" name="文本框 176">
                  <a:extLst>
                    <a:ext uri="{FF2B5EF4-FFF2-40B4-BE49-F238E27FC236}">
                      <a16:creationId xmlns:a16="http://schemas.microsoft.com/office/drawing/2014/main" id="{BEF46B7B-4242-B1DE-E8BB-A38F5A275C7B}"/>
                    </a:ext>
                  </a:extLst>
                </p:cNvPr>
                <p:cNvSpPr txBox="1"/>
                <p:nvPr/>
              </p:nvSpPr>
              <p:spPr>
                <a:xfrm>
                  <a:off x="3167" y="8245"/>
                  <a:ext cx="1808" cy="5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200"/>
                    <a:t>the</a:t>
                  </a:r>
                </a:p>
              </p:txBody>
            </p:sp>
          </p:grpSp>
        </p:grpSp>
        <p:sp>
          <p:nvSpPr>
            <p:cNvPr id="9" name="文本框 1">
              <a:extLst>
                <a:ext uri="{FF2B5EF4-FFF2-40B4-BE49-F238E27FC236}">
                  <a16:creationId xmlns:a16="http://schemas.microsoft.com/office/drawing/2014/main" id="{BB84BD20-74EA-F79D-911F-19EB9049879B}"/>
                </a:ext>
              </a:extLst>
            </p:cNvPr>
            <p:cNvSpPr txBox="1"/>
            <p:nvPr/>
          </p:nvSpPr>
          <p:spPr>
            <a:xfrm>
              <a:off x="198" y="6082"/>
              <a:ext cx="2613" cy="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token</a:t>
              </a:r>
              <a:r>
                <a:rPr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向量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" name="文本框 2">
              <a:extLst>
                <a:ext uri="{FF2B5EF4-FFF2-40B4-BE49-F238E27FC236}">
                  <a16:creationId xmlns:a16="http://schemas.microsoft.com/office/drawing/2014/main" id="{36E53055-A1EA-01E2-657E-A6F1F3D6EB03}"/>
                </a:ext>
              </a:extLst>
            </p:cNvPr>
            <p:cNvSpPr txBox="1"/>
            <p:nvPr/>
          </p:nvSpPr>
          <p:spPr>
            <a:xfrm>
              <a:off x="198" y="4567"/>
              <a:ext cx="2613" cy="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位置编码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" name="文本框 3">
              <a:extLst>
                <a:ext uri="{FF2B5EF4-FFF2-40B4-BE49-F238E27FC236}">
                  <a16:creationId xmlns:a16="http://schemas.microsoft.com/office/drawing/2014/main" id="{AAD11E26-5DE6-6A29-52FF-4E35DA16A37C}"/>
                </a:ext>
              </a:extLst>
            </p:cNvPr>
            <p:cNvSpPr txBox="1"/>
            <p:nvPr/>
          </p:nvSpPr>
          <p:spPr>
            <a:xfrm>
              <a:off x="238" y="3065"/>
              <a:ext cx="2613" cy="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输入向量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6187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EFF31-54BF-468A-BF9A-3F3F26348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Token</a:t>
            </a:r>
            <a:r>
              <a:rPr lang="zh-CN" altLang="en-US"/>
              <a:t>向量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6A6C00-20A5-40BC-A550-BDAB003F6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Token</a:t>
            </a:r>
            <a:r>
              <a:rPr lang="zh-CN" altLang="en-US" dirty="0"/>
              <a:t>指的是文本处理中的基本单元，例如一个词、一个字、一个子词（</a:t>
            </a:r>
            <a:r>
              <a:rPr lang="en-US" altLang="en-US" dirty="0" err="1"/>
              <a:t>subword</a:t>
            </a:r>
            <a:r>
              <a:rPr lang="en-US" altLang="en-US" dirty="0"/>
              <a:t>）</a:t>
            </a:r>
            <a:r>
              <a:rPr lang="zh-CN" altLang="en-US" dirty="0"/>
              <a:t>或符号。</a:t>
            </a:r>
            <a:endParaRPr lang="en-US" altLang="zh-CN" dirty="0"/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dirty="0"/>
              <a:t>“I</a:t>
            </a:r>
            <a:r>
              <a:rPr lang="zh-CN" altLang="en-US" dirty="0"/>
              <a:t> </a:t>
            </a:r>
            <a:r>
              <a:rPr lang="en-US" altLang="zh-CN" dirty="0"/>
              <a:t>bought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book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he</a:t>
            </a:r>
            <a:r>
              <a:rPr lang="zh-CN" altLang="en-US" dirty="0"/>
              <a:t> </a:t>
            </a:r>
            <a:r>
              <a:rPr lang="en-US" altLang="zh-CN" dirty="0"/>
              <a:t>read</a:t>
            </a:r>
            <a:r>
              <a:rPr lang="zh-CN" altLang="en-US" dirty="0"/>
              <a:t> </a:t>
            </a:r>
            <a:r>
              <a:rPr lang="en-US" altLang="zh-CN" dirty="0"/>
              <a:t>yesterday”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dirty="0"/>
              <a:t>→ [“I”, “bought” , “the”, “book”, “that”,</a:t>
            </a:r>
            <a:r>
              <a:rPr lang="zh-CN" altLang="en-US" dirty="0"/>
              <a:t> </a:t>
            </a:r>
            <a:r>
              <a:rPr lang="en-US" altLang="zh-CN" dirty="0"/>
              <a:t>“he”,</a:t>
            </a:r>
            <a:r>
              <a:rPr lang="zh-CN" altLang="en-US" dirty="0"/>
              <a:t> </a:t>
            </a:r>
            <a:r>
              <a:rPr lang="en-US" altLang="zh-CN" dirty="0"/>
              <a:t>“read”,</a:t>
            </a:r>
            <a:r>
              <a:rPr lang="zh-CN" altLang="en-US" dirty="0"/>
              <a:t> </a:t>
            </a:r>
            <a:r>
              <a:rPr lang="en-US" altLang="zh-CN" dirty="0"/>
              <a:t>“yesterday”]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Token</a:t>
            </a:r>
            <a:r>
              <a:rPr lang="zh-CN" altLang="en-US" dirty="0"/>
              <a:t>向量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781A4E-8A39-4945-9F3D-E1CA1F5E345A}"/>
              </a:ext>
            </a:extLst>
          </p:cNvPr>
          <p:cNvSpPr txBox="1"/>
          <p:nvPr/>
        </p:nvSpPr>
        <p:spPr>
          <a:xfrm>
            <a:off x="7120775" y="4264324"/>
            <a:ext cx="4413451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/>
              <a:t>通常是随机初始化的，也可以使用预训练的词嵌入（</a:t>
            </a:r>
            <a:r>
              <a:rPr lang="en-US" altLang="zh-CN"/>
              <a:t>embeddings</a:t>
            </a:r>
            <a:r>
              <a:rPr lang="zh-CN" altLang="en-US"/>
              <a:t>）。</a:t>
            </a:r>
          </a:p>
        </p:txBody>
      </p:sp>
      <p:grpSp>
        <p:nvGrpSpPr>
          <p:cNvPr id="7" name="组合 9">
            <a:extLst>
              <a:ext uri="{FF2B5EF4-FFF2-40B4-BE49-F238E27FC236}">
                <a16:creationId xmlns:a16="http://schemas.microsoft.com/office/drawing/2014/main" id="{7DEA5918-D16F-5777-5BB8-A33979BD4E53}"/>
              </a:ext>
            </a:extLst>
          </p:cNvPr>
          <p:cNvGrpSpPr/>
          <p:nvPr/>
        </p:nvGrpSpPr>
        <p:grpSpPr>
          <a:xfrm>
            <a:off x="838200" y="4141788"/>
            <a:ext cx="6037580" cy="2035175"/>
            <a:chOff x="4551" y="3840"/>
            <a:chExt cx="9508" cy="3205"/>
          </a:xfrm>
        </p:grpSpPr>
        <p:grpSp>
          <p:nvGrpSpPr>
            <p:cNvPr id="8" name="组合 3">
              <a:extLst>
                <a:ext uri="{FF2B5EF4-FFF2-40B4-BE49-F238E27FC236}">
                  <a16:creationId xmlns:a16="http://schemas.microsoft.com/office/drawing/2014/main" id="{31EF0ED3-25B3-2D9E-76AD-C364F44BE78B}"/>
                </a:ext>
              </a:extLst>
            </p:cNvPr>
            <p:cNvGrpSpPr/>
            <p:nvPr/>
          </p:nvGrpSpPr>
          <p:grpSpPr>
            <a:xfrm>
              <a:off x="4551" y="4349"/>
              <a:ext cx="9508" cy="2696"/>
              <a:chOff x="5216" y="2425"/>
              <a:chExt cx="9508" cy="269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">
                    <a:extLst>
                      <a:ext uri="{FF2B5EF4-FFF2-40B4-BE49-F238E27FC236}">
                        <a16:creationId xmlns:a16="http://schemas.microsoft.com/office/drawing/2014/main" id="{D6B88838-A3B4-4338-22F6-2912C29DB8FD}"/>
                      </a:ext>
                    </a:extLst>
                  </p:cNvPr>
                  <p:cNvSpPr txBox="1"/>
                  <p:nvPr/>
                </p:nvSpPr>
                <p:spPr>
                  <a:xfrm>
                    <a:off x="6220" y="2425"/>
                    <a:ext cx="8504" cy="2696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noAutofit/>
                  </a:bodyPr>
                  <a:lstStyle/>
                  <a:p>
                    <a:pPr algn="l">
                      <a:lnSpc>
                        <a:spcPct val="100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5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0.31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0.58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   ...   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0.04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0.32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0.41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0.97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   ...   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0.62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0.79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0.59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0.09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   ...   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0.64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0.05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0.26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0.32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   ...   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0.33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0.02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...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...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   ...   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...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...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0.53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0.38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   ...   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0.08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MS Mincho" charset="0"/>
                                        <a:cs typeface="Cambria Math" panose="02040503050406030204" pitchFamily="18" charset="0"/>
                                      </a:rPr>
                                      <m:t>0.80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" name="文本框 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20" y="2425"/>
                    <a:ext cx="8504" cy="2696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文本框 2">
                    <a:extLst>
                      <a:ext uri="{FF2B5EF4-FFF2-40B4-BE49-F238E27FC236}">
                        <a16:creationId xmlns:a16="http://schemas.microsoft.com/office/drawing/2014/main" id="{A6AC3B86-1773-BB1C-811E-917C61790BD5}"/>
                      </a:ext>
                    </a:extLst>
                  </p:cNvPr>
                  <p:cNvSpPr txBox="1"/>
                  <p:nvPr/>
                </p:nvSpPr>
                <p:spPr>
                  <a:xfrm>
                    <a:off x="5216" y="2426"/>
                    <a:ext cx="2167" cy="269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>
                      <a:lnSpc>
                        <a:spcPct val="9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altLang="zh-CN" i="1">
                        <a:latin typeface="Cambria" panose="02040503050406030204" charset="0"/>
                        <a:cs typeface="Cambria" panose="02040503050406030204" charset="0"/>
                      </a:rPr>
                      <a:t>I</a:t>
                    </a:r>
                  </a:p>
                  <a:p>
                    <a:pPr algn="ctr">
                      <a:lnSpc>
                        <a:spcPct val="9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altLang="zh-CN" i="1">
                        <a:latin typeface="Cambria" panose="02040503050406030204" charset="0"/>
                        <a:cs typeface="Cambria" panose="02040503050406030204" charset="0"/>
                      </a:rPr>
                      <a:t>brought</a:t>
                    </a:r>
                  </a:p>
                  <a:p>
                    <a:pPr algn="ctr">
                      <a:lnSpc>
                        <a:spcPct val="9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altLang="zh-CN" i="1">
                        <a:latin typeface="Cambria" panose="02040503050406030204" charset="0"/>
                        <a:cs typeface="Cambria" panose="02040503050406030204" charset="0"/>
                      </a:rPr>
                      <a:t>the</a:t>
                    </a:r>
                  </a:p>
                  <a:p>
                    <a:pPr algn="ctr">
                      <a:lnSpc>
                        <a:spcPct val="9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altLang="zh-CN" i="1">
                        <a:latin typeface="Cambria" panose="02040503050406030204" charset="0"/>
                        <a:cs typeface="Cambria" panose="02040503050406030204" charset="0"/>
                      </a:rPr>
                      <a:t>book</a:t>
                    </a:r>
                  </a:p>
                  <a:p>
                    <a:pPr algn="ctr">
                      <a:lnSpc>
                        <a:spcPct val="9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...</m:t>
                          </m:r>
                        </m:oMath>
                      </m:oMathPara>
                    </a14:m>
                    <a:endParaRPr lang="en-US" altLang="zh-CN" i="1">
                      <a:latin typeface="Cambria" panose="02040503050406030204" charset="0"/>
                      <a:cs typeface="Cambria" panose="02040503050406030204" charset="0"/>
                    </a:endParaRPr>
                  </a:p>
                  <a:p>
                    <a:pPr algn="ctr">
                      <a:lnSpc>
                        <a:spcPct val="9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altLang="zh-CN" i="1">
                        <a:latin typeface="Cambria" panose="02040503050406030204" charset="0"/>
                        <a:cs typeface="Cambria" panose="02040503050406030204" charset="0"/>
                      </a:rPr>
                      <a:t>yesterday</a:t>
                    </a:r>
                  </a:p>
                </p:txBody>
              </p:sp>
            </mc:Choice>
            <mc:Fallback xmlns="">
              <p:sp>
                <p:nvSpPr>
                  <p:cNvPr id="3" name="文本框 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16" y="2426"/>
                    <a:ext cx="2167" cy="2695"/>
                  </a:xfrm>
                  <a:prstGeom prst="rect">
                    <a:avLst/>
                  </a:prstGeom>
                  <a:blipFill rotWithShape="1">
                    <a:blip r:embed="rId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" name="文本框 4">
              <a:extLst>
                <a:ext uri="{FF2B5EF4-FFF2-40B4-BE49-F238E27FC236}">
                  <a16:creationId xmlns:a16="http://schemas.microsoft.com/office/drawing/2014/main" id="{C1C409F2-E5AF-7654-8F58-398277CF4D3F}"/>
                </a:ext>
              </a:extLst>
            </p:cNvPr>
            <p:cNvSpPr txBox="1"/>
            <p:nvPr/>
          </p:nvSpPr>
          <p:spPr>
            <a:xfrm>
              <a:off x="7046" y="3840"/>
              <a:ext cx="4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&lt;</a:t>
              </a:r>
            </a:p>
          </p:txBody>
        </p:sp>
        <p:sp>
          <p:nvSpPr>
            <p:cNvPr id="10" name="文本框 5">
              <a:extLst>
                <a:ext uri="{FF2B5EF4-FFF2-40B4-BE49-F238E27FC236}">
                  <a16:creationId xmlns:a16="http://schemas.microsoft.com/office/drawing/2014/main" id="{73614657-5098-272C-4427-233EA49953F5}"/>
                </a:ext>
              </a:extLst>
            </p:cNvPr>
            <p:cNvSpPr txBox="1"/>
            <p:nvPr/>
          </p:nvSpPr>
          <p:spPr>
            <a:xfrm>
              <a:off x="8215" y="3843"/>
              <a:ext cx="58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—</a:t>
              </a:r>
            </a:p>
          </p:txBody>
        </p:sp>
        <p:sp>
          <p:nvSpPr>
            <p:cNvPr id="11" name="文本框 6">
              <a:extLst>
                <a:ext uri="{FF2B5EF4-FFF2-40B4-BE49-F238E27FC236}">
                  <a16:creationId xmlns:a16="http://schemas.microsoft.com/office/drawing/2014/main" id="{9F65838D-0D12-7C7A-AE8C-0358602146FE}"/>
                </a:ext>
              </a:extLst>
            </p:cNvPr>
            <p:cNvSpPr txBox="1"/>
            <p:nvPr/>
          </p:nvSpPr>
          <p:spPr>
            <a:xfrm>
              <a:off x="10713" y="3840"/>
              <a:ext cx="58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—</a:t>
              </a:r>
            </a:p>
          </p:txBody>
        </p:sp>
        <p:sp>
          <p:nvSpPr>
            <p:cNvPr id="12" name="文本框 7">
              <a:extLst>
                <a:ext uri="{FF2B5EF4-FFF2-40B4-BE49-F238E27FC236}">
                  <a16:creationId xmlns:a16="http://schemas.microsoft.com/office/drawing/2014/main" id="{010BA4DC-6476-A6B9-A694-2D14F6322002}"/>
                </a:ext>
              </a:extLst>
            </p:cNvPr>
            <p:cNvSpPr txBox="1"/>
            <p:nvPr/>
          </p:nvSpPr>
          <p:spPr>
            <a:xfrm>
              <a:off x="12040" y="3840"/>
              <a:ext cx="4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&gt;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8">
                  <a:extLst>
                    <a:ext uri="{FF2B5EF4-FFF2-40B4-BE49-F238E27FC236}">
                      <a16:creationId xmlns:a16="http://schemas.microsoft.com/office/drawing/2014/main" id="{99C00E11-90CD-3086-A6AE-4EC81EEC6550}"/>
                    </a:ext>
                  </a:extLst>
                </p:cNvPr>
                <p:cNvSpPr txBox="1"/>
                <p:nvPr/>
              </p:nvSpPr>
              <p:spPr>
                <a:xfrm>
                  <a:off x="9080" y="3843"/>
                  <a:ext cx="737" cy="5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𝑒𝑚𝑏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𝑑𝑖𝑚</m:t>
                            </m:r>
                          </m:sub>
                        </m:sSub>
                      </m:oMath>
                    </m:oMathPara>
                  </a14:m>
                  <a:endParaRPr lang="en-US" altLang="zh-CN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9" name="文本框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0" y="3843"/>
                  <a:ext cx="737" cy="577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0603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EFF31-54BF-468A-BF9A-3F3F26348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位置编码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6A6C00-20A5-40BC-A550-BDAB003F6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/>
              <a:t>位置编码</a:t>
            </a:r>
            <a:endParaRPr lang="en-US" altLang="zh-CN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/>
              <a:t>与 </a:t>
            </a:r>
            <a:r>
              <a:rPr lang="en-US" altLang="zh-CN"/>
              <a:t>RNN </a:t>
            </a:r>
            <a:r>
              <a:rPr lang="zh-CN" altLang="en-US"/>
              <a:t>风格的模型不同，</a:t>
            </a:r>
            <a:r>
              <a:rPr lang="en-US" altLang="zh-CN"/>
              <a:t>Transformer </a:t>
            </a:r>
            <a:r>
              <a:rPr lang="zh-CN" altLang="en-US"/>
              <a:t>中没有明确的方式使用“循环”机制对词序列进行编码</a:t>
            </a:r>
            <a:endParaRPr lang="en-US" altLang="zh-CN"/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kern="100">
                <a:solidFill>
                  <a:prstClr val="black"/>
                </a:solidFill>
                <a:cs typeface="+mn-ea"/>
              </a:rPr>
              <a:t>如何为不同的 </a:t>
            </a:r>
            <a:r>
              <a:rPr lang="en-US" altLang="zh-CN" kern="100">
                <a:solidFill>
                  <a:prstClr val="black"/>
                </a:solidFill>
                <a:cs typeface="+mn-ea"/>
              </a:rPr>
              <a:t>token </a:t>
            </a:r>
            <a:r>
              <a:rPr lang="zh-CN" altLang="en-US" kern="100">
                <a:solidFill>
                  <a:prstClr val="black"/>
                </a:solidFill>
                <a:cs typeface="+mn-ea"/>
              </a:rPr>
              <a:t>设置可扩展的编码方式？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kern="100">
                <a:solidFill>
                  <a:prstClr val="black"/>
                </a:solidFill>
                <a:cs typeface="+mn-ea"/>
              </a:rPr>
              <a:t>-</a:t>
            </a:r>
            <a:r>
              <a:rPr lang="zh-CN" altLang="en-US" kern="100">
                <a:solidFill>
                  <a:prstClr val="black"/>
                </a:solidFill>
                <a:cs typeface="+mn-ea"/>
              </a:rPr>
              <a:t> 对于长序列必须合理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kern="100">
                <a:solidFill>
                  <a:prstClr val="black"/>
                </a:solidFill>
                <a:cs typeface="+mn-ea"/>
              </a:rPr>
              <a:t>-</a:t>
            </a:r>
            <a:r>
              <a:rPr lang="zh-CN" altLang="en-US" kern="100">
                <a:solidFill>
                  <a:prstClr val="black"/>
                </a:solidFill>
                <a:cs typeface="+mn-ea"/>
              </a:rPr>
              <a:t> 其值应可跟踪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kern="100">
                <a:solidFill>
                  <a:prstClr val="black"/>
                </a:solidFill>
                <a:cs typeface="+mn-ea"/>
              </a:rPr>
              <a:t>-</a:t>
            </a:r>
            <a:r>
              <a:rPr lang="zh-CN" altLang="en-US" kern="100">
                <a:solidFill>
                  <a:prstClr val="black"/>
                </a:solidFill>
                <a:cs typeface="+mn-ea"/>
              </a:rPr>
              <a:t> 能够记录单词之间的相对位置（为后续注意力做好准备）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088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83D6E3-AB2A-4D82-9997-FC0C03924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位置编码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55F3-40E0-4E0F-ADA1-7C4678B76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位置编码使用三角函数</a:t>
            </a:r>
          </a:p>
        </p:txBody>
      </p:sp>
      <p:grpSp>
        <p:nvGrpSpPr>
          <p:cNvPr id="6" name="组合 29">
            <a:extLst>
              <a:ext uri="{FF2B5EF4-FFF2-40B4-BE49-F238E27FC236}">
                <a16:creationId xmlns:a16="http://schemas.microsoft.com/office/drawing/2014/main" id="{C627367A-88E6-EF72-0983-BEC4C120E448}"/>
              </a:ext>
            </a:extLst>
          </p:cNvPr>
          <p:cNvGrpSpPr/>
          <p:nvPr/>
        </p:nvGrpSpPr>
        <p:grpSpPr>
          <a:xfrm>
            <a:off x="1552494" y="1958922"/>
            <a:ext cx="9313545" cy="3440430"/>
            <a:chOff x="1502" y="2551"/>
            <a:chExt cx="14667" cy="5418"/>
          </a:xfrm>
        </p:grpSpPr>
        <p:pic>
          <p:nvPicPr>
            <p:cNvPr id="7" name="图片 4">
              <a:extLst>
                <a:ext uri="{FF2B5EF4-FFF2-40B4-BE49-F238E27FC236}">
                  <a16:creationId xmlns:a16="http://schemas.microsoft.com/office/drawing/2014/main" id="{E7900109-CC19-15B3-CA9B-5B925E179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3" y="2551"/>
              <a:ext cx="13917" cy="5419"/>
            </a:xfrm>
            <a:prstGeom prst="rect">
              <a:avLst/>
            </a:prstGeom>
          </p:spPr>
        </p:pic>
        <p:sp>
          <p:nvSpPr>
            <p:cNvPr id="8" name="文本框 2">
              <a:extLst>
                <a:ext uri="{FF2B5EF4-FFF2-40B4-BE49-F238E27FC236}">
                  <a16:creationId xmlns:a16="http://schemas.microsoft.com/office/drawing/2014/main" id="{81783430-F0BB-1A7D-C1ED-49D3633940EC}"/>
                </a:ext>
              </a:extLst>
            </p:cNvPr>
            <p:cNvSpPr txBox="1"/>
            <p:nvPr/>
          </p:nvSpPr>
          <p:spPr>
            <a:xfrm>
              <a:off x="1751" y="3222"/>
              <a:ext cx="1555" cy="58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i="1"/>
                <a:t>I</a:t>
              </a:r>
            </a:p>
          </p:txBody>
        </p:sp>
        <p:sp>
          <p:nvSpPr>
            <p:cNvPr id="9" name="文本框 3">
              <a:extLst>
                <a:ext uri="{FF2B5EF4-FFF2-40B4-BE49-F238E27FC236}">
                  <a16:creationId xmlns:a16="http://schemas.microsoft.com/office/drawing/2014/main" id="{82D9F024-8743-5C27-C552-2542735A0DAE}"/>
                </a:ext>
              </a:extLst>
            </p:cNvPr>
            <p:cNvSpPr txBox="1"/>
            <p:nvPr/>
          </p:nvSpPr>
          <p:spPr>
            <a:xfrm>
              <a:off x="1687" y="3939"/>
              <a:ext cx="1619" cy="56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i="1"/>
                <a:t>brought</a:t>
              </a:r>
            </a:p>
            <a:p>
              <a:pPr algn="ctr"/>
              <a:endParaRPr lang="en-US" altLang="zh-CN" i="1"/>
            </a:p>
          </p:txBody>
        </p:sp>
        <p:sp>
          <p:nvSpPr>
            <p:cNvPr id="10" name="文本框 4">
              <a:extLst>
                <a:ext uri="{FF2B5EF4-FFF2-40B4-BE49-F238E27FC236}">
                  <a16:creationId xmlns:a16="http://schemas.microsoft.com/office/drawing/2014/main" id="{9A77EACA-64D1-555B-F347-A6C782E38476}"/>
                </a:ext>
              </a:extLst>
            </p:cNvPr>
            <p:cNvSpPr txBox="1"/>
            <p:nvPr/>
          </p:nvSpPr>
          <p:spPr>
            <a:xfrm>
              <a:off x="1687" y="4699"/>
              <a:ext cx="1619" cy="56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i="1"/>
                <a:t>the</a:t>
              </a:r>
              <a:endParaRPr lang="en-US" altLang="zh-CN"/>
            </a:p>
            <a:p>
              <a:pPr algn="ctr"/>
              <a:endParaRPr lang="en-US" altLang="zh-CN"/>
            </a:p>
          </p:txBody>
        </p:sp>
        <p:sp>
          <p:nvSpPr>
            <p:cNvPr id="11" name="文本框 5">
              <a:extLst>
                <a:ext uri="{FF2B5EF4-FFF2-40B4-BE49-F238E27FC236}">
                  <a16:creationId xmlns:a16="http://schemas.microsoft.com/office/drawing/2014/main" id="{9D8ED397-067B-9EAD-7204-C99E49D716DE}"/>
                </a:ext>
              </a:extLst>
            </p:cNvPr>
            <p:cNvSpPr txBox="1"/>
            <p:nvPr/>
          </p:nvSpPr>
          <p:spPr>
            <a:xfrm>
              <a:off x="1687" y="5459"/>
              <a:ext cx="1619" cy="56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i="1"/>
                <a:t>book</a:t>
              </a:r>
            </a:p>
            <a:p>
              <a:pPr algn="ctr"/>
              <a:endParaRPr lang="en-US" altLang="zh-CN" i="1"/>
            </a:p>
          </p:txBody>
        </p:sp>
        <p:sp>
          <p:nvSpPr>
            <p:cNvPr id="12" name="文本框 6">
              <a:extLst>
                <a:ext uri="{FF2B5EF4-FFF2-40B4-BE49-F238E27FC236}">
                  <a16:creationId xmlns:a16="http://schemas.microsoft.com/office/drawing/2014/main" id="{ACF6F7CE-3C61-BD40-979B-6A22AA73538D}"/>
                </a:ext>
              </a:extLst>
            </p:cNvPr>
            <p:cNvSpPr txBox="1"/>
            <p:nvPr/>
          </p:nvSpPr>
          <p:spPr>
            <a:xfrm>
              <a:off x="1687" y="6159"/>
              <a:ext cx="1619" cy="56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pPr algn="ctr"/>
              <a:endParaRPr lang="en-US" altLang="zh-CN"/>
            </a:p>
            <a:p>
              <a:pPr algn="ctr"/>
              <a:endParaRPr lang="en-US" altLang="zh-CN"/>
            </a:p>
          </p:txBody>
        </p:sp>
        <p:sp>
          <p:nvSpPr>
            <p:cNvPr id="13" name="文本框 7">
              <a:extLst>
                <a:ext uri="{FF2B5EF4-FFF2-40B4-BE49-F238E27FC236}">
                  <a16:creationId xmlns:a16="http://schemas.microsoft.com/office/drawing/2014/main" id="{72747C0F-8C73-6DA0-58EF-21152DED20F4}"/>
                </a:ext>
              </a:extLst>
            </p:cNvPr>
            <p:cNvSpPr txBox="1"/>
            <p:nvPr/>
          </p:nvSpPr>
          <p:spPr>
            <a:xfrm>
              <a:off x="1502" y="6979"/>
              <a:ext cx="1867" cy="56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i="1"/>
                <a:t>yesterday</a:t>
              </a:r>
              <a:endParaRPr lang="en-US" altLang="zh-CN"/>
            </a:p>
            <a:p>
              <a:pPr algn="ctr"/>
              <a:endParaRPr lang="en-US" altLang="zh-CN"/>
            </a:p>
          </p:txBody>
        </p:sp>
        <p:pic>
          <p:nvPicPr>
            <p:cNvPr id="14" name="图片 14">
              <a:extLst>
                <a:ext uri="{FF2B5EF4-FFF2-40B4-BE49-F238E27FC236}">
                  <a16:creationId xmlns:a16="http://schemas.microsoft.com/office/drawing/2014/main" id="{A09FA589-5276-B598-E322-5FE65E41C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45" y="6089"/>
              <a:ext cx="780" cy="705"/>
            </a:xfrm>
            <a:prstGeom prst="rect">
              <a:avLst/>
            </a:prstGeom>
          </p:spPr>
        </p:pic>
        <p:grpSp>
          <p:nvGrpSpPr>
            <p:cNvPr id="15" name="组合 23">
              <a:extLst>
                <a:ext uri="{FF2B5EF4-FFF2-40B4-BE49-F238E27FC236}">
                  <a16:creationId xmlns:a16="http://schemas.microsoft.com/office/drawing/2014/main" id="{2F8BFBF1-4524-5168-2D20-A3B33ACB4B7E}"/>
                </a:ext>
              </a:extLst>
            </p:cNvPr>
            <p:cNvGrpSpPr/>
            <p:nvPr/>
          </p:nvGrpSpPr>
          <p:grpSpPr>
            <a:xfrm>
              <a:off x="3618" y="6089"/>
              <a:ext cx="11366" cy="882"/>
              <a:chOff x="3618" y="6089"/>
              <a:chExt cx="11366" cy="882"/>
            </a:xfrm>
          </p:grpSpPr>
          <p:sp>
            <p:nvSpPr>
              <p:cNvPr id="20" name="文本框 9">
                <a:extLst>
                  <a:ext uri="{FF2B5EF4-FFF2-40B4-BE49-F238E27FC236}">
                    <a16:creationId xmlns:a16="http://schemas.microsoft.com/office/drawing/2014/main" id="{C319FB3B-7768-591A-C1CB-97E293BBB0C6}"/>
                  </a:ext>
                </a:extLst>
              </p:cNvPr>
              <p:cNvSpPr txBox="1"/>
              <p:nvPr/>
            </p:nvSpPr>
            <p:spPr>
              <a:xfrm>
                <a:off x="3618" y="6089"/>
                <a:ext cx="11367" cy="88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/>
                  <a:t>   </a:t>
                </a:r>
              </a:p>
              <a:p>
                <a:pPr algn="ctr"/>
                <a:endParaRPr lang="en-US" altLang="zh-CN"/>
              </a:p>
            </p:txBody>
          </p:sp>
          <p:pic>
            <p:nvPicPr>
              <p:cNvPr id="21" name="图片 15">
                <a:extLst>
                  <a:ext uri="{FF2B5EF4-FFF2-40B4-BE49-F238E27FC236}">
                    <a16:creationId xmlns:a16="http://schemas.microsoft.com/office/drawing/2014/main" id="{BCAC5BB3-9CAF-762D-02EC-D268E76DC2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50" y="6159"/>
                <a:ext cx="780" cy="705"/>
              </a:xfrm>
              <a:prstGeom prst="rect">
                <a:avLst/>
              </a:prstGeom>
            </p:spPr>
          </p:pic>
          <p:pic>
            <p:nvPicPr>
              <p:cNvPr id="22" name="图片 16">
                <a:extLst>
                  <a:ext uri="{FF2B5EF4-FFF2-40B4-BE49-F238E27FC236}">
                    <a16:creationId xmlns:a16="http://schemas.microsoft.com/office/drawing/2014/main" id="{5417ABEA-DF59-5009-3AFC-EA11EF377D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60" y="6159"/>
                <a:ext cx="780" cy="705"/>
              </a:xfrm>
              <a:prstGeom prst="rect">
                <a:avLst/>
              </a:prstGeom>
            </p:spPr>
          </p:pic>
          <p:pic>
            <p:nvPicPr>
              <p:cNvPr id="23" name="图片 17">
                <a:extLst>
                  <a:ext uri="{FF2B5EF4-FFF2-40B4-BE49-F238E27FC236}">
                    <a16:creationId xmlns:a16="http://schemas.microsoft.com/office/drawing/2014/main" id="{BDD7ECB6-8BDF-0BFD-BE6E-9272774D68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10" y="6159"/>
                <a:ext cx="780" cy="705"/>
              </a:xfrm>
              <a:prstGeom prst="rect">
                <a:avLst/>
              </a:prstGeom>
            </p:spPr>
          </p:pic>
          <p:pic>
            <p:nvPicPr>
              <p:cNvPr id="24" name="图片 18">
                <a:extLst>
                  <a:ext uri="{FF2B5EF4-FFF2-40B4-BE49-F238E27FC236}">
                    <a16:creationId xmlns:a16="http://schemas.microsoft.com/office/drawing/2014/main" id="{40A5F1F3-B9DE-8703-0D3A-37D6D60F30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460" y="6159"/>
                <a:ext cx="780" cy="705"/>
              </a:xfrm>
              <a:prstGeom prst="rect">
                <a:avLst/>
              </a:prstGeom>
            </p:spPr>
          </p:pic>
        </p:grpSp>
        <p:sp>
          <p:nvSpPr>
            <p:cNvPr id="16" name="文本框 24">
              <a:extLst>
                <a:ext uri="{FF2B5EF4-FFF2-40B4-BE49-F238E27FC236}">
                  <a16:creationId xmlns:a16="http://schemas.microsoft.com/office/drawing/2014/main" id="{7F5DE3AF-1146-A251-03FE-8B003AD1D3C0}"/>
                </a:ext>
              </a:extLst>
            </p:cNvPr>
            <p:cNvSpPr txBox="1"/>
            <p:nvPr/>
          </p:nvSpPr>
          <p:spPr>
            <a:xfrm>
              <a:off x="4814" y="6975"/>
              <a:ext cx="623" cy="24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r>
                <a:rPr lang="en-US" altLang="zh-CN" sz="800" i="1"/>
                <a:t>pos</a:t>
              </a:r>
            </a:p>
          </p:txBody>
        </p:sp>
        <p:sp>
          <p:nvSpPr>
            <p:cNvPr id="17" name="文本框 25">
              <a:extLst>
                <a:ext uri="{FF2B5EF4-FFF2-40B4-BE49-F238E27FC236}">
                  <a16:creationId xmlns:a16="http://schemas.microsoft.com/office/drawing/2014/main" id="{A8DFFD85-548B-CF86-8B96-BC41A922DEBC}"/>
                </a:ext>
              </a:extLst>
            </p:cNvPr>
            <p:cNvSpPr txBox="1"/>
            <p:nvPr/>
          </p:nvSpPr>
          <p:spPr>
            <a:xfrm>
              <a:off x="7762" y="6971"/>
              <a:ext cx="623" cy="24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r>
                <a:rPr lang="en-US" altLang="zh-CN" sz="800" i="1"/>
                <a:t>pos</a:t>
              </a:r>
            </a:p>
          </p:txBody>
        </p:sp>
        <p:sp>
          <p:nvSpPr>
            <p:cNvPr id="18" name="文本框 26">
              <a:extLst>
                <a:ext uri="{FF2B5EF4-FFF2-40B4-BE49-F238E27FC236}">
                  <a16:creationId xmlns:a16="http://schemas.microsoft.com/office/drawing/2014/main" id="{D3F1E682-9208-D785-92C1-E56A37CAE7E6}"/>
                </a:ext>
              </a:extLst>
            </p:cNvPr>
            <p:cNvSpPr txBox="1"/>
            <p:nvPr/>
          </p:nvSpPr>
          <p:spPr>
            <a:xfrm>
              <a:off x="10710" y="6979"/>
              <a:ext cx="623" cy="24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r>
                <a:rPr lang="en-US" altLang="zh-CN" sz="800" i="1"/>
                <a:t>pos</a:t>
              </a:r>
            </a:p>
          </p:txBody>
        </p:sp>
        <p:sp>
          <p:nvSpPr>
            <p:cNvPr id="19" name="文本框 27">
              <a:extLst>
                <a:ext uri="{FF2B5EF4-FFF2-40B4-BE49-F238E27FC236}">
                  <a16:creationId xmlns:a16="http://schemas.microsoft.com/office/drawing/2014/main" id="{0802991B-0A91-4A9F-B2E9-6FD19D1EF056}"/>
                </a:ext>
              </a:extLst>
            </p:cNvPr>
            <p:cNvSpPr txBox="1"/>
            <p:nvPr/>
          </p:nvSpPr>
          <p:spPr>
            <a:xfrm>
              <a:off x="13374" y="6975"/>
              <a:ext cx="623" cy="24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r>
                <a:rPr lang="en-US" altLang="zh-CN" sz="800" i="1"/>
                <a:t>pos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7432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CF34DB-A7C6-4E8E-8E67-476E052C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位置编码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DE9B7E-0158-4918-A19E-8D0A7DB10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为了添加位置信息（序列的顺序）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zh-CN" altLang="en-US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位置编码的每个维度都对应一个正弦曲线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对于任何固定偏移量 </a:t>
            </a:r>
            <a:r>
              <a:rPr lang="en-US" altLang="zh-CN" dirty="0"/>
              <a:t>k</a:t>
            </a:r>
            <a:r>
              <a:rPr lang="zh-CN" altLang="en-US" dirty="0"/>
              <a:t>，</a:t>
            </a:r>
            <a:r>
              <a:rPr lang="en-US" altLang="zh-CN" dirty="0" err="1"/>
              <a:t>PE</a:t>
            </a:r>
            <a:r>
              <a:rPr lang="en-US" altLang="zh-CN" baseline="-25000" dirty="0" err="1"/>
              <a:t>pos+k</a:t>
            </a:r>
            <a:r>
              <a:rPr lang="en-US" altLang="zh-CN" dirty="0"/>
              <a:t> </a:t>
            </a:r>
            <a:r>
              <a:rPr lang="zh-CN" altLang="en-US" dirty="0"/>
              <a:t>可以表示为 </a:t>
            </a:r>
            <a:r>
              <a:rPr lang="en-US" altLang="zh-CN" dirty="0" err="1"/>
              <a:t>PE</a:t>
            </a:r>
            <a:r>
              <a:rPr lang="en-US" altLang="zh-CN" baseline="-25000" dirty="0" err="1"/>
              <a:t>pos</a:t>
            </a:r>
            <a:r>
              <a:rPr lang="en-US" altLang="zh-CN" dirty="0"/>
              <a:t> </a:t>
            </a:r>
            <a:r>
              <a:rPr lang="zh-CN" altLang="en-US" dirty="0"/>
              <a:t>的线性变换，这使得模型能够轻松地通过相对位置来学习注意力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DCE1B7-ADA3-CB69-6D27-8231F3C27C32}"/>
                  </a:ext>
                </a:extLst>
              </p:cNvPr>
              <p:cNvSpPr txBox="1"/>
              <p:nvPr/>
            </p:nvSpPr>
            <p:spPr>
              <a:xfrm>
                <a:off x="3047082" y="2027675"/>
                <a:ext cx="6097836" cy="12279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𝑃𝐸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 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𝑝𝑜𝑠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𝑚𝑜𝑑𝑒𝑙</m:t>
                              </m:r>
                            </m:sub>
                          </m:sSub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𝑃𝐸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 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𝑝𝑜𝑠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𝑚𝑜𝑑𝑒𝑙</m:t>
                              </m:r>
                            </m:sub>
                          </m:sSub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DCE1B7-ADA3-CB69-6D27-8231F3C27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082" y="2027675"/>
                <a:ext cx="6097836" cy="1227900"/>
              </a:xfrm>
              <a:prstGeom prst="rect">
                <a:avLst/>
              </a:prstGeom>
              <a:blipFill>
                <a:blip r:embed="rId3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667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85AA2-1D4E-44E2-AEA6-30F64164F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多层多头注意力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C01ACC2B-809F-FEA6-BEDB-02AA25B19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74" y="987973"/>
            <a:ext cx="10696026" cy="702716"/>
          </a:xfrm>
        </p:spPr>
        <p:txBody>
          <a:bodyPr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Transformer</a:t>
            </a:r>
            <a:r>
              <a:rPr lang="zh-CN" altLang="en-US" dirty="0"/>
              <a:t>包括多层多头注意力</a:t>
            </a:r>
          </a:p>
        </p:txBody>
      </p:sp>
      <p:grpSp>
        <p:nvGrpSpPr>
          <p:cNvPr id="14" name="组合 63">
            <a:extLst>
              <a:ext uri="{FF2B5EF4-FFF2-40B4-BE49-F238E27FC236}">
                <a16:creationId xmlns:a16="http://schemas.microsoft.com/office/drawing/2014/main" id="{C64BB09D-E764-E3FB-183A-9531FFB61C61}"/>
              </a:ext>
            </a:extLst>
          </p:cNvPr>
          <p:cNvGrpSpPr/>
          <p:nvPr/>
        </p:nvGrpSpPr>
        <p:grpSpPr>
          <a:xfrm>
            <a:off x="1036955" y="2059078"/>
            <a:ext cx="10118090" cy="3183890"/>
            <a:chOff x="1563" y="2124"/>
            <a:chExt cx="15934" cy="501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7239758-6F41-29A6-893A-951AC9923C82}"/>
                </a:ext>
              </a:extLst>
            </p:cNvPr>
            <p:cNvGrpSpPr/>
            <p:nvPr/>
          </p:nvGrpSpPr>
          <p:grpSpPr>
            <a:xfrm>
              <a:off x="7782" y="2124"/>
              <a:ext cx="3164" cy="5014"/>
              <a:chOff x="4357295" y="3835102"/>
              <a:chExt cx="1031645" cy="1518403"/>
            </a:xfrm>
          </p:grpSpPr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43DF9DF9-9DF1-E150-5816-7059287F2C88}"/>
                  </a:ext>
                </a:extLst>
              </p:cNvPr>
              <p:cNvSpPr/>
              <p:nvPr/>
            </p:nvSpPr>
            <p:spPr>
              <a:xfrm>
                <a:off x="4357295" y="3938778"/>
                <a:ext cx="1031645" cy="1340179"/>
              </a:xfrm>
              <a:prstGeom prst="roundRect">
                <a:avLst>
                  <a:gd name="adj" fmla="val 0"/>
                </a:avLst>
              </a:prstGeom>
              <a:noFill/>
              <a:ln w="12700"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F479E741-804F-2B9E-2F0C-E7067ADAB2FF}"/>
                  </a:ext>
                </a:extLst>
              </p:cNvPr>
              <p:cNvSpPr/>
              <p:nvPr/>
            </p:nvSpPr>
            <p:spPr>
              <a:xfrm>
                <a:off x="4492909" y="4820607"/>
                <a:ext cx="843790" cy="292889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多头注意力</a:t>
                </a:r>
                <a:endParaRPr lang="en-US" altLang="zh-CN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C9CB25F4-56AA-330F-6932-213CA8D8C5D5}"/>
                  </a:ext>
                </a:extLst>
              </p:cNvPr>
              <p:cNvCxnSpPr/>
              <p:nvPr/>
            </p:nvCxnSpPr>
            <p:spPr>
              <a:xfrm flipH="1">
                <a:off x="4415647" y="5193495"/>
                <a:ext cx="49915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F70C342-6867-9141-8A20-35587A4106E3}"/>
                  </a:ext>
                </a:extLst>
              </p:cNvPr>
              <p:cNvCxnSpPr/>
              <p:nvPr/>
            </p:nvCxnSpPr>
            <p:spPr>
              <a:xfrm flipV="1">
                <a:off x="4415647" y="4686154"/>
                <a:ext cx="0" cy="50734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274C9DE2-5847-9300-1B52-F6C44C42ADB7}"/>
                  </a:ext>
                </a:extLst>
              </p:cNvPr>
              <p:cNvCxnSpPr>
                <a:stCxn id="74" idx="2"/>
              </p:cNvCxnSpPr>
              <p:nvPr/>
            </p:nvCxnSpPr>
            <p:spPr>
              <a:xfrm flipH="1">
                <a:off x="4415647" y="4692009"/>
                <a:ext cx="44680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2F3C3EC6-6F44-B47C-BC75-DF4F29217CD2}"/>
                  </a:ext>
                </a:extLst>
              </p:cNvPr>
              <p:cNvGrpSpPr/>
              <p:nvPr/>
            </p:nvGrpSpPr>
            <p:grpSpPr>
              <a:xfrm>
                <a:off x="4862451" y="4639552"/>
                <a:ext cx="104914" cy="104914"/>
                <a:chOff x="3689572" y="13409375"/>
                <a:chExt cx="181571" cy="181571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7D4D19FB-68CC-D237-3462-C1A19D4FE98B}"/>
                    </a:ext>
                  </a:extLst>
                </p:cNvPr>
                <p:cNvSpPr/>
                <p:nvPr/>
              </p:nvSpPr>
              <p:spPr>
                <a:xfrm>
                  <a:off x="3689572" y="13409375"/>
                  <a:ext cx="181571" cy="181571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B3F50D2C-1249-B9E2-2754-740D3AC3229D}"/>
                    </a:ext>
                  </a:extLst>
                </p:cNvPr>
                <p:cNvCxnSpPr>
                  <a:stCxn id="74" idx="6"/>
                  <a:endCxn id="74" idx="2"/>
                </p:cNvCxnSpPr>
                <p:nvPr/>
              </p:nvCxnSpPr>
              <p:spPr>
                <a:xfrm flipH="1">
                  <a:off x="3689572" y="13500161"/>
                  <a:ext cx="181571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AD9301B6-310E-15C8-D125-1320211167C8}"/>
                    </a:ext>
                  </a:extLst>
                </p:cNvPr>
                <p:cNvCxnSpPr>
                  <a:stCxn id="74" idx="4"/>
                  <a:endCxn id="74" idx="0"/>
                </p:cNvCxnSpPr>
                <p:nvPr/>
              </p:nvCxnSpPr>
              <p:spPr>
                <a:xfrm flipV="1">
                  <a:off x="3780358" y="13409375"/>
                  <a:ext cx="0" cy="18157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AC98D350-B236-5179-051D-832D08331ABA}"/>
                  </a:ext>
                </a:extLst>
              </p:cNvPr>
              <p:cNvCxnSpPr>
                <a:stCxn id="56" idx="0"/>
                <a:endCxn id="74" idx="4"/>
              </p:cNvCxnSpPr>
              <p:nvPr/>
            </p:nvCxnSpPr>
            <p:spPr>
              <a:xfrm flipV="1">
                <a:off x="4914804" y="4744466"/>
                <a:ext cx="104" cy="7614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369DF823-9F8C-45BF-CB68-304136BF0CF5}"/>
                  </a:ext>
                </a:extLst>
              </p:cNvPr>
              <p:cNvCxnSpPr/>
              <p:nvPr/>
            </p:nvCxnSpPr>
            <p:spPr>
              <a:xfrm flipV="1">
                <a:off x="4914804" y="5123667"/>
                <a:ext cx="2359" cy="22983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4D7225D8-07C6-0015-0A6F-9EB8976D72E6}"/>
                  </a:ext>
                </a:extLst>
              </p:cNvPr>
              <p:cNvCxnSpPr/>
              <p:nvPr/>
            </p:nvCxnSpPr>
            <p:spPr>
              <a:xfrm flipH="1" flipV="1">
                <a:off x="4910446" y="4506586"/>
                <a:ext cx="4358" cy="13536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Rounded Rectangle 63">
                <a:extLst>
                  <a:ext uri="{FF2B5EF4-FFF2-40B4-BE49-F238E27FC236}">
                    <a16:creationId xmlns:a16="http://schemas.microsoft.com/office/drawing/2014/main" id="{233CF777-BE0B-8252-05C1-E8774C2E8123}"/>
                  </a:ext>
                </a:extLst>
              </p:cNvPr>
              <p:cNvSpPr/>
              <p:nvPr/>
            </p:nvSpPr>
            <p:spPr>
              <a:xfrm>
                <a:off x="4492542" y="4204132"/>
                <a:ext cx="843790" cy="292889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前馈网络</a:t>
                </a:r>
                <a:endParaRPr lang="en-US" altLang="zh-CN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BC1FE881-9089-648C-56F9-8197F8B8C414}"/>
                  </a:ext>
                </a:extLst>
              </p:cNvPr>
              <p:cNvCxnSpPr/>
              <p:nvPr/>
            </p:nvCxnSpPr>
            <p:spPr>
              <a:xfrm flipH="1">
                <a:off x="4415280" y="4597042"/>
                <a:ext cx="49915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36892540-AD60-D079-29E6-D24C012341A5}"/>
                  </a:ext>
                </a:extLst>
              </p:cNvPr>
              <p:cNvCxnSpPr/>
              <p:nvPr/>
            </p:nvCxnSpPr>
            <p:spPr>
              <a:xfrm flipV="1">
                <a:off x="4415280" y="4075534"/>
                <a:ext cx="0" cy="52150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A120ACAB-5F15-B1AA-17B0-3674FFF787A4}"/>
                  </a:ext>
                </a:extLst>
              </p:cNvPr>
              <p:cNvCxnSpPr>
                <a:stCxn id="71" idx="2"/>
              </p:cNvCxnSpPr>
              <p:nvPr/>
            </p:nvCxnSpPr>
            <p:spPr>
              <a:xfrm flipH="1">
                <a:off x="4415280" y="4075534"/>
                <a:ext cx="44680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8BD400F0-6A7C-B803-7F3E-4E7590980031}"/>
                  </a:ext>
                </a:extLst>
              </p:cNvPr>
              <p:cNvGrpSpPr/>
              <p:nvPr/>
            </p:nvGrpSpPr>
            <p:grpSpPr>
              <a:xfrm>
                <a:off x="4862084" y="4023077"/>
                <a:ext cx="104914" cy="104914"/>
                <a:chOff x="3689572" y="13409375"/>
                <a:chExt cx="181571" cy="181571"/>
              </a:xfrm>
            </p:grpSpPr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7EB05D6B-40A3-220A-7CEB-5B79374B2132}"/>
                    </a:ext>
                  </a:extLst>
                </p:cNvPr>
                <p:cNvSpPr/>
                <p:nvPr/>
              </p:nvSpPr>
              <p:spPr>
                <a:xfrm>
                  <a:off x="3689572" y="13409375"/>
                  <a:ext cx="181571" cy="181571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C2641312-DB63-C4CB-35B2-C20085323ED0}"/>
                    </a:ext>
                  </a:extLst>
                </p:cNvPr>
                <p:cNvCxnSpPr>
                  <a:stCxn id="71" idx="6"/>
                  <a:endCxn id="71" idx="2"/>
                </p:cNvCxnSpPr>
                <p:nvPr/>
              </p:nvCxnSpPr>
              <p:spPr>
                <a:xfrm flipH="1">
                  <a:off x="3689572" y="13500161"/>
                  <a:ext cx="181571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B8749C48-F61C-927A-11C7-4E3F895B2D9E}"/>
                    </a:ext>
                  </a:extLst>
                </p:cNvPr>
                <p:cNvCxnSpPr>
                  <a:stCxn id="71" idx="4"/>
                  <a:endCxn id="71" idx="0"/>
                </p:cNvCxnSpPr>
                <p:nvPr/>
              </p:nvCxnSpPr>
              <p:spPr>
                <a:xfrm flipV="1">
                  <a:off x="3780358" y="13409375"/>
                  <a:ext cx="0" cy="18157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5F7CF87B-147C-015D-08C2-686AF8673797}"/>
                  </a:ext>
                </a:extLst>
              </p:cNvPr>
              <p:cNvCxnSpPr>
                <a:stCxn id="64" idx="0"/>
                <a:endCxn id="71" idx="4"/>
              </p:cNvCxnSpPr>
              <p:nvPr/>
            </p:nvCxnSpPr>
            <p:spPr>
              <a:xfrm flipV="1">
                <a:off x="4914437" y="4127991"/>
                <a:ext cx="104" cy="7614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02535DA4-91DE-3A6B-183E-BE5A1A74825B}"/>
                  </a:ext>
                </a:extLst>
              </p:cNvPr>
              <p:cNvCxnSpPr>
                <a:stCxn id="71" idx="0"/>
              </p:cNvCxnSpPr>
              <p:nvPr/>
            </p:nvCxnSpPr>
            <p:spPr>
              <a:xfrm flipH="1" flipV="1">
                <a:off x="4910446" y="3835102"/>
                <a:ext cx="4095" cy="187975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3E55D39-F42D-5050-0AEE-191937BDFAC3}"/>
                </a:ext>
              </a:extLst>
            </p:cNvPr>
            <p:cNvGrpSpPr/>
            <p:nvPr/>
          </p:nvGrpSpPr>
          <p:grpSpPr>
            <a:xfrm rot="16200000">
              <a:off x="2564" y="3694"/>
              <a:ext cx="1533" cy="2151"/>
              <a:chOff x="6843089" y="2727932"/>
              <a:chExt cx="1664221" cy="2378463"/>
            </a:xfrm>
            <a:solidFill>
              <a:schemeClr val="accent4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1B1A4371-36DB-035D-FBB9-C4F640D3CBA1}"/>
                  </a:ext>
                </a:extLst>
              </p:cNvPr>
              <p:cNvSpPr/>
              <p:nvPr/>
            </p:nvSpPr>
            <p:spPr>
              <a:xfrm rot="16200000">
                <a:off x="6843089" y="4603535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2E62FAA-D64F-F925-AC21-E6E414A337CF}"/>
                  </a:ext>
                </a:extLst>
              </p:cNvPr>
              <p:cNvSpPr/>
              <p:nvPr/>
            </p:nvSpPr>
            <p:spPr>
              <a:xfrm rot="16200000">
                <a:off x="6843089" y="3978334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765769A-21EE-0CC1-8B35-A06420C2D285}"/>
                  </a:ext>
                </a:extLst>
              </p:cNvPr>
              <p:cNvSpPr/>
              <p:nvPr/>
            </p:nvSpPr>
            <p:spPr>
              <a:xfrm rot="16200000">
                <a:off x="6843089" y="3353133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95E3A333-F23E-F337-77DA-E5AD94B063BD}"/>
                  </a:ext>
                </a:extLst>
              </p:cNvPr>
              <p:cNvSpPr/>
              <p:nvPr/>
            </p:nvSpPr>
            <p:spPr>
              <a:xfrm rot="16200000">
                <a:off x="6843089" y="2727932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DD27A84-B980-6C41-705D-8D8DA0D54275}"/>
                  </a:ext>
                </a:extLst>
              </p:cNvPr>
              <p:cNvSpPr/>
              <p:nvPr/>
            </p:nvSpPr>
            <p:spPr>
              <a:xfrm rot="16200000">
                <a:off x="7423770" y="4603535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2BCC1F57-7EF0-6958-6376-DF739F32929E}"/>
                  </a:ext>
                </a:extLst>
              </p:cNvPr>
              <p:cNvSpPr/>
              <p:nvPr/>
            </p:nvSpPr>
            <p:spPr>
              <a:xfrm rot="16200000">
                <a:off x="7423770" y="3978334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3382160-6833-D0C0-B224-430EDF80F386}"/>
                  </a:ext>
                </a:extLst>
              </p:cNvPr>
              <p:cNvSpPr/>
              <p:nvPr/>
            </p:nvSpPr>
            <p:spPr>
              <a:xfrm rot="16200000">
                <a:off x="7423770" y="3353133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13AE3181-06A4-A089-B60E-C5ADEB423542}"/>
                  </a:ext>
                </a:extLst>
              </p:cNvPr>
              <p:cNvSpPr/>
              <p:nvPr/>
            </p:nvSpPr>
            <p:spPr>
              <a:xfrm rot="16200000">
                <a:off x="7423770" y="2727932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6414CFF4-CCEE-1060-B1D3-21B9EE8E1605}"/>
                  </a:ext>
                </a:extLst>
              </p:cNvPr>
              <p:cNvSpPr/>
              <p:nvPr/>
            </p:nvSpPr>
            <p:spPr>
              <a:xfrm rot="16200000">
                <a:off x="8004450" y="4603535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D61B9A5-901A-9F83-33B8-CFC2C35F8463}"/>
                  </a:ext>
                </a:extLst>
              </p:cNvPr>
              <p:cNvSpPr/>
              <p:nvPr/>
            </p:nvSpPr>
            <p:spPr>
              <a:xfrm rot="16200000">
                <a:off x="8004450" y="3978334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7DA847F7-5991-6A45-B709-13C38F8CCA30}"/>
                  </a:ext>
                </a:extLst>
              </p:cNvPr>
              <p:cNvSpPr/>
              <p:nvPr/>
            </p:nvSpPr>
            <p:spPr>
              <a:xfrm rot="16200000">
                <a:off x="8004450" y="3353133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53B66677-D836-803C-8BB5-48214843AAFA}"/>
                  </a:ext>
                </a:extLst>
              </p:cNvPr>
              <p:cNvSpPr/>
              <p:nvPr/>
            </p:nvSpPr>
            <p:spPr>
              <a:xfrm rot="16200000">
                <a:off x="8004450" y="2727932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3">
              <a:extLst>
                <a:ext uri="{FF2B5EF4-FFF2-40B4-BE49-F238E27FC236}">
                  <a16:creationId xmlns:a16="http://schemas.microsoft.com/office/drawing/2014/main" id="{C311F1A8-D021-6F34-8173-DEDD552CC17D}"/>
                </a:ext>
              </a:extLst>
            </p:cNvPr>
            <p:cNvGrpSpPr/>
            <p:nvPr/>
          </p:nvGrpSpPr>
          <p:grpSpPr>
            <a:xfrm rot="16200000">
              <a:off x="14867" y="3714"/>
              <a:ext cx="1562" cy="2139"/>
              <a:chOff x="6843089" y="2727932"/>
              <a:chExt cx="1664221" cy="2378463"/>
            </a:xfrm>
            <a:solidFill>
              <a:schemeClr val="accent6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1" name="Rectangle 14">
                <a:extLst>
                  <a:ext uri="{FF2B5EF4-FFF2-40B4-BE49-F238E27FC236}">
                    <a16:creationId xmlns:a16="http://schemas.microsoft.com/office/drawing/2014/main" id="{77D0414A-56D8-83A9-B67C-73EDC9B0819D}"/>
                  </a:ext>
                </a:extLst>
              </p:cNvPr>
              <p:cNvSpPr/>
              <p:nvPr/>
            </p:nvSpPr>
            <p:spPr>
              <a:xfrm rot="16200000">
                <a:off x="6843089" y="4603535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15">
                <a:extLst>
                  <a:ext uri="{FF2B5EF4-FFF2-40B4-BE49-F238E27FC236}">
                    <a16:creationId xmlns:a16="http://schemas.microsoft.com/office/drawing/2014/main" id="{C3FC6AC4-6B51-80B8-23E7-F34ECBED9648}"/>
                  </a:ext>
                </a:extLst>
              </p:cNvPr>
              <p:cNvSpPr/>
              <p:nvPr/>
            </p:nvSpPr>
            <p:spPr>
              <a:xfrm rot="16200000">
                <a:off x="6843089" y="3978334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16">
                <a:extLst>
                  <a:ext uri="{FF2B5EF4-FFF2-40B4-BE49-F238E27FC236}">
                    <a16:creationId xmlns:a16="http://schemas.microsoft.com/office/drawing/2014/main" id="{1C1C7DA8-49DC-20FF-2DCB-562A116F38B0}"/>
                  </a:ext>
                </a:extLst>
              </p:cNvPr>
              <p:cNvSpPr/>
              <p:nvPr/>
            </p:nvSpPr>
            <p:spPr>
              <a:xfrm rot="16200000">
                <a:off x="6843089" y="3353133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17">
                <a:extLst>
                  <a:ext uri="{FF2B5EF4-FFF2-40B4-BE49-F238E27FC236}">
                    <a16:creationId xmlns:a16="http://schemas.microsoft.com/office/drawing/2014/main" id="{17812189-9296-515B-ACC4-54716C50C10A}"/>
                  </a:ext>
                </a:extLst>
              </p:cNvPr>
              <p:cNvSpPr/>
              <p:nvPr/>
            </p:nvSpPr>
            <p:spPr>
              <a:xfrm rot="16200000">
                <a:off x="6843089" y="2727932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18">
                <a:extLst>
                  <a:ext uri="{FF2B5EF4-FFF2-40B4-BE49-F238E27FC236}">
                    <a16:creationId xmlns:a16="http://schemas.microsoft.com/office/drawing/2014/main" id="{66266548-A5E2-54D9-DD63-E1ACDF514205}"/>
                  </a:ext>
                </a:extLst>
              </p:cNvPr>
              <p:cNvSpPr/>
              <p:nvPr/>
            </p:nvSpPr>
            <p:spPr>
              <a:xfrm rot="16200000">
                <a:off x="7423770" y="4603535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19">
                <a:extLst>
                  <a:ext uri="{FF2B5EF4-FFF2-40B4-BE49-F238E27FC236}">
                    <a16:creationId xmlns:a16="http://schemas.microsoft.com/office/drawing/2014/main" id="{6D1F8597-EF04-38A1-09E4-E41959B09FD2}"/>
                  </a:ext>
                </a:extLst>
              </p:cNvPr>
              <p:cNvSpPr/>
              <p:nvPr/>
            </p:nvSpPr>
            <p:spPr>
              <a:xfrm rot="16200000">
                <a:off x="7423770" y="3978334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20">
                <a:extLst>
                  <a:ext uri="{FF2B5EF4-FFF2-40B4-BE49-F238E27FC236}">
                    <a16:creationId xmlns:a16="http://schemas.microsoft.com/office/drawing/2014/main" id="{404D2EE8-AA72-633C-41BC-351DC212D714}"/>
                  </a:ext>
                </a:extLst>
              </p:cNvPr>
              <p:cNvSpPr/>
              <p:nvPr/>
            </p:nvSpPr>
            <p:spPr>
              <a:xfrm rot="16200000">
                <a:off x="7423770" y="3353133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21">
                <a:extLst>
                  <a:ext uri="{FF2B5EF4-FFF2-40B4-BE49-F238E27FC236}">
                    <a16:creationId xmlns:a16="http://schemas.microsoft.com/office/drawing/2014/main" id="{B0BB22C9-50FC-16FB-CA2E-BE46D683C49D}"/>
                  </a:ext>
                </a:extLst>
              </p:cNvPr>
              <p:cNvSpPr/>
              <p:nvPr/>
            </p:nvSpPr>
            <p:spPr>
              <a:xfrm rot="16200000">
                <a:off x="7423770" y="2727932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22">
                <a:extLst>
                  <a:ext uri="{FF2B5EF4-FFF2-40B4-BE49-F238E27FC236}">
                    <a16:creationId xmlns:a16="http://schemas.microsoft.com/office/drawing/2014/main" id="{C50D713A-8638-AD59-F9C8-DCFA49ABC456}"/>
                  </a:ext>
                </a:extLst>
              </p:cNvPr>
              <p:cNvSpPr/>
              <p:nvPr/>
            </p:nvSpPr>
            <p:spPr>
              <a:xfrm rot="16200000">
                <a:off x="8004450" y="4603535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23">
                <a:extLst>
                  <a:ext uri="{FF2B5EF4-FFF2-40B4-BE49-F238E27FC236}">
                    <a16:creationId xmlns:a16="http://schemas.microsoft.com/office/drawing/2014/main" id="{D9377B59-8779-FD50-258B-60AF7A8120F2}"/>
                  </a:ext>
                </a:extLst>
              </p:cNvPr>
              <p:cNvSpPr/>
              <p:nvPr/>
            </p:nvSpPr>
            <p:spPr>
              <a:xfrm rot="16200000">
                <a:off x="8004450" y="3978334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24">
                <a:extLst>
                  <a:ext uri="{FF2B5EF4-FFF2-40B4-BE49-F238E27FC236}">
                    <a16:creationId xmlns:a16="http://schemas.microsoft.com/office/drawing/2014/main" id="{D97AAF27-2094-74C5-D7BE-BFC35A5ED5EE}"/>
                  </a:ext>
                </a:extLst>
              </p:cNvPr>
              <p:cNvSpPr/>
              <p:nvPr/>
            </p:nvSpPr>
            <p:spPr>
              <a:xfrm rot="16200000">
                <a:off x="8004450" y="3353133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25">
                <a:extLst>
                  <a:ext uri="{FF2B5EF4-FFF2-40B4-BE49-F238E27FC236}">
                    <a16:creationId xmlns:a16="http://schemas.microsoft.com/office/drawing/2014/main" id="{AE536F05-2B31-E972-6505-DE45C84F7C8D}"/>
                  </a:ext>
                </a:extLst>
              </p:cNvPr>
              <p:cNvSpPr/>
              <p:nvPr/>
            </p:nvSpPr>
            <p:spPr>
              <a:xfrm rot="16200000">
                <a:off x="8004450" y="2727932"/>
                <a:ext cx="502860" cy="50286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50">
                  <a:extLst>
                    <a:ext uri="{FF2B5EF4-FFF2-40B4-BE49-F238E27FC236}">
                      <a16:creationId xmlns:a16="http://schemas.microsoft.com/office/drawing/2014/main" id="{0036C36B-A0BE-487A-2C34-5498E4776C18}"/>
                    </a:ext>
                  </a:extLst>
                </p:cNvPr>
                <p:cNvSpPr txBox="1"/>
                <p:nvPr/>
              </p:nvSpPr>
              <p:spPr>
                <a:xfrm>
                  <a:off x="6730" y="6379"/>
                  <a:ext cx="922" cy="7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/>
                    <a:t>N</a:t>
                  </a:r>
                  <a14:m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×</m:t>
                      </m:r>
                    </m:oMath>
                  </a14:m>
                  <a:endParaRPr lang="en-US" altLang="zh-CN"/>
                </a:p>
              </p:txBody>
            </p:sp>
          </mc:Choice>
          <mc:Fallback xmlns="">
            <p:sp>
              <p:nvSpPr>
                <p:cNvPr id="51" name="文本框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0" y="6379"/>
                  <a:ext cx="922" cy="713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直接箭头连接符 51">
              <a:extLst>
                <a:ext uri="{FF2B5EF4-FFF2-40B4-BE49-F238E27FC236}">
                  <a16:creationId xmlns:a16="http://schemas.microsoft.com/office/drawing/2014/main" id="{62455264-3DEB-A6E4-A882-66F4F46E4C60}"/>
                </a:ext>
              </a:extLst>
            </p:cNvPr>
            <p:cNvCxnSpPr/>
            <p:nvPr/>
          </p:nvCxnSpPr>
          <p:spPr>
            <a:xfrm>
              <a:off x="4525" y="4746"/>
              <a:ext cx="3080" cy="11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52">
              <a:extLst>
                <a:ext uri="{FF2B5EF4-FFF2-40B4-BE49-F238E27FC236}">
                  <a16:creationId xmlns:a16="http://schemas.microsoft.com/office/drawing/2014/main" id="{ACF5B10C-C591-D457-A111-509E817A2637}"/>
                </a:ext>
              </a:extLst>
            </p:cNvPr>
            <p:cNvCxnSpPr/>
            <p:nvPr/>
          </p:nvCxnSpPr>
          <p:spPr>
            <a:xfrm>
              <a:off x="11316" y="4735"/>
              <a:ext cx="3080" cy="11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53">
              <a:extLst>
                <a:ext uri="{FF2B5EF4-FFF2-40B4-BE49-F238E27FC236}">
                  <a16:creationId xmlns:a16="http://schemas.microsoft.com/office/drawing/2014/main" id="{F494C354-F4DE-DD74-78DD-784CCE4568F0}"/>
                </a:ext>
              </a:extLst>
            </p:cNvPr>
            <p:cNvSpPr txBox="1"/>
            <p:nvPr/>
          </p:nvSpPr>
          <p:spPr>
            <a:xfrm>
              <a:off x="2554" y="5831"/>
              <a:ext cx="165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输入</a:t>
              </a:r>
              <a:r>
                <a:rPr lang="en-US" altLang="zh-CN" dirty="0"/>
                <a:t> X</a:t>
              </a:r>
            </a:p>
          </p:txBody>
        </p:sp>
        <p:sp>
          <p:nvSpPr>
            <p:cNvPr id="22" name="文本框 54">
              <a:extLst>
                <a:ext uri="{FF2B5EF4-FFF2-40B4-BE49-F238E27FC236}">
                  <a16:creationId xmlns:a16="http://schemas.microsoft.com/office/drawing/2014/main" id="{A5792283-F4D6-F8A7-4404-AA781AC42743}"/>
                </a:ext>
              </a:extLst>
            </p:cNvPr>
            <p:cNvSpPr txBox="1"/>
            <p:nvPr/>
          </p:nvSpPr>
          <p:spPr>
            <a:xfrm>
              <a:off x="14780" y="5831"/>
              <a:ext cx="1818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输出</a:t>
              </a:r>
              <a:r>
                <a:rPr lang="en-US" altLang="zh-CN" dirty="0"/>
                <a:t> Y</a:t>
              </a:r>
            </a:p>
          </p:txBody>
        </p:sp>
        <p:grpSp>
          <p:nvGrpSpPr>
            <p:cNvPr id="23" name="组合 58">
              <a:extLst>
                <a:ext uri="{FF2B5EF4-FFF2-40B4-BE49-F238E27FC236}">
                  <a16:creationId xmlns:a16="http://schemas.microsoft.com/office/drawing/2014/main" id="{F19C96DF-A175-F30B-1C3D-238405E0399D}"/>
                </a:ext>
              </a:extLst>
            </p:cNvPr>
            <p:cNvGrpSpPr/>
            <p:nvPr/>
          </p:nvGrpSpPr>
          <p:grpSpPr>
            <a:xfrm>
              <a:off x="1563" y="3930"/>
              <a:ext cx="546" cy="1614"/>
              <a:chOff x="1563" y="3930"/>
              <a:chExt cx="546" cy="161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文本框 55">
                    <a:extLst>
                      <a:ext uri="{FF2B5EF4-FFF2-40B4-BE49-F238E27FC236}">
                        <a16:creationId xmlns:a16="http://schemas.microsoft.com/office/drawing/2014/main" id="{BDD56F1E-C66B-BA6E-8B73-6A0DED6A4D33}"/>
                      </a:ext>
                    </a:extLst>
                  </p:cNvPr>
                  <p:cNvSpPr txBox="1"/>
                  <p:nvPr/>
                </p:nvSpPr>
                <p:spPr>
                  <a:xfrm>
                    <a:off x="1563" y="3930"/>
                    <a:ext cx="547" cy="59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56" name="文本框 5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63" y="3930"/>
                    <a:ext cx="547" cy="591"/>
                  </a:xfrm>
                  <a:prstGeom prst="rect">
                    <a:avLst/>
                  </a:prstGeom>
                  <a:blipFill rotWithShape="1">
                    <a:blip r:embed="rId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文本框 56">
                    <a:extLst>
                      <a:ext uri="{FF2B5EF4-FFF2-40B4-BE49-F238E27FC236}">
                        <a16:creationId xmlns:a16="http://schemas.microsoft.com/office/drawing/2014/main" id="{17D50CE2-46AC-73AB-752C-FB0813605B75}"/>
                      </a:ext>
                    </a:extLst>
                  </p:cNvPr>
                  <p:cNvSpPr txBox="1"/>
                  <p:nvPr/>
                </p:nvSpPr>
                <p:spPr>
                  <a:xfrm>
                    <a:off x="1563" y="4428"/>
                    <a:ext cx="547" cy="59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57" name="文本框 5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63" y="4428"/>
                    <a:ext cx="547" cy="591"/>
                  </a:xfrm>
                  <a:prstGeom prst="rect">
                    <a:avLst/>
                  </a:prstGeom>
                  <a:blipFill rotWithShape="1">
                    <a:blip r:embed="rId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文本框 57">
                    <a:extLst>
                      <a:ext uri="{FF2B5EF4-FFF2-40B4-BE49-F238E27FC236}">
                        <a16:creationId xmlns:a16="http://schemas.microsoft.com/office/drawing/2014/main" id="{1A2082A5-7F85-93C1-E296-40109710AD50}"/>
                      </a:ext>
                    </a:extLst>
                  </p:cNvPr>
                  <p:cNvSpPr txBox="1"/>
                  <p:nvPr/>
                </p:nvSpPr>
                <p:spPr>
                  <a:xfrm>
                    <a:off x="1563" y="4954"/>
                    <a:ext cx="547" cy="59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58" name="文本框 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63" y="4954"/>
                    <a:ext cx="547" cy="591"/>
                  </a:xfrm>
                  <a:prstGeom prst="rect">
                    <a:avLst/>
                  </a:prstGeom>
                  <a:blipFill rotWithShape="1">
                    <a:blip r:embed="rId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4" name="组合 59">
              <a:extLst>
                <a:ext uri="{FF2B5EF4-FFF2-40B4-BE49-F238E27FC236}">
                  <a16:creationId xmlns:a16="http://schemas.microsoft.com/office/drawing/2014/main" id="{001FE174-528B-B798-A56E-1BE97343EC27}"/>
                </a:ext>
              </a:extLst>
            </p:cNvPr>
            <p:cNvGrpSpPr/>
            <p:nvPr/>
          </p:nvGrpSpPr>
          <p:grpSpPr>
            <a:xfrm>
              <a:off x="16951" y="4003"/>
              <a:ext cx="546" cy="1614"/>
              <a:chOff x="1563" y="3930"/>
              <a:chExt cx="546" cy="161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60">
                    <a:extLst>
                      <a:ext uri="{FF2B5EF4-FFF2-40B4-BE49-F238E27FC236}">
                        <a16:creationId xmlns:a16="http://schemas.microsoft.com/office/drawing/2014/main" id="{23553B9B-151F-B126-BD83-536248990BF1}"/>
                      </a:ext>
                    </a:extLst>
                  </p:cNvPr>
                  <p:cNvSpPr txBox="1"/>
                  <p:nvPr/>
                </p:nvSpPr>
                <p:spPr>
                  <a:xfrm>
                    <a:off x="1563" y="3930"/>
                    <a:ext cx="547" cy="59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61" name="文本框 6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63" y="3930"/>
                    <a:ext cx="547" cy="591"/>
                  </a:xfrm>
                  <a:prstGeom prst="rect">
                    <a:avLst/>
                  </a:prstGeom>
                  <a:blipFill rotWithShape="1">
                    <a:blip r:embed="rId7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文本框 61">
                    <a:extLst>
                      <a:ext uri="{FF2B5EF4-FFF2-40B4-BE49-F238E27FC236}">
                        <a16:creationId xmlns:a16="http://schemas.microsoft.com/office/drawing/2014/main" id="{F7438FFD-7B43-3FBB-67AB-53C583711494}"/>
                      </a:ext>
                    </a:extLst>
                  </p:cNvPr>
                  <p:cNvSpPr txBox="1"/>
                  <p:nvPr/>
                </p:nvSpPr>
                <p:spPr>
                  <a:xfrm>
                    <a:off x="1563" y="4428"/>
                    <a:ext cx="547" cy="59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62" name="文本框 6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63" y="4428"/>
                    <a:ext cx="547" cy="591"/>
                  </a:xfrm>
                  <a:prstGeom prst="rect">
                    <a:avLst/>
                  </a:prstGeom>
                  <a:blipFill rotWithShape="1">
                    <a:blip r:embed="rId8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本框 62">
                    <a:extLst>
                      <a:ext uri="{FF2B5EF4-FFF2-40B4-BE49-F238E27FC236}">
                        <a16:creationId xmlns:a16="http://schemas.microsoft.com/office/drawing/2014/main" id="{7F3603BA-90E5-6852-5211-D7D8419D9B1A}"/>
                      </a:ext>
                    </a:extLst>
                  </p:cNvPr>
                  <p:cNvSpPr txBox="1"/>
                  <p:nvPr/>
                </p:nvSpPr>
                <p:spPr>
                  <a:xfrm>
                    <a:off x="1563" y="4954"/>
                    <a:ext cx="547" cy="59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63" name="文本框 6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63" y="4954"/>
                    <a:ext cx="547" cy="591"/>
                  </a:xfrm>
                  <a:prstGeom prst="rect">
                    <a:avLst/>
                  </a:prstGeom>
                  <a:blipFill rotWithShape="1">
                    <a:blip r:embed="rId9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401468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DF38B76-B9DA-44A9-9E74-2512B27476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774" y="1013208"/>
                <a:ext cx="4902368" cy="5163755"/>
              </a:xfrm>
            </p:spPr>
            <p:txBody>
              <a:bodyPr/>
              <a:lstStyle/>
              <a:p>
                <a:pPr marL="457200" indent="-457200" algn="just">
                  <a:lnSpc>
                    <a:spcPct val="130000"/>
                  </a:lnSpc>
                  <a:buFont typeface="Wingdings" panose="05000000000000000000" pitchFamily="2" charset="2"/>
                  <a:buChar char="p"/>
                  <a:defRPr/>
                </a:pPr>
                <a:r>
                  <a:rPr lang="zh-CN" altLang="en-US" dirty="0"/>
                  <a:t>每个输入被分解为三个部分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sz="2400"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Times New Roman" panose="02020603050405020304" charset="0"/>
                        <a:sym typeface="+mn-ea"/>
                      </a:rPr>
                      <m:t>𝑋</m:t>
                    </m:r>
                    <m:r>
                      <a:rPr lang="en-US" altLang="zh-CN" sz="2400" i="1" baseline="-25000" dirty="0" err="1">
                        <a:latin typeface="Cambria Math" panose="02040503050406030204" pitchFamily="18" charset="0"/>
                        <a:cs typeface="Times New Roman" panose="02020603050405020304" charset="0"/>
                        <a:sym typeface="+mn-ea"/>
                      </a:rPr>
                      <m:t>𝐸𝑚𝑏𝑒𝑑𝑑𝑖𝑛𝑔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Times New Roman" panose="02020603050405020304" charset="0"/>
                        <a:sym typeface="+mn-ea"/>
                      </a:rPr>
                      <m:t>∗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Times New Roman" panose="02020603050405020304" charset="0"/>
                        <a:sym typeface="+mn-ea"/>
                      </a:rPr>
                      <m:t>𝑊𝑄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Times New Roman" panose="02020603050405020304" charset="0"/>
                        <a:sym typeface="+mn-ea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Times New Roman" panose="02020603050405020304" charset="0"/>
                        <a:sym typeface="+mn-ea"/>
                      </a:rPr>
                      <m:t>𝑄</m:t>
                    </m:r>
                  </m:oMath>
                </a14:m>
                <a:endParaRPr lang="en-US" altLang="zh-CN" sz="2400" dirty="0"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Times New Roman" panose="02020603050405020304" charset="0"/>
                        <a:sym typeface="+mn-ea"/>
                      </a:rPr>
                      <m:t>𝑋</m:t>
                    </m:r>
                    <m:r>
                      <a:rPr lang="en-US" altLang="zh-CN" sz="2400" i="1" baseline="-25000" dirty="0" err="1">
                        <a:latin typeface="Cambria Math" panose="02040503050406030204" pitchFamily="18" charset="0"/>
                        <a:cs typeface="Times New Roman" panose="02020603050405020304" charset="0"/>
                        <a:sym typeface="+mn-ea"/>
                      </a:rPr>
                      <m:t>𝐸𝑚𝑏𝑒𝑑𝑑𝑖𝑛𝑔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Times New Roman" panose="02020603050405020304" charset="0"/>
                        <a:sym typeface="+mn-ea"/>
                      </a:rPr>
                      <m:t>∗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  <a:cs typeface="Times New Roman" panose="02020603050405020304" charset="0"/>
                        <a:sym typeface="+mn-ea"/>
                      </a:rPr>
                      <m:t>𝑊</m:t>
                    </m:r>
                    <m:r>
                      <m:rPr>
                        <m:sty m:val="p"/>
                      </m:rPr>
                      <a:rPr lang="en-US" altLang="zh-CN" i="1" baseline="30000" dirty="0" err="1">
                        <a:latin typeface="Cambria Math" panose="02040503050406030204" pitchFamily="18" charset="0"/>
                        <a:cs typeface="Times New Roman" panose="02020603050405020304" charset="0"/>
                        <a:sym typeface="+mn-ea"/>
                      </a:rPr>
                      <m:t>K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Times New Roman" panose="02020603050405020304" charset="0"/>
                        <a:sym typeface="+mn-ea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Times New Roman" panose="02020603050405020304" charset="0"/>
                        <a:sym typeface="+mn-ea"/>
                      </a:rPr>
                      <m:t>𝐾</m:t>
                    </m:r>
                  </m:oMath>
                </a14:m>
                <a:endParaRPr lang="en-US" altLang="zh-CN" sz="2400" dirty="0"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Times New Roman" panose="02020603050405020304" charset="0"/>
                        <a:sym typeface="+mn-ea"/>
                      </a:rPr>
                      <m:t>𝑋</m:t>
                    </m:r>
                    <m:r>
                      <a:rPr lang="en-US" altLang="zh-CN" sz="2400" i="1" baseline="-25000" dirty="0" err="1">
                        <a:latin typeface="Cambria Math" panose="02040503050406030204" pitchFamily="18" charset="0"/>
                        <a:cs typeface="Times New Roman" panose="02020603050405020304" charset="0"/>
                        <a:sym typeface="+mn-ea"/>
                      </a:rPr>
                      <m:t>𝐸𝑚𝑏𝑒𝑑𝑑𝑖𝑛𝑔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Times New Roman" panose="02020603050405020304" charset="0"/>
                        <a:sym typeface="+mn-ea"/>
                      </a:rPr>
                      <m:t>∗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Times New Roman" panose="02020603050405020304" charset="0"/>
                        <a:sym typeface="+mn-ea"/>
                      </a:rPr>
                      <m:t>𝑊𝑉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Times New Roman" panose="02020603050405020304" charset="0"/>
                        <a:sym typeface="+mn-ea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Times New Roman" panose="02020603050405020304" charset="0"/>
                        <a:sym typeface="+mn-ea"/>
                      </a:rPr>
                      <m:t>𝑉</m:t>
                    </m:r>
                  </m:oMath>
                </a14:m>
                <a:endParaRPr lang="en-US" altLang="zh-CN" dirty="0"/>
              </a:p>
              <a:p>
                <a:pPr marL="457200" indent="-457200" algn="just">
                  <a:lnSpc>
                    <a:spcPct val="130000"/>
                  </a:lnSpc>
                  <a:buFont typeface="Wingdings" panose="05000000000000000000" pitchFamily="2" charset="2"/>
                  <a:buChar char="p"/>
                  <a:defRPr/>
                </a:pPr>
                <a:r>
                  <a:rPr lang="en-US" altLang="zh-CN" dirty="0"/>
                  <a:t>QK</a:t>
                </a:r>
                <a:r>
                  <a:rPr lang="en-US" altLang="zh-CN" baseline="30000" dirty="0"/>
                  <a:t>T</a:t>
                </a:r>
                <a:r>
                  <a:rPr lang="zh-CN" altLang="en-US" dirty="0"/>
                  <a:t>计算注意力，然后使用该注意力为</a:t>
                </a:r>
                <a:r>
                  <a:rPr lang="en-US" altLang="zh-CN" dirty="0"/>
                  <a:t>V</a:t>
                </a:r>
                <a:r>
                  <a:rPr lang="zh-CN" altLang="en-US" dirty="0"/>
                  <a:t>加权</a:t>
                </a:r>
                <a:endParaRPr lang="zh-CN" altLang="en-US" b="1" kern="100" dirty="0">
                  <a:solidFill>
                    <a:prstClr val="black"/>
                  </a:solidFill>
                  <a:cs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DF38B76-B9DA-44A9-9E74-2512B27476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774" y="1013208"/>
                <a:ext cx="4902368" cy="5163755"/>
              </a:xfrm>
              <a:blipFill>
                <a:blip r:embed="rId3"/>
                <a:stretch>
                  <a:fillRect l="-1550" r="-2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2F8EF023-37E4-5E4A-3CB6-DD59FC4CD359}"/>
              </a:ext>
            </a:extLst>
          </p:cNvPr>
          <p:cNvGrpSpPr/>
          <p:nvPr/>
        </p:nvGrpSpPr>
        <p:grpSpPr>
          <a:xfrm>
            <a:off x="0" y="-1589"/>
            <a:ext cx="12191999" cy="768585"/>
            <a:chOff x="0" y="-1589"/>
            <a:chExt cx="12191999" cy="768585"/>
          </a:xfrm>
        </p:grpSpPr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F8AA374E-CA25-06BE-F1C2-B95FFC1DBF1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0" y="-1589"/>
              <a:ext cx="12191999" cy="767234"/>
              <a:chOff x="-1" y="-1"/>
              <a:chExt cx="7719" cy="568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C29E34FB-E43E-F1DA-2311-A2EB283626A1}"/>
                  </a:ext>
                </a:extLst>
              </p:cNvPr>
              <p:cNvSpPr/>
              <p:nvPr/>
            </p:nvSpPr>
            <p:spPr bwMode="auto">
              <a:xfrm>
                <a:off x="1469" y="-1"/>
                <a:ext cx="6249" cy="568"/>
              </a:xfrm>
              <a:custGeom>
                <a:avLst/>
                <a:gdLst>
                  <a:gd name="T0" fmla="*/ 718 w 10599"/>
                  <a:gd name="T1" fmla="*/ 0 h 1172"/>
                  <a:gd name="T2" fmla="*/ 718 w 10599"/>
                  <a:gd name="T3" fmla="*/ 0 h 1172"/>
                  <a:gd name="T4" fmla="*/ 659 w 10599"/>
                  <a:gd name="T5" fmla="*/ 37 h 1172"/>
                  <a:gd name="T6" fmla="*/ 0 w 10599"/>
                  <a:gd name="T7" fmla="*/ 1172 h 1172"/>
                  <a:gd name="T8" fmla="*/ 10599 w 10599"/>
                  <a:gd name="T9" fmla="*/ 1172 h 1172"/>
                  <a:gd name="T10" fmla="*/ 10599 w 10599"/>
                  <a:gd name="T11" fmla="*/ 0 h 1172"/>
                  <a:gd name="T12" fmla="*/ 718 w 10599"/>
                  <a:gd name="T13" fmla="*/ 0 h 1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599" h="1172">
                    <a:moveTo>
                      <a:pt x="718" y="0"/>
                    </a:moveTo>
                    <a:lnTo>
                      <a:pt x="718" y="0"/>
                    </a:lnTo>
                    <a:lnTo>
                      <a:pt x="659" y="37"/>
                    </a:lnTo>
                    <a:lnTo>
                      <a:pt x="0" y="1172"/>
                    </a:lnTo>
                    <a:lnTo>
                      <a:pt x="10599" y="1172"/>
                    </a:lnTo>
                    <a:lnTo>
                      <a:pt x="10599" y="0"/>
                    </a:lnTo>
                    <a:lnTo>
                      <a:pt x="718" y="0"/>
                    </a:lnTo>
                    <a:close/>
                  </a:path>
                </a:pathLst>
              </a:custGeom>
              <a:solidFill>
                <a:srgbClr val="649EB2">
                  <a:lumMod val="20000"/>
                  <a:lumOff val="80000"/>
                </a:srgb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6223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1" name="AutoShape 8">
                <a:extLst>
                  <a:ext uri="{FF2B5EF4-FFF2-40B4-BE49-F238E27FC236}">
                    <a16:creationId xmlns:a16="http://schemas.microsoft.com/office/drawing/2014/main" id="{6FE6EAE3-45F4-460F-5010-5979DAD8F224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-1" y="0"/>
                <a:ext cx="7713" cy="5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6223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" name="任意多边形: 形状 12">
              <a:extLst>
                <a:ext uri="{FF2B5EF4-FFF2-40B4-BE49-F238E27FC236}">
                  <a16:creationId xmlns:a16="http://schemas.microsoft.com/office/drawing/2014/main" id="{FC835E05-13A7-C660-DC69-95EF30003A3A}"/>
                </a:ext>
              </a:extLst>
            </p:cNvPr>
            <p:cNvSpPr/>
            <p:nvPr/>
          </p:nvSpPr>
          <p:spPr bwMode="auto">
            <a:xfrm>
              <a:off x="0" y="-1589"/>
              <a:ext cx="9288002" cy="768585"/>
            </a:xfrm>
            <a:custGeom>
              <a:avLst/>
              <a:gdLst>
                <a:gd name="connsiteX0" fmla="*/ 0 w 9288002"/>
                <a:gd name="connsiteY0" fmla="*/ 0 h 768585"/>
                <a:gd name="connsiteX1" fmla="*/ 9288002 w 9288002"/>
                <a:gd name="connsiteY1" fmla="*/ 0 h 768585"/>
                <a:gd name="connsiteX2" fmla="*/ 8786022 w 9288002"/>
                <a:gd name="connsiteY2" fmla="*/ 754718 h 768585"/>
                <a:gd name="connsiteX3" fmla="*/ 8743383 w 9288002"/>
                <a:gd name="connsiteY3" fmla="*/ 768585 h 768585"/>
                <a:gd name="connsiteX4" fmla="*/ 0 w 9288002"/>
                <a:gd name="connsiteY4" fmla="*/ 768585 h 768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88002" h="768585">
                  <a:moveTo>
                    <a:pt x="0" y="0"/>
                  </a:moveTo>
                  <a:lnTo>
                    <a:pt x="9288002" y="0"/>
                  </a:lnTo>
                  <a:lnTo>
                    <a:pt x="8786022" y="754718"/>
                  </a:lnTo>
                  <a:lnTo>
                    <a:pt x="8743383" y="768585"/>
                  </a:lnTo>
                  <a:lnTo>
                    <a:pt x="0" y="768585"/>
                  </a:lnTo>
                  <a:close/>
                </a:path>
              </a:pathLst>
            </a:custGeom>
            <a:solidFill>
              <a:srgbClr val="203864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" name="文本框 18">
              <a:extLst>
                <a:ext uri="{FF2B5EF4-FFF2-40B4-BE49-F238E27FC236}">
                  <a16:creationId xmlns:a16="http://schemas.microsoft.com/office/drawing/2014/main" id="{C5FCE511-1576-1509-3CAD-18BA3BAFF3DB}"/>
                </a:ext>
              </a:extLst>
            </p:cNvPr>
            <p:cNvSpPr txBox="1"/>
            <p:nvPr/>
          </p:nvSpPr>
          <p:spPr>
            <a:xfrm>
              <a:off x="350439" y="120418"/>
              <a:ext cx="26981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zh-CN" altLang="en-US" sz="2800" b="1" dirty="0">
                  <a:solidFill>
                    <a:prstClr val="white"/>
                  </a:solidFill>
                  <a:cs typeface="+mn-ea"/>
                  <a:sym typeface="+mn-lt"/>
                </a:rPr>
                <a:t>回顾：自注意力</a:t>
              </a:r>
            </a:p>
          </p:txBody>
        </p:sp>
      </p:grpSp>
      <p:pic>
        <p:nvPicPr>
          <p:cNvPr id="25" name="图片 24" descr="图片包含 游戏, 门, 文字, 游戏机&#10;&#10;AI 生成的内容可能不正确。">
            <a:extLst>
              <a:ext uri="{FF2B5EF4-FFF2-40B4-BE49-F238E27FC236}">
                <a16:creationId xmlns:a16="http://schemas.microsoft.com/office/drawing/2014/main" id="{848CF245-4E2B-99B0-5D75-ACBFDF18D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7588" y="1132205"/>
            <a:ext cx="5483225" cy="47967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7CD5636-4583-1AD8-BDFF-AAFA25245A64}"/>
                  </a:ext>
                </a:extLst>
              </p:cNvPr>
              <p:cNvSpPr txBox="1"/>
              <p:nvPr/>
            </p:nvSpPr>
            <p:spPr>
              <a:xfrm>
                <a:off x="3816422" y="4818500"/>
                <a:ext cx="2873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7CD5636-4583-1AD8-BDFF-AAFA25245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6422" y="4818500"/>
                <a:ext cx="287322" cy="276999"/>
              </a:xfrm>
              <a:prstGeom prst="rect">
                <a:avLst/>
              </a:prstGeom>
              <a:blipFill>
                <a:blip r:embed="rId5"/>
                <a:stretch>
                  <a:fillRect l="-8333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7945DF8-A1A5-E78C-E2F5-DB0B8F46F723}"/>
                  </a:ext>
                </a:extLst>
              </p:cNvPr>
              <p:cNvSpPr txBox="1"/>
              <p:nvPr/>
            </p:nvSpPr>
            <p:spPr>
              <a:xfrm>
                <a:off x="3822518" y="5129910"/>
                <a:ext cx="2926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7945DF8-A1A5-E78C-E2F5-DB0B8F46F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2518" y="5129910"/>
                <a:ext cx="292644" cy="276999"/>
              </a:xfrm>
              <a:prstGeom prst="rect">
                <a:avLst/>
              </a:prstGeom>
              <a:blipFill>
                <a:blip r:embed="rId6"/>
                <a:stretch>
                  <a:fillRect l="-8333" r="-4167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DDAA3D2-0886-3226-E859-CF0940652C29}"/>
                  </a:ext>
                </a:extLst>
              </p:cNvPr>
              <p:cNvSpPr txBox="1"/>
              <p:nvPr/>
            </p:nvSpPr>
            <p:spPr>
              <a:xfrm>
                <a:off x="3819470" y="5434907"/>
                <a:ext cx="2926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DDAA3D2-0886-3226-E859-CF0940652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470" y="5434907"/>
                <a:ext cx="292644" cy="276999"/>
              </a:xfrm>
              <a:prstGeom prst="rect">
                <a:avLst/>
              </a:prstGeom>
              <a:blipFill>
                <a:blip r:embed="rId7"/>
                <a:stretch>
                  <a:fillRect l="-8333" r="-4167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EADB2F-6E68-D6B1-68B0-7AE19E1E691C}"/>
                  </a:ext>
                </a:extLst>
              </p:cNvPr>
              <p:cNvSpPr txBox="1"/>
              <p:nvPr/>
            </p:nvSpPr>
            <p:spPr>
              <a:xfrm>
                <a:off x="3807278" y="5776479"/>
                <a:ext cx="2827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EADB2F-6E68-D6B1-68B0-7AE19E1E6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278" y="5776479"/>
                <a:ext cx="282770" cy="276999"/>
              </a:xfrm>
              <a:prstGeom prst="rect">
                <a:avLst/>
              </a:prstGeom>
              <a:blipFill>
                <a:blip r:embed="rId8"/>
                <a:stretch>
                  <a:fillRect l="-13043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F962C51-A0F3-CEC2-7881-979FE74414F8}"/>
                  </a:ext>
                </a:extLst>
              </p:cNvPr>
              <p:cNvSpPr txBox="1"/>
              <p:nvPr/>
            </p:nvSpPr>
            <p:spPr>
              <a:xfrm>
                <a:off x="1376663" y="6032266"/>
                <a:ext cx="2911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F962C51-A0F3-CEC2-7881-979FE7441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663" y="6032266"/>
                <a:ext cx="291169" cy="276999"/>
              </a:xfrm>
              <a:prstGeom prst="rect">
                <a:avLst/>
              </a:prstGeom>
              <a:blipFill>
                <a:blip r:embed="rId9"/>
                <a:stretch>
                  <a:fillRect l="-16667" r="-4167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3A2059C-228D-0AB3-EED7-036B178293F6}"/>
                  </a:ext>
                </a:extLst>
              </p:cNvPr>
              <p:cNvSpPr txBox="1"/>
              <p:nvPr/>
            </p:nvSpPr>
            <p:spPr>
              <a:xfrm>
                <a:off x="1677624" y="6037167"/>
                <a:ext cx="2964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3A2059C-228D-0AB3-EED7-036B17829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624" y="6037167"/>
                <a:ext cx="296491" cy="276999"/>
              </a:xfrm>
              <a:prstGeom prst="rect">
                <a:avLst/>
              </a:prstGeom>
              <a:blipFill>
                <a:blip r:embed="rId10"/>
                <a:stretch>
                  <a:fillRect l="-20833" r="-41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C12AF5C-7E15-A703-1961-E497EFDF1449}"/>
                  </a:ext>
                </a:extLst>
              </p:cNvPr>
              <p:cNvSpPr txBox="1"/>
              <p:nvPr/>
            </p:nvSpPr>
            <p:spPr>
              <a:xfrm>
                <a:off x="1958771" y="6053411"/>
                <a:ext cx="2964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C12AF5C-7E15-A703-1961-E497EFDF1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8771" y="6053411"/>
                <a:ext cx="296491" cy="276999"/>
              </a:xfrm>
              <a:prstGeom prst="rect">
                <a:avLst/>
              </a:prstGeom>
              <a:blipFill>
                <a:blip r:embed="rId11"/>
                <a:stretch>
                  <a:fillRect l="-20833" r="-41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1B346BD-A8E8-B28A-5F00-EC71FE727DCC}"/>
                  </a:ext>
                </a:extLst>
              </p:cNvPr>
              <p:cNvSpPr txBox="1"/>
              <p:nvPr/>
            </p:nvSpPr>
            <p:spPr>
              <a:xfrm>
                <a:off x="2272415" y="6032680"/>
                <a:ext cx="2964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1B346BD-A8E8-B28A-5F00-EC71FE727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2415" y="6032680"/>
                <a:ext cx="296491" cy="276999"/>
              </a:xfrm>
              <a:prstGeom prst="rect">
                <a:avLst/>
              </a:prstGeom>
              <a:blipFill>
                <a:blip r:embed="rId12"/>
                <a:stretch>
                  <a:fillRect l="-20833" r="-4167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55071EC-98C5-152F-4155-291B4A72437A}"/>
                  </a:ext>
                </a:extLst>
              </p:cNvPr>
              <p:cNvSpPr txBox="1"/>
              <p:nvPr/>
            </p:nvSpPr>
            <p:spPr>
              <a:xfrm>
                <a:off x="1129152" y="4761856"/>
                <a:ext cx="2850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55071EC-98C5-152F-4155-291B4A724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152" y="4761856"/>
                <a:ext cx="285078" cy="276999"/>
              </a:xfrm>
              <a:prstGeom prst="rect">
                <a:avLst/>
              </a:prstGeom>
              <a:blipFill>
                <a:blip r:embed="rId13"/>
                <a:stretch>
                  <a:fillRect l="-16667" r="-4167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AC157C6-7231-B210-4970-6D5EED7BAEBE}"/>
                  </a:ext>
                </a:extLst>
              </p:cNvPr>
              <p:cNvSpPr txBox="1"/>
              <p:nvPr/>
            </p:nvSpPr>
            <p:spPr>
              <a:xfrm>
                <a:off x="1135248" y="5073266"/>
                <a:ext cx="2904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AC157C6-7231-B210-4970-6D5EED7BA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248" y="5073266"/>
                <a:ext cx="290401" cy="276999"/>
              </a:xfrm>
              <a:prstGeom prst="rect">
                <a:avLst/>
              </a:prstGeom>
              <a:blipFill>
                <a:blip r:embed="rId14"/>
                <a:stretch>
                  <a:fillRect l="-20833" r="-4167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8E81983-4CB6-C14A-70E2-133D1F7A7A83}"/>
                  </a:ext>
                </a:extLst>
              </p:cNvPr>
              <p:cNvSpPr txBox="1"/>
              <p:nvPr/>
            </p:nvSpPr>
            <p:spPr>
              <a:xfrm>
                <a:off x="1132200" y="5378263"/>
                <a:ext cx="2904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8E81983-4CB6-C14A-70E2-133D1F7A7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200" y="5378263"/>
                <a:ext cx="290401" cy="276999"/>
              </a:xfrm>
              <a:prstGeom prst="rect">
                <a:avLst/>
              </a:prstGeom>
              <a:blipFill>
                <a:blip r:embed="rId15"/>
                <a:stretch>
                  <a:fillRect l="-21739" r="-4348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62DAF1E-1EF9-9230-1C3A-0556DA497500}"/>
                  </a:ext>
                </a:extLst>
              </p:cNvPr>
              <p:cNvSpPr txBox="1"/>
              <p:nvPr/>
            </p:nvSpPr>
            <p:spPr>
              <a:xfrm>
                <a:off x="1120008" y="5719835"/>
                <a:ext cx="2904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62DAF1E-1EF9-9230-1C3A-0556DA497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008" y="5719835"/>
                <a:ext cx="290401" cy="276999"/>
              </a:xfrm>
              <a:prstGeom prst="rect">
                <a:avLst/>
              </a:prstGeom>
              <a:blipFill>
                <a:blip r:embed="rId16"/>
                <a:stretch>
                  <a:fillRect l="-17391" r="-4348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2BA1BF13-549D-B787-200E-A51715CF3239}"/>
              </a:ext>
            </a:extLst>
          </p:cNvPr>
          <p:cNvGrpSpPr/>
          <p:nvPr/>
        </p:nvGrpSpPr>
        <p:grpSpPr>
          <a:xfrm>
            <a:off x="1422601" y="4873972"/>
            <a:ext cx="1040373" cy="1087153"/>
            <a:chOff x="9393730" y="4594955"/>
            <a:chExt cx="1040373" cy="1087153"/>
          </a:xfrm>
          <a:solidFill>
            <a:schemeClr val="accent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A4A799A-A477-F699-82EC-11189DEC2445}"/>
                </a:ext>
              </a:extLst>
            </p:cNvPr>
            <p:cNvSpPr/>
            <p:nvPr/>
          </p:nvSpPr>
          <p:spPr>
            <a:xfrm rot="16200000">
              <a:off x="9393730" y="5452714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51F956B-A44E-54AD-B39F-9303F645B614}"/>
                </a:ext>
              </a:extLst>
            </p:cNvPr>
            <p:cNvSpPr/>
            <p:nvPr/>
          </p:nvSpPr>
          <p:spPr>
            <a:xfrm rot="16200000">
              <a:off x="9393730" y="5167510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3086592-4B82-27A5-FA16-67C4E46B40B6}"/>
                </a:ext>
              </a:extLst>
            </p:cNvPr>
            <p:cNvSpPr/>
            <p:nvPr/>
          </p:nvSpPr>
          <p:spPr>
            <a:xfrm rot="16200000">
              <a:off x="9393730" y="4882307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9671478-F9D7-F63E-B0A0-E501C1FA42DE}"/>
                </a:ext>
              </a:extLst>
            </p:cNvPr>
            <p:cNvSpPr/>
            <p:nvPr/>
          </p:nvSpPr>
          <p:spPr>
            <a:xfrm rot="16200000">
              <a:off x="9393730" y="4597103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077B2F0-700A-C201-D469-0E745D6BCF1E}"/>
                </a:ext>
              </a:extLst>
            </p:cNvPr>
            <p:cNvSpPr/>
            <p:nvPr/>
          </p:nvSpPr>
          <p:spPr>
            <a:xfrm rot="16200000">
              <a:off x="9658625" y="5452714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A916E71-B666-A9F9-61FC-78B54B79C892}"/>
                </a:ext>
              </a:extLst>
            </p:cNvPr>
            <p:cNvSpPr/>
            <p:nvPr/>
          </p:nvSpPr>
          <p:spPr>
            <a:xfrm rot="16200000">
              <a:off x="9658625" y="5167510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388FF6E-DCAA-79D7-2A79-14DBF50D7216}"/>
                </a:ext>
              </a:extLst>
            </p:cNvPr>
            <p:cNvSpPr/>
            <p:nvPr/>
          </p:nvSpPr>
          <p:spPr>
            <a:xfrm rot="16200000">
              <a:off x="9658625" y="4882307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E9BB74F-60B7-250E-AE5E-DE3CC07A512F}"/>
                </a:ext>
              </a:extLst>
            </p:cNvPr>
            <p:cNvSpPr/>
            <p:nvPr/>
          </p:nvSpPr>
          <p:spPr>
            <a:xfrm rot="16200000">
              <a:off x="9658625" y="4597103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AF7563D-9746-5E23-36F9-A7D0C6C50262}"/>
                </a:ext>
              </a:extLst>
            </p:cNvPr>
            <p:cNvSpPr/>
            <p:nvPr/>
          </p:nvSpPr>
          <p:spPr>
            <a:xfrm rot="16200000">
              <a:off x="9923519" y="5452714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5188647-FC3A-AA04-3C35-20926D17B40E}"/>
                </a:ext>
              </a:extLst>
            </p:cNvPr>
            <p:cNvSpPr/>
            <p:nvPr/>
          </p:nvSpPr>
          <p:spPr>
            <a:xfrm rot="16200000">
              <a:off x="9923519" y="5167510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AECD551-4DE4-6CE2-70DF-3BC38EC7E436}"/>
                </a:ext>
              </a:extLst>
            </p:cNvPr>
            <p:cNvSpPr/>
            <p:nvPr/>
          </p:nvSpPr>
          <p:spPr>
            <a:xfrm rot="16200000">
              <a:off x="9923519" y="4882307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823C3EC-AE07-2FE7-5993-9BD8B52D84FD}"/>
                </a:ext>
              </a:extLst>
            </p:cNvPr>
            <p:cNvSpPr/>
            <p:nvPr/>
          </p:nvSpPr>
          <p:spPr>
            <a:xfrm rot="16200000">
              <a:off x="9923519" y="4597103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1F418C7-7C55-17E0-9D79-8D4D1232F569}"/>
                </a:ext>
              </a:extLst>
            </p:cNvPr>
            <p:cNvSpPr/>
            <p:nvPr/>
          </p:nvSpPr>
          <p:spPr>
            <a:xfrm rot="16200000">
              <a:off x="10204709" y="5450566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4DCE66B-C032-D894-1A7D-0B456C213F2B}"/>
                </a:ext>
              </a:extLst>
            </p:cNvPr>
            <p:cNvSpPr/>
            <p:nvPr/>
          </p:nvSpPr>
          <p:spPr>
            <a:xfrm rot="16200000">
              <a:off x="10204709" y="5165362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FD157F3-9A33-5A34-79CA-68E9D8801249}"/>
                </a:ext>
              </a:extLst>
            </p:cNvPr>
            <p:cNvSpPr/>
            <p:nvPr/>
          </p:nvSpPr>
          <p:spPr>
            <a:xfrm rot="16200000">
              <a:off x="10204709" y="4880159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F7A6FCB-7AF9-97FB-103D-799B9184E921}"/>
                </a:ext>
              </a:extLst>
            </p:cNvPr>
            <p:cNvSpPr/>
            <p:nvPr/>
          </p:nvSpPr>
          <p:spPr>
            <a:xfrm rot="16200000">
              <a:off x="10204709" y="4594955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E63C3C1-044E-E230-276C-472617EA8E5D}"/>
              </a:ext>
            </a:extLst>
          </p:cNvPr>
          <p:cNvGrpSpPr/>
          <p:nvPr/>
        </p:nvGrpSpPr>
        <p:grpSpPr>
          <a:xfrm>
            <a:off x="2981406" y="4894811"/>
            <a:ext cx="759183" cy="1085005"/>
            <a:chOff x="6843089" y="2727932"/>
            <a:chExt cx="1664221" cy="2378463"/>
          </a:xfrm>
          <a:solidFill>
            <a:schemeClr val="accent5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CB9A19B-9DAC-0640-307E-48A20449197E}"/>
                </a:ext>
              </a:extLst>
            </p:cNvPr>
            <p:cNvSpPr/>
            <p:nvPr/>
          </p:nvSpPr>
          <p:spPr>
            <a:xfrm rot="16200000">
              <a:off x="6843089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C69F0AE-B011-005D-6909-F683E40DB29E}"/>
                </a:ext>
              </a:extLst>
            </p:cNvPr>
            <p:cNvSpPr/>
            <p:nvPr/>
          </p:nvSpPr>
          <p:spPr>
            <a:xfrm rot="16200000">
              <a:off x="6843089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82EFAAE-65AA-5DBA-F257-96EF3E58D1C5}"/>
                </a:ext>
              </a:extLst>
            </p:cNvPr>
            <p:cNvSpPr/>
            <p:nvPr/>
          </p:nvSpPr>
          <p:spPr>
            <a:xfrm rot="16200000">
              <a:off x="6843089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A8E4A8F-0A6C-06FE-6EC9-39BD4FC9CB3B}"/>
                </a:ext>
              </a:extLst>
            </p:cNvPr>
            <p:cNvSpPr/>
            <p:nvPr/>
          </p:nvSpPr>
          <p:spPr>
            <a:xfrm rot="16200000">
              <a:off x="6843089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83D95BC-7689-A724-C2A7-B4F9FB21576F}"/>
                </a:ext>
              </a:extLst>
            </p:cNvPr>
            <p:cNvSpPr/>
            <p:nvPr/>
          </p:nvSpPr>
          <p:spPr>
            <a:xfrm rot="16200000">
              <a:off x="7423770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75E0BD2-DC6C-6AC9-728F-5FC927383336}"/>
                </a:ext>
              </a:extLst>
            </p:cNvPr>
            <p:cNvSpPr/>
            <p:nvPr/>
          </p:nvSpPr>
          <p:spPr>
            <a:xfrm rot="16200000">
              <a:off x="7423770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A7A6666-198F-FBD5-78FA-E37D5B279672}"/>
                </a:ext>
              </a:extLst>
            </p:cNvPr>
            <p:cNvSpPr/>
            <p:nvPr/>
          </p:nvSpPr>
          <p:spPr>
            <a:xfrm rot="16200000">
              <a:off x="7423770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73034E1-CF73-DF83-28B6-195F6C9228A7}"/>
                </a:ext>
              </a:extLst>
            </p:cNvPr>
            <p:cNvSpPr/>
            <p:nvPr/>
          </p:nvSpPr>
          <p:spPr>
            <a:xfrm rot="16200000">
              <a:off x="7423770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055CEE4-B7FD-4013-7A04-CB005ADA697F}"/>
                </a:ext>
              </a:extLst>
            </p:cNvPr>
            <p:cNvSpPr/>
            <p:nvPr/>
          </p:nvSpPr>
          <p:spPr>
            <a:xfrm rot="16200000">
              <a:off x="8004450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DE4ECD0A-52A4-883F-3BA9-C87CDAE65B8C}"/>
                </a:ext>
              </a:extLst>
            </p:cNvPr>
            <p:cNvSpPr/>
            <p:nvPr/>
          </p:nvSpPr>
          <p:spPr>
            <a:xfrm rot="16200000">
              <a:off x="8004450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D08CF7D-0D78-F60C-EAC6-6BB70493B726}"/>
                </a:ext>
              </a:extLst>
            </p:cNvPr>
            <p:cNvSpPr/>
            <p:nvPr/>
          </p:nvSpPr>
          <p:spPr>
            <a:xfrm rot="16200000">
              <a:off x="8004450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4B27E2F-2690-688F-C056-6801276CBB22}"/>
                </a:ext>
              </a:extLst>
            </p:cNvPr>
            <p:cNvSpPr/>
            <p:nvPr/>
          </p:nvSpPr>
          <p:spPr>
            <a:xfrm rot="16200000">
              <a:off x="8004450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6EB9BFA-89EA-D55D-5752-AE072F23F575}"/>
              </a:ext>
            </a:extLst>
          </p:cNvPr>
          <p:cNvGrpSpPr/>
          <p:nvPr/>
        </p:nvGrpSpPr>
        <p:grpSpPr>
          <a:xfrm>
            <a:off x="4781936" y="4873971"/>
            <a:ext cx="759183" cy="1085005"/>
            <a:chOff x="6843089" y="2727932"/>
            <a:chExt cx="1664221" cy="2378463"/>
          </a:xfr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ED87BD76-2D1D-028C-88F7-3D6921737631}"/>
                </a:ext>
              </a:extLst>
            </p:cNvPr>
            <p:cNvSpPr/>
            <p:nvPr/>
          </p:nvSpPr>
          <p:spPr>
            <a:xfrm rot="16200000">
              <a:off x="6843089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C0AEC4C-3A18-964E-DC47-91020C241030}"/>
                </a:ext>
              </a:extLst>
            </p:cNvPr>
            <p:cNvSpPr/>
            <p:nvPr/>
          </p:nvSpPr>
          <p:spPr>
            <a:xfrm rot="16200000">
              <a:off x="6843089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20251FB-1F39-6873-8923-22B9369B95EA}"/>
                </a:ext>
              </a:extLst>
            </p:cNvPr>
            <p:cNvSpPr/>
            <p:nvPr/>
          </p:nvSpPr>
          <p:spPr>
            <a:xfrm rot="16200000">
              <a:off x="6843089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BAF566E-A8B4-EAF9-4DBA-895BB9BE7C4C}"/>
                </a:ext>
              </a:extLst>
            </p:cNvPr>
            <p:cNvSpPr/>
            <p:nvPr/>
          </p:nvSpPr>
          <p:spPr>
            <a:xfrm rot="16200000">
              <a:off x="6843089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620BC80-6624-F8DB-0F3F-86878D5D1784}"/>
                </a:ext>
              </a:extLst>
            </p:cNvPr>
            <p:cNvSpPr/>
            <p:nvPr/>
          </p:nvSpPr>
          <p:spPr>
            <a:xfrm rot="16200000">
              <a:off x="7423770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5F6286F-0197-5B52-EC74-6C420B58FC58}"/>
                </a:ext>
              </a:extLst>
            </p:cNvPr>
            <p:cNvSpPr/>
            <p:nvPr/>
          </p:nvSpPr>
          <p:spPr>
            <a:xfrm rot="16200000">
              <a:off x="7423770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028CF06E-8E5D-B20D-06B8-8FB942E13D32}"/>
                </a:ext>
              </a:extLst>
            </p:cNvPr>
            <p:cNvSpPr/>
            <p:nvPr/>
          </p:nvSpPr>
          <p:spPr>
            <a:xfrm rot="16200000">
              <a:off x="7423770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50B1264-429F-5144-1427-A613F90DF530}"/>
                </a:ext>
              </a:extLst>
            </p:cNvPr>
            <p:cNvSpPr/>
            <p:nvPr/>
          </p:nvSpPr>
          <p:spPr>
            <a:xfrm rot="16200000">
              <a:off x="7423770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AB443B31-2255-8159-374D-8A913BAD3C7F}"/>
                </a:ext>
              </a:extLst>
            </p:cNvPr>
            <p:cNvSpPr/>
            <p:nvPr/>
          </p:nvSpPr>
          <p:spPr>
            <a:xfrm rot="16200000">
              <a:off x="8004450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C865866-641A-87E9-EE64-A6504ED0E03C}"/>
                </a:ext>
              </a:extLst>
            </p:cNvPr>
            <p:cNvSpPr/>
            <p:nvPr/>
          </p:nvSpPr>
          <p:spPr>
            <a:xfrm rot="16200000">
              <a:off x="8004450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9ACEA18-2055-91C7-F5F5-CE92CFE71087}"/>
                </a:ext>
              </a:extLst>
            </p:cNvPr>
            <p:cNvSpPr/>
            <p:nvPr/>
          </p:nvSpPr>
          <p:spPr>
            <a:xfrm rot="16200000">
              <a:off x="8004450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201A6DE-B751-D866-4B47-99068B7D3861}"/>
                </a:ext>
              </a:extLst>
            </p:cNvPr>
            <p:cNvSpPr/>
            <p:nvPr/>
          </p:nvSpPr>
          <p:spPr>
            <a:xfrm rot="16200000">
              <a:off x="8004450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FA21E0A7-0A11-22AA-8B1C-9CD49B38B7C5}"/>
                  </a:ext>
                </a:extLst>
              </p:cNvPr>
              <p:cNvSpPr txBox="1"/>
              <p:nvPr/>
            </p:nvSpPr>
            <p:spPr>
              <a:xfrm>
                <a:off x="2534049" y="5244156"/>
                <a:ext cx="3145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FA21E0A7-0A11-22AA-8B1C-9CD49B38B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049" y="5244156"/>
                <a:ext cx="31450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AC4150B-FF94-BE48-DEAA-A3302ADEE6D9}"/>
                  </a:ext>
                </a:extLst>
              </p:cNvPr>
              <p:cNvSpPr txBox="1"/>
              <p:nvPr/>
            </p:nvSpPr>
            <p:spPr>
              <a:xfrm>
                <a:off x="4208360" y="5269763"/>
                <a:ext cx="4219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AC4150B-FF94-BE48-DEAA-A3302ADEE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8360" y="5269763"/>
                <a:ext cx="421910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2E52E40-4211-0ED6-A175-911C48E832C5}"/>
                  </a:ext>
                </a:extLst>
              </p:cNvPr>
              <p:cNvSpPr txBox="1"/>
              <p:nvPr/>
            </p:nvSpPr>
            <p:spPr>
              <a:xfrm>
                <a:off x="1301047" y="3974658"/>
                <a:ext cx="4175502" cy="76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Attention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2E52E40-4211-0ED6-A175-911C48E83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047" y="3974658"/>
                <a:ext cx="4175502" cy="76456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1328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0C524-0DF2-C104-A66C-200D17915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8F7C65-7EA9-6772-30FD-5B65FAC23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多头机制的动机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92F6EC-12D1-D674-E688-0344369CA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需要处理的信息往往具有多个维度</a:t>
            </a:r>
            <a:endParaRPr lang="en-US" altLang="zh-CN" dirty="0"/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文本的多维性：不同内容的句法、语义功能维度</a:t>
            </a:r>
            <a:endParaRPr lang="en-US" altLang="zh-CN" dirty="0"/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图像的多维性：整体特性、局部特性等</a:t>
            </a:r>
            <a:endParaRPr lang="en-US" altLang="zh-CN" dirty="0"/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…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单独的</a:t>
            </a:r>
            <a:r>
              <a:rPr lang="en-US" altLang="zh-CN" dirty="0"/>
              <a:t>self-attention</a:t>
            </a:r>
            <a:r>
              <a:rPr lang="zh-CN" altLang="en-US" dirty="0"/>
              <a:t>信息视角单一，从而带来表示能力的瓶颈</a:t>
            </a:r>
            <a:endParaRPr lang="en-US" altLang="zh-CN" dirty="0"/>
          </a:p>
          <a:p>
            <a:pPr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可以通过多头，实现不同维度信息的加权</a:t>
            </a:r>
            <a:endParaRPr lang="en-US" altLang="zh-CN" dirty="0"/>
          </a:p>
          <a:p>
            <a:pPr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9035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5E8F4-CAD5-7704-172E-8F8591DA1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F31EEF-7DB9-1C0F-7B1E-24490061C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多头机制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C5D1E5-403F-DDE7-38B5-8208D06D6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/>
              <a:t>对于每个单词，应该有多个 </a:t>
            </a:r>
            <a:r>
              <a:rPr lang="en-US" altLang="zh-CN"/>
              <a:t>Q</a:t>
            </a:r>
            <a:r>
              <a:rPr lang="zh-CN" altLang="en-US"/>
              <a:t>、</a:t>
            </a:r>
            <a:r>
              <a:rPr lang="en-US" altLang="zh-CN"/>
              <a:t>K</a:t>
            </a:r>
            <a:r>
              <a:rPr lang="zh-CN" altLang="en-US"/>
              <a:t>、</a:t>
            </a:r>
            <a:r>
              <a:rPr lang="en-US" altLang="zh-CN"/>
              <a:t>V </a:t>
            </a:r>
            <a:r>
              <a:rPr lang="zh-CN" altLang="en-US"/>
              <a:t>组可用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/>
              <a:t>因此，多重注意适合从多角度处理这种情况</a:t>
            </a:r>
          </a:p>
        </p:txBody>
      </p:sp>
      <p:grpSp>
        <p:nvGrpSpPr>
          <p:cNvPr id="7" name="组合 23">
            <a:extLst>
              <a:ext uri="{FF2B5EF4-FFF2-40B4-BE49-F238E27FC236}">
                <a16:creationId xmlns:a16="http://schemas.microsoft.com/office/drawing/2014/main" id="{B5FE7E41-D94F-FE5B-5C4B-8E58009E3098}"/>
              </a:ext>
            </a:extLst>
          </p:cNvPr>
          <p:cNvGrpSpPr/>
          <p:nvPr/>
        </p:nvGrpSpPr>
        <p:grpSpPr>
          <a:xfrm>
            <a:off x="8250693" y="1717789"/>
            <a:ext cx="2364740" cy="3729355"/>
            <a:chOff x="7698" y="2837"/>
            <a:chExt cx="3724" cy="587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2E2626F-4FE0-B4BB-ED3F-361C5835074C}"/>
                </a:ext>
              </a:extLst>
            </p:cNvPr>
            <p:cNvGrpSpPr/>
            <p:nvPr/>
          </p:nvGrpSpPr>
          <p:grpSpPr>
            <a:xfrm>
              <a:off x="7777" y="3591"/>
              <a:ext cx="3645" cy="3260"/>
              <a:chOff x="7780192" y="3789914"/>
              <a:chExt cx="2314792" cy="2070338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DAB8A91F-C22F-D714-8A88-6C767651CFF9}"/>
                  </a:ext>
                </a:extLst>
              </p:cNvPr>
              <p:cNvCxnSpPr/>
              <p:nvPr/>
            </p:nvCxnSpPr>
            <p:spPr>
              <a:xfrm flipV="1">
                <a:off x="8373509" y="5497101"/>
                <a:ext cx="0" cy="2505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51D9B214-61B3-8544-A9B2-4C5DBAD7A6EE}"/>
                  </a:ext>
                </a:extLst>
              </p:cNvPr>
              <p:cNvCxnSpPr/>
              <p:nvPr/>
            </p:nvCxnSpPr>
            <p:spPr>
              <a:xfrm flipV="1">
                <a:off x="8929686" y="5484754"/>
                <a:ext cx="0" cy="2505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DF7F5963-98FA-EA4C-4D40-05036E41C272}"/>
                  </a:ext>
                </a:extLst>
              </p:cNvPr>
              <p:cNvCxnSpPr/>
              <p:nvPr/>
            </p:nvCxnSpPr>
            <p:spPr>
              <a:xfrm flipV="1">
                <a:off x="9439895" y="5491382"/>
                <a:ext cx="0" cy="2505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1B1075D2-08DD-B069-567B-F805E44C8427}"/>
                  </a:ext>
                </a:extLst>
              </p:cNvPr>
              <p:cNvCxnSpPr/>
              <p:nvPr/>
            </p:nvCxnSpPr>
            <p:spPr>
              <a:xfrm flipV="1">
                <a:off x="8525909" y="5397712"/>
                <a:ext cx="0" cy="2505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B59ADB9-CA53-4EBA-C51A-AF40174E1A08}"/>
                  </a:ext>
                </a:extLst>
              </p:cNvPr>
              <p:cNvCxnSpPr/>
              <p:nvPr/>
            </p:nvCxnSpPr>
            <p:spPr>
              <a:xfrm flipV="1">
                <a:off x="9082086" y="5385365"/>
                <a:ext cx="0" cy="2505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931BA9F-A83A-1DAA-A87C-E949240914D5}"/>
                  </a:ext>
                </a:extLst>
              </p:cNvPr>
              <p:cNvCxnSpPr/>
              <p:nvPr/>
            </p:nvCxnSpPr>
            <p:spPr>
              <a:xfrm flipV="1">
                <a:off x="9592295" y="5391993"/>
                <a:ext cx="0" cy="2505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95EE8C77-60D7-6E86-A6A8-3CEB4229AB31}"/>
                  </a:ext>
                </a:extLst>
              </p:cNvPr>
              <p:cNvSpPr/>
              <p:nvPr/>
            </p:nvSpPr>
            <p:spPr>
              <a:xfrm>
                <a:off x="8069190" y="4451984"/>
                <a:ext cx="2025794" cy="893619"/>
              </a:xfrm>
              <a:prstGeom prst="roundRect">
                <a:avLst/>
              </a:prstGeom>
              <a:solidFill>
                <a:schemeClr val="bg2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Multi-head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Attentions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7B784D08-F73B-7BCE-2037-EBD119EE868D}"/>
                  </a:ext>
                </a:extLst>
              </p:cNvPr>
              <p:cNvSpPr/>
              <p:nvPr/>
            </p:nvSpPr>
            <p:spPr>
              <a:xfrm>
                <a:off x="7941468" y="4577880"/>
                <a:ext cx="2025794" cy="89361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Multi-head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Attentions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4EF00841-D68C-D1AE-4A3B-0F6BD315B854}"/>
                  </a:ext>
                </a:extLst>
              </p:cNvPr>
              <p:cNvSpPr/>
              <p:nvPr/>
            </p:nvSpPr>
            <p:spPr>
              <a:xfrm>
                <a:off x="7780192" y="4703776"/>
                <a:ext cx="2025794" cy="893619"/>
              </a:xfrm>
              <a:prstGeom prst="roundRect">
                <a:avLst/>
              </a:prstGeom>
              <a:solidFill>
                <a:schemeClr val="bg2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多头注意力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138ABF29-AA3F-EE7D-5701-031D35BE9263}"/>
                  </a:ext>
                </a:extLst>
              </p:cNvPr>
              <p:cNvCxnSpPr/>
              <p:nvPr/>
            </p:nvCxnSpPr>
            <p:spPr>
              <a:xfrm flipV="1">
                <a:off x="8234361" y="5609742"/>
                <a:ext cx="0" cy="2505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C726A898-C823-F329-813E-761C3E206CAA}"/>
                  </a:ext>
                </a:extLst>
              </p:cNvPr>
              <p:cNvCxnSpPr/>
              <p:nvPr/>
            </p:nvCxnSpPr>
            <p:spPr>
              <a:xfrm flipV="1">
                <a:off x="8790538" y="5597395"/>
                <a:ext cx="0" cy="2505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8597AB86-1913-6803-0C2E-18F9F17F280C}"/>
                  </a:ext>
                </a:extLst>
              </p:cNvPr>
              <p:cNvCxnSpPr/>
              <p:nvPr/>
            </p:nvCxnSpPr>
            <p:spPr>
              <a:xfrm flipV="1">
                <a:off x="9300747" y="5604023"/>
                <a:ext cx="0" cy="2505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7A433068-797A-6206-EB82-8497967F0DE3}"/>
                  </a:ext>
                </a:extLst>
              </p:cNvPr>
              <p:cNvCxnSpPr/>
              <p:nvPr/>
            </p:nvCxnSpPr>
            <p:spPr>
              <a:xfrm flipV="1">
                <a:off x="9082086" y="4275132"/>
                <a:ext cx="0" cy="17685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31A01EAB-FC5E-7E8F-E09B-E14570483627}"/>
                  </a:ext>
                </a:extLst>
              </p:cNvPr>
              <p:cNvCxnSpPr/>
              <p:nvPr/>
            </p:nvCxnSpPr>
            <p:spPr>
              <a:xfrm flipV="1">
                <a:off x="8929686" y="4275132"/>
                <a:ext cx="0" cy="28949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5CBDA1F9-81D5-94FD-FDD6-425ADDF9D8AB}"/>
                  </a:ext>
                </a:extLst>
              </p:cNvPr>
              <p:cNvCxnSpPr/>
              <p:nvPr/>
            </p:nvCxnSpPr>
            <p:spPr>
              <a:xfrm flipV="1">
                <a:off x="8777036" y="4261797"/>
                <a:ext cx="0" cy="44189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45B1A29D-64A7-35F0-DF13-04E5772BE26B}"/>
                  </a:ext>
                </a:extLst>
              </p:cNvPr>
              <p:cNvSpPr/>
              <p:nvPr/>
            </p:nvSpPr>
            <p:spPr>
              <a:xfrm>
                <a:off x="8539162" y="3970331"/>
                <a:ext cx="776285" cy="304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</a:rPr>
                  <a:t>串联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8450E08A-F171-961E-2ED3-5C6BFE7C0DBA}"/>
                  </a:ext>
                </a:extLst>
              </p:cNvPr>
              <p:cNvCxnSpPr/>
              <p:nvPr/>
            </p:nvCxnSpPr>
            <p:spPr>
              <a:xfrm flipV="1">
                <a:off x="8938832" y="3789914"/>
                <a:ext cx="0" cy="17988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Rounded Rectangle 17">
              <a:extLst>
                <a:ext uri="{FF2B5EF4-FFF2-40B4-BE49-F238E27FC236}">
                  <a16:creationId xmlns:a16="http://schemas.microsoft.com/office/drawing/2014/main" id="{DA82A8C6-7CB5-BCE7-98A1-0E63995FD074}"/>
                </a:ext>
              </a:extLst>
            </p:cNvPr>
            <p:cNvSpPr/>
            <p:nvPr/>
          </p:nvSpPr>
          <p:spPr>
            <a:xfrm>
              <a:off x="8949" y="3120"/>
              <a:ext cx="1222" cy="48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线性层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Straight Arrow Connector 18">
              <a:extLst>
                <a:ext uri="{FF2B5EF4-FFF2-40B4-BE49-F238E27FC236}">
                  <a16:creationId xmlns:a16="http://schemas.microsoft.com/office/drawing/2014/main" id="{47CEE844-6D70-B022-31F0-803BE36A26BC}"/>
                </a:ext>
              </a:extLst>
            </p:cNvPr>
            <p:cNvCxnSpPr/>
            <p:nvPr/>
          </p:nvCxnSpPr>
          <p:spPr>
            <a:xfrm flipV="1">
              <a:off x="9587" y="2837"/>
              <a:ext cx="0" cy="2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图片 22">
              <a:extLst>
                <a:ext uri="{FF2B5EF4-FFF2-40B4-BE49-F238E27FC236}">
                  <a16:creationId xmlns:a16="http://schemas.microsoft.com/office/drawing/2014/main" id="{F3FB9D89-574E-BC46-8061-4F4B4896C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98" y="6454"/>
              <a:ext cx="3724" cy="225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F10765B-FE3F-2837-884A-FC9B36630C53}"/>
                  </a:ext>
                </a:extLst>
              </p:cNvPr>
              <p:cNvSpPr txBox="1"/>
              <p:nvPr/>
            </p:nvSpPr>
            <p:spPr>
              <a:xfrm>
                <a:off x="932184" y="2318564"/>
                <a:ext cx="5663730" cy="3898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Attention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altLang="zh-CN" b="0" dirty="0"/>
              </a:p>
              <a:p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𝑀𝑢𝑙𝑡𝑖𝐻𝑒𝑎𝑑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𝐶𝑜𝑛𝑐𝑎𝑡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h𝑒𝑎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⋯,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h𝑒𝑎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p>
                      </m:sSup>
                    </m:oMath>
                  </m:oMathPara>
                </a14:m>
                <a:endParaRPr lang="en-US" altLang="zh-CN" b="0" dirty="0"/>
              </a:p>
              <a:p>
                <a:endParaRPr lang="en-US" dirty="0"/>
              </a:p>
              <a:p>
                <a:r>
                  <a:rPr lang="en-US" dirty="0" err="1"/>
                  <a:t>其中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head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𝐴𝑡𝑡𝑒𝑛𝑡𝑖𝑜𝑛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𝑄</m:t>
                    </m:r>
                    <m:sSubSup>
                      <m:sSub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𝐾</m:t>
                    </m:r>
                    <m:sSubSup>
                      <m:sSub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𝑉</m:t>
                    </m:r>
                    <m:sSubSup>
                      <m:sSub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𝑚𝑜𝑑𝑒𝑙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𝑚𝑜𝑑𝑒𝑙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𝑚𝑜𝑑𝑒𝑙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𝑚𝑜𝑑𝑒𝑙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=8,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𝑚𝑜𝑑𝑒𝑙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=64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F10765B-FE3F-2837-884A-FC9B36630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184" y="2318564"/>
                <a:ext cx="5663730" cy="3898055"/>
              </a:xfrm>
              <a:prstGeom prst="rect">
                <a:avLst/>
              </a:prstGeom>
              <a:blipFill>
                <a:blip r:embed="rId4"/>
                <a:stretch>
                  <a:fillRect l="-895" b="-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6244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676DD-A1DD-489F-9F0A-F32DEE9EE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多头机制</a:t>
            </a:r>
          </a:p>
        </p:txBody>
      </p:sp>
      <p:grpSp>
        <p:nvGrpSpPr>
          <p:cNvPr id="4" name="组合 146">
            <a:extLst>
              <a:ext uri="{FF2B5EF4-FFF2-40B4-BE49-F238E27FC236}">
                <a16:creationId xmlns:a16="http://schemas.microsoft.com/office/drawing/2014/main" id="{AFE95B89-4643-8E79-04D8-2B38DB2B9CA4}"/>
              </a:ext>
            </a:extLst>
          </p:cNvPr>
          <p:cNvGrpSpPr/>
          <p:nvPr/>
        </p:nvGrpSpPr>
        <p:grpSpPr>
          <a:xfrm>
            <a:off x="1877971" y="768600"/>
            <a:ext cx="7982234" cy="6089400"/>
            <a:chOff x="1849" y="297"/>
            <a:chExt cx="13579" cy="10359"/>
          </a:xfrm>
        </p:grpSpPr>
        <p:pic>
          <p:nvPicPr>
            <p:cNvPr id="6" name="图片 70">
              <a:extLst>
                <a:ext uri="{FF2B5EF4-FFF2-40B4-BE49-F238E27FC236}">
                  <a16:creationId xmlns:a16="http://schemas.microsoft.com/office/drawing/2014/main" id="{8DAA2169-C0F9-926A-E213-DE6E07080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49" y="395"/>
              <a:ext cx="4770" cy="1005"/>
            </a:xfrm>
            <a:prstGeom prst="rect">
              <a:avLst/>
            </a:prstGeom>
          </p:spPr>
        </p:pic>
        <p:pic>
          <p:nvPicPr>
            <p:cNvPr id="7" name="图片 71">
              <a:extLst>
                <a:ext uri="{FF2B5EF4-FFF2-40B4-BE49-F238E27FC236}">
                  <a16:creationId xmlns:a16="http://schemas.microsoft.com/office/drawing/2014/main" id="{ABFFC0D2-2AED-1823-1085-969232130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50" y="1149"/>
              <a:ext cx="1260" cy="9507"/>
            </a:xfrm>
            <a:prstGeom prst="rect">
              <a:avLst/>
            </a:prstGeom>
          </p:spPr>
        </p:pic>
        <p:grpSp>
          <p:nvGrpSpPr>
            <p:cNvPr id="8" name="组合 76">
              <a:extLst>
                <a:ext uri="{FF2B5EF4-FFF2-40B4-BE49-F238E27FC236}">
                  <a16:creationId xmlns:a16="http://schemas.microsoft.com/office/drawing/2014/main" id="{EB7FF4BC-794B-4CC2-603A-806331A36A2C}"/>
                </a:ext>
              </a:extLst>
            </p:cNvPr>
            <p:cNvGrpSpPr/>
            <p:nvPr/>
          </p:nvGrpSpPr>
          <p:grpSpPr>
            <a:xfrm>
              <a:off x="2085" y="1946"/>
              <a:ext cx="5491" cy="7536"/>
              <a:chOff x="2085" y="1946"/>
              <a:chExt cx="5491" cy="7536"/>
            </a:xfrm>
          </p:grpSpPr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75965910-0C85-03D5-1660-D61F49471255}"/>
                  </a:ext>
                </a:extLst>
              </p:cNvPr>
              <p:cNvGrpSpPr/>
              <p:nvPr/>
            </p:nvGrpSpPr>
            <p:grpSpPr>
              <a:xfrm>
                <a:off x="5175" y="2129"/>
                <a:ext cx="1196" cy="1709"/>
                <a:chOff x="6843089" y="2727932"/>
                <a:chExt cx="1664221" cy="2378463"/>
              </a:xfrm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EC504451-C83A-9DDC-AAD3-656CF3F94C97}"/>
                    </a:ext>
                  </a:extLst>
                </p:cNvPr>
                <p:cNvSpPr/>
                <p:nvPr/>
              </p:nvSpPr>
              <p:spPr>
                <a:xfrm rot="16200000">
                  <a:off x="6843089" y="4603535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1BE689CB-9C27-51FA-484A-04BE1064CF1C}"/>
                    </a:ext>
                  </a:extLst>
                </p:cNvPr>
                <p:cNvSpPr/>
                <p:nvPr/>
              </p:nvSpPr>
              <p:spPr>
                <a:xfrm rot="16200000">
                  <a:off x="6843089" y="3978334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FBC3B451-0863-EFB1-4DA8-C7664408453E}"/>
                    </a:ext>
                  </a:extLst>
                </p:cNvPr>
                <p:cNvSpPr/>
                <p:nvPr/>
              </p:nvSpPr>
              <p:spPr>
                <a:xfrm rot="16200000">
                  <a:off x="6843089" y="3353133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BB8D626F-D438-9E5F-52CD-908591CDD7C3}"/>
                    </a:ext>
                  </a:extLst>
                </p:cNvPr>
                <p:cNvSpPr/>
                <p:nvPr/>
              </p:nvSpPr>
              <p:spPr>
                <a:xfrm rot="16200000">
                  <a:off x="6843089" y="2727932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6D68E187-14E3-BCEC-2C59-005BD6CB8B33}"/>
                    </a:ext>
                  </a:extLst>
                </p:cNvPr>
                <p:cNvSpPr/>
                <p:nvPr/>
              </p:nvSpPr>
              <p:spPr>
                <a:xfrm rot="16200000">
                  <a:off x="7423770" y="4603535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D058FB10-2099-9370-D8A1-999887AFEBAB}"/>
                    </a:ext>
                  </a:extLst>
                </p:cNvPr>
                <p:cNvSpPr/>
                <p:nvPr/>
              </p:nvSpPr>
              <p:spPr>
                <a:xfrm rot="16200000">
                  <a:off x="7423770" y="3978334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1E6C4A02-DD82-B05C-8DF3-53864515C804}"/>
                    </a:ext>
                  </a:extLst>
                </p:cNvPr>
                <p:cNvSpPr/>
                <p:nvPr/>
              </p:nvSpPr>
              <p:spPr>
                <a:xfrm rot="16200000">
                  <a:off x="7423770" y="3353133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266BEC7B-2656-E9E0-3597-91FF99AF1314}"/>
                    </a:ext>
                  </a:extLst>
                </p:cNvPr>
                <p:cNvSpPr/>
                <p:nvPr/>
              </p:nvSpPr>
              <p:spPr>
                <a:xfrm rot="16200000">
                  <a:off x="7423770" y="2727932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5DAE3969-D52F-E5FC-F356-FF6DCFD09E04}"/>
                    </a:ext>
                  </a:extLst>
                </p:cNvPr>
                <p:cNvSpPr/>
                <p:nvPr/>
              </p:nvSpPr>
              <p:spPr>
                <a:xfrm rot="16200000">
                  <a:off x="8004450" y="4603535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9983FC16-5F34-E8FA-3B51-834BA49AD914}"/>
                    </a:ext>
                  </a:extLst>
                </p:cNvPr>
                <p:cNvSpPr/>
                <p:nvPr/>
              </p:nvSpPr>
              <p:spPr>
                <a:xfrm rot="16200000">
                  <a:off x="8004450" y="3978334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271E1620-7FCA-BCF0-D72D-4F920A3F243E}"/>
                    </a:ext>
                  </a:extLst>
                </p:cNvPr>
                <p:cNvSpPr/>
                <p:nvPr/>
              </p:nvSpPr>
              <p:spPr>
                <a:xfrm rot="16200000">
                  <a:off x="8004450" y="3353133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42" name="Rectangle 141">
                  <a:extLst>
                    <a:ext uri="{FF2B5EF4-FFF2-40B4-BE49-F238E27FC236}">
                      <a16:creationId xmlns:a16="http://schemas.microsoft.com/office/drawing/2014/main" id="{A361BB52-FD49-C9EA-884E-45A298BF45F7}"/>
                    </a:ext>
                  </a:extLst>
                </p:cNvPr>
                <p:cNvSpPr/>
                <p:nvPr/>
              </p:nvSpPr>
              <p:spPr>
                <a:xfrm rot="16200000">
                  <a:off x="8004450" y="2727932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  <p:grpSp>
            <p:nvGrpSpPr>
              <p:cNvPr id="78" name="Group 13">
                <a:extLst>
                  <a:ext uri="{FF2B5EF4-FFF2-40B4-BE49-F238E27FC236}">
                    <a16:creationId xmlns:a16="http://schemas.microsoft.com/office/drawing/2014/main" id="{56ECEBEC-EA4F-23A0-5B80-C214A4DF83B3}"/>
                  </a:ext>
                </a:extLst>
              </p:cNvPr>
              <p:cNvGrpSpPr/>
              <p:nvPr/>
            </p:nvGrpSpPr>
            <p:grpSpPr>
              <a:xfrm>
                <a:off x="5175" y="4951"/>
                <a:ext cx="1196" cy="1709"/>
                <a:chOff x="6843089" y="2727932"/>
                <a:chExt cx="1664221" cy="2378463"/>
              </a:xfrm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19" name="Rectangle 14">
                  <a:extLst>
                    <a:ext uri="{FF2B5EF4-FFF2-40B4-BE49-F238E27FC236}">
                      <a16:creationId xmlns:a16="http://schemas.microsoft.com/office/drawing/2014/main" id="{FF9FE2C7-6E32-0D03-57CB-E7F33C9F5D39}"/>
                    </a:ext>
                  </a:extLst>
                </p:cNvPr>
                <p:cNvSpPr/>
                <p:nvPr/>
              </p:nvSpPr>
              <p:spPr>
                <a:xfrm rot="16200000">
                  <a:off x="6843089" y="4603535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20" name="Rectangle 15">
                  <a:extLst>
                    <a:ext uri="{FF2B5EF4-FFF2-40B4-BE49-F238E27FC236}">
                      <a16:creationId xmlns:a16="http://schemas.microsoft.com/office/drawing/2014/main" id="{5D8B78C7-10BD-1552-C40D-D10347B3D4EE}"/>
                    </a:ext>
                  </a:extLst>
                </p:cNvPr>
                <p:cNvSpPr/>
                <p:nvPr/>
              </p:nvSpPr>
              <p:spPr>
                <a:xfrm rot="16200000">
                  <a:off x="6843089" y="3978334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21" name="Rectangle 16">
                  <a:extLst>
                    <a:ext uri="{FF2B5EF4-FFF2-40B4-BE49-F238E27FC236}">
                      <a16:creationId xmlns:a16="http://schemas.microsoft.com/office/drawing/2014/main" id="{82FEE187-42B2-E9E1-205A-3EDEDB54D738}"/>
                    </a:ext>
                  </a:extLst>
                </p:cNvPr>
                <p:cNvSpPr/>
                <p:nvPr/>
              </p:nvSpPr>
              <p:spPr>
                <a:xfrm rot="16200000">
                  <a:off x="6843089" y="3353133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22" name="Rectangle 17">
                  <a:extLst>
                    <a:ext uri="{FF2B5EF4-FFF2-40B4-BE49-F238E27FC236}">
                      <a16:creationId xmlns:a16="http://schemas.microsoft.com/office/drawing/2014/main" id="{06F98E23-01B8-396D-C6DA-6409B3B6308C}"/>
                    </a:ext>
                  </a:extLst>
                </p:cNvPr>
                <p:cNvSpPr/>
                <p:nvPr/>
              </p:nvSpPr>
              <p:spPr>
                <a:xfrm rot="16200000">
                  <a:off x="6843089" y="2727932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23" name="Rectangle 18">
                  <a:extLst>
                    <a:ext uri="{FF2B5EF4-FFF2-40B4-BE49-F238E27FC236}">
                      <a16:creationId xmlns:a16="http://schemas.microsoft.com/office/drawing/2014/main" id="{C3DD88D5-1ECD-EDF5-7A7A-99EF341CA731}"/>
                    </a:ext>
                  </a:extLst>
                </p:cNvPr>
                <p:cNvSpPr/>
                <p:nvPr/>
              </p:nvSpPr>
              <p:spPr>
                <a:xfrm rot="16200000">
                  <a:off x="7423770" y="4603535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24" name="Rectangle 19">
                  <a:extLst>
                    <a:ext uri="{FF2B5EF4-FFF2-40B4-BE49-F238E27FC236}">
                      <a16:creationId xmlns:a16="http://schemas.microsoft.com/office/drawing/2014/main" id="{8359D3B9-9C9F-4900-56A0-CE6CCBE240CE}"/>
                    </a:ext>
                  </a:extLst>
                </p:cNvPr>
                <p:cNvSpPr/>
                <p:nvPr/>
              </p:nvSpPr>
              <p:spPr>
                <a:xfrm rot="16200000">
                  <a:off x="7423770" y="3978334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25" name="Rectangle 20">
                  <a:extLst>
                    <a:ext uri="{FF2B5EF4-FFF2-40B4-BE49-F238E27FC236}">
                      <a16:creationId xmlns:a16="http://schemas.microsoft.com/office/drawing/2014/main" id="{A024F642-3FE1-2FB3-A127-6D37C2FBE447}"/>
                    </a:ext>
                  </a:extLst>
                </p:cNvPr>
                <p:cNvSpPr/>
                <p:nvPr/>
              </p:nvSpPr>
              <p:spPr>
                <a:xfrm rot="16200000">
                  <a:off x="7423770" y="3353133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26" name="Rectangle 21">
                  <a:extLst>
                    <a:ext uri="{FF2B5EF4-FFF2-40B4-BE49-F238E27FC236}">
                      <a16:creationId xmlns:a16="http://schemas.microsoft.com/office/drawing/2014/main" id="{8EA23087-491B-F066-A658-421887852370}"/>
                    </a:ext>
                  </a:extLst>
                </p:cNvPr>
                <p:cNvSpPr/>
                <p:nvPr/>
              </p:nvSpPr>
              <p:spPr>
                <a:xfrm rot="16200000">
                  <a:off x="7423770" y="2727932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27" name="Rectangle 22">
                  <a:extLst>
                    <a:ext uri="{FF2B5EF4-FFF2-40B4-BE49-F238E27FC236}">
                      <a16:creationId xmlns:a16="http://schemas.microsoft.com/office/drawing/2014/main" id="{809992CE-7821-0BB3-E948-720153292C97}"/>
                    </a:ext>
                  </a:extLst>
                </p:cNvPr>
                <p:cNvSpPr/>
                <p:nvPr/>
              </p:nvSpPr>
              <p:spPr>
                <a:xfrm rot="16200000">
                  <a:off x="8004450" y="4603535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28" name="Rectangle 23">
                  <a:extLst>
                    <a:ext uri="{FF2B5EF4-FFF2-40B4-BE49-F238E27FC236}">
                      <a16:creationId xmlns:a16="http://schemas.microsoft.com/office/drawing/2014/main" id="{CDF69034-1B83-930C-626A-BCB21DABD6E8}"/>
                    </a:ext>
                  </a:extLst>
                </p:cNvPr>
                <p:cNvSpPr/>
                <p:nvPr/>
              </p:nvSpPr>
              <p:spPr>
                <a:xfrm rot="16200000">
                  <a:off x="8004450" y="3978334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29" name="Rectangle 24">
                  <a:extLst>
                    <a:ext uri="{FF2B5EF4-FFF2-40B4-BE49-F238E27FC236}">
                      <a16:creationId xmlns:a16="http://schemas.microsoft.com/office/drawing/2014/main" id="{5A778A46-9500-FAD5-5083-A7A175EBBCD0}"/>
                    </a:ext>
                  </a:extLst>
                </p:cNvPr>
                <p:cNvSpPr/>
                <p:nvPr/>
              </p:nvSpPr>
              <p:spPr>
                <a:xfrm rot="16200000">
                  <a:off x="8004450" y="3353133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30" name="Rectangle 25">
                  <a:extLst>
                    <a:ext uri="{FF2B5EF4-FFF2-40B4-BE49-F238E27FC236}">
                      <a16:creationId xmlns:a16="http://schemas.microsoft.com/office/drawing/2014/main" id="{C8110A36-4F2A-5AF9-80E7-60DBA5863ADF}"/>
                    </a:ext>
                  </a:extLst>
                </p:cNvPr>
                <p:cNvSpPr/>
                <p:nvPr/>
              </p:nvSpPr>
              <p:spPr>
                <a:xfrm rot="16200000">
                  <a:off x="8004450" y="2727932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  <p:grpSp>
            <p:nvGrpSpPr>
              <p:cNvPr id="79" name="Group 13">
                <a:extLst>
                  <a:ext uri="{FF2B5EF4-FFF2-40B4-BE49-F238E27FC236}">
                    <a16:creationId xmlns:a16="http://schemas.microsoft.com/office/drawing/2014/main" id="{7EC13BC6-6FE9-B6B0-0DAF-2C45B42379A2}"/>
                  </a:ext>
                </a:extLst>
              </p:cNvPr>
              <p:cNvGrpSpPr/>
              <p:nvPr/>
            </p:nvGrpSpPr>
            <p:grpSpPr>
              <a:xfrm>
                <a:off x="5175" y="7773"/>
                <a:ext cx="1196" cy="1709"/>
                <a:chOff x="6843089" y="2727932"/>
                <a:chExt cx="1664221" cy="2378463"/>
              </a:xfrm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07" name="Rectangle 14">
                  <a:extLst>
                    <a:ext uri="{FF2B5EF4-FFF2-40B4-BE49-F238E27FC236}">
                      <a16:creationId xmlns:a16="http://schemas.microsoft.com/office/drawing/2014/main" id="{678FE4B2-3208-1CBE-117B-66209AA1FC2D}"/>
                    </a:ext>
                  </a:extLst>
                </p:cNvPr>
                <p:cNvSpPr/>
                <p:nvPr/>
              </p:nvSpPr>
              <p:spPr>
                <a:xfrm rot="16200000">
                  <a:off x="6843089" y="4603535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08" name="Rectangle 15">
                  <a:extLst>
                    <a:ext uri="{FF2B5EF4-FFF2-40B4-BE49-F238E27FC236}">
                      <a16:creationId xmlns:a16="http://schemas.microsoft.com/office/drawing/2014/main" id="{0E93449F-B3A2-DE74-3293-3C9D4E7D187F}"/>
                    </a:ext>
                  </a:extLst>
                </p:cNvPr>
                <p:cNvSpPr/>
                <p:nvPr/>
              </p:nvSpPr>
              <p:spPr>
                <a:xfrm rot="16200000">
                  <a:off x="6843089" y="3978334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09" name="Rectangle 16">
                  <a:extLst>
                    <a:ext uri="{FF2B5EF4-FFF2-40B4-BE49-F238E27FC236}">
                      <a16:creationId xmlns:a16="http://schemas.microsoft.com/office/drawing/2014/main" id="{2396A7EF-73B3-B1D5-F2FC-641C3B50AFBF}"/>
                    </a:ext>
                  </a:extLst>
                </p:cNvPr>
                <p:cNvSpPr/>
                <p:nvPr/>
              </p:nvSpPr>
              <p:spPr>
                <a:xfrm rot="16200000">
                  <a:off x="6843089" y="3353133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10" name="Rectangle 17">
                  <a:extLst>
                    <a:ext uri="{FF2B5EF4-FFF2-40B4-BE49-F238E27FC236}">
                      <a16:creationId xmlns:a16="http://schemas.microsoft.com/office/drawing/2014/main" id="{6F70BFBA-D6CA-B1D4-0C12-B1B689C3F47B}"/>
                    </a:ext>
                  </a:extLst>
                </p:cNvPr>
                <p:cNvSpPr/>
                <p:nvPr/>
              </p:nvSpPr>
              <p:spPr>
                <a:xfrm rot="16200000">
                  <a:off x="6843089" y="2727932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11" name="Rectangle 18">
                  <a:extLst>
                    <a:ext uri="{FF2B5EF4-FFF2-40B4-BE49-F238E27FC236}">
                      <a16:creationId xmlns:a16="http://schemas.microsoft.com/office/drawing/2014/main" id="{D1C9977F-C75C-8F7A-D0DA-9EB0F1232C59}"/>
                    </a:ext>
                  </a:extLst>
                </p:cNvPr>
                <p:cNvSpPr/>
                <p:nvPr/>
              </p:nvSpPr>
              <p:spPr>
                <a:xfrm rot="16200000">
                  <a:off x="7423770" y="4603535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12" name="Rectangle 19">
                  <a:extLst>
                    <a:ext uri="{FF2B5EF4-FFF2-40B4-BE49-F238E27FC236}">
                      <a16:creationId xmlns:a16="http://schemas.microsoft.com/office/drawing/2014/main" id="{5D0C4F01-81CF-B38D-A533-B0BD1FC5C6A8}"/>
                    </a:ext>
                  </a:extLst>
                </p:cNvPr>
                <p:cNvSpPr/>
                <p:nvPr/>
              </p:nvSpPr>
              <p:spPr>
                <a:xfrm rot="16200000">
                  <a:off x="7423770" y="3978334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13" name="Rectangle 20">
                  <a:extLst>
                    <a:ext uri="{FF2B5EF4-FFF2-40B4-BE49-F238E27FC236}">
                      <a16:creationId xmlns:a16="http://schemas.microsoft.com/office/drawing/2014/main" id="{BD79BD64-7249-D957-9C33-0782C88751BB}"/>
                    </a:ext>
                  </a:extLst>
                </p:cNvPr>
                <p:cNvSpPr/>
                <p:nvPr/>
              </p:nvSpPr>
              <p:spPr>
                <a:xfrm rot="16200000">
                  <a:off x="7423770" y="3353133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14" name="Rectangle 21">
                  <a:extLst>
                    <a:ext uri="{FF2B5EF4-FFF2-40B4-BE49-F238E27FC236}">
                      <a16:creationId xmlns:a16="http://schemas.microsoft.com/office/drawing/2014/main" id="{D930C01A-FA73-3B03-F679-AE2C0E772773}"/>
                    </a:ext>
                  </a:extLst>
                </p:cNvPr>
                <p:cNvSpPr/>
                <p:nvPr/>
              </p:nvSpPr>
              <p:spPr>
                <a:xfrm rot="16200000">
                  <a:off x="7423770" y="2727932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15" name="Rectangle 22">
                  <a:extLst>
                    <a:ext uri="{FF2B5EF4-FFF2-40B4-BE49-F238E27FC236}">
                      <a16:creationId xmlns:a16="http://schemas.microsoft.com/office/drawing/2014/main" id="{CF0050FA-6A3F-26B8-5415-C56C66601D04}"/>
                    </a:ext>
                  </a:extLst>
                </p:cNvPr>
                <p:cNvSpPr/>
                <p:nvPr/>
              </p:nvSpPr>
              <p:spPr>
                <a:xfrm rot="16200000">
                  <a:off x="8004450" y="4603535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16" name="Rectangle 23">
                  <a:extLst>
                    <a:ext uri="{FF2B5EF4-FFF2-40B4-BE49-F238E27FC236}">
                      <a16:creationId xmlns:a16="http://schemas.microsoft.com/office/drawing/2014/main" id="{3D66EE8C-6550-678C-7CF2-FABA92DEC1FC}"/>
                    </a:ext>
                  </a:extLst>
                </p:cNvPr>
                <p:cNvSpPr/>
                <p:nvPr/>
              </p:nvSpPr>
              <p:spPr>
                <a:xfrm rot="16200000">
                  <a:off x="8004450" y="3978334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17" name="Rectangle 24">
                  <a:extLst>
                    <a:ext uri="{FF2B5EF4-FFF2-40B4-BE49-F238E27FC236}">
                      <a16:creationId xmlns:a16="http://schemas.microsoft.com/office/drawing/2014/main" id="{6261D43D-161A-1B56-9A69-3C627C2A9826}"/>
                    </a:ext>
                  </a:extLst>
                </p:cNvPr>
                <p:cNvSpPr/>
                <p:nvPr/>
              </p:nvSpPr>
              <p:spPr>
                <a:xfrm rot="16200000">
                  <a:off x="8004450" y="3353133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18" name="Rectangle 25">
                  <a:extLst>
                    <a:ext uri="{FF2B5EF4-FFF2-40B4-BE49-F238E27FC236}">
                      <a16:creationId xmlns:a16="http://schemas.microsoft.com/office/drawing/2014/main" id="{CA36B169-7C87-8023-9319-2EC64D26BF78}"/>
                    </a:ext>
                  </a:extLst>
                </p:cNvPr>
                <p:cNvSpPr/>
                <p:nvPr/>
              </p:nvSpPr>
              <p:spPr>
                <a:xfrm rot="16200000">
                  <a:off x="8004450" y="2727932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  <p:grpSp>
            <p:nvGrpSpPr>
              <p:cNvPr id="80" name="Group 13">
                <a:extLst>
                  <a:ext uri="{FF2B5EF4-FFF2-40B4-BE49-F238E27FC236}">
                    <a16:creationId xmlns:a16="http://schemas.microsoft.com/office/drawing/2014/main" id="{25076184-CA32-48A4-FCB1-07ADB3298BFB}"/>
                  </a:ext>
                </a:extLst>
              </p:cNvPr>
              <p:cNvGrpSpPr/>
              <p:nvPr/>
            </p:nvGrpSpPr>
            <p:grpSpPr>
              <a:xfrm>
                <a:off x="2085" y="2569"/>
                <a:ext cx="1196" cy="810"/>
                <a:chOff x="6843089" y="2727932"/>
                <a:chExt cx="1664221" cy="1128061"/>
              </a:xfrm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01" name="Rectangle 16">
                  <a:extLst>
                    <a:ext uri="{FF2B5EF4-FFF2-40B4-BE49-F238E27FC236}">
                      <a16:creationId xmlns:a16="http://schemas.microsoft.com/office/drawing/2014/main" id="{CB2737F9-08B9-88EC-1611-AE298666617E}"/>
                    </a:ext>
                  </a:extLst>
                </p:cNvPr>
                <p:cNvSpPr/>
                <p:nvPr/>
              </p:nvSpPr>
              <p:spPr>
                <a:xfrm rot="16200000">
                  <a:off x="6843089" y="3353133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02" name="Rectangle 17">
                  <a:extLst>
                    <a:ext uri="{FF2B5EF4-FFF2-40B4-BE49-F238E27FC236}">
                      <a16:creationId xmlns:a16="http://schemas.microsoft.com/office/drawing/2014/main" id="{D53F339B-0FF5-ADA7-48C0-13E8FCFFDA3F}"/>
                    </a:ext>
                  </a:extLst>
                </p:cNvPr>
                <p:cNvSpPr/>
                <p:nvPr/>
              </p:nvSpPr>
              <p:spPr>
                <a:xfrm rot="16200000">
                  <a:off x="6843089" y="2727932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03" name="Rectangle 20">
                  <a:extLst>
                    <a:ext uri="{FF2B5EF4-FFF2-40B4-BE49-F238E27FC236}">
                      <a16:creationId xmlns:a16="http://schemas.microsoft.com/office/drawing/2014/main" id="{54D604F0-DB5C-7B19-F421-42DE350DED19}"/>
                    </a:ext>
                  </a:extLst>
                </p:cNvPr>
                <p:cNvSpPr/>
                <p:nvPr/>
              </p:nvSpPr>
              <p:spPr>
                <a:xfrm rot="16200000">
                  <a:off x="7423770" y="3353133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04" name="Rectangle 21">
                  <a:extLst>
                    <a:ext uri="{FF2B5EF4-FFF2-40B4-BE49-F238E27FC236}">
                      <a16:creationId xmlns:a16="http://schemas.microsoft.com/office/drawing/2014/main" id="{F5E7D3D7-72DE-8054-1852-36E7B05B01DF}"/>
                    </a:ext>
                  </a:extLst>
                </p:cNvPr>
                <p:cNvSpPr/>
                <p:nvPr/>
              </p:nvSpPr>
              <p:spPr>
                <a:xfrm rot="16200000">
                  <a:off x="7423770" y="2727932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05" name="Rectangle 24">
                  <a:extLst>
                    <a:ext uri="{FF2B5EF4-FFF2-40B4-BE49-F238E27FC236}">
                      <a16:creationId xmlns:a16="http://schemas.microsoft.com/office/drawing/2014/main" id="{BD913DB4-B0E5-6605-8DA8-0C776724A42E}"/>
                    </a:ext>
                  </a:extLst>
                </p:cNvPr>
                <p:cNvSpPr/>
                <p:nvPr/>
              </p:nvSpPr>
              <p:spPr>
                <a:xfrm rot="16200000">
                  <a:off x="8004450" y="3353133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06" name="Rectangle 25">
                  <a:extLst>
                    <a:ext uri="{FF2B5EF4-FFF2-40B4-BE49-F238E27FC236}">
                      <a16:creationId xmlns:a16="http://schemas.microsoft.com/office/drawing/2014/main" id="{D423AC23-A7ED-AB04-0E3E-D4DEC6FEAA4E}"/>
                    </a:ext>
                  </a:extLst>
                </p:cNvPr>
                <p:cNvSpPr/>
                <p:nvPr/>
              </p:nvSpPr>
              <p:spPr>
                <a:xfrm rot="16200000">
                  <a:off x="8004450" y="2727932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  <p:grpSp>
            <p:nvGrpSpPr>
              <p:cNvPr id="81" name="Group 13">
                <a:extLst>
                  <a:ext uri="{FF2B5EF4-FFF2-40B4-BE49-F238E27FC236}">
                    <a16:creationId xmlns:a16="http://schemas.microsoft.com/office/drawing/2014/main" id="{57E314F9-E34D-7B63-7AFB-FE794284B417}"/>
                  </a:ext>
                </a:extLst>
              </p:cNvPr>
              <p:cNvGrpSpPr/>
              <p:nvPr/>
            </p:nvGrpSpPr>
            <p:grpSpPr>
              <a:xfrm>
                <a:off x="2085" y="5400"/>
                <a:ext cx="1196" cy="810"/>
                <a:chOff x="6843089" y="2727932"/>
                <a:chExt cx="1664221" cy="1128061"/>
              </a:xfrm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95" name="Rectangle 16">
                  <a:extLst>
                    <a:ext uri="{FF2B5EF4-FFF2-40B4-BE49-F238E27FC236}">
                      <a16:creationId xmlns:a16="http://schemas.microsoft.com/office/drawing/2014/main" id="{3346AB04-602B-9227-4871-650EEE84177C}"/>
                    </a:ext>
                  </a:extLst>
                </p:cNvPr>
                <p:cNvSpPr/>
                <p:nvPr/>
              </p:nvSpPr>
              <p:spPr>
                <a:xfrm rot="16200000">
                  <a:off x="6843089" y="3353133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96" name="Rectangle 17">
                  <a:extLst>
                    <a:ext uri="{FF2B5EF4-FFF2-40B4-BE49-F238E27FC236}">
                      <a16:creationId xmlns:a16="http://schemas.microsoft.com/office/drawing/2014/main" id="{2A2A1EB6-4C12-FEB5-B404-ABF8B9BE0206}"/>
                    </a:ext>
                  </a:extLst>
                </p:cNvPr>
                <p:cNvSpPr/>
                <p:nvPr/>
              </p:nvSpPr>
              <p:spPr>
                <a:xfrm rot="16200000">
                  <a:off x="6843089" y="2727932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97" name="Rectangle 20">
                  <a:extLst>
                    <a:ext uri="{FF2B5EF4-FFF2-40B4-BE49-F238E27FC236}">
                      <a16:creationId xmlns:a16="http://schemas.microsoft.com/office/drawing/2014/main" id="{810ABE2E-E583-00A4-65AF-5904E6C976FD}"/>
                    </a:ext>
                  </a:extLst>
                </p:cNvPr>
                <p:cNvSpPr/>
                <p:nvPr/>
              </p:nvSpPr>
              <p:spPr>
                <a:xfrm rot="16200000">
                  <a:off x="7423770" y="3353133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98" name="Rectangle 21">
                  <a:extLst>
                    <a:ext uri="{FF2B5EF4-FFF2-40B4-BE49-F238E27FC236}">
                      <a16:creationId xmlns:a16="http://schemas.microsoft.com/office/drawing/2014/main" id="{D000A16C-1C00-5B89-4B12-6D473E00AC68}"/>
                    </a:ext>
                  </a:extLst>
                </p:cNvPr>
                <p:cNvSpPr/>
                <p:nvPr/>
              </p:nvSpPr>
              <p:spPr>
                <a:xfrm rot="16200000">
                  <a:off x="7423770" y="2727932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99" name="Rectangle 24">
                  <a:extLst>
                    <a:ext uri="{FF2B5EF4-FFF2-40B4-BE49-F238E27FC236}">
                      <a16:creationId xmlns:a16="http://schemas.microsoft.com/office/drawing/2014/main" id="{6A8BC93E-DE84-29FD-4CF1-97FBD24E4219}"/>
                    </a:ext>
                  </a:extLst>
                </p:cNvPr>
                <p:cNvSpPr/>
                <p:nvPr/>
              </p:nvSpPr>
              <p:spPr>
                <a:xfrm rot="16200000">
                  <a:off x="8004450" y="3353133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00" name="Rectangle 25">
                  <a:extLst>
                    <a:ext uri="{FF2B5EF4-FFF2-40B4-BE49-F238E27FC236}">
                      <a16:creationId xmlns:a16="http://schemas.microsoft.com/office/drawing/2014/main" id="{5ED45F07-DE07-BDF9-5C20-723FCB020CED}"/>
                    </a:ext>
                  </a:extLst>
                </p:cNvPr>
                <p:cNvSpPr/>
                <p:nvPr/>
              </p:nvSpPr>
              <p:spPr>
                <a:xfrm rot="16200000">
                  <a:off x="8004450" y="2727932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  <p:grpSp>
            <p:nvGrpSpPr>
              <p:cNvPr id="82" name="Group 13">
                <a:extLst>
                  <a:ext uri="{FF2B5EF4-FFF2-40B4-BE49-F238E27FC236}">
                    <a16:creationId xmlns:a16="http://schemas.microsoft.com/office/drawing/2014/main" id="{A5EE79BE-ED20-C865-3A0B-5CBADB4579F8}"/>
                  </a:ext>
                </a:extLst>
              </p:cNvPr>
              <p:cNvGrpSpPr/>
              <p:nvPr/>
            </p:nvGrpSpPr>
            <p:grpSpPr>
              <a:xfrm>
                <a:off x="2085" y="8223"/>
                <a:ext cx="1196" cy="810"/>
                <a:chOff x="6843089" y="2727932"/>
                <a:chExt cx="1664221" cy="1128061"/>
              </a:xfrm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89" name="Rectangle 16">
                  <a:extLst>
                    <a:ext uri="{FF2B5EF4-FFF2-40B4-BE49-F238E27FC236}">
                      <a16:creationId xmlns:a16="http://schemas.microsoft.com/office/drawing/2014/main" id="{EDA660FE-0096-B405-3DCE-F8EE2FC14BBA}"/>
                    </a:ext>
                  </a:extLst>
                </p:cNvPr>
                <p:cNvSpPr/>
                <p:nvPr/>
              </p:nvSpPr>
              <p:spPr>
                <a:xfrm rot="16200000">
                  <a:off x="6843089" y="3353133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90" name="Rectangle 17">
                  <a:extLst>
                    <a:ext uri="{FF2B5EF4-FFF2-40B4-BE49-F238E27FC236}">
                      <a16:creationId xmlns:a16="http://schemas.microsoft.com/office/drawing/2014/main" id="{D67FC0F1-0F56-088E-51FD-F7BAD9A1F5D8}"/>
                    </a:ext>
                  </a:extLst>
                </p:cNvPr>
                <p:cNvSpPr/>
                <p:nvPr/>
              </p:nvSpPr>
              <p:spPr>
                <a:xfrm rot="16200000">
                  <a:off x="6843089" y="2727932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91" name="Rectangle 20">
                  <a:extLst>
                    <a:ext uri="{FF2B5EF4-FFF2-40B4-BE49-F238E27FC236}">
                      <a16:creationId xmlns:a16="http://schemas.microsoft.com/office/drawing/2014/main" id="{E1C7AAEC-101D-4E07-F3EE-9ABC31AAE054}"/>
                    </a:ext>
                  </a:extLst>
                </p:cNvPr>
                <p:cNvSpPr/>
                <p:nvPr/>
              </p:nvSpPr>
              <p:spPr>
                <a:xfrm rot="16200000">
                  <a:off x="7423770" y="3353133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92" name="Rectangle 21">
                  <a:extLst>
                    <a:ext uri="{FF2B5EF4-FFF2-40B4-BE49-F238E27FC236}">
                      <a16:creationId xmlns:a16="http://schemas.microsoft.com/office/drawing/2014/main" id="{832C5FEE-803E-E30F-A2F9-E400D8266185}"/>
                    </a:ext>
                  </a:extLst>
                </p:cNvPr>
                <p:cNvSpPr/>
                <p:nvPr/>
              </p:nvSpPr>
              <p:spPr>
                <a:xfrm rot="16200000">
                  <a:off x="7423770" y="2727932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93" name="Rectangle 24">
                  <a:extLst>
                    <a:ext uri="{FF2B5EF4-FFF2-40B4-BE49-F238E27FC236}">
                      <a16:creationId xmlns:a16="http://schemas.microsoft.com/office/drawing/2014/main" id="{38FEC315-59EE-C0BB-344F-6BBBFDCB48CF}"/>
                    </a:ext>
                  </a:extLst>
                </p:cNvPr>
                <p:cNvSpPr/>
                <p:nvPr/>
              </p:nvSpPr>
              <p:spPr>
                <a:xfrm rot="16200000">
                  <a:off x="8004450" y="3353133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94" name="Rectangle 25">
                  <a:extLst>
                    <a:ext uri="{FF2B5EF4-FFF2-40B4-BE49-F238E27FC236}">
                      <a16:creationId xmlns:a16="http://schemas.microsoft.com/office/drawing/2014/main" id="{59B7FF2F-267B-2F11-D821-57E9CFFE2A4C}"/>
                    </a:ext>
                  </a:extLst>
                </p:cNvPr>
                <p:cNvSpPr/>
                <p:nvPr/>
              </p:nvSpPr>
              <p:spPr>
                <a:xfrm rot="16200000">
                  <a:off x="8004450" y="2727932"/>
                  <a:ext cx="502860" cy="50286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文本框 67">
                    <a:extLst>
                      <a:ext uri="{FF2B5EF4-FFF2-40B4-BE49-F238E27FC236}">
                        <a16:creationId xmlns:a16="http://schemas.microsoft.com/office/drawing/2014/main" id="{5BE90DA0-6A84-F391-2DB7-2954A9A5611C}"/>
                      </a:ext>
                    </a:extLst>
                  </p:cNvPr>
                  <p:cNvSpPr txBox="1"/>
                  <p:nvPr/>
                </p:nvSpPr>
                <p:spPr>
                  <a:xfrm>
                    <a:off x="2227" y="1946"/>
                    <a:ext cx="922" cy="5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400" b="1" i="1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atin typeface="Cambria Math" panose="02040503050406030204" pitchFamily="18" charset="0"/>
                      <a:cs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3" name="文本框 67">
                    <a:extLst>
                      <a:ext uri="{FF2B5EF4-FFF2-40B4-BE49-F238E27FC236}">
                        <a16:creationId xmlns:a16="http://schemas.microsoft.com/office/drawing/2014/main" id="{5BE90DA0-6A84-F391-2DB7-2954A9A561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27" y="1946"/>
                    <a:ext cx="922" cy="52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38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文本框 68">
                    <a:extLst>
                      <a:ext uri="{FF2B5EF4-FFF2-40B4-BE49-F238E27FC236}">
                        <a16:creationId xmlns:a16="http://schemas.microsoft.com/office/drawing/2014/main" id="{2CBDFF0D-DCFB-4F82-852C-F9402EBEF297}"/>
                      </a:ext>
                    </a:extLst>
                  </p:cNvPr>
                  <p:cNvSpPr txBox="1"/>
                  <p:nvPr/>
                </p:nvSpPr>
                <p:spPr>
                  <a:xfrm>
                    <a:off x="2227" y="4733"/>
                    <a:ext cx="922" cy="5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400" b="1" i="1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atin typeface="Cambria Math" panose="02040503050406030204" pitchFamily="18" charset="0"/>
                      <a:cs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4" name="文本框 68">
                    <a:extLst>
                      <a:ext uri="{FF2B5EF4-FFF2-40B4-BE49-F238E27FC236}">
                        <a16:creationId xmlns:a16="http://schemas.microsoft.com/office/drawing/2014/main" id="{2CBDFF0D-DCFB-4F82-852C-F9402EBEF2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27" y="4733"/>
                    <a:ext cx="922" cy="52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文本框 69">
                    <a:extLst>
                      <a:ext uri="{FF2B5EF4-FFF2-40B4-BE49-F238E27FC236}">
                        <a16:creationId xmlns:a16="http://schemas.microsoft.com/office/drawing/2014/main" id="{7F9E15CF-27AD-F92D-DA97-077C70BA1F45}"/>
                      </a:ext>
                    </a:extLst>
                  </p:cNvPr>
                  <p:cNvSpPr txBox="1"/>
                  <p:nvPr/>
                </p:nvSpPr>
                <p:spPr>
                  <a:xfrm>
                    <a:off x="2227" y="7555"/>
                    <a:ext cx="922" cy="5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400" b="1" i="1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atin typeface="Cambria Math" panose="02040503050406030204" pitchFamily="18" charset="0"/>
                      <a:cs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5" name="文本框 69">
                    <a:extLst>
                      <a:ext uri="{FF2B5EF4-FFF2-40B4-BE49-F238E27FC236}">
                        <a16:creationId xmlns:a16="http://schemas.microsoft.com/office/drawing/2014/main" id="{7F9E15CF-27AD-F92D-DA97-077C70BA1F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27" y="7555"/>
                    <a:ext cx="922" cy="52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文本框 73">
                    <a:extLst>
                      <a:ext uri="{FF2B5EF4-FFF2-40B4-BE49-F238E27FC236}">
                        <a16:creationId xmlns:a16="http://schemas.microsoft.com/office/drawing/2014/main" id="{5DC71580-7382-0025-F5FA-2EE4839BE594}"/>
                      </a:ext>
                    </a:extLst>
                  </p:cNvPr>
                  <p:cNvSpPr txBox="1"/>
                  <p:nvPr/>
                </p:nvSpPr>
                <p:spPr>
                  <a:xfrm>
                    <a:off x="6619" y="2830"/>
                    <a:ext cx="957" cy="60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𝑸</m:t>
                              </m:r>
                            </m:sup>
                          </m:sSubSup>
                        </m:oMath>
                      </m:oMathPara>
                    </a14:m>
                    <a:endParaRPr lang="en-US" altLang="zh-CN" sz="1400" b="1" i="1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atin typeface="Cambria Math" panose="02040503050406030204" pitchFamily="18" charset="0"/>
                      <a:cs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6" name="文本框 73">
                    <a:extLst>
                      <a:ext uri="{FF2B5EF4-FFF2-40B4-BE49-F238E27FC236}">
                        <a16:creationId xmlns:a16="http://schemas.microsoft.com/office/drawing/2014/main" id="{5DC71580-7382-0025-F5FA-2EE4839BE5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19" y="2830"/>
                    <a:ext cx="957" cy="60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文本框 74">
                    <a:extLst>
                      <a:ext uri="{FF2B5EF4-FFF2-40B4-BE49-F238E27FC236}">
                        <a16:creationId xmlns:a16="http://schemas.microsoft.com/office/drawing/2014/main" id="{61927803-1170-DC5F-EDD7-881C32473A15}"/>
                      </a:ext>
                    </a:extLst>
                  </p:cNvPr>
                  <p:cNvSpPr txBox="1"/>
                  <p:nvPr/>
                </p:nvSpPr>
                <p:spPr>
                  <a:xfrm>
                    <a:off x="6619" y="5564"/>
                    <a:ext cx="957" cy="54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1400" b="1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1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altLang="zh-CN" sz="1400" b="1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𝑲</m:t>
                              </m:r>
                            </m:sup>
                          </m:sSubSup>
                        </m:oMath>
                      </m:oMathPara>
                    </a14:m>
                    <a:endParaRPr lang="en-US" altLang="zh-CN" sz="1400" b="1" i="1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atin typeface="Cambria Math" panose="02040503050406030204" pitchFamily="18" charset="0"/>
                      <a:cs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7" name="文本框 74">
                    <a:extLst>
                      <a:ext uri="{FF2B5EF4-FFF2-40B4-BE49-F238E27FC236}">
                        <a16:creationId xmlns:a16="http://schemas.microsoft.com/office/drawing/2014/main" id="{61927803-1170-DC5F-EDD7-881C32473A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19" y="5564"/>
                    <a:ext cx="957" cy="54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文本框 75">
                    <a:extLst>
                      <a:ext uri="{FF2B5EF4-FFF2-40B4-BE49-F238E27FC236}">
                        <a16:creationId xmlns:a16="http://schemas.microsoft.com/office/drawing/2014/main" id="{86B2A7C2-8D56-8EA4-B0AF-902094398C37}"/>
                      </a:ext>
                    </a:extLst>
                  </p:cNvPr>
                  <p:cNvSpPr txBox="1"/>
                  <p:nvPr/>
                </p:nvSpPr>
                <p:spPr>
                  <a:xfrm>
                    <a:off x="6619" y="8387"/>
                    <a:ext cx="957" cy="54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1400" b="1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1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altLang="zh-CN" sz="1400" b="1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𝑽</m:t>
                              </m:r>
                            </m:sup>
                          </m:sSubSup>
                        </m:oMath>
                      </m:oMathPara>
                    </a14:m>
                    <a:endParaRPr lang="en-US" altLang="zh-CN" sz="1400" b="1" i="1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atin typeface="Cambria Math" panose="02040503050406030204" pitchFamily="18" charset="0"/>
                      <a:cs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8" name="文本框 75">
                    <a:extLst>
                      <a:ext uri="{FF2B5EF4-FFF2-40B4-BE49-F238E27FC236}">
                        <a16:creationId xmlns:a16="http://schemas.microsoft.com/office/drawing/2014/main" id="{86B2A7C2-8D56-8EA4-B0AF-902094398C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19" y="8387"/>
                    <a:ext cx="957" cy="548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" name="组合 77">
              <a:extLst>
                <a:ext uri="{FF2B5EF4-FFF2-40B4-BE49-F238E27FC236}">
                  <a16:creationId xmlns:a16="http://schemas.microsoft.com/office/drawing/2014/main" id="{B5BABCDA-D4EE-CB0F-C17A-5A286BAD7250}"/>
                </a:ext>
              </a:extLst>
            </p:cNvPr>
            <p:cNvGrpSpPr/>
            <p:nvPr/>
          </p:nvGrpSpPr>
          <p:grpSpPr>
            <a:xfrm>
              <a:off x="9937" y="1946"/>
              <a:ext cx="5491" cy="7536"/>
              <a:chOff x="2085" y="1946"/>
              <a:chExt cx="5491" cy="7536"/>
            </a:xfrm>
          </p:grpSpPr>
          <p:grpSp>
            <p:nvGrpSpPr>
              <p:cNvPr id="11" name="Group 13">
                <a:extLst>
                  <a:ext uri="{FF2B5EF4-FFF2-40B4-BE49-F238E27FC236}">
                    <a16:creationId xmlns:a16="http://schemas.microsoft.com/office/drawing/2014/main" id="{89169B15-29CF-C3A2-3CE9-78DDA1EFA82D}"/>
                  </a:ext>
                </a:extLst>
              </p:cNvPr>
              <p:cNvGrpSpPr/>
              <p:nvPr/>
            </p:nvGrpSpPr>
            <p:grpSpPr>
              <a:xfrm>
                <a:off x="5175" y="2129"/>
                <a:ext cx="1196" cy="1709"/>
                <a:chOff x="6843089" y="2727932"/>
                <a:chExt cx="1664221" cy="2378463"/>
              </a:xfrm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65" name="Rectangle 14">
                  <a:extLst>
                    <a:ext uri="{FF2B5EF4-FFF2-40B4-BE49-F238E27FC236}">
                      <a16:creationId xmlns:a16="http://schemas.microsoft.com/office/drawing/2014/main" id="{59B8FEA7-1316-90C8-CDDC-EC2CBA694940}"/>
                    </a:ext>
                  </a:extLst>
                </p:cNvPr>
                <p:cNvSpPr/>
                <p:nvPr/>
              </p:nvSpPr>
              <p:spPr>
                <a:xfrm rot="16200000">
                  <a:off x="6843089" y="4603535"/>
                  <a:ext cx="502860" cy="50286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66" name="Rectangle 15">
                  <a:extLst>
                    <a:ext uri="{FF2B5EF4-FFF2-40B4-BE49-F238E27FC236}">
                      <a16:creationId xmlns:a16="http://schemas.microsoft.com/office/drawing/2014/main" id="{C4404D15-F5F6-EE11-5514-DB373EC32ACC}"/>
                    </a:ext>
                  </a:extLst>
                </p:cNvPr>
                <p:cNvSpPr/>
                <p:nvPr/>
              </p:nvSpPr>
              <p:spPr>
                <a:xfrm rot="16200000">
                  <a:off x="6843089" y="3978334"/>
                  <a:ext cx="502860" cy="50286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67" name="Rectangle 16">
                  <a:extLst>
                    <a:ext uri="{FF2B5EF4-FFF2-40B4-BE49-F238E27FC236}">
                      <a16:creationId xmlns:a16="http://schemas.microsoft.com/office/drawing/2014/main" id="{7EA22A3F-88FC-D49D-0551-D0661592F368}"/>
                    </a:ext>
                  </a:extLst>
                </p:cNvPr>
                <p:cNvSpPr/>
                <p:nvPr/>
              </p:nvSpPr>
              <p:spPr>
                <a:xfrm rot="16200000">
                  <a:off x="6843089" y="3353133"/>
                  <a:ext cx="502860" cy="50286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68" name="Rectangle 17">
                  <a:extLst>
                    <a:ext uri="{FF2B5EF4-FFF2-40B4-BE49-F238E27FC236}">
                      <a16:creationId xmlns:a16="http://schemas.microsoft.com/office/drawing/2014/main" id="{1823831D-C654-0A2C-5AD9-ADDBC6CD7563}"/>
                    </a:ext>
                  </a:extLst>
                </p:cNvPr>
                <p:cNvSpPr/>
                <p:nvPr/>
              </p:nvSpPr>
              <p:spPr>
                <a:xfrm rot="16200000">
                  <a:off x="6843089" y="2727932"/>
                  <a:ext cx="502860" cy="50286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69" name="Rectangle 18">
                  <a:extLst>
                    <a:ext uri="{FF2B5EF4-FFF2-40B4-BE49-F238E27FC236}">
                      <a16:creationId xmlns:a16="http://schemas.microsoft.com/office/drawing/2014/main" id="{EC9FFBA2-905F-8FAB-DB12-1D0475F7990D}"/>
                    </a:ext>
                  </a:extLst>
                </p:cNvPr>
                <p:cNvSpPr/>
                <p:nvPr/>
              </p:nvSpPr>
              <p:spPr>
                <a:xfrm rot="16200000">
                  <a:off x="7423770" y="4603535"/>
                  <a:ext cx="502860" cy="50286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70" name="Rectangle 19">
                  <a:extLst>
                    <a:ext uri="{FF2B5EF4-FFF2-40B4-BE49-F238E27FC236}">
                      <a16:creationId xmlns:a16="http://schemas.microsoft.com/office/drawing/2014/main" id="{26B868AD-B6C9-5B14-2FAF-8A5E29785F44}"/>
                    </a:ext>
                  </a:extLst>
                </p:cNvPr>
                <p:cNvSpPr/>
                <p:nvPr/>
              </p:nvSpPr>
              <p:spPr>
                <a:xfrm rot="16200000">
                  <a:off x="7423770" y="3978334"/>
                  <a:ext cx="502860" cy="50286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71" name="Rectangle 20">
                  <a:extLst>
                    <a:ext uri="{FF2B5EF4-FFF2-40B4-BE49-F238E27FC236}">
                      <a16:creationId xmlns:a16="http://schemas.microsoft.com/office/drawing/2014/main" id="{05F1005F-816A-BCF5-8A25-4A2FC6A55041}"/>
                    </a:ext>
                  </a:extLst>
                </p:cNvPr>
                <p:cNvSpPr/>
                <p:nvPr/>
              </p:nvSpPr>
              <p:spPr>
                <a:xfrm rot="16200000">
                  <a:off x="7423770" y="3353133"/>
                  <a:ext cx="502860" cy="50286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72" name="Rectangle 21">
                  <a:extLst>
                    <a:ext uri="{FF2B5EF4-FFF2-40B4-BE49-F238E27FC236}">
                      <a16:creationId xmlns:a16="http://schemas.microsoft.com/office/drawing/2014/main" id="{6F8458A8-C92A-A9E1-B405-DAC05C8981F0}"/>
                    </a:ext>
                  </a:extLst>
                </p:cNvPr>
                <p:cNvSpPr/>
                <p:nvPr/>
              </p:nvSpPr>
              <p:spPr>
                <a:xfrm rot="16200000">
                  <a:off x="7423770" y="2727932"/>
                  <a:ext cx="502860" cy="50286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73" name="Rectangle 22">
                  <a:extLst>
                    <a:ext uri="{FF2B5EF4-FFF2-40B4-BE49-F238E27FC236}">
                      <a16:creationId xmlns:a16="http://schemas.microsoft.com/office/drawing/2014/main" id="{2259EE35-FC61-1259-A0A6-7838A84BB791}"/>
                    </a:ext>
                  </a:extLst>
                </p:cNvPr>
                <p:cNvSpPr/>
                <p:nvPr/>
              </p:nvSpPr>
              <p:spPr>
                <a:xfrm rot="16200000">
                  <a:off x="8004450" y="4603535"/>
                  <a:ext cx="502860" cy="50286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74" name="Rectangle 23">
                  <a:extLst>
                    <a:ext uri="{FF2B5EF4-FFF2-40B4-BE49-F238E27FC236}">
                      <a16:creationId xmlns:a16="http://schemas.microsoft.com/office/drawing/2014/main" id="{B7048371-7DB1-8BE0-E5E8-C407456662A1}"/>
                    </a:ext>
                  </a:extLst>
                </p:cNvPr>
                <p:cNvSpPr/>
                <p:nvPr/>
              </p:nvSpPr>
              <p:spPr>
                <a:xfrm rot="16200000">
                  <a:off x="8004450" y="3978334"/>
                  <a:ext cx="502860" cy="50286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75" name="Rectangle 24">
                  <a:extLst>
                    <a:ext uri="{FF2B5EF4-FFF2-40B4-BE49-F238E27FC236}">
                      <a16:creationId xmlns:a16="http://schemas.microsoft.com/office/drawing/2014/main" id="{6630E842-399C-B857-6BCC-BB7A57326ED3}"/>
                    </a:ext>
                  </a:extLst>
                </p:cNvPr>
                <p:cNvSpPr/>
                <p:nvPr/>
              </p:nvSpPr>
              <p:spPr>
                <a:xfrm rot="16200000">
                  <a:off x="8004450" y="3353133"/>
                  <a:ext cx="502860" cy="50286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76" name="Rectangle 25">
                  <a:extLst>
                    <a:ext uri="{FF2B5EF4-FFF2-40B4-BE49-F238E27FC236}">
                      <a16:creationId xmlns:a16="http://schemas.microsoft.com/office/drawing/2014/main" id="{92488F34-3ACB-8009-5D73-BCEC6525A5EF}"/>
                    </a:ext>
                  </a:extLst>
                </p:cNvPr>
                <p:cNvSpPr/>
                <p:nvPr/>
              </p:nvSpPr>
              <p:spPr>
                <a:xfrm rot="16200000">
                  <a:off x="8004450" y="2727932"/>
                  <a:ext cx="502860" cy="50286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  <p:grpSp>
            <p:nvGrpSpPr>
              <p:cNvPr id="12" name="Group 13">
                <a:extLst>
                  <a:ext uri="{FF2B5EF4-FFF2-40B4-BE49-F238E27FC236}">
                    <a16:creationId xmlns:a16="http://schemas.microsoft.com/office/drawing/2014/main" id="{64215D4D-3686-5C17-1E48-A4560BA517A2}"/>
                  </a:ext>
                </a:extLst>
              </p:cNvPr>
              <p:cNvGrpSpPr/>
              <p:nvPr/>
            </p:nvGrpSpPr>
            <p:grpSpPr>
              <a:xfrm>
                <a:off x="5175" y="4951"/>
                <a:ext cx="1196" cy="1709"/>
                <a:chOff x="6843089" y="2727932"/>
                <a:chExt cx="1664221" cy="2378463"/>
              </a:xfrm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53" name="Rectangle 14">
                  <a:extLst>
                    <a:ext uri="{FF2B5EF4-FFF2-40B4-BE49-F238E27FC236}">
                      <a16:creationId xmlns:a16="http://schemas.microsoft.com/office/drawing/2014/main" id="{442D346D-E8A9-FE65-F44D-889C088A5647}"/>
                    </a:ext>
                  </a:extLst>
                </p:cNvPr>
                <p:cNvSpPr/>
                <p:nvPr/>
              </p:nvSpPr>
              <p:spPr>
                <a:xfrm rot="16200000">
                  <a:off x="6843089" y="4603535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54" name="Rectangle 15">
                  <a:extLst>
                    <a:ext uri="{FF2B5EF4-FFF2-40B4-BE49-F238E27FC236}">
                      <a16:creationId xmlns:a16="http://schemas.microsoft.com/office/drawing/2014/main" id="{1A6198E6-CA6F-F5EF-1A3B-E7A0FB9448C6}"/>
                    </a:ext>
                  </a:extLst>
                </p:cNvPr>
                <p:cNvSpPr/>
                <p:nvPr/>
              </p:nvSpPr>
              <p:spPr>
                <a:xfrm rot="16200000">
                  <a:off x="6843089" y="3978334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55" name="Rectangle 16">
                  <a:extLst>
                    <a:ext uri="{FF2B5EF4-FFF2-40B4-BE49-F238E27FC236}">
                      <a16:creationId xmlns:a16="http://schemas.microsoft.com/office/drawing/2014/main" id="{EEF75230-6C24-5E5F-611E-F95A88C84FE4}"/>
                    </a:ext>
                  </a:extLst>
                </p:cNvPr>
                <p:cNvSpPr/>
                <p:nvPr/>
              </p:nvSpPr>
              <p:spPr>
                <a:xfrm rot="16200000">
                  <a:off x="6843089" y="3353133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56" name="Rectangle 17">
                  <a:extLst>
                    <a:ext uri="{FF2B5EF4-FFF2-40B4-BE49-F238E27FC236}">
                      <a16:creationId xmlns:a16="http://schemas.microsoft.com/office/drawing/2014/main" id="{12C494A1-2C18-21F7-B681-A56E0812618A}"/>
                    </a:ext>
                  </a:extLst>
                </p:cNvPr>
                <p:cNvSpPr/>
                <p:nvPr/>
              </p:nvSpPr>
              <p:spPr>
                <a:xfrm rot="16200000">
                  <a:off x="6843089" y="2727932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57" name="Rectangle 18">
                  <a:extLst>
                    <a:ext uri="{FF2B5EF4-FFF2-40B4-BE49-F238E27FC236}">
                      <a16:creationId xmlns:a16="http://schemas.microsoft.com/office/drawing/2014/main" id="{75BE865C-23F6-CCAE-1403-3B71551FF1ED}"/>
                    </a:ext>
                  </a:extLst>
                </p:cNvPr>
                <p:cNvSpPr/>
                <p:nvPr/>
              </p:nvSpPr>
              <p:spPr>
                <a:xfrm rot="16200000">
                  <a:off x="7423770" y="4603535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58" name="Rectangle 19">
                  <a:extLst>
                    <a:ext uri="{FF2B5EF4-FFF2-40B4-BE49-F238E27FC236}">
                      <a16:creationId xmlns:a16="http://schemas.microsoft.com/office/drawing/2014/main" id="{A4EEB032-7D43-3D88-C496-4622CCEC9CB9}"/>
                    </a:ext>
                  </a:extLst>
                </p:cNvPr>
                <p:cNvSpPr/>
                <p:nvPr/>
              </p:nvSpPr>
              <p:spPr>
                <a:xfrm rot="16200000">
                  <a:off x="7423770" y="3978334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59" name="Rectangle 20">
                  <a:extLst>
                    <a:ext uri="{FF2B5EF4-FFF2-40B4-BE49-F238E27FC236}">
                      <a16:creationId xmlns:a16="http://schemas.microsoft.com/office/drawing/2014/main" id="{54CBCED6-0402-C445-BA41-A796522170E3}"/>
                    </a:ext>
                  </a:extLst>
                </p:cNvPr>
                <p:cNvSpPr/>
                <p:nvPr/>
              </p:nvSpPr>
              <p:spPr>
                <a:xfrm rot="16200000">
                  <a:off x="7423770" y="3353133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60" name="Rectangle 21">
                  <a:extLst>
                    <a:ext uri="{FF2B5EF4-FFF2-40B4-BE49-F238E27FC236}">
                      <a16:creationId xmlns:a16="http://schemas.microsoft.com/office/drawing/2014/main" id="{FC04A4A9-8A70-FFD1-67C2-96B5D726D58D}"/>
                    </a:ext>
                  </a:extLst>
                </p:cNvPr>
                <p:cNvSpPr/>
                <p:nvPr/>
              </p:nvSpPr>
              <p:spPr>
                <a:xfrm rot="16200000">
                  <a:off x="7423770" y="2727932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61" name="Rectangle 22">
                  <a:extLst>
                    <a:ext uri="{FF2B5EF4-FFF2-40B4-BE49-F238E27FC236}">
                      <a16:creationId xmlns:a16="http://schemas.microsoft.com/office/drawing/2014/main" id="{E1E47476-6474-9A28-A8E9-9E3B98BC6F3D}"/>
                    </a:ext>
                  </a:extLst>
                </p:cNvPr>
                <p:cNvSpPr/>
                <p:nvPr/>
              </p:nvSpPr>
              <p:spPr>
                <a:xfrm rot="16200000">
                  <a:off x="8004450" y="4603535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62" name="Rectangle 23">
                  <a:extLst>
                    <a:ext uri="{FF2B5EF4-FFF2-40B4-BE49-F238E27FC236}">
                      <a16:creationId xmlns:a16="http://schemas.microsoft.com/office/drawing/2014/main" id="{48B01C1A-BD0A-E215-9CD1-251989B4FEB9}"/>
                    </a:ext>
                  </a:extLst>
                </p:cNvPr>
                <p:cNvSpPr/>
                <p:nvPr/>
              </p:nvSpPr>
              <p:spPr>
                <a:xfrm rot="16200000">
                  <a:off x="8004450" y="3978334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63" name="Rectangle 24">
                  <a:extLst>
                    <a:ext uri="{FF2B5EF4-FFF2-40B4-BE49-F238E27FC236}">
                      <a16:creationId xmlns:a16="http://schemas.microsoft.com/office/drawing/2014/main" id="{E2071921-B0D4-6C08-3385-0C05C23F2F1C}"/>
                    </a:ext>
                  </a:extLst>
                </p:cNvPr>
                <p:cNvSpPr/>
                <p:nvPr/>
              </p:nvSpPr>
              <p:spPr>
                <a:xfrm rot="16200000">
                  <a:off x="8004450" y="3353133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64" name="Rectangle 25">
                  <a:extLst>
                    <a:ext uri="{FF2B5EF4-FFF2-40B4-BE49-F238E27FC236}">
                      <a16:creationId xmlns:a16="http://schemas.microsoft.com/office/drawing/2014/main" id="{10D4C5F8-976F-3E4B-743C-8520EBDC654A}"/>
                    </a:ext>
                  </a:extLst>
                </p:cNvPr>
                <p:cNvSpPr/>
                <p:nvPr/>
              </p:nvSpPr>
              <p:spPr>
                <a:xfrm rot="16200000">
                  <a:off x="8004450" y="2727932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  <p:grpSp>
            <p:nvGrpSpPr>
              <p:cNvPr id="13" name="Group 13">
                <a:extLst>
                  <a:ext uri="{FF2B5EF4-FFF2-40B4-BE49-F238E27FC236}">
                    <a16:creationId xmlns:a16="http://schemas.microsoft.com/office/drawing/2014/main" id="{118D9C56-96AF-0970-A59D-85B6EFED87EF}"/>
                  </a:ext>
                </a:extLst>
              </p:cNvPr>
              <p:cNvGrpSpPr/>
              <p:nvPr/>
            </p:nvGrpSpPr>
            <p:grpSpPr>
              <a:xfrm>
                <a:off x="5175" y="7773"/>
                <a:ext cx="1196" cy="1709"/>
                <a:chOff x="6843089" y="2727932"/>
                <a:chExt cx="1664221" cy="2378463"/>
              </a:xfrm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41" name="Rectangle 14">
                  <a:extLst>
                    <a:ext uri="{FF2B5EF4-FFF2-40B4-BE49-F238E27FC236}">
                      <a16:creationId xmlns:a16="http://schemas.microsoft.com/office/drawing/2014/main" id="{5CAF69EE-072D-E8D2-369B-FFB787447AB8}"/>
                    </a:ext>
                  </a:extLst>
                </p:cNvPr>
                <p:cNvSpPr/>
                <p:nvPr/>
              </p:nvSpPr>
              <p:spPr>
                <a:xfrm rot="16200000">
                  <a:off x="6843089" y="4603535"/>
                  <a:ext cx="502860" cy="50286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42" name="Rectangle 15">
                  <a:extLst>
                    <a:ext uri="{FF2B5EF4-FFF2-40B4-BE49-F238E27FC236}">
                      <a16:creationId xmlns:a16="http://schemas.microsoft.com/office/drawing/2014/main" id="{E6B38EE5-ED4B-7B76-120F-0224EC786EA7}"/>
                    </a:ext>
                  </a:extLst>
                </p:cNvPr>
                <p:cNvSpPr/>
                <p:nvPr/>
              </p:nvSpPr>
              <p:spPr>
                <a:xfrm rot="16200000">
                  <a:off x="6843089" y="3978334"/>
                  <a:ext cx="502860" cy="50286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43" name="Rectangle 16">
                  <a:extLst>
                    <a:ext uri="{FF2B5EF4-FFF2-40B4-BE49-F238E27FC236}">
                      <a16:creationId xmlns:a16="http://schemas.microsoft.com/office/drawing/2014/main" id="{B4BFEB95-9A4F-D14A-A7C6-47A7332AD3B4}"/>
                    </a:ext>
                  </a:extLst>
                </p:cNvPr>
                <p:cNvSpPr/>
                <p:nvPr/>
              </p:nvSpPr>
              <p:spPr>
                <a:xfrm rot="16200000">
                  <a:off x="6843089" y="3353133"/>
                  <a:ext cx="502860" cy="50286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44" name="Rectangle 17">
                  <a:extLst>
                    <a:ext uri="{FF2B5EF4-FFF2-40B4-BE49-F238E27FC236}">
                      <a16:creationId xmlns:a16="http://schemas.microsoft.com/office/drawing/2014/main" id="{751BB888-3750-84C4-202A-440A42981053}"/>
                    </a:ext>
                  </a:extLst>
                </p:cNvPr>
                <p:cNvSpPr/>
                <p:nvPr/>
              </p:nvSpPr>
              <p:spPr>
                <a:xfrm rot="16200000">
                  <a:off x="6843089" y="2727932"/>
                  <a:ext cx="502860" cy="50286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45" name="Rectangle 18">
                  <a:extLst>
                    <a:ext uri="{FF2B5EF4-FFF2-40B4-BE49-F238E27FC236}">
                      <a16:creationId xmlns:a16="http://schemas.microsoft.com/office/drawing/2014/main" id="{2760727B-1371-0674-E89C-F3CA3A6D2379}"/>
                    </a:ext>
                  </a:extLst>
                </p:cNvPr>
                <p:cNvSpPr/>
                <p:nvPr/>
              </p:nvSpPr>
              <p:spPr>
                <a:xfrm rot="16200000">
                  <a:off x="7423770" y="4603535"/>
                  <a:ext cx="502860" cy="50286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46" name="Rectangle 19">
                  <a:extLst>
                    <a:ext uri="{FF2B5EF4-FFF2-40B4-BE49-F238E27FC236}">
                      <a16:creationId xmlns:a16="http://schemas.microsoft.com/office/drawing/2014/main" id="{094F863F-233A-8831-2DB8-22FDF29ACF38}"/>
                    </a:ext>
                  </a:extLst>
                </p:cNvPr>
                <p:cNvSpPr/>
                <p:nvPr/>
              </p:nvSpPr>
              <p:spPr>
                <a:xfrm rot="16200000">
                  <a:off x="7423770" y="3978334"/>
                  <a:ext cx="502860" cy="50286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47" name="Rectangle 20">
                  <a:extLst>
                    <a:ext uri="{FF2B5EF4-FFF2-40B4-BE49-F238E27FC236}">
                      <a16:creationId xmlns:a16="http://schemas.microsoft.com/office/drawing/2014/main" id="{D406F4A0-7EE0-E513-EB3F-0067532507EA}"/>
                    </a:ext>
                  </a:extLst>
                </p:cNvPr>
                <p:cNvSpPr/>
                <p:nvPr/>
              </p:nvSpPr>
              <p:spPr>
                <a:xfrm rot="16200000">
                  <a:off x="7423770" y="3353133"/>
                  <a:ext cx="502860" cy="50286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48" name="Rectangle 21">
                  <a:extLst>
                    <a:ext uri="{FF2B5EF4-FFF2-40B4-BE49-F238E27FC236}">
                      <a16:creationId xmlns:a16="http://schemas.microsoft.com/office/drawing/2014/main" id="{D82F5524-7F26-6CB9-769B-F3130C91363D}"/>
                    </a:ext>
                  </a:extLst>
                </p:cNvPr>
                <p:cNvSpPr/>
                <p:nvPr/>
              </p:nvSpPr>
              <p:spPr>
                <a:xfrm rot="16200000">
                  <a:off x="7423770" y="2727932"/>
                  <a:ext cx="502860" cy="50286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49" name="Rectangle 22">
                  <a:extLst>
                    <a:ext uri="{FF2B5EF4-FFF2-40B4-BE49-F238E27FC236}">
                      <a16:creationId xmlns:a16="http://schemas.microsoft.com/office/drawing/2014/main" id="{FC808EB6-DC1A-D2DC-FE1B-BE724399D676}"/>
                    </a:ext>
                  </a:extLst>
                </p:cNvPr>
                <p:cNvSpPr/>
                <p:nvPr/>
              </p:nvSpPr>
              <p:spPr>
                <a:xfrm rot="16200000">
                  <a:off x="8004450" y="4603535"/>
                  <a:ext cx="502860" cy="50286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50" name="Rectangle 23">
                  <a:extLst>
                    <a:ext uri="{FF2B5EF4-FFF2-40B4-BE49-F238E27FC236}">
                      <a16:creationId xmlns:a16="http://schemas.microsoft.com/office/drawing/2014/main" id="{4C573F3D-78AC-8D8F-5881-51CAA6AF4C38}"/>
                    </a:ext>
                  </a:extLst>
                </p:cNvPr>
                <p:cNvSpPr/>
                <p:nvPr/>
              </p:nvSpPr>
              <p:spPr>
                <a:xfrm rot="16200000">
                  <a:off x="8004450" y="3978334"/>
                  <a:ext cx="502860" cy="50286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51" name="Rectangle 24">
                  <a:extLst>
                    <a:ext uri="{FF2B5EF4-FFF2-40B4-BE49-F238E27FC236}">
                      <a16:creationId xmlns:a16="http://schemas.microsoft.com/office/drawing/2014/main" id="{84BE3802-F361-2AF3-2F9B-AD0774D47D39}"/>
                    </a:ext>
                  </a:extLst>
                </p:cNvPr>
                <p:cNvSpPr/>
                <p:nvPr/>
              </p:nvSpPr>
              <p:spPr>
                <a:xfrm rot="16200000">
                  <a:off x="8004450" y="3353133"/>
                  <a:ext cx="502860" cy="50286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52" name="Rectangle 25">
                  <a:extLst>
                    <a:ext uri="{FF2B5EF4-FFF2-40B4-BE49-F238E27FC236}">
                      <a16:creationId xmlns:a16="http://schemas.microsoft.com/office/drawing/2014/main" id="{47F1C628-07B8-0400-762F-C90EBE71D7AA}"/>
                    </a:ext>
                  </a:extLst>
                </p:cNvPr>
                <p:cNvSpPr/>
                <p:nvPr/>
              </p:nvSpPr>
              <p:spPr>
                <a:xfrm rot="16200000">
                  <a:off x="8004450" y="2727932"/>
                  <a:ext cx="502860" cy="50286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B7376357-25DE-6DC4-784C-A4262EB419A4}"/>
                  </a:ext>
                </a:extLst>
              </p:cNvPr>
              <p:cNvGrpSpPr/>
              <p:nvPr/>
            </p:nvGrpSpPr>
            <p:grpSpPr>
              <a:xfrm>
                <a:off x="2085" y="2569"/>
                <a:ext cx="1196" cy="810"/>
                <a:chOff x="6843089" y="2727932"/>
                <a:chExt cx="1664221" cy="1128061"/>
              </a:xfrm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35" name="Rectangle 16">
                  <a:extLst>
                    <a:ext uri="{FF2B5EF4-FFF2-40B4-BE49-F238E27FC236}">
                      <a16:creationId xmlns:a16="http://schemas.microsoft.com/office/drawing/2014/main" id="{8868B54F-06A1-B662-DD52-6F8BE27AB207}"/>
                    </a:ext>
                  </a:extLst>
                </p:cNvPr>
                <p:cNvSpPr/>
                <p:nvPr/>
              </p:nvSpPr>
              <p:spPr>
                <a:xfrm rot="16200000">
                  <a:off x="6843089" y="3353133"/>
                  <a:ext cx="502860" cy="50286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36" name="Rectangle 17">
                  <a:extLst>
                    <a:ext uri="{FF2B5EF4-FFF2-40B4-BE49-F238E27FC236}">
                      <a16:creationId xmlns:a16="http://schemas.microsoft.com/office/drawing/2014/main" id="{4559289A-6873-2BAC-A1B0-C96E7ACB0EEC}"/>
                    </a:ext>
                  </a:extLst>
                </p:cNvPr>
                <p:cNvSpPr/>
                <p:nvPr/>
              </p:nvSpPr>
              <p:spPr>
                <a:xfrm rot="16200000">
                  <a:off x="6843089" y="2727932"/>
                  <a:ext cx="502860" cy="50286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37" name="Rectangle 20">
                  <a:extLst>
                    <a:ext uri="{FF2B5EF4-FFF2-40B4-BE49-F238E27FC236}">
                      <a16:creationId xmlns:a16="http://schemas.microsoft.com/office/drawing/2014/main" id="{4B654083-59C4-DE9B-A6B3-0CB0D755B2AE}"/>
                    </a:ext>
                  </a:extLst>
                </p:cNvPr>
                <p:cNvSpPr/>
                <p:nvPr/>
              </p:nvSpPr>
              <p:spPr>
                <a:xfrm rot="16200000">
                  <a:off x="7423770" y="3353133"/>
                  <a:ext cx="502860" cy="50286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38" name="Rectangle 21">
                  <a:extLst>
                    <a:ext uri="{FF2B5EF4-FFF2-40B4-BE49-F238E27FC236}">
                      <a16:creationId xmlns:a16="http://schemas.microsoft.com/office/drawing/2014/main" id="{7AD336B9-D93C-BD29-09E1-5CD1A0140BE5}"/>
                    </a:ext>
                  </a:extLst>
                </p:cNvPr>
                <p:cNvSpPr/>
                <p:nvPr/>
              </p:nvSpPr>
              <p:spPr>
                <a:xfrm rot="16200000">
                  <a:off x="7423770" y="2727932"/>
                  <a:ext cx="502860" cy="50286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39" name="Rectangle 24">
                  <a:extLst>
                    <a:ext uri="{FF2B5EF4-FFF2-40B4-BE49-F238E27FC236}">
                      <a16:creationId xmlns:a16="http://schemas.microsoft.com/office/drawing/2014/main" id="{62CED034-2C6D-B174-E574-73180DC19AE1}"/>
                    </a:ext>
                  </a:extLst>
                </p:cNvPr>
                <p:cNvSpPr/>
                <p:nvPr/>
              </p:nvSpPr>
              <p:spPr>
                <a:xfrm rot="16200000">
                  <a:off x="8004450" y="3353133"/>
                  <a:ext cx="502860" cy="50286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40" name="Rectangle 25">
                  <a:extLst>
                    <a:ext uri="{FF2B5EF4-FFF2-40B4-BE49-F238E27FC236}">
                      <a16:creationId xmlns:a16="http://schemas.microsoft.com/office/drawing/2014/main" id="{D7198D4B-AD2F-40F4-1897-08A464585294}"/>
                    </a:ext>
                  </a:extLst>
                </p:cNvPr>
                <p:cNvSpPr/>
                <p:nvPr/>
              </p:nvSpPr>
              <p:spPr>
                <a:xfrm rot="16200000">
                  <a:off x="8004450" y="2727932"/>
                  <a:ext cx="502860" cy="50286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  <p:grpSp>
            <p:nvGrpSpPr>
              <p:cNvPr id="15" name="Group 13">
                <a:extLst>
                  <a:ext uri="{FF2B5EF4-FFF2-40B4-BE49-F238E27FC236}">
                    <a16:creationId xmlns:a16="http://schemas.microsoft.com/office/drawing/2014/main" id="{D3E2F96B-35BC-E0DB-9A36-BD9E8D085BBE}"/>
                  </a:ext>
                </a:extLst>
              </p:cNvPr>
              <p:cNvGrpSpPr/>
              <p:nvPr/>
            </p:nvGrpSpPr>
            <p:grpSpPr>
              <a:xfrm>
                <a:off x="2085" y="5400"/>
                <a:ext cx="1196" cy="810"/>
                <a:chOff x="6843089" y="2727932"/>
                <a:chExt cx="1664221" cy="1128061"/>
              </a:xfrm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29" name="Rectangle 16">
                  <a:extLst>
                    <a:ext uri="{FF2B5EF4-FFF2-40B4-BE49-F238E27FC236}">
                      <a16:creationId xmlns:a16="http://schemas.microsoft.com/office/drawing/2014/main" id="{C9BDC30E-F9EB-6E65-E6F4-198F7998A31B}"/>
                    </a:ext>
                  </a:extLst>
                </p:cNvPr>
                <p:cNvSpPr/>
                <p:nvPr/>
              </p:nvSpPr>
              <p:spPr>
                <a:xfrm rot="16200000">
                  <a:off x="6843089" y="3353133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30" name="Rectangle 17">
                  <a:extLst>
                    <a:ext uri="{FF2B5EF4-FFF2-40B4-BE49-F238E27FC236}">
                      <a16:creationId xmlns:a16="http://schemas.microsoft.com/office/drawing/2014/main" id="{3D367749-0F52-69E4-1A2C-B9DB211102C1}"/>
                    </a:ext>
                  </a:extLst>
                </p:cNvPr>
                <p:cNvSpPr/>
                <p:nvPr/>
              </p:nvSpPr>
              <p:spPr>
                <a:xfrm rot="16200000">
                  <a:off x="6843089" y="2727932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31" name="Rectangle 20">
                  <a:extLst>
                    <a:ext uri="{FF2B5EF4-FFF2-40B4-BE49-F238E27FC236}">
                      <a16:creationId xmlns:a16="http://schemas.microsoft.com/office/drawing/2014/main" id="{EC7A0E3C-4C96-46AC-C51B-E3552F944550}"/>
                    </a:ext>
                  </a:extLst>
                </p:cNvPr>
                <p:cNvSpPr/>
                <p:nvPr/>
              </p:nvSpPr>
              <p:spPr>
                <a:xfrm rot="16200000">
                  <a:off x="7423770" y="3353133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32" name="Rectangle 21">
                  <a:extLst>
                    <a:ext uri="{FF2B5EF4-FFF2-40B4-BE49-F238E27FC236}">
                      <a16:creationId xmlns:a16="http://schemas.microsoft.com/office/drawing/2014/main" id="{F522023E-57C8-5A02-781B-75DBD4B16A8F}"/>
                    </a:ext>
                  </a:extLst>
                </p:cNvPr>
                <p:cNvSpPr/>
                <p:nvPr/>
              </p:nvSpPr>
              <p:spPr>
                <a:xfrm rot="16200000">
                  <a:off x="7423770" y="2727932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33" name="Rectangle 24">
                  <a:extLst>
                    <a:ext uri="{FF2B5EF4-FFF2-40B4-BE49-F238E27FC236}">
                      <a16:creationId xmlns:a16="http://schemas.microsoft.com/office/drawing/2014/main" id="{9910BC80-1DF2-5A06-ABFF-F19A0F51AC01}"/>
                    </a:ext>
                  </a:extLst>
                </p:cNvPr>
                <p:cNvSpPr/>
                <p:nvPr/>
              </p:nvSpPr>
              <p:spPr>
                <a:xfrm rot="16200000">
                  <a:off x="8004450" y="3353133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34" name="Rectangle 25">
                  <a:extLst>
                    <a:ext uri="{FF2B5EF4-FFF2-40B4-BE49-F238E27FC236}">
                      <a16:creationId xmlns:a16="http://schemas.microsoft.com/office/drawing/2014/main" id="{0A454358-8F10-80A7-C038-91C18C3A4703}"/>
                    </a:ext>
                  </a:extLst>
                </p:cNvPr>
                <p:cNvSpPr/>
                <p:nvPr/>
              </p:nvSpPr>
              <p:spPr>
                <a:xfrm rot="16200000">
                  <a:off x="8004450" y="2727932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  <p:grpSp>
            <p:nvGrpSpPr>
              <p:cNvPr id="16" name="Group 13">
                <a:extLst>
                  <a:ext uri="{FF2B5EF4-FFF2-40B4-BE49-F238E27FC236}">
                    <a16:creationId xmlns:a16="http://schemas.microsoft.com/office/drawing/2014/main" id="{C7152A0F-48F5-26E0-CAB8-8E5D60FFD0C1}"/>
                  </a:ext>
                </a:extLst>
              </p:cNvPr>
              <p:cNvGrpSpPr/>
              <p:nvPr/>
            </p:nvGrpSpPr>
            <p:grpSpPr>
              <a:xfrm>
                <a:off x="2085" y="8223"/>
                <a:ext cx="1196" cy="810"/>
                <a:chOff x="6843089" y="2727932"/>
                <a:chExt cx="1664221" cy="1128061"/>
              </a:xfrm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23" name="Rectangle 16">
                  <a:extLst>
                    <a:ext uri="{FF2B5EF4-FFF2-40B4-BE49-F238E27FC236}">
                      <a16:creationId xmlns:a16="http://schemas.microsoft.com/office/drawing/2014/main" id="{C4FEDDF2-CD05-58CD-FF8C-7961605699B4}"/>
                    </a:ext>
                  </a:extLst>
                </p:cNvPr>
                <p:cNvSpPr/>
                <p:nvPr/>
              </p:nvSpPr>
              <p:spPr>
                <a:xfrm rot="16200000">
                  <a:off x="6843089" y="3353133"/>
                  <a:ext cx="502860" cy="50286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24" name="Rectangle 17">
                  <a:extLst>
                    <a:ext uri="{FF2B5EF4-FFF2-40B4-BE49-F238E27FC236}">
                      <a16:creationId xmlns:a16="http://schemas.microsoft.com/office/drawing/2014/main" id="{9F7DFAC3-D815-CB1D-3BC8-4960AF491A39}"/>
                    </a:ext>
                  </a:extLst>
                </p:cNvPr>
                <p:cNvSpPr/>
                <p:nvPr/>
              </p:nvSpPr>
              <p:spPr>
                <a:xfrm rot="16200000">
                  <a:off x="6843089" y="2727932"/>
                  <a:ext cx="502860" cy="50286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25" name="Rectangle 20">
                  <a:extLst>
                    <a:ext uri="{FF2B5EF4-FFF2-40B4-BE49-F238E27FC236}">
                      <a16:creationId xmlns:a16="http://schemas.microsoft.com/office/drawing/2014/main" id="{9B615CB1-2F81-D3D2-E479-948F1B932590}"/>
                    </a:ext>
                  </a:extLst>
                </p:cNvPr>
                <p:cNvSpPr/>
                <p:nvPr/>
              </p:nvSpPr>
              <p:spPr>
                <a:xfrm rot="16200000">
                  <a:off x="7423770" y="3353133"/>
                  <a:ext cx="502860" cy="50286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26" name="Rectangle 21">
                  <a:extLst>
                    <a:ext uri="{FF2B5EF4-FFF2-40B4-BE49-F238E27FC236}">
                      <a16:creationId xmlns:a16="http://schemas.microsoft.com/office/drawing/2014/main" id="{9BF5BF99-98D1-5B64-EC00-3B660ED1E4BF}"/>
                    </a:ext>
                  </a:extLst>
                </p:cNvPr>
                <p:cNvSpPr/>
                <p:nvPr/>
              </p:nvSpPr>
              <p:spPr>
                <a:xfrm rot="16200000">
                  <a:off x="7423770" y="2727932"/>
                  <a:ext cx="502860" cy="50286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27" name="Rectangle 24">
                  <a:extLst>
                    <a:ext uri="{FF2B5EF4-FFF2-40B4-BE49-F238E27FC236}">
                      <a16:creationId xmlns:a16="http://schemas.microsoft.com/office/drawing/2014/main" id="{31F90642-E366-9DBD-D100-146F71FBC190}"/>
                    </a:ext>
                  </a:extLst>
                </p:cNvPr>
                <p:cNvSpPr/>
                <p:nvPr/>
              </p:nvSpPr>
              <p:spPr>
                <a:xfrm rot="16200000">
                  <a:off x="8004450" y="3353133"/>
                  <a:ext cx="502860" cy="50286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28" name="Rectangle 25">
                  <a:extLst>
                    <a:ext uri="{FF2B5EF4-FFF2-40B4-BE49-F238E27FC236}">
                      <a16:creationId xmlns:a16="http://schemas.microsoft.com/office/drawing/2014/main" id="{6AD29469-BB05-BA6C-43AD-7BB1ADCDFF25}"/>
                    </a:ext>
                  </a:extLst>
                </p:cNvPr>
                <p:cNvSpPr/>
                <p:nvPr/>
              </p:nvSpPr>
              <p:spPr>
                <a:xfrm rot="16200000">
                  <a:off x="8004450" y="2727932"/>
                  <a:ext cx="502860" cy="50286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本框 138">
                    <a:extLst>
                      <a:ext uri="{FF2B5EF4-FFF2-40B4-BE49-F238E27FC236}">
                        <a16:creationId xmlns:a16="http://schemas.microsoft.com/office/drawing/2014/main" id="{1AA3BBCA-3483-F06F-4971-D76424DC0CAA}"/>
                      </a:ext>
                    </a:extLst>
                  </p:cNvPr>
                  <p:cNvSpPr txBox="1"/>
                  <p:nvPr/>
                </p:nvSpPr>
                <p:spPr>
                  <a:xfrm>
                    <a:off x="2227" y="1946"/>
                    <a:ext cx="922" cy="5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400" b="1" i="1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atin typeface="Cambria Math" panose="02040503050406030204" pitchFamily="18" charset="0"/>
                      <a:cs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7" name="文本框 138">
                    <a:extLst>
                      <a:ext uri="{FF2B5EF4-FFF2-40B4-BE49-F238E27FC236}">
                        <a16:creationId xmlns:a16="http://schemas.microsoft.com/office/drawing/2014/main" id="{1AA3BBCA-3483-F06F-4971-D76424DC0C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27" y="1946"/>
                    <a:ext cx="922" cy="52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38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本框 139">
                    <a:extLst>
                      <a:ext uri="{FF2B5EF4-FFF2-40B4-BE49-F238E27FC236}">
                        <a16:creationId xmlns:a16="http://schemas.microsoft.com/office/drawing/2014/main" id="{38881220-48C5-C52E-F33F-1D2DFC845940}"/>
                      </a:ext>
                    </a:extLst>
                  </p:cNvPr>
                  <p:cNvSpPr txBox="1"/>
                  <p:nvPr/>
                </p:nvSpPr>
                <p:spPr>
                  <a:xfrm>
                    <a:off x="2227" y="4733"/>
                    <a:ext cx="922" cy="5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400" b="1" i="1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atin typeface="Cambria Math" panose="02040503050406030204" pitchFamily="18" charset="0"/>
                      <a:cs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8" name="文本框 139">
                    <a:extLst>
                      <a:ext uri="{FF2B5EF4-FFF2-40B4-BE49-F238E27FC236}">
                        <a16:creationId xmlns:a16="http://schemas.microsoft.com/office/drawing/2014/main" id="{38881220-48C5-C52E-F33F-1D2DFC84594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27" y="4733"/>
                    <a:ext cx="922" cy="52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文本框 140">
                    <a:extLst>
                      <a:ext uri="{FF2B5EF4-FFF2-40B4-BE49-F238E27FC236}">
                        <a16:creationId xmlns:a16="http://schemas.microsoft.com/office/drawing/2014/main" id="{6265148A-C384-4E2F-BB7B-36C3AFCDB29C}"/>
                      </a:ext>
                    </a:extLst>
                  </p:cNvPr>
                  <p:cNvSpPr txBox="1"/>
                  <p:nvPr/>
                </p:nvSpPr>
                <p:spPr>
                  <a:xfrm>
                    <a:off x="2227" y="7555"/>
                    <a:ext cx="922" cy="5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400" b="1" i="1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atin typeface="Cambria Math" panose="02040503050406030204" pitchFamily="18" charset="0"/>
                      <a:cs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" name="文本框 140">
                    <a:extLst>
                      <a:ext uri="{FF2B5EF4-FFF2-40B4-BE49-F238E27FC236}">
                        <a16:creationId xmlns:a16="http://schemas.microsoft.com/office/drawing/2014/main" id="{6265148A-C384-4E2F-BB7B-36C3AFCDB2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27" y="7555"/>
                    <a:ext cx="922" cy="52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141">
                    <a:extLst>
                      <a:ext uri="{FF2B5EF4-FFF2-40B4-BE49-F238E27FC236}">
                        <a16:creationId xmlns:a16="http://schemas.microsoft.com/office/drawing/2014/main" id="{DE2791E4-2E32-491B-464D-F1D32A6C744C}"/>
                      </a:ext>
                    </a:extLst>
                  </p:cNvPr>
                  <p:cNvSpPr txBox="1"/>
                  <p:nvPr/>
                </p:nvSpPr>
                <p:spPr>
                  <a:xfrm>
                    <a:off x="6619" y="2830"/>
                    <a:ext cx="957" cy="60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𝑸</m:t>
                              </m:r>
                            </m:sup>
                          </m:sSubSup>
                        </m:oMath>
                      </m:oMathPara>
                    </a14:m>
                    <a:endParaRPr lang="en-US" altLang="zh-CN" sz="1400" b="1" i="1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atin typeface="Cambria Math" panose="02040503050406030204" pitchFamily="18" charset="0"/>
                      <a:cs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0" name="文本框 141">
                    <a:extLst>
                      <a:ext uri="{FF2B5EF4-FFF2-40B4-BE49-F238E27FC236}">
                        <a16:creationId xmlns:a16="http://schemas.microsoft.com/office/drawing/2014/main" id="{DE2791E4-2E32-491B-464D-F1D32A6C74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19" y="2830"/>
                    <a:ext cx="957" cy="60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本框 142">
                    <a:extLst>
                      <a:ext uri="{FF2B5EF4-FFF2-40B4-BE49-F238E27FC236}">
                        <a16:creationId xmlns:a16="http://schemas.microsoft.com/office/drawing/2014/main" id="{E93FE207-1AD2-3862-0F90-7CC95D20CF8C}"/>
                      </a:ext>
                    </a:extLst>
                  </p:cNvPr>
                  <p:cNvSpPr txBox="1"/>
                  <p:nvPr/>
                </p:nvSpPr>
                <p:spPr>
                  <a:xfrm>
                    <a:off x="6619" y="5564"/>
                    <a:ext cx="957" cy="5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1400" b="1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1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1400" b="1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𝑲</m:t>
                              </m:r>
                            </m:sup>
                          </m:sSubSup>
                        </m:oMath>
                      </m:oMathPara>
                    </a14:m>
                    <a:endParaRPr lang="en-US" altLang="zh-CN" sz="1400" b="1" i="1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atin typeface="Cambria Math" panose="02040503050406030204" pitchFamily="18" charset="0"/>
                      <a:cs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1" name="文本框 142">
                    <a:extLst>
                      <a:ext uri="{FF2B5EF4-FFF2-40B4-BE49-F238E27FC236}">
                        <a16:creationId xmlns:a16="http://schemas.microsoft.com/office/drawing/2014/main" id="{E93FE207-1AD2-3862-0F90-7CC95D20CF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19" y="5564"/>
                    <a:ext cx="957" cy="545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143">
                    <a:extLst>
                      <a:ext uri="{FF2B5EF4-FFF2-40B4-BE49-F238E27FC236}">
                        <a16:creationId xmlns:a16="http://schemas.microsoft.com/office/drawing/2014/main" id="{42B6F27C-22CB-DA67-07BA-BABA6A8767F9}"/>
                      </a:ext>
                    </a:extLst>
                  </p:cNvPr>
                  <p:cNvSpPr txBox="1"/>
                  <p:nvPr/>
                </p:nvSpPr>
                <p:spPr>
                  <a:xfrm>
                    <a:off x="6619" y="8387"/>
                    <a:ext cx="957" cy="5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1400" b="1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1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1400" b="1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𝑽</m:t>
                              </m:r>
                            </m:sup>
                          </m:sSubSup>
                        </m:oMath>
                      </m:oMathPara>
                    </a14:m>
                    <a:endParaRPr lang="en-US" altLang="zh-CN" sz="1400" b="1" i="1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atin typeface="Cambria Math" panose="02040503050406030204" pitchFamily="18" charset="0"/>
                      <a:cs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2" name="文本框 143">
                    <a:extLst>
                      <a:ext uri="{FF2B5EF4-FFF2-40B4-BE49-F238E27FC236}">
                        <a16:creationId xmlns:a16="http://schemas.microsoft.com/office/drawing/2014/main" id="{42B6F27C-22CB-DA67-07BA-BABA6A8767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19" y="8387"/>
                    <a:ext cx="957" cy="546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0" name="图片 144">
              <a:extLst>
                <a:ext uri="{FF2B5EF4-FFF2-40B4-BE49-F238E27FC236}">
                  <a16:creationId xmlns:a16="http://schemas.microsoft.com/office/drawing/2014/main" id="{C99C45C4-01C8-2530-2353-E5AF30006C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508" y="297"/>
              <a:ext cx="5385" cy="1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838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6DC1E9-50BE-42B6-8F28-EDDE5957B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多头机制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51D550-A70D-4A90-9BD3-31B63AE43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67199"/>
            <a:ext cx="3981742" cy="477164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3F6BC8E-A17F-4CBB-BB88-615330108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115" y="1267199"/>
            <a:ext cx="5635781" cy="305153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04C0763-99F2-4A5E-B99B-7455160B7A3A}"/>
              </a:ext>
            </a:extLst>
          </p:cNvPr>
          <p:cNvSpPr txBox="1"/>
          <p:nvPr/>
        </p:nvSpPr>
        <p:spPr>
          <a:xfrm>
            <a:off x="5758115" y="4966349"/>
            <a:ext cx="5314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通过线性变换，将多头向量与输出的维度对齐</a:t>
            </a:r>
          </a:p>
        </p:txBody>
      </p:sp>
    </p:spTree>
    <p:extLst>
      <p:ext uri="{BB962C8B-B14F-4D97-AF65-F5344CB8AC3E}">
        <p14:creationId xmlns:p14="http://schemas.microsoft.com/office/powerpoint/2010/main" val="2095487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C59DDB-49FA-4D5A-9F84-A88747761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多头注意力机制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DF2633-12FA-422B-9CBF-A3F4C4D77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多头注意力的意义是什么</a:t>
            </a:r>
            <a:r>
              <a:rPr lang="en-US" altLang="zh-CN" dirty="0"/>
              <a:t>?</a:t>
            </a:r>
          </a:p>
          <a:p>
            <a:endParaRPr lang="en-US" altLang="zh-CN" dirty="0"/>
          </a:p>
          <a:p>
            <a:endParaRPr lang="en-US" altLang="zh-CN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不同“头”的查询向量从不同角度确定重要的输入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C4A9CB1-DC24-2193-56A9-84C7915BD521}"/>
              </a:ext>
            </a:extLst>
          </p:cNvPr>
          <p:cNvGrpSpPr/>
          <p:nvPr/>
        </p:nvGrpSpPr>
        <p:grpSpPr>
          <a:xfrm>
            <a:off x="5684358" y="1158660"/>
            <a:ext cx="4648722" cy="3656534"/>
            <a:chOff x="6834911" y="987972"/>
            <a:chExt cx="4648722" cy="3656534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0DDDF12-1982-DCA1-E23F-4AFC9FE0AE0D}"/>
                </a:ext>
              </a:extLst>
            </p:cNvPr>
            <p:cNvGrpSpPr/>
            <p:nvPr/>
          </p:nvGrpSpPr>
          <p:grpSpPr>
            <a:xfrm>
              <a:off x="7700393" y="1440479"/>
              <a:ext cx="3783240" cy="3183187"/>
              <a:chOff x="7700393" y="1440479"/>
              <a:chExt cx="3783240" cy="3183187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6FA851-AEE4-897B-25E9-7A905E23A1A2}"/>
                  </a:ext>
                </a:extLst>
              </p:cNvPr>
              <p:cNvSpPr txBox="1"/>
              <p:nvPr/>
            </p:nvSpPr>
            <p:spPr>
              <a:xfrm>
                <a:off x="8636547" y="1440479"/>
                <a:ext cx="2487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A522C6-D57C-B743-54DD-112FECB7DE34}"/>
                  </a:ext>
                </a:extLst>
              </p:cNvPr>
              <p:cNvSpPr txBox="1"/>
              <p:nvPr/>
            </p:nvSpPr>
            <p:spPr>
              <a:xfrm>
                <a:off x="7995346" y="1842038"/>
                <a:ext cx="8899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bought</a:t>
                </a:r>
                <a:endParaRPr lang="en-US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5B0B19-C798-0A14-32E0-F4654C177704}"/>
                  </a:ext>
                </a:extLst>
              </p:cNvPr>
              <p:cNvSpPr txBox="1"/>
              <p:nvPr/>
            </p:nvSpPr>
            <p:spPr>
              <a:xfrm>
                <a:off x="8380066" y="2243597"/>
                <a:ext cx="5052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the</a:t>
                </a:r>
                <a:endParaRPr 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49027E-0C1A-75B8-B635-97C741C763D9}"/>
                  </a:ext>
                </a:extLst>
              </p:cNvPr>
              <p:cNvSpPr txBox="1"/>
              <p:nvPr/>
            </p:nvSpPr>
            <p:spPr>
              <a:xfrm>
                <a:off x="8200530" y="2645156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book</a:t>
                </a:r>
                <a:endParaRPr lang="en-US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5BB5C76-8BDA-5728-F949-B541742724B8}"/>
                  </a:ext>
                </a:extLst>
              </p:cNvPr>
              <p:cNvSpPr txBox="1"/>
              <p:nvPr/>
            </p:nvSpPr>
            <p:spPr>
              <a:xfrm>
                <a:off x="8315946" y="3046715"/>
                <a:ext cx="5693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that</a:t>
                </a:r>
                <a:endParaRPr lang="en-US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12EEB29-E5B7-40A0-534E-29D3C8EBC68E}"/>
                  </a:ext>
                </a:extLst>
              </p:cNvPr>
              <p:cNvSpPr txBox="1"/>
              <p:nvPr/>
            </p:nvSpPr>
            <p:spPr>
              <a:xfrm>
                <a:off x="8444187" y="3448274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he</a:t>
                </a:r>
                <a:endParaRPr lang="en-US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56C2B0F-403A-FE7A-0932-FD86B66452DC}"/>
                  </a:ext>
                </a:extLst>
              </p:cNvPr>
              <p:cNvSpPr txBox="1"/>
              <p:nvPr/>
            </p:nvSpPr>
            <p:spPr>
              <a:xfrm>
                <a:off x="8239002" y="3849833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read</a:t>
                </a:r>
                <a:endParaRPr lang="en-US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D7C0AB1-4651-247B-08D2-7ACC3A518787}"/>
                  </a:ext>
                </a:extLst>
              </p:cNvPr>
              <p:cNvSpPr txBox="1"/>
              <p:nvPr/>
            </p:nvSpPr>
            <p:spPr>
              <a:xfrm>
                <a:off x="7700393" y="4251390"/>
                <a:ext cx="1184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yesterday</a:t>
                </a:r>
                <a:endParaRPr lang="en-US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1B209B7-6CAA-A9FC-0CE9-AF0CA3C23FAB}"/>
                  </a:ext>
                </a:extLst>
              </p:cNvPr>
              <p:cNvSpPr txBox="1"/>
              <p:nvPr/>
            </p:nvSpPr>
            <p:spPr>
              <a:xfrm>
                <a:off x="10298693" y="1443423"/>
                <a:ext cx="2487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16C2885-B86E-F523-E692-D17B0F17F462}"/>
                  </a:ext>
                </a:extLst>
              </p:cNvPr>
              <p:cNvSpPr txBox="1"/>
              <p:nvPr/>
            </p:nvSpPr>
            <p:spPr>
              <a:xfrm>
                <a:off x="10298693" y="1844982"/>
                <a:ext cx="8899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bought</a:t>
                </a:r>
                <a:endParaRPr lang="en-US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EBC5E83-CA3F-C481-6433-897B37132D3B}"/>
                  </a:ext>
                </a:extLst>
              </p:cNvPr>
              <p:cNvSpPr txBox="1"/>
              <p:nvPr/>
            </p:nvSpPr>
            <p:spPr>
              <a:xfrm>
                <a:off x="10298693" y="2246541"/>
                <a:ext cx="5052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the</a:t>
                </a:r>
                <a:endParaRPr lang="en-US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D527546-36C2-00EA-3D1E-8A69531EBA2F}"/>
                  </a:ext>
                </a:extLst>
              </p:cNvPr>
              <p:cNvSpPr txBox="1"/>
              <p:nvPr/>
            </p:nvSpPr>
            <p:spPr>
              <a:xfrm>
                <a:off x="10298693" y="2648100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book</a:t>
                </a:r>
                <a:endParaRPr lang="en-US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11AE86-4320-8076-D866-7294C1D0B130}"/>
                  </a:ext>
                </a:extLst>
              </p:cNvPr>
              <p:cNvSpPr txBox="1"/>
              <p:nvPr/>
            </p:nvSpPr>
            <p:spPr>
              <a:xfrm>
                <a:off x="10298693" y="3049659"/>
                <a:ext cx="5693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that</a:t>
                </a:r>
                <a:endParaRPr lang="en-US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3BF8858-044E-32BD-3FA4-99ADBD2ACA84}"/>
                  </a:ext>
                </a:extLst>
              </p:cNvPr>
              <p:cNvSpPr txBox="1"/>
              <p:nvPr/>
            </p:nvSpPr>
            <p:spPr>
              <a:xfrm>
                <a:off x="10298693" y="3451218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he</a:t>
                </a:r>
                <a:endParaRPr lang="en-US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EBC537D-5ED3-3ADD-3F76-033A87045DEA}"/>
                  </a:ext>
                </a:extLst>
              </p:cNvPr>
              <p:cNvSpPr txBox="1"/>
              <p:nvPr/>
            </p:nvSpPr>
            <p:spPr>
              <a:xfrm>
                <a:off x="10298693" y="3852777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read</a:t>
                </a:r>
                <a:endParaRPr lang="en-US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12EA0FC-99E3-F2ED-C6CE-5484ADAE103F}"/>
                  </a:ext>
                </a:extLst>
              </p:cNvPr>
              <p:cNvSpPr txBox="1"/>
              <p:nvPr/>
            </p:nvSpPr>
            <p:spPr>
              <a:xfrm>
                <a:off x="10298693" y="4254334"/>
                <a:ext cx="1184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yesterday</a:t>
                </a:r>
                <a:endParaRPr lang="en-US" dirty="0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17AC00B-9D2E-4047-43CB-D5D7D8D5FA6C}"/>
                  </a:ext>
                </a:extLst>
              </p:cNvPr>
              <p:cNvCxnSpPr>
                <a:stCxn id="14" idx="3"/>
                <a:endCxn id="22" idx="1"/>
              </p:cNvCxnSpPr>
              <p:nvPr/>
            </p:nvCxnSpPr>
            <p:spPr>
              <a:xfrm>
                <a:off x="8885333" y="3231381"/>
                <a:ext cx="1413360" cy="2944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53F6F112-E7C0-5C25-632D-FC4EADB23C2F}"/>
                  </a:ext>
                </a:extLst>
              </p:cNvPr>
              <p:cNvCxnSpPr>
                <a:cxnSpLocks/>
                <a:stCxn id="9" idx="3"/>
                <a:endCxn id="22" idx="1"/>
              </p:cNvCxnSpPr>
              <p:nvPr/>
            </p:nvCxnSpPr>
            <p:spPr>
              <a:xfrm>
                <a:off x="8885333" y="2829822"/>
                <a:ext cx="1413360" cy="404503"/>
              </a:xfrm>
              <a:prstGeom prst="line">
                <a:avLst/>
              </a:prstGeom>
              <a:ln w="412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3E37772-F24D-1B80-6554-9F60B47F2A7A}"/>
                  </a:ext>
                </a:extLst>
              </p:cNvPr>
              <p:cNvCxnSpPr>
                <a:cxnSpLocks/>
                <a:stCxn id="6" idx="3"/>
                <a:endCxn id="22" idx="1"/>
              </p:cNvCxnSpPr>
              <p:nvPr/>
            </p:nvCxnSpPr>
            <p:spPr>
              <a:xfrm>
                <a:off x="8885333" y="1625145"/>
                <a:ext cx="1413360" cy="1609180"/>
              </a:xfrm>
              <a:prstGeom prst="line">
                <a:avLst/>
              </a:prstGeom>
              <a:ln w="158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F29155F5-606F-47EF-7E55-BA96AE323074}"/>
                  </a:ext>
                </a:extLst>
              </p:cNvPr>
              <p:cNvCxnSpPr>
                <a:cxnSpLocks/>
                <a:stCxn id="7" idx="3"/>
                <a:endCxn id="22" idx="1"/>
              </p:cNvCxnSpPr>
              <p:nvPr/>
            </p:nvCxnSpPr>
            <p:spPr>
              <a:xfrm>
                <a:off x="8885333" y="2026704"/>
                <a:ext cx="1413360" cy="1207621"/>
              </a:xfrm>
              <a:prstGeom prst="line">
                <a:avLst/>
              </a:prstGeom>
              <a:ln w="381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4A6C34EC-BB3A-2107-D7A3-E6B9299D7AC4}"/>
                  </a:ext>
                </a:extLst>
              </p:cNvPr>
              <p:cNvCxnSpPr>
                <a:cxnSpLocks/>
                <a:stCxn id="8" idx="3"/>
                <a:endCxn id="22" idx="1"/>
              </p:cNvCxnSpPr>
              <p:nvPr/>
            </p:nvCxnSpPr>
            <p:spPr>
              <a:xfrm>
                <a:off x="8885333" y="2428263"/>
                <a:ext cx="1413360" cy="806062"/>
              </a:xfrm>
              <a:prstGeom prst="line">
                <a:avLst/>
              </a:prstGeom>
              <a:ln w="22225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B82FE47-3D85-C3C9-6061-300F69ECC08F}"/>
                  </a:ext>
                </a:extLst>
              </p:cNvPr>
              <p:cNvCxnSpPr>
                <a:cxnSpLocks/>
                <a:stCxn id="16" idx="3"/>
                <a:endCxn id="22" idx="1"/>
              </p:cNvCxnSpPr>
              <p:nvPr/>
            </p:nvCxnSpPr>
            <p:spPr>
              <a:xfrm flipV="1">
                <a:off x="8885333" y="3234325"/>
                <a:ext cx="1413360" cy="800174"/>
              </a:xfrm>
              <a:prstGeom prst="line">
                <a:avLst/>
              </a:prstGeom>
              <a:ln w="41275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5DF69B2F-D182-7171-40EE-933C632EFF86}"/>
                  </a:ext>
                </a:extLst>
              </p:cNvPr>
              <p:cNvCxnSpPr>
                <a:cxnSpLocks/>
                <a:stCxn id="17" idx="3"/>
                <a:endCxn id="22" idx="1"/>
              </p:cNvCxnSpPr>
              <p:nvPr/>
            </p:nvCxnSpPr>
            <p:spPr>
              <a:xfrm flipV="1">
                <a:off x="8885333" y="3234325"/>
                <a:ext cx="1413360" cy="1201731"/>
              </a:xfrm>
              <a:prstGeom prst="line">
                <a:avLst/>
              </a:prstGeom>
              <a:ln w="22225">
                <a:solidFill>
                  <a:schemeClr val="accent4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BA09985C-0590-030C-444B-652584297F97}"/>
                  </a:ext>
                </a:extLst>
              </p:cNvPr>
              <p:cNvCxnSpPr>
                <a:cxnSpLocks/>
                <a:stCxn id="15" idx="3"/>
                <a:endCxn id="22" idx="1"/>
              </p:cNvCxnSpPr>
              <p:nvPr/>
            </p:nvCxnSpPr>
            <p:spPr>
              <a:xfrm flipV="1">
                <a:off x="8885333" y="3234325"/>
                <a:ext cx="1413360" cy="398615"/>
              </a:xfrm>
              <a:prstGeom prst="line">
                <a:avLst/>
              </a:prstGeom>
              <a:ln w="222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A572E70-4D08-15FD-0AD2-27A6CBE39B5D}"/>
                </a:ext>
              </a:extLst>
            </p:cNvPr>
            <p:cNvSpPr/>
            <p:nvPr/>
          </p:nvSpPr>
          <p:spPr>
            <a:xfrm>
              <a:off x="6844565" y="1440479"/>
              <a:ext cx="854294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7B16BF2-F721-BAA8-588B-CDFC3FD0B566}"/>
                </a:ext>
              </a:extLst>
            </p:cNvPr>
            <p:cNvSpPr/>
            <p:nvPr/>
          </p:nvSpPr>
          <p:spPr>
            <a:xfrm>
              <a:off x="6843224" y="1825493"/>
              <a:ext cx="854294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0E3C6CF-9B25-C0C8-6F56-1D23660963B4}"/>
                </a:ext>
              </a:extLst>
            </p:cNvPr>
            <p:cNvSpPr/>
            <p:nvPr/>
          </p:nvSpPr>
          <p:spPr>
            <a:xfrm>
              <a:off x="6840749" y="2217350"/>
              <a:ext cx="854294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6B2E3C7-5605-5B55-BE55-F6DA4D8323A6}"/>
                </a:ext>
              </a:extLst>
            </p:cNvPr>
            <p:cNvSpPr/>
            <p:nvPr/>
          </p:nvSpPr>
          <p:spPr>
            <a:xfrm>
              <a:off x="6840749" y="2610466"/>
              <a:ext cx="854294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2455F2E-ED05-A299-2BA5-AE8AB126107B}"/>
                </a:ext>
              </a:extLst>
            </p:cNvPr>
            <p:cNvSpPr/>
            <p:nvPr/>
          </p:nvSpPr>
          <p:spPr>
            <a:xfrm>
              <a:off x="6836252" y="4275174"/>
              <a:ext cx="854294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8710AC5-9905-8E39-DEEB-B9200D45A02F}"/>
                </a:ext>
              </a:extLst>
            </p:cNvPr>
            <p:cNvSpPr/>
            <p:nvPr/>
          </p:nvSpPr>
          <p:spPr>
            <a:xfrm>
              <a:off x="6840281" y="3865946"/>
              <a:ext cx="854294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848B975-BF58-679D-B92A-E7B3CFE8A7DB}"/>
                </a:ext>
              </a:extLst>
            </p:cNvPr>
            <p:cNvSpPr/>
            <p:nvPr/>
          </p:nvSpPr>
          <p:spPr>
            <a:xfrm>
              <a:off x="6836252" y="3460437"/>
              <a:ext cx="854294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092C959-B328-62B5-E280-B136B39D6406}"/>
                </a:ext>
              </a:extLst>
            </p:cNvPr>
            <p:cNvSpPr/>
            <p:nvPr/>
          </p:nvSpPr>
          <p:spPr>
            <a:xfrm>
              <a:off x="6834911" y="3030169"/>
              <a:ext cx="854294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7290B1D-8B66-0C56-1B03-A93DA89DE4A6}"/>
                </a:ext>
              </a:extLst>
            </p:cNvPr>
            <p:cNvSpPr/>
            <p:nvPr/>
          </p:nvSpPr>
          <p:spPr>
            <a:xfrm>
              <a:off x="7461644" y="987972"/>
              <a:ext cx="554139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20FA2D8-866F-73E0-D937-F719127AD046}"/>
                </a:ext>
              </a:extLst>
            </p:cNvPr>
            <p:cNvSpPr/>
            <p:nvPr/>
          </p:nvSpPr>
          <p:spPr>
            <a:xfrm>
              <a:off x="8046500" y="1000164"/>
              <a:ext cx="554139" cy="3693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06E04D1-EBB7-3B83-7F88-AE48EF89503E}"/>
                </a:ext>
              </a:extLst>
            </p:cNvPr>
            <p:cNvSpPr/>
            <p:nvPr/>
          </p:nvSpPr>
          <p:spPr>
            <a:xfrm>
              <a:off x="8664760" y="1006693"/>
              <a:ext cx="554139" cy="36933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B27C2E1-4048-7B60-6948-AB1F31A9F5A1}"/>
                </a:ext>
              </a:extLst>
            </p:cNvPr>
            <p:cNvSpPr/>
            <p:nvPr/>
          </p:nvSpPr>
          <p:spPr>
            <a:xfrm>
              <a:off x="9283020" y="1006693"/>
              <a:ext cx="554139" cy="36933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5440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1365B-E9FA-DFBD-D734-20215C9B2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卷积层与自注意力层的对比</a:t>
            </a:r>
            <a:endParaRPr lang="en-US"/>
          </a:p>
        </p:txBody>
      </p:sp>
      <p:pic>
        <p:nvPicPr>
          <p:cNvPr id="5" name="图片 5">
            <a:extLst>
              <a:ext uri="{FF2B5EF4-FFF2-40B4-BE49-F238E27FC236}">
                <a16:creationId xmlns:a16="http://schemas.microsoft.com/office/drawing/2014/main" id="{7EAA8C0F-09ED-89D0-595A-527CB86C0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159" y="3977969"/>
            <a:ext cx="6565021" cy="182468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6BA44-3801-4C74-3573-CC511D06B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487"/>
            <a:ext cx="6743700" cy="2777113"/>
          </a:xfrm>
        </p:spPr>
        <p:txBody>
          <a:bodyPr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/>
              <a:t>两者都通过计算上下文的加权和来更新表示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/>
              <a:t>两者都可以并行执行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/>
              <a:t>多头对应于 </a:t>
            </a:r>
            <a:r>
              <a:rPr lang="en-US" altLang="zh-CN"/>
              <a:t>CNN </a:t>
            </a:r>
            <a:r>
              <a:rPr lang="zh-CN" altLang="en-US"/>
              <a:t>中的通道</a:t>
            </a:r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345510D-078D-DD0E-C349-E55B76014DC7}"/>
                  </a:ext>
                </a:extLst>
              </p:cNvPr>
              <p:cNvSpPr txBox="1"/>
              <p:nvPr/>
            </p:nvSpPr>
            <p:spPr>
              <a:xfrm>
                <a:off x="9711419" y="2099262"/>
                <a:ext cx="2873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345510D-078D-DD0E-C349-E55B76014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1419" y="2099262"/>
                <a:ext cx="287322" cy="276999"/>
              </a:xfrm>
              <a:prstGeom prst="rect">
                <a:avLst/>
              </a:prstGeom>
              <a:blipFill>
                <a:blip r:embed="rId5"/>
                <a:stretch>
                  <a:fillRect l="-8333" r="-41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BFB7C9-047F-5E87-8BF6-0B6A7E0DFF9F}"/>
                  </a:ext>
                </a:extLst>
              </p:cNvPr>
              <p:cNvSpPr txBox="1"/>
              <p:nvPr/>
            </p:nvSpPr>
            <p:spPr>
              <a:xfrm>
                <a:off x="9717515" y="2410672"/>
                <a:ext cx="2926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BFB7C9-047F-5E87-8BF6-0B6A7E0DF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7515" y="2410672"/>
                <a:ext cx="292644" cy="276999"/>
              </a:xfrm>
              <a:prstGeom prst="rect">
                <a:avLst/>
              </a:prstGeom>
              <a:blipFill>
                <a:blip r:embed="rId6"/>
                <a:stretch>
                  <a:fillRect l="-12500" r="-41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E4D7EA-AEA6-D7FA-AC21-75D82D9BAA34}"/>
                  </a:ext>
                </a:extLst>
              </p:cNvPr>
              <p:cNvSpPr txBox="1"/>
              <p:nvPr/>
            </p:nvSpPr>
            <p:spPr>
              <a:xfrm>
                <a:off x="9714467" y="2715669"/>
                <a:ext cx="2926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E4D7EA-AEA6-D7FA-AC21-75D82D9BA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4467" y="2715669"/>
                <a:ext cx="292644" cy="276999"/>
              </a:xfrm>
              <a:prstGeom prst="rect">
                <a:avLst/>
              </a:prstGeom>
              <a:blipFill>
                <a:blip r:embed="rId7"/>
                <a:stretch>
                  <a:fillRect l="-12500" r="-41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990CCEC-8663-8A67-4C26-6602A0AEB687}"/>
                  </a:ext>
                </a:extLst>
              </p:cNvPr>
              <p:cNvSpPr txBox="1"/>
              <p:nvPr/>
            </p:nvSpPr>
            <p:spPr>
              <a:xfrm>
                <a:off x="9702275" y="3057241"/>
                <a:ext cx="2827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990CCEC-8663-8A67-4C26-6602A0AEB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2275" y="3057241"/>
                <a:ext cx="282770" cy="276999"/>
              </a:xfrm>
              <a:prstGeom prst="rect">
                <a:avLst/>
              </a:prstGeom>
              <a:blipFill>
                <a:blip r:embed="rId8"/>
                <a:stretch>
                  <a:fillRect l="-13043" r="-4348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962923-D275-29AA-A901-6279F18D6D40}"/>
                  </a:ext>
                </a:extLst>
              </p:cNvPr>
              <p:cNvSpPr txBox="1"/>
              <p:nvPr/>
            </p:nvSpPr>
            <p:spPr>
              <a:xfrm>
                <a:off x="7271660" y="3313028"/>
                <a:ext cx="2911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962923-D275-29AA-A901-6279F18D6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660" y="3313028"/>
                <a:ext cx="291169" cy="276999"/>
              </a:xfrm>
              <a:prstGeom prst="rect">
                <a:avLst/>
              </a:prstGeom>
              <a:blipFill>
                <a:blip r:embed="rId9"/>
                <a:stretch>
                  <a:fillRect l="-16667" r="-41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CAC041-0F81-EC5A-1DEB-BA3D2A37C8CC}"/>
                  </a:ext>
                </a:extLst>
              </p:cNvPr>
              <p:cNvSpPr txBox="1"/>
              <p:nvPr/>
            </p:nvSpPr>
            <p:spPr>
              <a:xfrm>
                <a:off x="7572621" y="3317929"/>
                <a:ext cx="2964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CAC041-0F81-EC5A-1DEB-BA3D2A37C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2621" y="3317929"/>
                <a:ext cx="296491" cy="276999"/>
              </a:xfrm>
              <a:prstGeom prst="rect">
                <a:avLst/>
              </a:prstGeom>
              <a:blipFill>
                <a:blip r:embed="rId10"/>
                <a:stretch>
                  <a:fillRect l="-20833" r="-41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4B3B078-D8FA-A362-27E9-FE92470BD928}"/>
                  </a:ext>
                </a:extLst>
              </p:cNvPr>
              <p:cNvSpPr txBox="1"/>
              <p:nvPr/>
            </p:nvSpPr>
            <p:spPr>
              <a:xfrm>
                <a:off x="7853768" y="3334173"/>
                <a:ext cx="2964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4B3B078-D8FA-A362-27E9-FE92470BD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3768" y="3334173"/>
                <a:ext cx="296491" cy="276999"/>
              </a:xfrm>
              <a:prstGeom prst="rect">
                <a:avLst/>
              </a:prstGeom>
              <a:blipFill>
                <a:blip r:embed="rId11"/>
                <a:stretch>
                  <a:fillRect l="-16667" r="-41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CBBB2C-332A-7BCA-D1FC-6F4251385C16}"/>
                  </a:ext>
                </a:extLst>
              </p:cNvPr>
              <p:cNvSpPr txBox="1"/>
              <p:nvPr/>
            </p:nvSpPr>
            <p:spPr>
              <a:xfrm>
                <a:off x="8167412" y="3313442"/>
                <a:ext cx="2964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CBBB2C-332A-7BCA-D1FC-6F4251385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7412" y="3313442"/>
                <a:ext cx="296491" cy="276999"/>
              </a:xfrm>
              <a:prstGeom prst="rect">
                <a:avLst/>
              </a:prstGeom>
              <a:blipFill>
                <a:blip r:embed="rId12"/>
                <a:stretch>
                  <a:fillRect l="-20833" r="-4167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FF8C04-4D4D-25EF-5852-2FDF5E1F591E}"/>
                  </a:ext>
                </a:extLst>
              </p:cNvPr>
              <p:cNvSpPr txBox="1"/>
              <p:nvPr/>
            </p:nvSpPr>
            <p:spPr>
              <a:xfrm>
                <a:off x="7024149" y="2042618"/>
                <a:ext cx="2850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FF8C04-4D4D-25EF-5852-2FDF5E1F5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4149" y="2042618"/>
                <a:ext cx="285078" cy="276999"/>
              </a:xfrm>
              <a:prstGeom prst="rect">
                <a:avLst/>
              </a:prstGeom>
              <a:blipFill>
                <a:blip r:embed="rId13"/>
                <a:stretch>
                  <a:fillRect l="-16667" r="-4167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3A7C033-3555-224D-F01A-36C7FFF4F285}"/>
                  </a:ext>
                </a:extLst>
              </p:cNvPr>
              <p:cNvSpPr txBox="1"/>
              <p:nvPr/>
            </p:nvSpPr>
            <p:spPr>
              <a:xfrm>
                <a:off x="7030245" y="2354028"/>
                <a:ext cx="2904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3A7C033-3555-224D-F01A-36C7FFF4F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245" y="2354028"/>
                <a:ext cx="290401" cy="276999"/>
              </a:xfrm>
              <a:prstGeom prst="rect">
                <a:avLst/>
              </a:prstGeom>
              <a:blipFill>
                <a:blip r:embed="rId14"/>
                <a:stretch>
                  <a:fillRect l="-16667" r="-4167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4BC6821-B6C5-E7DA-98DF-7F05887A1568}"/>
                  </a:ext>
                </a:extLst>
              </p:cNvPr>
              <p:cNvSpPr txBox="1"/>
              <p:nvPr/>
            </p:nvSpPr>
            <p:spPr>
              <a:xfrm>
                <a:off x="7027197" y="2659025"/>
                <a:ext cx="2904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4BC6821-B6C5-E7DA-98DF-7F05887A1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7197" y="2659025"/>
                <a:ext cx="290401" cy="276999"/>
              </a:xfrm>
              <a:prstGeom prst="rect">
                <a:avLst/>
              </a:prstGeom>
              <a:blipFill>
                <a:blip r:embed="rId15"/>
                <a:stretch>
                  <a:fillRect l="-17391" r="-4348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4E1D85A-F3AE-74CD-95DA-A04475DC8F6F}"/>
                  </a:ext>
                </a:extLst>
              </p:cNvPr>
              <p:cNvSpPr txBox="1"/>
              <p:nvPr/>
            </p:nvSpPr>
            <p:spPr>
              <a:xfrm>
                <a:off x="7015005" y="3000597"/>
                <a:ext cx="2904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4E1D85A-F3AE-74CD-95DA-A04475DC8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005" y="3000597"/>
                <a:ext cx="290401" cy="276999"/>
              </a:xfrm>
              <a:prstGeom prst="rect">
                <a:avLst/>
              </a:prstGeom>
              <a:blipFill>
                <a:blip r:embed="rId16"/>
                <a:stretch>
                  <a:fillRect l="-16667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974C6AF1-A2B7-3EDB-FC20-EED2F56FD398}"/>
              </a:ext>
            </a:extLst>
          </p:cNvPr>
          <p:cNvGrpSpPr/>
          <p:nvPr/>
        </p:nvGrpSpPr>
        <p:grpSpPr>
          <a:xfrm>
            <a:off x="7317598" y="2154734"/>
            <a:ext cx="1040373" cy="1087153"/>
            <a:chOff x="9393730" y="4594955"/>
            <a:chExt cx="1040373" cy="1087153"/>
          </a:xfrm>
          <a:solidFill>
            <a:schemeClr val="accent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F876873-020B-3A3D-55B0-328A7A30F912}"/>
                </a:ext>
              </a:extLst>
            </p:cNvPr>
            <p:cNvSpPr/>
            <p:nvPr/>
          </p:nvSpPr>
          <p:spPr>
            <a:xfrm rot="16200000">
              <a:off x="9393730" y="5452714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392DE28-E194-A3DF-A26F-93F5DAC93624}"/>
                </a:ext>
              </a:extLst>
            </p:cNvPr>
            <p:cNvSpPr/>
            <p:nvPr/>
          </p:nvSpPr>
          <p:spPr>
            <a:xfrm rot="16200000">
              <a:off x="9393730" y="5167510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74F1C86-5D2A-2EE7-A8E4-8521BF50CF4D}"/>
                </a:ext>
              </a:extLst>
            </p:cNvPr>
            <p:cNvSpPr/>
            <p:nvPr/>
          </p:nvSpPr>
          <p:spPr>
            <a:xfrm rot="16200000">
              <a:off x="9393730" y="4882307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4F029AA-5594-BDF0-DAD8-132E46E3DB7B}"/>
                </a:ext>
              </a:extLst>
            </p:cNvPr>
            <p:cNvSpPr/>
            <p:nvPr/>
          </p:nvSpPr>
          <p:spPr>
            <a:xfrm rot="16200000">
              <a:off x="9393730" y="4597103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E8AF698-20E9-1737-2E16-31BB65542E92}"/>
                </a:ext>
              </a:extLst>
            </p:cNvPr>
            <p:cNvSpPr/>
            <p:nvPr/>
          </p:nvSpPr>
          <p:spPr>
            <a:xfrm rot="16200000">
              <a:off x="9658625" y="5452714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CB13A3A-E72A-2313-A644-C4A033BCF697}"/>
                </a:ext>
              </a:extLst>
            </p:cNvPr>
            <p:cNvSpPr/>
            <p:nvPr/>
          </p:nvSpPr>
          <p:spPr>
            <a:xfrm rot="16200000">
              <a:off x="9658625" y="5167510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955EE82-963B-9751-0F5A-D2C9952D2B4E}"/>
                </a:ext>
              </a:extLst>
            </p:cNvPr>
            <p:cNvSpPr/>
            <p:nvPr/>
          </p:nvSpPr>
          <p:spPr>
            <a:xfrm rot="16200000">
              <a:off x="9658625" y="4882307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539C913-F358-93C5-9BE7-704273AEFDB5}"/>
                </a:ext>
              </a:extLst>
            </p:cNvPr>
            <p:cNvSpPr/>
            <p:nvPr/>
          </p:nvSpPr>
          <p:spPr>
            <a:xfrm rot="16200000">
              <a:off x="9658625" y="4597103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DF6DB1B-D926-181B-E36F-D1BFD45B5BF9}"/>
                </a:ext>
              </a:extLst>
            </p:cNvPr>
            <p:cNvSpPr/>
            <p:nvPr/>
          </p:nvSpPr>
          <p:spPr>
            <a:xfrm rot="16200000">
              <a:off x="9923519" y="5452714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3F324D1-1F1B-6BE3-9E16-CC2C39FD3093}"/>
                </a:ext>
              </a:extLst>
            </p:cNvPr>
            <p:cNvSpPr/>
            <p:nvPr/>
          </p:nvSpPr>
          <p:spPr>
            <a:xfrm rot="16200000">
              <a:off x="9923519" y="5167510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A4FB7A1-A0E5-2D0A-D237-44DB503F3E65}"/>
                </a:ext>
              </a:extLst>
            </p:cNvPr>
            <p:cNvSpPr/>
            <p:nvPr/>
          </p:nvSpPr>
          <p:spPr>
            <a:xfrm rot="16200000">
              <a:off x="9923519" y="4882307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CAE1D19-B71D-41A8-0E8C-76B54BBFD0A9}"/>
                </a:ext>
              </a:extLst>
            </p:cNvPr>
            <p:cNvSpPr/>
            <p:nvPr/>
          </p:nvSpPr>
          <p:spPr>
            <a:xfrm rot="16200000">
              <a:off x="9923519" y="4597103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4FBA586-AD0B-0062-AA63-B96E1A160110}"/>
                </a:ext>
              </a:extLst>
            </p:cNvPr>
            <p:cNvSpPr/>
            <p:nvPr/>
          </p:nvSpPr>
          <p:spPr>
            <a:xfrm rot="16200000">
              <a:off x="10204709" y="5450566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FFCC935-350F-0ECC-DAF8-CF15EFC48616}"/>
                </a:ext>
              </a:extLst>
            </p:cNvPr>
            <p:cNvSpPr/>
            <p:nvPr/>
          </p:nvSpPr>
          <p:spPr>
            <a:xfrm rot="16200000">
              <a:off x="10204709" y="5165362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EE73017-6962-56EB-76F0-10829D24C043}"/>
                </a:ext>
              </a:extLst>
            </p:cNvPr>
            <p:cNvSpPr/>
            <p:nvPr/>
          </p:nvSpPr>
          <p:spPr>
            <a:xfrm rot="16200000">
              <a:off x="10204709" y="4880159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7C8B4A1-AF5B-5ACC-429D-A172AD1FF749}"/>
                </a:ext>
              </a:extLst>
            </p:cNvPr>
            <p:cNvSpPr/>
            <p:nvPr/>
          </p:nvSpPr>
          <p:spPr>
            <a:xfrm rot="16200000">
              <a:off x="10204709" y="4594955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B934B7B-2760-415B-1308-92A30F606466}"/>
              </a:ext>
            </a:extLst>
          </p:cNvPr>
          <p:cNvGrpSpPr/>
          <p:nvPr/>
        </p:nvGrpSpPr>
        <p:grpSpPr>
          <a:xfrm>
            <a:off x="8876403" y="2175573"/>
            <a:ext cx="759183" cy="1085005"/>
            <a:chOff x="6843089" y="2727932"/>
            <a:chExt cx="1664221" cy="2378463"/>
          </a:xfrm>
          <a:solidFill>
            <a:schemeClr val="accent5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C176FDB-BC50-60B2-807B-85B2F894F1B1}"/>
                </a:ext>
              </a:extLst>
            </p:cNvPr>
            <p:cNvSpPr/>
            <p:nvPr/>
          </p:nvSpPr>
          <p:spPr>
            <a:xfrm rot="16200000">
              <a:off x="6843089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14745C6-69EE-6ECA-CC41-D9DB0222E3EF}"/>
                </a:ext>
              </a:extLst>
            </p:cNvPr>
            <p:cNvSpPr/>
            <p:nvPr/>
          </p:nvSpPr>
          <p:spPr>
            <a:xfrm rot="16200000">
              <a:off x="6843089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143454E-5EA0-201B-2EBC-A59E342FC8CC}"/>
                </a:ext>
              </a:extLst>
            </p:cNvPr>
            <p:cNvSpPr/>
            <p:nvPr/>
          </p:nvSpPr>
          <p:spPr>
            <a:xfrm rot="16200000">
              <a:off x="6843089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B4960A5-9290-F50F-D2D2-509F461F939D}"/>
                </a:ext>
              </a:extLst>
            </p:cNvPr>
            <p:cNvSpPr/>
            <p:nvPr/>
          </p:nvSpPr>
          <p:spPr>
            <a:xfrm rot="16200000">
              <a:off x="6843089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30848ED-4000-54FD-8392-32C6937427C7}"/>
                </a:ext>
              </a:extLst>
            </p:cNvPr>
            <p:cNvSpPr/>
            <p:nvPr/>
          </p:nvSpPr>
          <p:spPr>
            <a:xfrm rot="16200000">
              <a:off x="7423770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3026D85-6C81-7848-3B27-904A580AC23C}"/>
                </a:ext>
              </a:extLst>
            </p:cNvPr>
            <p:cNvSpPr/>
            <p:nvPr/>
          </p:nvSpPr>
          <p:spPr>
            <a:xfrm rot="16200000">
              <a:off x="7423770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76618AD-6638-69F9-9711-651FAC67A97D}"/>
                </a:ext>
              </a:extLst>
            </p:cNvPr>
            <p:cNvSpPr/>
            <p:nvPr/>
          </p:nvSpPr>
          <p:spPr>
            <a:xfrm rot="16200000">
              <a:off x="7423770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F266DAE-441F-8273-9632-21C22BAA7B44}"/>
                </a:ext>
              </a:extLst>
            </p:cNvPr>
            <p:cNvSpPr/>
            <p:nvPr/>
          </p:nvSpPr>
          <p:spPr>
            <a:xfrm rot="16200000">
              <a:off x="7423770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2F64060-7245-8DCC-B304-41608301957E}"/>
                </a:ext>
              </a:extLst>
            </p:cNvPr>
            <p:cNvSpPr/>
            <p:nvPr/>
          </p:nvSpPr>
          <p:spPr>
            <a:xfrm rot="16200000">
              <a:off x="8004450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D10C6F1-E39B-906B-0A20-069B3F36EB87}"/>
                </a:ext>
              </a:extLst>
            </p:cNvPr>
            <p:cNvSpPr/>
            <p:nvPr/>
          </p:nvSpPr>
          <p:spPr>
            <a:xfrm rot="16200000">
              <a:off x="8004450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3F4DCF8-A9AA-3C0C-0960-EB6CECDF15A3}"/>
                </a:ext>
              </a:extLst>
            </p:cNvPr>
            <p:cNvSpPr/>
            <p:nvPr/>
          </p:nvSpPr>
          <p:spPr>
            <a:xfrm rot="16200000">
              <a:off x="8004450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56AAD19-F559-1DEE-B78F-1983948E0203}"/>
                </a:ext>
              </a:extLst>
            </p:cNvPr>
            <p:cNvSpPr/>
            <p:nvPr/>
          </p:nvSpPr>
          <p:spPr>
            <a:xfrm rot="16200000">
              <a:off x="8004450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F40357A-5D81-0343-55F0-07297460226F}"/>
              </a:ext>
            </a:extLst>
          </p:cNvPr>
          <p:cNvGrpSpPr/>
          <p:nvPr/>
        </p:nvGrpSpPr>
        <p:grpSpPr>
          <a:xfrm>
            <a:off x="10676933" y="2154733"/>
            <a:ext cx="759183" cy="1085005"/>
            <a:chOff x="6843089" y="2727932"/>
            <a:chExt cx="1664221" cy="2378463"/>
          </a:xfr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6364A54-9944-9A01-3566-4817403165C7}"/>
                </a:ext>
              </a:extLst>
            </p:cNvPr>
            <p:cNvSpPr/>
            <p:nvPr/>
          </p:nvSpPr>
          <p:spPr>
            <a:xfrm rot="16200000">
              <a:off x="6843089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870095B-5129-19B9-4BFE-82D2FD0CDEB1}"/>
                </a:ext>
              </a:extLst>
            </p:cNvPr>
            <p:cNvSpPr/>
            <p:nvPr/>
          </p:nvSpPr>
          <p:spPr>
            <a:xfrm rot="16200000">
              <a:off x="6843089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7158D0F-7625-E107-D6A2-2F4368479B43}"/>
                </a:ext>
              </a:extLst>
            </p:cNvPr>
            <p:cNvSpPr/>
            <p:nvPr/>
          </p:nvSpPr>
          <p:spPr>
            <a:xfrm rot="16200000">
              <a:off x="6843089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30A7A3D-D29D-4232-A29F-1D84FF3142DE}"/>
                </a:ext>
              </a:extLst>
            </p:cNvPr>
            <p:cNvSpPr/>
            <p:nvPr/>
          </p:nvSpPr>
          <p:spPr>
            <a:xfrm rot="16200000">
              <a:off x="6843089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44913B8-04AA-C415-03C5-D4868CBA90AF}"/>
                </a:ext>
              </a:extLst>
            </p:cNvPr>
            <p:cNvSpPr/>
            <p:nvPr/>
          </p:nvSpPr>
          <p:spPr>
            <a:xfrm rot="16200000">
              <a:off x="7423770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FAD8858-9812-F58A-462F-70FE91A6C770}"/>
                </a:ext>
              </a:extLst>
            </p:cNvPr>
            <p:cNvSpPr/>
            <p:nvPr/>
          </p:nvSpPr>
          <p:spPr>
            <a:xfrm rot="16200000">
              <a:off x="7423770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C3E1D2E-8A37-C561-DD32-79202EF2774E}"/>
                </a:ext>
              </a:extLst>
            </p:cNvPr>
            <p:cNvSpPr/>
            <p:nvPr/>
          </p:nvSpPr>
          <p:spPr>
            <a:xfrm rot="16200000">
              <a:off x="7423770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D358387-232D-625A-FC49-6CC4E36386DC}"/>
                </a:ext>
              </a:extLst>
            </p:cNvPr>
            <p:cNvSpPr/>
            <p:nvPr/>
          </p:nvSpPr>
          <p:spPr>
            <a:xfrm rot="16200000">
              <a:off x="7423770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121AC16-727C-76F2-AFCB-14DF17FEC4CC}"/>
                </a:ext>
              </a:extLst>
            </p:cNvPr>
            <p:cNvSpPr/>
            <p:nvPr/>
          </p:nvSpPr>
          <p:spPr>
            <a:xfrm rot="16200000">
              <a:off x="8004450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4CB7DD7-8CD9-94A8-5221-3B772EE0BA64}"/>
                </a:ext>
              </a:extLst>
            </p:cNvPr>
            <p:cNvSpPr/>
            <p:nvPr/>
          </p:nvSpPr>
          <p:spPr>
            <a:xfrm rot="16200000">
              <a:off x="8004450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DE54E24-8638-8FE9-9DFF-87D31CC6AD97}"/>
                </a:ext>
              </a:extLst>
            </p:cNvPr>
            <p:cNvSpPr/>
            <p:nvPr/>
          </p:nvSpPr>
          <p:spPr>
            <a:xfrm rot="16200000">
              <a:off x="8004450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0669FE67-6D89-A081-EA1C-16AC4352C81B}"/>
                </a:ext>
              </a:extLst>
            </p:cNvPr>
            <p:cNvSpPr/>
            <p:nvPr/>
          </p:nvSpPr>
          <p:spPr>
            <a:xfrm rot="16200000">
              <a:off x="8004450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AD0C35DC-D5E7-F7E8-B97F-871660E99E61}"/>
                  </a:ext>
                </a:extLst>
              </p:cNvPr>
              <p:cNvSpPr txBox="1"/>
              <p:nvPr/>
            </p:nvSpPr>
            <p:spPr>
              <a:xfrm>
                <a:off x="8429046" y="2524918"/>
                <a:ext cx="3145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AD0C35DC-D5E7-F7E8-B97F-871660E99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9046" y="2524918"/>
                <a:ext cx="31450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043EF38C-63AE-B7B1-1A18-72622E76D707}"/>
                  </a:ext>
                </a:extLst>
              </p:cNvPr>
              <p:cNvSpPr txBox="1"/>
              <p:nvPr/>
            </p:nvSpPr>
            <p:spPr>
              <a:xfrm>
                <a:off x="10103357" y="2550525"/>
                <a:ext cx="4219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043EF38C-63AE-B7B1-1A18-72622E76D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3357" y="2550525"/>
                <a:ext cx="421910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DE4C14D3-5FD9-69E8-03C3-42353710C450}"/>
              </a:ext>
            </a:extLst>
          </p:cNvPr>
          <p:cNvGrpSpPr/>
          <p:nvPr/>
        </p:nvGrpSpPr>
        <p:grpSpPr>
          <a:xfrm>
            <a:off x="838200" y="4197207"/>
            <a:ext cx="3785093" cy="1386203"/>
            <a:chOff x="7919506" y="1679823"/>
            <a:chExt cx="3785093" cy="1386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3C8BD87C-117C-4C54-5BA3-3CA2453BE4A9}"/>
                    </a:ext>
                  </a:extLst>
                </p:cNvPr>
                <p:cNvSpPr/>
                <p:nvPr/>
              </p:nvSpPr>
              <p:spPr>
                <a:xfrm>
                  <a:off x="7919506" y="2554398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3FCA27D6-91AB-AFD0-0CF7-4396945CFC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9506" y="2554398"/>
                  <a:ext cx="502860" cy="50286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8D0BA359-8410-48B8-A701-8F5CEFA55106}"/>
                    </a:ext>
                  </a:extLst>
                </p:cNvPr>
                <p:cNvSpPr/>
                <p:nvPr/>
              </p:nvSpPr>
              <p:spPr>
                <a:xfrm>
                  <a:off x="8510681" y="2554398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8591483-2A70-2191-A6AA-D18B9A7A01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0681" y="2554398"/>
                  <a:ext cx="502860" cy="50286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246BA014-7254-AF8A-42FA-993F419BFD21}"/>
                    </a:ext>
                  </a:extLst>
                </p:cNvPr>
                <p:cNvSpPr/>
                <p:nvPr/>
              </p:nvSpPr>
              <p:spPr>
                <a:xfrm>
                  <a:off x="9101856" y="2554398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BF3DFD77-5BB1-4B08-5564-9B9E3FFDD7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1856" y="2554398"/>
                  <a:ext cx="502860" cy="50286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BA763282-366B-EC55-98BC-8DD740B354B0}"/>
                    </a:ext>
                  </a:extLst>
                </p:cNvPr>
                <p:cNvSpPr/>
                <p:nvPr/>
              </p:nvSpPr>
              <p:spPr>
                <a:xfrm>
                  <a:off x="9693031" y="2563166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835DAC87-5EA3-B3CA-A71F-CDD9882D19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3031" y="2563166"/>
                  <a:ext cx="502860" cy="50286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6" name="Rectangle 1025">
                  <a:extLst>
                    <a:ext uri="{FF2B5EF4-FFF2-40B4-BE49-F238E27FC236}">
                      <a16:creationId xmlns:a16="http://schemas.microsoft.com/office/drawing/2014/main" id="{67845E33-8658-1B72-9A4B-1F9B5293446F}"/>
                    </a:ext>
                  </a:extLst>
                </p:cNvPr>
                <p:cNvSpPr/>
                <p:nvPr/>
              </p:nvSpPr>
              <p:spPr>
                <a:xfrm>
                  <a:off x="10284206" y="2563166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724A2E4-1D69-60B1-CE8C-823343B25D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4206" y="2563166"/>
                  <a:ext cx="502860" cy="50286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8" name="Rectangle 1027">
                  <a:extLst>
                    <a:ext uri="{FF2B5EF4-FFF2-40B4-BE49-F238E27FC236}">
                      <a16:creationId xmlns:a16="http://schemas.microsoft.com/office/drawing/2014/main" id="{25884970-8E95-6626-D382-A6D27787C2AD}"/>
                    </a:ext>
                  </a:extLst>
                </p:cNvPr>
                <p:cNvSpPr/>
                <p:nvPr/>
              </p:nvSpPr>
              <p:spPr>
                <a:xfrm>
                  <a:off x="10875382" y="2563166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C41EC8E3-C40D-E869-0DE2-7E26745398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5382" y="2563166"/>
                  <a:ext cx="502860" cy="50286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9" name="Rectangle 1028">
                  <a:extLst>
                    <a:ext uri="{FF2B5EF4-FFF2-40B4-BE49-F238E27FC236}">
                      <a16:creationId xmlns:a16="http://schemas.microsoft.com/office/drawing/2014/main" id="{96779CFE-E70B-E1D4-6ABF-6D278F88A369}"/>
                    </a:ext>
                  </a:extLst>
                </p:cNvPr>
                <p:cNvSpPr/>
                <p:nvPr/>
              </p:nvSpPr>
              <p:spPr>
                <a:xfrm>
                  <a:off x="8510681" y="1679823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079F987B-892E-15A5-59B0-94D79C6FB9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0681" y="1679823"/>
                  <a:ext cx="502860" cy="50286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0" name="Rectangle 1029">
                  <a:extLst>
                    <a:ext uri="{FF2B5EF4-FFF2-40B4-BE49-F238E27FC236}">
                      <a16:creationId xmlns:a16="http://schemas.microsoft.com/office/drawing/2014/main" id="{8C9E7FE4-A4FF-51C7-155B-6E25B0A1D7E5}"/>
                    </a:ext>
                  </a:extLst>
                </p:cNvPr>
                <p:cNvSpPr/>
                <p:nvPr/>
              </p:nvSpPr>
              <p:spPr>
                <a:xfrm>
                  <a:off x="9101856" y="1679823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AC2C1A60-19E3-8539-3814-600EDF2EF5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1856" y="1679823"/>
                  <a:ext cx="502860" cy="50286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1" name="Rectangle 1030">
                  <a:extLst>
                    <a:ext uri="{FF2B5EF4-FFF2-40B4-BE49-F238E27FC236}">
                      <a16:creationId xmlns:a16="http://schemas.microsoft.com/office/drawing/2014/main" id="{DF5C6238-BF98-982E-7EF6-C8C031D901D2}"/>
                    </a:ext>
                  </a:extLst>
                </p:cNvPr>
                <p:cNvSpPr/>
                <p:nvPr/>
              </p:nvSpPr>
              <p:spPr>
                <a:xfrm>
                  <a:off x="9693031" y="1688591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25C9016D-392D-BDF9-67DC-DC40844133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3031" y="1688591"/>
                  <a:ext cx="502860" cy="50286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2" name="Rectangle 1031">
                  <a:extLst>
                    <a:ext uri="{FF2B5EF4-FFF2-40B4-BE49-F238E27FC236}">
                      <a16:creationId xmlns:a16="http://schemas.microsoft.com/office/drawing/2014/main" id="{FB662392-879E-4151-BB18-A5FD093C5678}"/>
                    </a:ext>
                  </a:extLst>
                </p:cNvPr>
                <p:cNvSpPr/>
                <p:nvPr/>
              </p:nvSpPr>
              <p:spPr>
                <a:xfrm>
                  <a:off x="10284206" y="1688591"/>
                  <a:ext cx="502860" cy="5028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148CAADE-2782-D931-9846-69DEC3988F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4206" y="1688591"/>
                  <a:ext cx="502860" cy="50286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3" name="Triangle 1032">
              <a:extLst>
                <a:ext uri="{FF2B5EF4-FFF2-40B4-BE49-F238E27FC236}">
                  <a16:creationId xmlns:a16="http://schemas.microsoft.com/office/drawing/2014/main" id="{8D9D8D69-D2A7-0B6E-3D28-B6E36B491627}"/>
                </a:ext>
              </a:extLst>
            </p:cNvPr>
            <p:cNvSpPr/>
            <p:nvPr/>
          </p:nvSpPr>
          <p:spPr>
            <a:xfrm>
              <a:off x="7952918" y="2191451"/>
              <a:ext cx="1599357" cy="362947"/>
            </a:xfrm>
            <a:prstGeom prst="triangle">
              <a:avLst>
                <a:gd name="adj" fmla="val 50198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4" name="Triangle 1033">
              <a:extLst>
                <a:ext uri="{FF2B5EF4-FFF2-40B4-BE49-F238E27FC236}">
                  <a16:creationId xmlns:a16="http://schemas.microsoft.com/office/drawing/2014/main" id="{49793A04-5AE2-1F9E-145D-6A61046AB6A5}"/>
                </a:ext>
              </a:extLst>
            </p:cNvPr>
            <p:cNvSpPr/>
            <p:nvPr/>
          </p:nvSpPr>
          <p:spPr>
            <a:xfrm>
              <a:off x="8541199" y="2184535"/>
              <a:ext cx="1599357" cy="362947"/>
            </a:xfrm>
            <a:prstGeom prst="triangle">
              <a:avLst>
                <a:gd name="adj" fmla="val 50198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5" name="Triangle 1034">
              <a:extLst>
                <a:ext uri="{FF2B5EF4-FFF2-40B4-BE49-F238E27FC236}">
                  <a16:creationId xmlns:a16="http://schemas.microsoft.com/office/drawing/2014/main" id="{E071E3A1-4339-DE75-C668-B712E2E22471}"/>
                </a:ext>
              </a:extLst>
            </p:cNvPr>
            <p:cNvSpPr/>
            <p:nvPr/>
          </p:nvSpPr>
          <p:spPr>
            <a:xfrm>
              <a:off x="9101856" y="2190967"/>
              <a:ext cx="1599357" cy="362947"/>
            </a:xfrm>
            <a:prstGeom prst="triangle">
              <a:avLst>
                <a:gd name="adj" fmla="val 50198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6" name="Triangle 1035">
              <a:extLst>
                <a:ext uri="{FF2B5EF4-FFF2-40B4-BE49-F238E27FC236}">
                  <a16:creationId xmlns:a16="http://schemas.microsoft.com/office/drawing/2014/main" id="{5DAF2813-F46C-FB35-2AB0-690F6FA7F750}"/>
                </a:ext>
              </a:extLst>
            </p:cNvPr>
            <p:cNvSpPr/>
            <p:nvPr/>
          </p:nvSpPr>
          <p:spPr>
            <a:xfrm>
              <a:off x="9742363" y="2184534"/>
              <a:ext cx="1599357" cy="362947"/>
            </a:xfrm>
            <a:prstGeom prst="triangle">
              <a:avLst>
                <a:gd name="adj" fmla="val 50198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7" name="TextBox 1036">
              <a:extLst>
                <a:ext uri="{FF2B5EF4-FFF2-40B4-BE49-F238E27FC236}">
                  <a16:creationId xmlns:a16="http://schemas.microsoft.com/office/drawing/2014/main" id="{5AF01D13-1B92-C1C9-B784-AA0C18736B43}"/>
                </a:ext>
              </a:extLst>
            </p:cNvPr>
            <p:cNvSpPr txBox="1"/>
            <p:nvPr/>
          </p:nvSpPr>
          <p:spPr>
            <a:xfrm>
              <a:off x="11077504" y="1999572"/>
              <a:ext cx="6270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CNN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5818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78C100-4839-416D-BBC6-A22CEC3A3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多头机制的总结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BC8F0-C6FC-7AD3-1714-2722A6F48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5786"/>
            <a:ext cx="4241800" cy="5071177"/>
          </a:xfrm>
        </p:spPr>
        <p:txBody>
          <a:bodyPr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/>
              <a:t>Q</a:t>
            </a:r>
            <a:r>
              <a:rPr lang="zh-CN" altLang="en-US"/>
              <a:t>、</a:t>
            </a:r>
            <a:r>
              <a:rPr lang="en-US" altLang="zh-CN"/>
              <a:t>K</a:t>
            </a:r>
            <a:r>
              <a:rPr lang="zh-CN" altLang="en-US"/>
              <a:t>、</a:t>
            </a:r>
            <a:r>
              <a:rPr lang="en-US" altLang="zh-CN"/>
              <a:t>V </a:t>
            </a:r>
            <a:r>
              <a:rPr lang="zh-CN" altLang="en-US"/>
              <a:t>都是从输入中获取的</a:t>
            </a:r>
            <a:endParaRPr lang="en-US" altLang="zh-CN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zh-CN" altLang="en-US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/>
              <a:t>Q </a:t>
            </a:r>
            <a:r>
              <a:rPr lang="zh-CN" altLang="en-US"/>
              <a:t>用于根据关键向量从特定角度确定重要的值向量</a:t>
            </a:r>
            <a:endParaRPr lang="en-US" altLang="zh-CN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zh-CN" altLang="en-US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/>
              <a:t>“多头”用于从不同角度对重要信息进行建模</a:t>
            </a:r>
            <a:endParaRPr lang="en-US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B3BA625-E54A-414B-A181-9B274A623D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480" y="1690688"/>
            <a:ext cx="6746036" cy="388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7363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92A172-C59A-4F40-BE7E-46F93B600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前馈网络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036C3D-98F1-4C99-84EF-EF3CA1D1A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前馈层</a:t>
            </a:r>
            <a:endParaRPr lang="en-US" altLang="zh-CN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altLang="zh-CN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线性变换用于将注意力映射到更大维度的表示上，然后再通过 </a:t>
            </a:r>
            <a:r>
              <a:rPr lang="en-US" altLang="zh-CN" dirty="0"/>
              <a:t>RELU </a:t>
            </a:r>
            <a:r>
              <a:rPr lang="zh-CN" altLang="en-US" dirty="0"/>
              <a:t>引入非线性进行过滤，最后恢复到原始维度。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55F7975-FEBE-4F2A-94ED-227A0A4B05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521" y="683725"/>
            <a:ext cx="2004060" cy="23926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3F7E3B-355D-D939-122C-848D383EB4B2}"/>
                  </a:ext>
                </a:extLst>
              </p:cNvPr>
              <p:cNvSpPr txBox="1"/>
              <p:nvPr/>
            </p:nvSpPr>
            <p:spPr>
              <a:xfrm>
                <a:off x="1895303" y="1709457"/>
                <a:ext cx="5130251" cy="1217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𝐹𝑁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2400" b="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𝑚𝑜𝑑𝑒𝑙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𝑓𝑓</m:t>
                              </m:r>
                            </m:sub>
                          </m:sSub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𝑓𝑓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𝑚𝑜𝑑𝑒𝑙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3F7E3B-355D-D939-122C-848D383EB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303" y="1709457"/>
                <a:ext cx="5130251" cy="1217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A Practical Guide to ReLU. Start using and understanding ReLU… | by Danqing  Liu | Medium">
            <a:extLst>
              <a:ext uri="{FF2B5EF4-FFF2-40B4-BE49-F238E27FC236}">
                <a16:creationId xmlns:a16="http://schemas.microsoft.com/office/drawing/2014/main" id="{075CAA8E-2117-FF5C-0294-807F6D939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016" y="4068932"/>
            <a:ext cx="4625009" cy="2105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2F69A5-0825-46F3-8CCA-EDB2DC1AF15A}"/>
              </a:ext>
            </a:extLst>
          </p:cNvPr>
          <p:cNvSpPr txBox="1"/>
          <p:nvPr/>
        </p:nvSpPr>
        <p:spPr>
          <a:xfrm>
            <a:off x="7156174" y="455874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ReLU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7C8AD6-4EAF-3C9D-4F2E-155E92A18AD6}"/>
                  </a:ext>
                </a:extLst>
              </p:cNvPr>
              <p:cNvSpPr txBox="1"/>
              <p:nvPr/>
            </p:nvSpPr>
            <p:spPr>
              <a:xfrm>
                <a:off x="2181511" y="4928080"/>
                <a:ext cx="2946769" cy="9161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𝑅𝑒𝑙𝑈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7C8AD6-4EAF-3C9D-4F2E-155E92A18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511" y="4928080"/>
                <a:ext cx="2946769" cy="916148"/>
              </a:xfrm>
              <a:prstGeom prst="rect">
                <a:avLst/>
              </a:prstGeom>
              <a:blipFill>
                <a:blip r:embed="rId6"/>
                <a:stretch>
                  <a:fillRect t="-194595" r="-8155" b="-285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9133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B85032-E55F-4883-9BF2-D456107CF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相加和归一化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0D7813A-4A2A-4B8A-B496-3171EDC766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indent="-457200"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p"/>
                  <a:defRPr/>
                </a:pPr>
                <a:r>
                  <a:rPr lang="zh-CN" altLang="en-US" dirty="0"/>
                  <a:t>相加</a:t>
                </a:r>
              </a:p>
              <a:p>
                <a:pPr lvl="2" indent="-457200"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p"/>
                  <a:defRPr/>
                </a:pPr>
                <a:r>
                  <a:rPr lang="zh-CN" altLang="en-US" dirty="0"/>
                  <a:t>与</a:t>
                </a:r>
                <a:r>
                  <a:rPr lang="en-US" altLang="zh-CN" dirty="0"/>
                  <a:t>FFN</a:t>
                </a:r>
                <a:r>
                  <a:rPr lang="zh-CN" altLang="en-US" dirty="0"/>
                  <a:t>结果的残差连接</a:t>
                </a:r>
              </a:p>
              <a:p>
                <a:pPr lvl="2" indent="-457200"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p"/>
                  <a:defRPr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 +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形式保持梯度的稳定性</a:t>
                </a:r>
              </a:p>
              <a:p>
                <a:pPr indent="-457200"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p"/>
                  <a:defRPr/>
                </a:pPr>
                <a:endParaRPr lang="en-US" altLang="zh-CN" dirty="0"/>
              </a:p>
              <a:p>
                <a:pPr indent="-457200"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p"/>
                  <a:defRPr/>
                </a:pPr>
                <a:r>
                  <a:rPr lang="zh-CN" altLang="en-US" dirty="0"/>
                  <a:t>归一化</a:t>
                </a:r>
                <a:endParaRPr lang="en-US" altLang="zh-CN" dirty="0"/>
              </a:p>
              <a:p>
                <a:pPr lvl="2" indent="-457200"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p"/>
                  <a:defRPr/>
                </a:pPr>
                <a:r>
                  <a:rPr lang="zh-CN" altLang="en-US" dirty="0"/>
                  <a:t>层归一化相当于对样本中的所有数据进行归一化</a:t>
                </a:r>
              </a:p>
              <a:p>
                <a:pPr lvl="2" indent="-457200"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p"/>
                  <a:defRPr/>
                </a:pPr>
                <a:r>
                  <a:rPr lang="zh-CN" altLang="en-US" dirty="0"/>
                  <a:t>不受批次大小影响，具有与批次归一化类似的效果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0D7813A-4A2A-4B8A-B496-3171EDC766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F2D831BE-537C-49B1-A1F1-CCF068C6C5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252" y="1027906"/>
            <a:ext cx="2004060" cy="23926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0A411029-7D1A-4EE7-A87A-099E09434DFE}"/>
                  </a:ext>
                </a:extLst>
              </p:cNvPr>
              <p:cNvSpPr/>
              <p:nvPr/>
            </p:nvSpPr>
            <p:spPr>
              <a:xfrm>
                <a:off x="2228692" y="4865818"/>
                <a:ext cx="2625410" cy="11308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0A411029-7D1A-4EE7-A87A-099E09434D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692" y="4865818"/>
                <a:ext cx="2625410" cy="1130822"/>
              </a:xfrm>
              <a:prstGeom prst="rect">
                <a:avLst/>
              </a:prstGeom>
              <a:blipFill>
                <a:blip r:embed="rId5"/>
                <a:stretch>
                  <a:fillRect t="-102222" b="-15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8996C9D-990C-4187-9823-780AB260C382}"/>
                  </a:ext>
                </a:extLst>
              </p:cNvPr>
              <p:cNvSpPr/>
              <p:nvPr/>
            </p:nvSpPr>
            <p:spPr>
              <a:xfrm>
                <a:off x="5712070" y="4647762"/>
                <a:ext cx="3251659" cy="15292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zh-CN" alt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zh-CN" altLang="en-US" sz="2400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zh-CN" altLang="en-US" sz="24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p>
                                      </m:sSubSup>
                                      <m:r>
                                        <a:rPr lang="zh-CN" altLang="en-US" sz="2400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400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4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8996C9D-990C-4187-9823-780AB260C3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2070" y="4647762"/>
                <a:ext cx="3251659" cy="1529201"/>
              </a:xfrm>
              <a:prstGeom prst="rect">
                <a:avLst/>
              </a:prstGeom>
              <a:blipFill>
                <a:blip r:embed="rId6"/>
                <a:stretch>
                  <a:fillRect t="-59836" b="-10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59580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A7946-EBE3-5BD9-F4EA-81B2253E5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8ED99E-68BD-C60A-6B5D-F90AE19D8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相加和归一化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8D2371-5DF6-FD21-E9D2-EED79D6DF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>
                <a:solidFill>
                  <a:schemeClr val="tx1"/>
                </a:solidFill>
              </a:rPr>
              <a:t>相加的动机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深层网络容易出现梯度消失</a:t>
            </a:r>
            <a:r>
              <a:rPr lang="en-US" altLang="zh-CN" dirty="0"/>
              <a:t>/</a:t>
            </a:r>
            <a:r>
              <a:rPr lang="zh-CN" altLang="en-US" dirty="0"/>
              <a:t>退化问题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增加网络深度未必带来性能提升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>
              <a:solidFill>
                <a:schemeClr val="tx1"/>
              </a:solidFill>
            </a:endParaRP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>
                <a:solidFill>
                  <a:schemeClr val="tx1"/>
                </a:solidFill>
              </a:rPr>
              <a:t>相加的效果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保持梯度通道畅通，缓解梯度消失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让子层更关注“增量”学习（</a:t>
            </a:r>
            <a:r>
              <a:rPr lang="en-US" altLang="en-US" dirty="0"/>
              <a:t>learning residual）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支持上百层的稳定训练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947501B-9604-EAE8-1BD1-B70E3BBB4F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252" y="1027906"/>
            <a:ext cx="2004060" cy="23926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C07BF4-A8BB-EBEE-2EF2-73BBBD83BBF7}"/>
                  </a:ext>
                </a:extLst>
              </p:cNvPr>
              <p:cNvSpPr txBox="1"/>
              <p:nvPr/>
            </p:nvSpPr>
            <p:spPr>
              <a:xfrm>
                <a:off x="7269399" y="4001383"/>
                <a:ext cx="456962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2">
                  <a:lnSpc>
                    <a:spcPct val="150000"/>
                  </a:lnSpc>
                  <a:spcBef>
                    <a:spcPts val="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𝑜𝑢𝑡𝑝𝑢𝑡</m:t>
                      </m:r>
                      <m:r>
                        <a:rPr lang="en-US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𝑆𝑢𝑏𝑙𝑎𝑦𝑒𝑟</m:t>
                      </m:r>
                      <m:r>
                        <a:rPr lang="en-US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C07BF4-A8BB-EBEE-2EF2-73BBBD83B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399" y="4001383"/>
                <a:ext cx="4569627" cy="646331"/>
              </a:xfrm>
              <a:prstGeom prst="rect">
                <a:avLst/>
              </a:prstGeom>
              <a:blipFill>
                <a:blip r:embed="rId4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70118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AC423-D223-795A-CE7F-69491C678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AD77CE-DBF8-24C8-0BAE-A8A67791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相加和归一化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90833A-610A-F998-EA62-3C267BD3D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>
                <a:solidFill>
                  <a:schemeClr val="tx1"/>
                </a:solidFill>
              </a:rPr>
              <a:t>归一化的动机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en-US" dirty="0">
                <a:solidFill>
                  <a:schemeClr val="tx1"/>
                </a:solidFill>
              </a:rPr>
              <a:t>Transformer </a:t>
            </a:r>
            <a:r>
              <a:rPr lang="zh-CN" altLang="en-US" dirty="0">
                <a:solidFill>
                  <a:schemeClr val="tx1"/>
                </a:solidFill>
              </a:rPr>
              <a:t>中批次大小通常很小或变化大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en-US" dirty="0">
                <a:solidFill>
                  <a:schemeClr val="tx1"/>
                </a:solidFill>
              </a:rPr>
              <a:t>Batch Normalization </a:t>
            </a:r>
            <a:r>
              <a:rPr lang="zh-CN" altLang="en-US" dirty="0">
                <a:solidFill>
                  <a:schemeClr val="tx1"/>
                </a:solidFill>
              </a:rPr>
              <a:t>在此场景下不稳定</a:t>
            </a:r>
            <a:endParaRPr lang="en-US" altLang="zh-CN" dirty="0">
              <a:solidFill>
                <a:schemeClr val="tx1"/>
              </a:solidFill>
            </a:endParaRP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zh-CN" altLang="en-US" dirty="0">
              <a:solidFill>
                <a:schemeClr val="tx1"/>
              </a:solidFill>
            </a:endParaRP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>
                <a:solidFill>
                  <a:schemeClr val="tx1"/>
                </a:solidFill>
              </a:rPr>
              <a:t>归一化的效果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>
                <a:solidFill>
                  <a:schemeClr val="tx1"/>
                </a:solidFill>
              </a:rPr>
              <a:t>稳定中间激活分布，减少内部协变量偏移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>
                <a:solidFill>
                  <a:schemeClr val="tx1"/>
                </a:solidFill>
              </a:rPr>
              <a:t>缩短收敛时间，提高训练稳定性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>
                <a:solidFill>
                  <a:schemeClr val="tx1"/>
                </a:solidFill>
              </a:rPr>
              <a:t>结合残差连接，进一步提升性能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D26E103-3196-0069-693E-FFA2E8489B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252" y="1027906"/>
            <a:ext cx="2004060" cy="23926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99C414-9EF5-7479-44DD-A0B963379282}"/>
                  </a:ext>
                </a:extLst>
              </p:cNvPr>
              <p:cNvSpPr txBox="1"/>
              <p:nvPr/>
            </p:nvSpPr>
            <p:spPr>
              <a:xfrm>
                <a:off x="7802880" y="4263142"/>
                <a:ext cx="3550920" cy="7224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𝐿𝑁</m:t>
                      </m:r>
                      <m:r>
                        <a:rPr lang="en-US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l-GR" altLang="en-US" sz="24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l-G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el-GR" altLang="en-US" sz="2400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⊙</m:t>
                      </m:r>
                      <m:r>
                        <a:rPr lang="el-GR" altLang="en-US" sz="2400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l-GR" altLang="en-US" sz="2400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altLang="en-US" sz="2400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l-G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99C414-9EF5-7479-44DD-A0B963379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880" y="4263142"/>
                <a:ext cx="3550920" cy="722442"/>
              </a:xfrm>
              <a:prstGeom prst="rect">
                <a:avLst/>
              </a:prstGeom>
              <a:blipFill>
                <a:blip r:embed="rId4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8840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DDE71-8D20-94FC-D74F-4B0392B8F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Transformer</a:t>
            </a:r>
            <a:r>
              <a:rPr lang="zh-CN" altLang="en-US"/>
              <a:t>编码器的总结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18B1C-FCD8-F7E2-ED1F-2ED32E5A3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97172"/>
            <a:ext cx="7051267" cy="4879791"/>
          </a:xfrm>
        </p:spPr>
        <p:txBody>
          <a:bodyPr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输入处理：</a:t>
            </a:r>
            <a:r>
              <a:rPr lang="en-US" altLang="zh-CN" b="0" dirty="0"/>
              <a:t>Token Embedding </a:t>
            </a:r>
            <a:r>
              <a:rPr lang="zh-CN" altLang="en-US" b="0" dirty="0"/>
              <a:t>与位置编码相加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堆叠结构：</a:t>
            </a:r>
            <a:r>
              <a:rPr lang="zh-CN" altLang="en-US" b="0" dirty="0"/>
              <a:t>通常多层相同的编码层，并且每层输出维度与输入一致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编码层组件：</a:t>
            </a:r>
            <a:r>
              <a:rPr lang="zh-CN" altLang="en-US" b="0" dirty="0"/>
              <a:t>多头自注意力 → 相加和归一化 </a:t>
            </a:r>
            <a:r>
              <a:rPr lang="en-US" altLang="zh-CN" b="0" dirty="0"/>
              <a:t>-&gt;</a:t>
            </a:r>
            <a:r>
              <a:rPr lang="zh-CN" altLang="en-US" b="0" dirty="0"/>
              <a:t> 前馈网络 →相加和归一化</a:t>
            </a:r>
            <a:endParaRPr lang="en-US" altLang="zh-CN" b="0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最终输出：</a:t>
            </a:r>
            <a:r>
              <a:rPr lang="zh-CN" altLang="en-US" b="0" dirty="0"/>
              <a:t>每个位置的上下文表示，可供解码或下游任务使用</a:t>
            </a:r>
            <a:endParaRPr lang="en-US" altLang="zh-CN" b="0" dirty="0"/>
          </a:p>
        </p:txBody>
      </p:sp>
      <p:pic>
        <p:nvPicPr>
          <p:cNvPr id="4" name="图片 4">
            <a:extLst>
              <a:ext uri="{FF2B5EF4-FFF2-40B4-BE49-F238E27FC236}">
                <a16:creationId xmlns:a16="http://schemas.microsoft.com/office/drawing/2014/main" id="{29673953-E424-578D-34BC-DDD9EAAE0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936" y="1471197"/>
            <a:ext cx="4139984" cy="5060194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F6FC788-B9CF-BF5F-833C-50DD3F8FD704}"/>
              </a:ext>
            </a:extLst>
          </p:cNvPr>
          <p:cNvSpPr/>
          <p:nvPr/>
        </p:nvSpPr>
        <p:spPr>
          <a:xfrm>
            <a:off x="8013700" y="2933701"/>
            <a:ext cx="1739900" cy="2832100"/>
          </a:xfrm>
          <a:prstGeom prst="roundRect">
            <a:avLst>
              <a:gd name="adj" fmla="val 8940"/>
            </a:avLst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E0945C-B3C6-ACB0-7E30-D88B0EE2DCD6}"/>
              </a:ext>
            </a:extLst>
          </p:cNvPr>
          <p:cNvSpPr txBox="1"/>
          <p:nvPr/>
        </p:nvSpPr>
        <p:spPr>
          <a:xfrm>
            <a:off x="7889467" y="2496901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编码器</a:t>
            </a:r>
            <a:endParaRPr 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664387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BFC7C-0D00-A846-CF80-87A7E44F8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336FB-0059-350D-AC90-E59C63EAA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Transformer</a:t>
            </a:r>
            <a:r>
              <a:rPr lang="zh-CN" altLang="en-US"/>
              <a:t>编码器的总结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3AB1B-9717-9C2B-FB82-BD095281D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172"/>
            <a:ext cx="6756400" cy="4879791"/>
          </a:xfrm>
        </p:spPr>
        <p:txBody>
          <a:bodyPr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多头注意力机制是关键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自注意力机制用于集中注意力整合所有输入单元的重要信息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多头机制用于从不同角度对重要信息进行建模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位置编码用于处理输入的顺序信息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所有输入单元均可见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正余弦函数编码或可学习向量， 与词向量相加，保留序列的先后信息</a:t>
            </a:r>
            <a:endParaRPr lang="en-US" altLang="en-US" dirty="0"/>
          </a:p>
        </p:txBody>
      </p:sp>
      <p:pic>
        <p:nvPicPr>
          <p:cNvPr id="4" name="图片 4">
            <a:extLst>
              <a:ext uri="{FF2B5EF4-FFF2-40B4-BE49-F238E27FC236}">
                <a16:creationId xmlns:a16="http://schemas.microsoft.com/office/drawing/2014/main" id="{3682716A-A043-FC49-E475-5B6396612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936" y="1471197"/>
            <a:ext cx="4139984" cy="5060194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9C1E34-D17A-87F8-8600-5438480A2A5C}"/>
              </a:ext>
            </a:extLst>
          </p:cNvPr>
          <p:cNvSpPr/>
          <p:nvPr/>
        </p:nvSpPr>
        <p:spPr>
          <a:xfrm>
            <a:off x="8013700" y="2933701"/>
            <a:ext cx="1739900" cy="2832100"/>
          </a:xfrm>
          <a:prstGeom prst="roundRect">
            <a:avLst>
              <a:gd name="adj" fmla="val 8940"/>
            </a:avLst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496079-A58D-0539-1EB2-5A5C35E924D6}"/>
              </a:ext>
            </a:extLst>
          </p:cNvPr>
          <p:cNvSpPr txBox="1"/>
          <p:nvPr/>
        </p:nvSpPr>
        <p:spPr>
          <a:xfrm>
            <a:off x="7889467" y="2496901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编码器</a:t>
            </a:r>
            <a:endParaRPr 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074973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60D64-AF2D-F263-0507-CAF989736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AD6EE-9C01-61D0-E225-004A54B8F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Transformer</a:t>
            </a:r>
            <a:r>
              <a:rPr lang="zh-CN" altLang="en-US"/>
              <a:t>编码器的总结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B2FED-6381-6608-453E-BA24CDF80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172"/>
            <a:ext cx="6756400" cy="4879791"/>
          </a:xfrm>
        </p:spPr>
        <p:txBody>
          <a:bodyPr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位置前馈网络（</a:t>
            </a:r>
            <a:r>
              <a:rPr lang="en-US" altLang="en-US" dirty="0"/>
              <a:t>Feed-Forward Network）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两层全连接 </a:t>
            </a:r>
            <a:r>
              <a:rPr lang="en-US" altLang="zh-CN" dirty="0"/>
              <a:t>+ </a:t>
            </a:r>
            <a:r>
              <a:rPr lang="en-US" altLang="en-US" dirty="0" err="1"/>
              <a:t>ReLU</a:t>
            </a:r>
            <a:r>
              <a:rPr lang="en-US" altLang="en-US" dirty="0"/>
              <a:t> </a:t>
            </a:r>
            <a:r>
              <a:rPr lang="zh-CN" altLang="en-US" dirty="0"/>
              <a:t>激活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在每个位置独立作用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残差连接（</a:t>
            </a:r>
            <a:r>
              <a:rPr lang="en-US" altLang="en-US" dirty="0"/>
              <a:t>Residual Connection）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输入 </a:t>
            </a:r>
            <a:r>
              <a:rPr lang="en-US" altLang="en-US" dirty="0"/>
              <a:t>x </a:t>
            </a:r>
            <a:r>
              <a:rPr lang="zh-CN" altLang="en-US" dirty="0"/>
              <a:t>与子层输出相加</a:t>
            </a:r>
            <a:endParaRPr lang="en-US" altLang="zh-CN" dirty="0"/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保持梯度通道畅通，子层专注学习增量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层归一化（</a:t>
            </a:r>
            <a:r>
              <a:rPr lang="en-US" altLang="en-US" dirty="0"/>
              <a:t>Layer Normalization）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对单个样本的所有特征维度做归一化</a:t>
            </a:r>
            <a:endParaRPr lang="el-GR" altLang="en-US" dirty="0"/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稳定激活分布，加快收敛并提升训练稳定性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</p:txBody>
      </p:sp>
      <p:pic>
        <p:nvPicPr>
          <p:cNvPr id="4" name="图片 4">
            <a:extLst>
              <a:ext uri="{FF2B5EF4-FFF2-40B4-BE49-F238E27FC236}">
                <a16:creationId xmlns:a16="http://schemas.microsoft.com/office/drawing/2014/main" id="{D111192D-AC49-7C15-3F38-B48D4CACD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936" y="1471197"/>
            <a:ext cx="4139984" cy="5060194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2835120-B7CF-E62F-3333-ED826F594E7C}"/>
              </a:ext>
            </a:extLst>
          </p:cNvPr>
          <p:cNvSpPr/>
          <p:nvPr/>
        </p:nvSpPr>
        <p:spPr>
          <a:xfrm>
            <a:off x="8013700" y="2933701"/>
            <a:ext cx="1739900" cy="2832100"/>
          </a:xfrm>
          <a:prstGeom prst="roundRect">
            <a:avLst>
              <a:gd name="adj" fmla="val 8940"/>
            </a:avLst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D8FE11-2F0B-DBCE-DFE5-710A924B9ED0}"/>
              </a:ext>
            </a:extLst>
          </p:cNvPr>
          <p:cNvSpPr txBox="1"/>
          <p:nvPr/>
        </p:nvSpPr>
        <p:spPr>
          <a:xfrm>
            <a:off x="7889467" y="2496901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编码器</a:t>
            </a:r>
            <a:endParaRPr lang="en-US" sz="200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CC5DCD-AA5D-520E-7663-568944DFFEA2}"/>
                  </a:ext>
                </a:extLst>
              </p:cNvPr>
              <p:cNvSpPr txBox="1"/>
              <p:nvPr/>
            </p:nvSpPr>
            <p:spPr>
              <a:xfrm>
                <a:off x="4303863" y="3343766"/>
                <a:ext cx="3575444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2">
                  <a:lnSpc>
                    <a:spcPct val="150000"/>
                  </a:lnSpc>
                  <a:spcBef>
                    <a:spcPts val="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𝑜𝑢𝑡𝑝𝑢𝑡</m:t>
                      </m:r>
                      <m:r>
                        <a:rPr lang="en-US" alt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𝑆𝑢𝑏𝑙𝑎𝑦𝑒𝑟</m:t>
                      </m:r>
                      <m:r>
                        <a:rPr lang="en-US" alt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CC5DCD-AA5D-520E-7663-568944DFF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863" y="3343766"/>
                <a:ext cx="3575444" cy="5078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15C5EE-C7A6-42E0-8C06-37E763468CF7}"/>
                  </a:ext>
                </a:extLst>
              </p:cNvPr>
              <p:cNvSpPr txBox="1"/>
              <p:nvPr/>
            </p:nvSpPr>
            <p:spPr>
              <a:xfrm>
                <a:off x="2620124" y="5765801"/>
                <a:ext cx="3550920" cy="566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𝐿𝑁</m:t>
                      </m:r>
                      <m:r>
                        <a:rPr lang="en-US" alt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l-GR" altLang="en-US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l-GR" alt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el-GR" altLang="en-US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⊙</m:t>
                      </m:r>
                      <m:r>
                        <a:rPr lang="el-GR" altLang="en-US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l-GR" altLang="en-US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altLang="en-US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l-GR" alt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15C5EE-C7A6-42E0-8C06-37E763468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124" y="5765801"/>
                <a:ext cx="3550920" cy="5667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16FD9C-BC34-FBCB-62C4-A1D818C48E3E}"/>
                  </a:ext>
                </a:extLst>
              </p:cNvPr>
              <p:cNvSpPr txBox="1"/>
              <p:nvPr/>
            </p:nvSpPr>
            <p:spPr>
              <a:xfrm>
                <a:off x="4451732" y="1951137"/>
                <a:ext cx="47091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𝐹𝑁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ReLU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b>
                                <m:sSub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800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16FD9C-BC34-FBCB-62C4-A1D818C48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732" y="1951137"/>
                <a:ext cx="4709160" cy="369332"/>
              </a:xfrm>
              <a:prstGeom prst="rect">
                <a:avLst/>
              </a:prstGeom>
              <a:blipFill>
                <a:blip r:embed="rId6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72375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BB9D0-EDBA-C962-F495-8F172FC03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A781C1C-D65A-FE12-1F66-ABF2E3E08F3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B84E5491-AE10-47F2-1522-53AB5490B5D6}"/>
                </a:ext>
              </a:extLst>
            </p:cNvPr>
            <p:cNvSpPr/>
            <p:nvPr/>
          </p:nvSpPr>
          <p:spPr>
            <a:xfrm>
              <a:off x="0" y="0"/>
              <a:ext cx="1819275" cy="1819275"/>
            </a:xfrm>
            <a:custGeom>
              <a:avLst/>
              <a:gdLst>
                <a:gd name="connsiteX0" fmla="*/ 0 w 3638550"/>
                <a:gd name="connsiteY0" fmla="*/ 1819275 h 3638550"/>
                <a:gd name="connsiteX1" fmla="*/ 1819275 w 3638550"/>
                <a:gd name="connsiteY1" fmla="*/ 0 h 3638550"/>
                <a:gd name="connsiteX2" fmla="*/ 3638550 w 3638550"/>
                <a:gd name="connsiteY2" fmla="*/ 1819275 h 3638550"/>
                <a:gd name="connsiteX3" fmla="*/ 1819275 w 3638550"/>
                <a:gd name="connsiteY3" fmla="*/ 3638550 h 3638550"/>
                <a:gd name="connsiteX4" fmla="*/ 0 w 3638550"/>
                <a:gd name="connsiteY4" fmla="*/ 1819275 h 3638550"/>
                <a:gd name="connsiteX0" fmla="*/ 1819275 w 3638550"/>
                <a:gd name="connsiteY0" fmla="*/ 0 h 3638550"/>
                <a:gd name="connsiteX1" fmla="*/ 3638550 w 3638550"/>
                <a:gd name="connsiteY1" fmla="*/ 1819275 h 3638550"/>
                <a:gd name="connsiteX2" fmla="*/ 1819275 w 3638550"/>
                <a:gd name="connsiteY2" fmla="*/ 3638550 h 3638550"/>
                <a:gd name="connsiteX3" fmla="*/ 0 w 3638550"/>
                <a:gd name="connsiteY3" fmla="*/ 1819275 h 3638550"/>
                <a:gd name="connsiteX4" fmla="*/ 1910715 w 3638550"/>
                <a:gd name="connsiteY4" fmla="*/ 91440 h 3638550"/>
                <a:gd name="connsiteX0" fmla="*/ 1819275 w 3638550"/>
                <a:gd name="connsiteY0" fmla="*/ 0 h 3638550"/>
                <a:gd name="connsiteX1" fmla="*/ 3638550 w 3638550"/>
                <a:gd name="connsiteY1" fmla="*/ 1819275 h 3638550"/>
                <a:gd name="connsiteX2" fmla="*/ 1819275 w 3638550"/>
                <a:gd name="connsiteY2" fmla="*/ 3638550 h 3638550"/>
                <a:gd name="connsiteX3" fmla="*/ 0 w 3638550"/>
                <a:gd name="connsiteY3" fmla="*/ 1819275 h 3638550"/>
                <a:gd name="connsiteX0" fmla="*/ 3638550 w 3638550"/>
                <a:gd name="connsiteY0" fmla="*/ 0 h 1819275"/>
                <a:gd name="connsiteX1" fmla="*/ 1819275 w 3638550"/>
                <a:gd name="connsiteY1" fmla="*/ 1819275 h 1819275"/>
                <a:gd name="connsiteX2" fmla="*/ 0 w 3638550"/>
                <a:gd name="connsiteY2" fmla="*/ 0 h 1819275"/>
                <a:gd name="connsiteX0" fmla="*/ 1819275 w 1819275"/>
                <a:gd name="connsiteY0" fmla="*/ 0 h 1819275"/>
                <a:gd name="connsiteX1" fmla="*/ 0 w 1819275"/>
                <a:gd name="connsiteY1" fmla="*/ 1819275 h 181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19275" h="1819275">
                  <a:moveTo>
                    <a:pt x="1819275" y="0"/>
                  </a:moveTo>
                  <a:cubicBezTo>
                    <a:pt x="1819275" y="1004758"/>
                    <a:pt x="1004758" y="1819275"/>
                    <a:pt x="0" y="1819275"/>
                  </a:cubicBezTo>
                </a:path>
              </a:pathLst>
            </a:custGeom>
            <a:noFill/>
            <a:ln w="381000">
              <a:solidFill>
                <a:schemeClr val="accent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3A4F8308-1177-6CE4-88DA-6F875C0B5C5B}"/>
                </a:ext>
              </a:extLst>
            </p:cNvPr>
            <p:cNvGrpSpPr/>
            <p:nvPr/>
          </p:nvGrpSpPr>
          <p:grpSpPr>
            <a:xfrm>
              <a:off x="1728175" y="2209428"/>
              <a:ext cx="5663945" cy="716782"/>
              <a:chOff x="1727455" y="1321568"/>
              <a:chExt cx="5663945" cy="716782"/>
            </a:xfrm>
          </p:grpSpPr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A1E34394-0151-7F61-BFA8-7A9AC00B4B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3268" y="1323975"/>
                <a:ext cx="48181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SzPct val="25000"/>
                </a:pPr>
                <a:r>
                  <a:rPr lang="en-US" altLang="zh-CN" sz="24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Transformer</a:t>
                </a:r>
                <a:r>
                  <a:rPr lang="zh-CN" altLang="en-US" sz="24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的编码器</a:t>
                </a: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41471910-1744-3660-F3A4-D346B49DFE02}"/>
                  </a:ext>
                </a:extLst>
              </p:cNvPr>
              <p:cNvSpPr/>
              <p:nvPr/>
            </p:nvSpPr>
            <p:spPr>
              <a:xfrm>
                <a:off x="1727455" y="1321568"/>
                <a:ext cx="716782" cy="716782"/>
              </a:xfrm>
              <a:prstGeom prst="ellipse">
                <a:avLst/>
              </a:prstGeom>
              <a:noFill/>
              <a:ln w="25400">
                <a:gradFill>
                  <a:gsLst>
                    <a:gs pos="7600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/>
                <a:r>
                  <a:rPr lang="en-US" altLang="zh-CN" sz="2800" b="1" dirty="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02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519DA9F3-15AF-2A93-04E1-B9F42DFBD4D6}"/>
                </a:ext>
              </a:extLst>
            </p:cNvPr>
            <p:cNvGrpSpPr/>
            <p:nvPr/>
          </p:nvGrpSpPr>
          <p:grpSpPr>
            <a:xfrm>
              <a:off x="7540339" y="0"/>
              <a:ext cx="4651661" cy="6858000"/>
              <a:chOff x="7540339" y="0"/>
              <a:chExt cx="4651661" cy="6858000"/>
            </a:xfrm>
          </p:grpSpPr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F9BE3035-CD34-9F32-684D-D9C1905533BB}"/>
                  </a:ext>
                </a:extLst>
              </p:cNvPr>
              <p:cNvSpPr/>
              <p:nvPr/>
            </p:nvSpPr>
            <p:spPr>
              <a:xfrm>
                <a:off x="7779658" y="0"/>
                <a:ext cx="4412342" cy="6858000"/>
              </a:xfrm>
              <a:custGeom>
                <a:avLst/>
                <a:gdLst>
                  <a:gd name="connsiteX0" fmla="*/ 1295690 w 4412342"/>
                  <a:gd name="connsiteY0" fmla="*/ 0 h 6858000"/>
                  <a:gd name="connsiteX1" fmla="*/ 4412342 w 4412342"/>
                  <a:gd name="connsiteY1" fmla="*/ 0 h 6858000"/>
                  <a:gd name="connsiteX2" fmla="*/ 4412342 w 4412342"/>
                  <a:gd name="connsiteY2" fmla="*/ 1636729 h 6858000"/>
                  <a:gd name="connsiteX3" fmla="*/ 4272563 w 4412342"/>
                  <a:gd name="connsiteY3" fmla="*/ 1672670 h 6858000"/>
                  <a:gd name="connsiteX4" fmla="*/ 3111228 w 4412342"/>
                  <a:gd name="connsiteY4" fmla="*/ 3251199 h 6858000"/>
                  <a:gd name="connsiteX5" fmla="*/ 4272563 w 4412342"/>
                  <a:gd name="connsiteY5" fmla="*/ 4829728 h 6858000"/>
                  <a:gd name="connsiteX6" fmla="*/ 4412342 w 4412342"/>
                  <a:gd name="connsiteY6" fmla="*/ 4865669 h 6858000"/>
                  <a:gd name="connsiteX7" fmla="*/ 4412342 w 4412342"/>
                  <a:gd name="connsiteY7" fmla="*/ 6858000 h 6858000"/>
                  <a:gd name="connsiteX8" fmla="*/ 1670654 w 4412342"/>
                  <a:gd name="connsiteY8" fmla="*/ 6858000 h 6858000"/>
                  <a:gd name="connsiteX9" fmla="*/ 1550198 w 4412342"/>
                  <a:gd name="connsiteY9" fmla="*/ 6753659 h 6858000"/>
                  <a:gd name="connsiteX10" fmla="*/ 0 w 4412342"/>
                  <a:gd name="connsiteY10" fmla="*/ 3251200 h 6858000"/>
                  <a:gd name="connsiteX11" fmla="*/ 1229199 w 4412342"/>
                  <a:gd name="connsiteY11" fmla="*/ 69741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412342" h="6858000">
                    <a:moveTo>
                      <a:pt x="1295690" y="0"/>
                    </a:moveTo>
                    <a:lnTo>
                      <a:pt x="4412342" y="0"/>
                    </a:lnTo>
                    <a:lnTo>
                      <a:pt x="4412342" y="1636729"/>
                    </a:lnTo>
                    <a:lnTo>
                      <a:pt x="4272563" y="1672670"/>
                    </a:lnTo>
                    <a:cubicBezTo>
                      <a:pt x="3599745" y="1881938"/>
                      <a:pt x="3111228" y="2509519"/>
                      <a:pt x="3111228" y="3251199"/>
                    </a:cubicBezTo>
                    <a:cubicBezTo>
                      <a:pt x="3111228" y="3992879"/>
                      <a:pt x="3599745" y="4620460"/>
                      <a:pt x="4272563" y="4829728"/>
                    </a:cubicBezTo>
                    <a:lnTo>
                      <a:pt x="4412342" y="4865669"/>
                    </a:lnTo>
                    <a:lnTo>
                      <a:pt x="4412342" y="6858000"/>
                    </a:lnTo>
                    <a:lnTo>
                      <a:pt x="1670654" y="6858000"/>
                    </a:lnTo>
                    <a:lnTo>
                      <a:pt x="1550198" y="6753659"/>
                    </a:lnTo>
                    <a:cubicBezTo>
                      <a:pt x="597879" y="5888107"/>
                      <a:pt x="0" y="4639475"/>
                      <a:pt x="0" y="3251200"/>
                    </a:cubicBezTo>
                    <a:cubicBezTo>
                      <a:pt x="0" y="2026252"/>
                      <a:pt x="465477" y="910022"/>
                      <a:pt x="1229199" y="69741"/>
                    </a:cubicBez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2C1CB098-860C-D979-E959-08A0FB3BC020}"/>
                  </a:ext>
                </a:extLst>
              </p:cNvPr>
              <p:cNvSpPr/>
              <p:nvPr/>
            </p:nvSpPr>
            <p:spPr>
              <a:xfrm>
                <a:off x="7540339" y="3124369"/>
                <a:ext cx="3592287" cy="101566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r>
                  <a:rPr kumimoji="1" lang="zh-CN" altLang="en-US" sz="60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本课重点</a:t>
                </a:r>
                <a:endParaRPr kumimoji="1" lang="en-US" altLang="zh-CN" sz="6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5B4CE2A0-F030-6EC5-F99E-6B3A181F59AC}"/>
                </a:ext>
              </a:extLst>
            </p:cNvPr>
            <p:cNvGrpSpPr/>
            <p:nvPr/>
          </p:nvGrpSpPr>
          <p:grpSpPr>
            <a:xfrm>
              <a:off x="1728175" y="3124369"/>
              <a:ext cx="5663945" cy="716782"/>
              <a:chOff x="1727455" y="2322187"/>
              <a:chExt cx="5663945" cy="716782"/>
            </a:xfrm>
          </p:grpSpPr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BFDA33D7-5DD0-5206-B72A-90F401B412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3268" y="2324594"/>
                <a:ext cx="48181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SzPct val="25000"/>
                </a:pPr>
                <a:r>
                  <a:rPr lang="en-US" altLang="zh-CN" sz="2400" b="1" dirty="0">
                    <a:solidFill>
                      <a:srgbClr val="0070C0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Transformer</a:t>
                </a:r>
                <a:r>
                  <a:rPr lang="zh-CN" altLang="en-US" sz="2400" b="1" dirty="0">
                    <a:solidFill>
                      <a:srgbClr val="0070C0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的解码器</a:t>
                </a:r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8E9C9EA4-2BB0-7AC1-B11F-59D1BDD879CA}"/>
                  </a:ext>
                </a:extLst>
              </p:cNvPr>
              <p:cNvSpPr/>
              <p:nvPr/>
            </p:nvSpPr>
            <p:spPr>
              <a:xfrm>
                <a:off x="1727455" y="2322187"/>
                <a:ext cx="716782" cy="716782"/>
              </a:xfrm>
              <a:prstGeom prst="ellipse">
                <a:avLst/>
              </a:prstGeom>
              <a:noFill/>
              <a:ln w="25400">
                <a:gradFill>
                  <a:gsLst>
                    <a:gs pos="76000">
                      <a:schemeClr val="tx2">
                        <a:alpha val="0"/>
                      </a:schemeClr>
                    </a:gs>
                    <a:gs pos="100000">
                      <a:schemeClr val="tx2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/>
                <a:r>
                  <a:rPr lang="en-US" altLang="zh-CN" sz="2800" b="1" dirty="0">
                    <a:solidFill>
                      <a:srgbClr val="4472C4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03</a:t>
                </a:r>
              </a:p>
            </p:txBody>
          </p:sp>
        </p:grpSp>
        <p:sp>
          <p:nvSpPr>
            <p:cNvPr id="6" name="文本框 60">
              <a:extLst>
                <a:ext uri="{FF2B5EF4-FFF2-40B4-BE49-F238E27FC236}">
                  <a16:creationId xmlns:a16="http://schemas.microsoft.com/office/drawing/2014/main" id="{A2174E52-27ED-51DC-5FE5-75BDEEC23329}"/>
                </a:ext>
              </a:extLst>
            </p:cNvPr>
            <p:cNvSpPr txBox="1">
              <a:spLocks/>
            </p:cNvSpPr>
            <p:nvPr/>
          </p:nvSpPr>
          <p:spPr>
            <a:xfrm>
              <a:off x="2573988" y="1393566"/>
              <a:ext cx="4818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en-US" altLang="zh-CN" sz="2400" b="1" dirty="0">
                  <a:latin typeface="Arial" panose="020B0604020202020204" pitchFamily="34" charset="0"/>
                  <a:ea typeface="微软雅黑" panose="020B0503020204020204" pitchFamily="34" charset="-122"/>
                </a:rPr>
                <a:t>Transformer</a:t>
              </a:r>
              <a:r>
                <a:rPr lang="zh-CN" altLang="en-US" sz="2400" b="1" dirty="0">
                  <a:latin typeface="Arial" panose="020B0604020202020204" pitchFamily="34" charset="0"/>
                  <a:ea typeface="微软雅黑" panose="020B0503020204020204" pitchFamily="34" charset="-122"/>
                </a:rPr>
                <a:t>的整体架构</a:t>
              </a:r>
            </a:p>
          </p:txBody>
        </p:sp>
        <p:sp>
          <p:nvSpPr>
            <p:cNvPr id="7" name="椭圆 62">
              <a:extLst>
                <a:ext uri="{FF2B5EF4-FFF2-40B4-BE49-F238E27FC236}">
                  <a16:creationId xmlns:a16="http://schemas.microsoft.com/office/drawing/2014/main" id="{B42CBE98-90E6-C0BB-377F-835A7D16141F}"/>
                </a:ext>
              </a:extLst>
            </p:cNvPr>
            <p:cNvSpPr/>
            <p:nvPr/>
          </p:nvSpPr>
          <p:spPr>
            <a:xfrm>
              <a:off x="1728175" y="1391159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3003419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4">
            <a:extLst>
              <a:ext uri="{FF2B5EF4-FFF2-40B4-BE49-F238E27FC236}">
                <a16:creationId xmlns:a16="http://schemas.microsoft.com/office/drawing/2014/main" id="{29673953-E424-578D-34BC-DDD9EAAE0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936" y="1471197"/>
            <a:ext cx="4139984" cy="50601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3DDE71-8D20-94FC-D74F-4B0392B8F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Transformer</a:t>
            </a:r>
            <a:r>
              <a:rPr lang="zh-CN" altLang="en-US"/>
              <a:t> 解码器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18B1C-FCD8-F7E2-ED1F-2ED32E5A3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769"/>
            <a:ext cx="7391400" cy="5060194"/>
          </a:xfrm>
        </p:spPr>
        <p:txBody>
          <a:bodyPr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与 </a:t>
            </a:r>
            <a:r>
              <a:rPr lang="en-US" altLang="zh-CN" dirty="0"/>
              <a:t>RNN </a:t>
            </a:r>
            <a:r>
              <a:rPr lang="zh-CN" altLang="en-US" dirty="0"/>
              <a:t>类似，</a:t>
            </a:r>
            <a:r>
              <a:rPr lang="en-US" altLang="zh-CN" dirty="0"/>
              <a:t>Transformer </a:t>
            </a:r>
            <a:r>
              <a:rPr lang="zh-CN" altLang="en-US" dirty="0"/>
              <a:t>解码器在推理中在每个时间步骤预测一个</a:t>
            </a:r>
            <a:r>
              <a:rPr lang="en-US" altLang="zh-CN" dirty="0"/>
              <a:t>token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解码器的输入是任务的现有输出（右移），这意味着解码器只能看到当前时间步骤之前的内容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zh-CN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如何对此进行建模？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我们需要屏蔽当前时间步骤之后的输出：掩码多头注意力</a:t>
            </a:r>
            <a:endParaRPr lang="en-US" alt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F6FC788-B9CF-BF5F-833C-50DD3F8FD704}"/>
              </a:ext>
            </a:extLst>
          </p:cNvPr>
          <p:cNvSpPr/>
          <p:nvPr/>
        </p:nvSpPr>
        <p:spPr>
          <a:xfrm>
            <a:off x="9613900" y="2476500"/>
            <a:ext cx="1739900" cy="3251199"/>
          </a:xfrm>
          <a:prstGeom prst="roundRect">
            <a:avLst>
              <a:gd name="adj" fmla="val 8940"/>
            </a:avLst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FDF2CF-916B-F7F4-C1A3-14784C2E5D0C}"/>
              </a:ext>
            </a:extLst>
          </p:cNvPr>
          <p:cNvSpPr txBox="1"/>
          <p:nvPr/>
        </p:nvSpPr>
        <p:spPr>
          <a:xfrm>
            <a:off x="10762572" y="2038290"/>
            <a:ext cx="108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Decoder</a:t>
            </a:r>
            <a:endParaRPr lang="en-US" sz="200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945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BE769-8CBF-972A-9A51-8BFF1FABE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E311F-3B93-A0D4-BA93-044D0B8C5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Transformer</a:t>
            </a:r>
            <a:r>
              <a:rPr lang="zh-CN" altLang="en-US"/>
              <a:t> 解码器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129BB-C35D-7A99-598C-D6031A1C4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769"/>
            <a:ext cx="7391400" cy="5060194"/>
          </a:xfrm>
        </p:spPr>
        <p:txBody>
          <a:bodyPr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Transformer</a:t>
            </a:r>
            <a:r>
              <a:rPr lang="zh-CN" altLang="en-US" dirty="0"/>
              <a:t>解码器包括以下结构</a:t>
            </a:r>
            <a:endParaRPr lang="en-US" altLang="zh-CN" dirty="0"/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en-US" dirty="0" err="1"/>
              <a:t>嵌入层</a:t>
            </a:r>
            <a:endParaRPr lang="en-US" altLang="en-US" dirty="0"/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en-US" dirty="0" err="1"/>
              <a:t>掩码多头注意力机制</a:t>
            </a:r>
            <a:endParaRPr lang="en-US" altLang="en-US" dirty="0"/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en-US" dirty="0" err="1"/>
              <a:t>交叉多头注意力机制</a:t>
            </a:r>
            <a:endParaRPr lang="en-US" altLang="en-US" dirty="0"/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en-US" dirty="0" err="1"/>
              <a:t>相加及归一化操作</a:t>
            </a:r>
            <a:endParaRPr lang="en-US" altLang="en-US" dirty="0"/>
          </a:p>
          <a:p>
            <a:pPr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en-US" altLang="en-US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en-US" dirty="0" err="1"/>
              <a:t>与</a:t>
            </a:r>
            <a:r>
              <a:rPr lang="en-US" altLang="zh-CN" dirty="0" err="1"/>
              <a:t>Transformer</a:t>
            </a:r>
            <a:r>
              <a:rPr lang="en-US" altLang="en-US" dirty="0" err="1"/>
              <a:t>编码器的差别</a:t>
            </a:r>
            <a:endParaRPr lang="en-US" altLang="en-US" dirty="0"/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en-US" dirty="0" err="1"/>
              <a:t>掩码机制</a:t>
            </a:r>
            <a:endParaRPr lang="en-US" altLang="en-US" dirty="0"/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en-US" dirty="0" err="1"/>
              <a:t>交叉多头注意力</a:t>
            </a:r>
            <a:endParaRPr lang="en-US" alt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3507F08-5BDA-2B5E-30E3-729EF60C2CE3}"/>
              </a:ext>
            </a:extLst>
          </p:cNvPr>
          <p:cNvSpPr/>
          <p:nvPr/>
        </p:nvSpPr>
        <p:spPr>
          <a:xfrm>
            <a:off x="8365408" y="953770"/>
            <a:ext cx="2471602" cy="4380131"/>
          </a:xfrm>
          <a:prstGeom prst="roundRect">
            <a:avLst>
              <a:gd name="adj" fmla="val 0"/>
            </a:avLst>
          </a:prstGeom>
          <a:noFill/>
          <a:ln w="1270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ECE0F68-F43C-CF1F-59A0-B3105AE08675}"/>
              </a:ext>
            </a:extLst>
          </p:cNvPr>
          <p:cNvSpPr/>
          <p:nvPr/>
        </p:nvSpPr>
        <p:spPr>
          <a:xfrm>
            <a:off x="8690310" y="4264787"/>
            <a:ext cx="2021541" cy="75551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掩码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多头注意力机制</a:t>
            </a:r>
            <a:endParaRPr lang="en-US" altLang="zh-CN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0116E2-2533-165B-DEA0-26A74B7A4E27}"/>
              </a:ext>
            </a:extLst>
          </p:cNvPr>
          <p:cNvCxnSpPr/>
          <p:nvPr/>
        </p:nvCxnSpPr>
        <p:spPr>
          <a:xfrm flipH="1">
            <a:off x="8505207" y="5226660"/>
            <a:ext cx="119587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744C555-044A-FEB6-5FA1-54C835BEBBE7}"/>
              </a:ext>
            </a:extLst>
          </p:cNvPr>
          <p:cNvCxnSpPr/>
          <p:nvPr/>
        </p:nvCxnSpPr>
        <p:spPr>
          <a:xfrm flipV="1">
            <a:off x="8505207" y="3917962"/>
            <a:ext cx="0" cy="13086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6FE896-DD1E-3645-296D-CA6E530EE7C1}"/>
              </a:ext>
            </a:extLst>
          </p:cNvPr>
          <p:cNvCxnSpPr>
            <a:stCxn id="28" idx="2"/>
          </p:cNvCxnSpPr>
          <p:nvPr/>
        </p:nvCxnSpPr>
        <p:spPr>
          <a:xfrm flipH="1">
            <a:off x="8505207" y="3933065"/>
            <a:ext cx="1070447" cy="0"/>
          </a:xfrm>
          <a:prstGeom prst="line">
            <a:avLst/>
          </a:prstGeom>
          <a:ln w="1270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B3E40CF-CA28-87E1-8451-37AA873FC3F9}"/>
              </a:ext>
            </a:extLst>
          </p:cNvPr>
          <p:cNvGrpSpPr/>
          <p:nvPr/>
        </p:nvGrpSpPr>
        <p:grpSpPr>
          <a:xfrm>
            <a:off x="9575654" y="3797752"/>
            <a:ext cx="251352" cy="270628"/>
            <a:chOff x="3689572" y="13409375"/>
            <a:chExt cx="181571" cy="181571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163F1BB-5492-A27C-750A-2B8FB7E34EA9}"/>
                </a:ext>
              </a:extLst>
            </p:cNvPr>
            <p:cNvSpPr/>
            <p:nvPr/>
          </p:nvSpPr>
          <p:spPr>
            <a:xfrm>
              <a:off x="3689572" y="13409375"/>
              <a:ext cx="181571" cy="181571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B6ABCBC-9A2A-81F2-4A89-3EDA0079F416}"/>
                </a:ext>
              </a:extLst>
            </p:cNvPr>
            <p:cNvCxnSpPr>
              <a:stCxn id="28" idx="6"/>
              <a:endCxn id="28" idx="2"/>
            </p:cNvCxnSpPr>
            <p:nvPr/>
          </p:nvCxnSpPr>
          <p:spPr>
            <a:xfrm flipH="1">
              <a:off x="3689572" y="13500161"/>
              <a:ext cx="18157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298AAF0-3BC9-57FF-B6C7-DC3EA94F169E}"/>
                </a:ext>
              </a:extLst>
            </p:cNvPr>
            <p:cNvCxnSpPr>
              <a:stCxn id="28" idx="4"/>
              <a:endCxn id="28" idx="0"/>
            </p:cNvCxnSpPr>
            <p:nvPr/>
          </p:nvCxnSpPr>
          <p:spPr>
            <a:xfrm flipV="1">
              <a:off x="3780358" y="13409375"/>
              <a:ext cx="0" cy="1815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8F7A16-01F8-DA46-8E8A-96FCE23D7D53}"/>
              </a:ext>
            </a:extLst>
          </p:cNvPr>
          <p:cNvCxnSpPr>
            <a:stCxn id="10" idx="0"/>
            <a:endCxn id="28" idx="4"/>
          </p:cNvCxnSpPr>
          <p:nvPr/>
        </p:nvCxnSpPr>
        <p:spPr>
          <a:xfrm flipV="1">
            <a:off x="9701081" y="4068379"/>
            <a:ext cx="249" cy="196407"/>
          </a:xfrm>
          <a:prstGeom prst="line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2643660-F5BE-E40B-C038-48D685BC0F2F}"/>
              </a:ext>
            </a:extLst>
          </p:cNvPr>
          <p:cNvCxnSpPr>
            <a:cxnSpLocks/>
          </p:cNvCxnSpPr>
          <p:nvPr/>
        </p:nvCxnSpPr>
        <p:spPr>
          <a:xfrm flipV="1">
            <a:off x="9706733" y="5046537"/>
            <a:ext cx="0" cy="325798"/>
          </a:xfrm>
          <a:prstGeom prst="line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3B925F-FAA0-3693-E289-84E385BF719D}"/>
              </a:ext>
            </a:extLst>
          </p:cNvPr>
          <p:cNvCxnSpPr>
            <a:cxnSpLocks/>
          </p:cNvCxnSpPr>
          <p:nvPr/>
        </p:nvCxnSpPr>
        <p:spPr>
          <a:xfrm flipV="1">
            <a:off x="9690640" y="2113640"/>
            <a:ext cx="0" cy="331777"/>
          </a:xfrm>
          <a:prstGeom prst="line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221AB8F-D58D-02BA-0DA2-85BF0A025998}"/>
              </a:ext>
            </a:extLst>
          </p:cNvPr>
          <p:cNvSpPr/>
          <p:nvPr/>
        </p:nvSpPr>
        <p:spPr>
          <a:xfrm>
            <a:off x="8689431" y="1638256"/>
            <a:ext cx="2021541" cy="49340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前馈层</a:t>
            </a:r>
            <a:endParaRPr lang="en-US" altLang="zh-CN" dirty="0">
              <a:solidFill>
                <a:schemeClr val="tx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B3BF452-BDC2-F3C8-ADD3-4C53F7EF342B}"/>
              </a:ext>
            </a:extLst>
          </p:cNvPr>
          <p:cNvCxnSpPr/>
          <p:nvPr/>
        </p:nvCxnSpPr>
        <p:spPr>
          <a:xfrm flipH="1">
            <a:off x="8504328" y="2264595"/>
            <a:ext cx="119587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36B7605-76EA-768A-BCF1-37AD97D5273B}"/>
              </a:ext>
            </a:extLst>
          </p:cNvPr>
          <p:cNvCxnSpPr>
            <a:cxnSpLocks/>
          </p:cNvCxnSpPr>
          <p:nvPr/>
        </p:nvCxnSpPr>
        <p:spPr>
          <a:xfrm flipV="1">
            <a:off x="8504328" y="1306535"/>
            <a:ext cx="0" cy="958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94123FB-1047-49F9-33B5-E2885D3EA6E7}"/>
              </a:ext>
            </a:extLst>
          </p:cNvPr>
          <p:cNvCxnSpPr>
            <a:stCxn id="25" idx="2"/>
          </p:cNvCxnSpPr>
          <p:nvPr/>
        </p:nvCxnSpPr>
        <p:spPr>
          <a:xfrm flipH="1">
            <a:off x="8504328" y="1306535"/>
            <a:ext cx="1070447" cy="0"/>
          </a:xfrm>
          <a:prstGeom prst="line">
            <a:avLst/>
          </a:prstGeom>
          <a:ln w="1270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1269F6E-7617-3E2A-B568-A1E7271A4D46}"/>
              </a:ext>
            </a:extLst>
          </p:cNvPr>
          <p:cNvGrpSpPr/>
          <p:nvPr/>
        </p:nvGrpSpPr>
        <p:grpSpPr>
          <a:xfrm>
            <a:off x="9574775" y="1171221"/>
            <a:ext cx="251352" cy="270628"/>
            <a:chOff x="3689572" y="13409375"/>
            <a:chExt cx="181571" cy="181571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C77F121-5AC9-8B08-9F3B-641D97E6B2A0}"/>
                </a:ext>
              </a:extLst>
            </p:cNvPr>
            <p:cNvSpPr/>
            <p:nvPr/>
          </p:nvSpPr>
          <p:spPr>
            <a:xfrm>
              <a:off x="3689572" y="13409375"/>
              <a:ext cx="181571" cy="181571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8DA603B-62C3-293D-F5B2-9958261AABAC}"/>
                </a:ext>
              </a:extLst>
            </p:cNvPr>
            <p:cNvCxnSpPr>
              <a:stCxn id="25" idx="6"/>
              <a:endCxn id="25" idx="2"/>
            </p:cNvCxnSpPr>
            <p:nvPr/>
          </p:nvCxnSpPr>
          <p:spPr>
            <a:xfrm flipH="1">
              <a:off x="3689572" y="13500161"/>
              <a:ext cx="18157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EF609B1-36F3-99D1-8B64-205E0DDD863E}"/>
                </a:ext>
              </a:extLst>
            </p:cNvPr>
            <p:cNvCxnSpPr>
              <a:stCxn id="25" idx="4"/>
              <a:endCxn id="25" idx="0"/>
            </p:cNvCxnSpPr>
            <p:nvPr/>
          </p:nvCxnSpPr>
          <p:spPr>
            <a:xfrm flipV="1">
              <a:off x="3780358" y="13409375"/>
              <a:ext cx="0" cy="1815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22D8766-48C4-93A9-7EA9-C994B07D9240}"/>
              </a:ext>
            </a:extLst>
          </p:cNvPr>
          <p:cNvCxnSpPr>
            <a:cxnSpLocks/>
            <a:stCxn id="18" idx="0"/>
            <a:endCxn id="25" idx="4"/>
          </p:cNvCxnSpPr>
          <p:nvPr/>
        </p:nvCxnSpPr>
        <p:spPr>
          <a:xfrm flipV="1">
            <a:off x="9700202" y="1441849"/>
            <a:ext cx="249" cy="196407"/>
          </a:xfrm>
          <a:prstGeom prst="line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A56AD11-CFAA-5C98-0E37-7A817B2794B4}"/>
              </a:ext>
            </a:extLst>
          </p:cNvPr>
          <p:cNvCxnSpPr>
            <a:stCxn id="25" idx="0"/>
          </p:cNvCxnSpPr>
          <p:nvPr/>
        </p:nvCxnSpPr>
        <p:spPr>
          <a:xfrm flipH="1" flipV="1">
            <a:off x="9690640" y="686335"/>
            <a:ext cx="9811" cy="484886"/>
          </a:xfrm>
          <a:prstGeom prst="line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50">
                <a:extLst>
                  <a:ext uri="{FF2B5EF4-FFF2-40B4-BE49-F238E27FC236}">
                    <a16:creationId xmlns:a16="http://schemas.microsoft.com/office/drawing/2014/main" id="{734B8E86-BE10-66F8-12A4-BA8B75ECFD48}"/>
                  </a:ext>
                </a:extLst>
              </p:cNvPr>
              <p:cNvSpPr txBox="1"/>
              <p:nvPr/>
            </p:nvSpPr>
            <p:spPr>
              <a:xfrm>
                <a:off x="7659531" y="4796148"/>
                <a:ext cx="720233" cy="55697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2400"/>
                  <a:t>N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×</m:t>
                    </m:r>
                  </m:oMath>
                </a14:m>
                <a:endParaRPr lang="en-US" altLang="zh-CN" sz="2400"/>
              </a:p>
            </p:txBody>
          </p:sp>
        </mc:Choice>
        <mc:Fallback xmlns="">
          <p:sp>
            <p:nvSpPr>
              <p:cNvPr id="31" name="文本框 50">
                <a:extLst>
                  <a:ext uri="{FF2B5EF4-FFF2-40B4-BE49-F238E27FC236}">
                    <a16:creationId xmlns:a16="http://schemas.microsoft.com/office/drawing/2014/main" id="{734B8E86-BE10-66F8-12A4-BA8B75ECF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531" y="4796148"/>
                <a:ext cx="720233" cy="556970"/>
              </a:xfrm>
              <a:prstGeom prst="rect">
                <a:avLst/>
              </a:prstGeom>
              <a:blipFill>
                <a:blip r:embed="rId3"/>
                <a:stretch>
                  <a:fillRect l="-12069" t="-8889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CBACDEA3-7EBE-F503-D748-D1383F7EFB5A}"/>
              </a:ext>
            </a:extLst>
          </p:cNvPr>
          <p:cNvSpPr txBox="1"/>
          <p:nvPr/>
        </p:nvSpPr>
        <p:spPr>
          <a:xfrm>
            <a:off x="9890359" y="373595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相加及归一化操作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0CC584-0007-E13F-B1EF-CEECC6883E6C}"/>
              </a:ext>
            </a:extLst>
          </p:cNvPr>
          <p:cNvSpPr txBox="1"/>
          <p:nvPr/>
        </p:nvSpPr>
        <p:spPr>
          <a:xfrm>
            <a:off x="9890358" y="112650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相加及归一化操作</a:t>
            </a:r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D20F96C-C54E-B40C-779B-56DABB0EA02C}"/>
              </a:ext>
            </a:extLst>
          </p:cNvPr>
          <p:cNvSpPr/>
          <p:nvPr/>
        </p:nvSpPr>
        <p:spPr>
          <a:xfrm>
            <a:off x="8695962" y="5377317"/>
            <a:ext cx="2021541" cy="5613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嵌入层</a:t>
            </a:r>
            <a:endParaRPr lang="en-US" altLang="zh-CN" dirty="0">
              <a:solidFill>
                <a:schemeClr val="tx1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6D0E942-9461-B5A5-DD4A-7CA556E665D0}"/>
              </a:ext>
            </a:extLst>
          </p:cNvPr>
          <p:cNvCxnSpPr>
            <a:cxnSpLocks/>
          </p:cNvCxnSpPr>
          <p:nvPr/>
        </p:nvCxnSpPr>
        <p:spPr>
          <a:xfrm flipH="1" flipV="1">
            <a:off x="9703027" y="5938617"/>
            <a:ext cx="0" cy="293310"/>
          </a:xfrm>
          <a:prstGeom prst="line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F372BDC-993B-B883-6BDE-893C45B95032}"/>
              </a:ext>
            </a:extLst>
          </p:cNvPr>
          <p:cNvSpPr txBox="1"/>
          <p:nvPr/>
        </p:nvSpPr>
        <p:spPr>
          <a:xfrm>
            <a:off x="9383566" y="627534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输出</a:t>
            </a:r>
            <a:endParaRPr lang="en-US" dirty="0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DAF85A1-3B5B-09A1-B085-EBCEFBA9F4CD}"/>
              </a:ext>
            </a:extLst>
          </p:cNvPr>
          <p:cNvSpPr/>
          <p:nvPr/>
        </p:nvSpPr>
        <p:spPr>
          <a:xfrm>
            <a:off x="8679869" y="2743827"/>
            <a:ext cx="2021541" cy="7555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交叉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多头注意力机制</a:t>
            </a:r>
            <a:endParaRPr lang="en-US" altLang="zh-CN" dirty="0">
              <a:solidFill>
                <a:schemeClr val="tx1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BCD3062-E7D3-F1BF-BBAA-E4C5EEBEFE5B}"/>
              </a:ext>
            </a:extLst>
          </p:cNvPr>
          <p:cNvCxnSpPr/>
          <p:nvPr/>
        </p:nvCxnSpPr>
        <p:spPr>
          <a:xfrm flipH="1">
            <a:off x="8494765" y="3695221"/>
            <a:ext cx="119587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54761E4-C544-4F6B-DFEC-AEB0A4F1328B}"/>
              </a:ext>
            </a:extLst>
          </p:cNvPr>
          <p:cNvCxnSpPr>
            <a:cxnSpLocks/>
          </p:cNvCxnSpPr>
          <p:nvPr/>
        </p:nvCxnSpPr>
        <p:spPr>
          <a:xfrm flipV="1">
            <a:off x="8499056" y="2478465"/>
            <a:ext cx="5272" cy="12249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D8485CA-DE21-F307-965A-BD3B15E57CB4}"/>
              </a:ext>
            </a:extLst>
          </p:cNvPr>
          <p:cNvCxnSpPr>
            <a:stCxn id="42" idx="2"/>
          </p:cNvCxnSpPr>
          <p:nvPr/>
        </p:nvCxnSpPr>
        <p:spPr>
          <a:xfrm flipH="1">
            <a:off x="8494516" y="2478465"/>
            <a:ext cx="1070447" cy="0"/>
          </a:xfrm>
          <a:prstGeom prst="line">
            <a:avLst/>
          </a:prstGeom>
          <a:ln w="1270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123EC14-2BD8-FD0E-743B-084523442C24}"/>
              </a:ext>
            </a:extLst>
          </p:cNvPr>
          <p:cNvGrpSpPr/>
          <p:nvPr/>
        </p:nvGrpSpPr>
        <p:grpSpPr>
          <a:xfrm>
            <a:off x="9564963" y="2343152"/>
            <a:ext cx="251352" cy="270628"/>
            <a:chOff x="3689572" y="13409375"/>
            <a:chExt cx="181571" cy="181571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E6B0184-C87F-9E29-723F-0BBE54820863}"/>
                </a:ext>
              </a:extLst>
            </p:cNvPr>
            <p:cNvSpPr/>
            <p:nvPr/>
          </p:nvSpPr>
          <p:spPr>
            <a:xfrm>
              <a:off x="3689572" y="13409375"/>
              <a:ext cx="181571" cy="181571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96F9FCB-8878-2645-2EA7-9831AFC24C33}"/>
                </a:ext>
              </a:extLst>
            </p:cNvPr>
            <p:cNvCxnSpPr>
              <a:stCxn id="42" idx="6"/>
              <a:endCxn id="42" idx="2"/>
            </p:cNvCxnSpPr>
            <p:nvPr/>
          </p:nvCxnSpPr>
          <p:spPr>
            <a:xfrm flipH="1">
              <a:off x="3689572" y="13500161"/>
              <a:ext cx="18157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33A3F47-17C2-F614-3D8A-4F9D9E4B046F}"/>
                </a:ext>
              </a:extLst>
            </p:cNvPr>
            <p:cNvCxnSpPr>
              <a:stCxn id="42" idx="4"/>
              <a:endCxn id="42" idx="0"/>
            </p:cNvCxnSpPr>
            <p:nvPr/>
          </p:nvCxnSpPr>
          <p:spPr>
            <a:xfrm flipV="1">
              <a:off x="3780358" y="13409375"/>
              <a:ext cx="0" cy="1815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93D382B-BF48-FCE0-C6F3-999B4D74023E}"/>
              </a:ext>
            </a:extLst>
          </p:cNvPr>
          <p:cNvCxnSpPr>
            <a:stCxn id="37" idx="0"/>
            <a:endCxn id="42" idx="4"/>
          </p:cNvCxnSpPr>
          <p:nvPr/>
        </p:nvCxnSpPr>
        <p:spPr>
          <a:xfrm flipH="1" flipV="1">
            <a:off x="9690639" y="2613780"/>
            <a:ext cx="1" cy="130047"/>
          </a:xfrm>
          <a:prstGeom prst="line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BF88A18-FC4D-4B9F-2458-B5744486168C}"/>
              </a:ext>
            </a:extLst>
          </p:cNvPr>
          <p:cNvCxnSpPr>
            <a:cxnSpLocks/>
          </p:cNvCxnSpPr>
          <p:nvPr/>
        </p:nvCxnSpPr>
        <p:spPr>
          <a:xfrm flipH="1" flipV="1">
            <a:off x="9698878" y="3499341"/>
            <a:ext cx="0" cy="304755"/>
          </a:xfrm>
          <a:prstGeom prst="line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F1E518E-1FE8-D4E0-265B-73D0DE661503}"/>
              </a:ext>
            </a:extLst>
          </p:cNvPr>
          <p:cNvSpPr txBox="1"/>
          <p:nvPr/>
        </p:nvSpPr>
        <p:spPr>
          <a:xfrm>
            <a:off x="9884185" y="225174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相加及归一化操作</a:t>
            </a:r>
            <a:endParaRPr lang="en-US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3B3FEAF-17B9-A83F-F3F6-3FCD8AC13139}"/>
              </a:ext>
            </a:extLst>
          </p:cNvPr>
          <p:cNvCxnSpPr>
            <a:cxnSpLocks/>
          </p:cNvCxnSpPr>
          <p:nvPr/>
        </p:nvCxnSpPr>
        <p:spPr>
          <a:xfrm flipH="1">
            <a:off x="8019647" y="3122249"/>
            <a:ext cx="660222" cy="0"/>
          </a:xfrm>
          <a:prstGeom prst="line">
            <a:avLst/>
          </a:prstGeom>
          <a:ln w="1270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5A27C86-3E38-BF8E-BABF-3A85756EB80B}"/>
              </a:ext>
            </a:extLst>
          </p:cNvPr>
          <p:cNvSpPr txBox="1"/>
          <p:nvPr/>
        </p:nvSpPr>
        <p:spPr>
          <a:xfrm>
            <a:off x="7135736" y="2813308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编码器</a:t>
            </a:r>
            <a:endParaRPr lang="en-US" dirty="0"/>
          </a:p>
          <a:p>
            <a:pPr algn="ctr"/>
            <a:r>
              <a:rPr lang="en-US" dirty="0" err="1"/>
              <a:t>输出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9199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4ED2E-EC70-DFBF-95EF-68CE0AFAA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6B737-128C-784D-82F8-223F57F4D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Transformer</a:t>
            </a:r>
            <a:r>
              <a:rPr lang="zh-CN" altLang="en-US"/>
              <a:t> 解码器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128E6-3F99-9200-EC79-DDAAA02A7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769"/>
            <a:ext cx="6216415" cy="5060194"/>
          </a:xfrm>
        </p:spPr>
        <p:txBody>
          <a:bodyPr>
            <a:normAutofit fontScale="77500" lnSpcReduction="20000"/>
          </a:bodyPr>
          <a:lstStyle/>
          <a:p>
            <a:pPr indent="-457200"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3100" dirty="0"/>
              <a:t>掩码多头注意力的动机</a:t>
            </a:r>
            <a:endParaRPr lang="en-US" altLang="zh-CN" sz="3100" dirty="0"/>
          </a:p>
          <a:p>
            <a:pPr lvl="2" indent="-457200"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700" dirty="0"/>
              <a:t>在解码时，我们需要保证当前位置只能看到已生成的前序输出，避免“偷看”未来信息。</a:t>
            </a:r>
          </a:p>
          <a:p>
            <a:pPr lvl="2" indent="-457200"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700" dirty="0"/>
              <a:t>保持并行计算</a:t>
            </a:r>
            <a:r>
              <a:rPr lang="zh-CN" altLang="en-US" sz="2700" b="0" kern="1200" dirty="0">
                <a:solidFill>
                  <a:schemeClr val="tx1"/>
                </a:solidFill>
                <a:cs typeface="+mn-cs"/>
              </a:rPr>
              <a:t>：</a:t>
            </a:r>
            <a:r>
              <a:rPr lang="zh-CN" altLang="en-US" sz="2700" kern="100" dirty="0">
                <a:solidFill>
                  <a:prstClr val="black"/>
                </a:solidFill>
                <a:cs typeface="+mn-ea"/>
              </a:rPr>
              <a:t>虽然是序列生成，仍希望利用并行化优势，通过矩阵运算一次性完成多头计算。</a:t>
            </a:r>
          </a:p>
          <a:p>
            <a:pPr indent="-457200"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3100" dirty="0"/>
              <a:t>掩码多头注意力的实现思路</a:t>
            </a:r>
          </a:p>
          <a:p>
            <a:pPr lvl="2" indent="-457200"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700" dirty="0"/>
              <a:t>构造掩码矩阵（</a:t>
            </a:r>
            <a:r>
              <a:rPr lang="en-US" altLang="en-US" sz="2700" dirty="0"/>
              <a:t>Mask）</a:t>
            </a:r>
            <a:r>
              <a:rPr lang="zh-CN" altLang="en-US" sz="2700" dirty="0"/>
              <a:t>：</a:t>
            </a:r>
            <a:r>
              <a:rPr lang="zh-CN" altLang="en-US" sz="2700" kern="100" dirty="0">
                <a:solidFill>
                  <a:prstClr val="black"/>
                </a:solidFill>
                <a:cs typeface="+mn-ea"/>
              </a:rPr>
              <a:t>对于长度为 </a:t>
            </a:r>
            <a:r>
              <a:rPr lang="en-US" altLang="en-US" sz="2700" kern="100" dirty="0">
                <a:solidFill>
                  <a:prstClr val="black"/>
                </a:solidFill>
                <a:cs typeface="+mn-ea"/>
              </a:rPr>
              <a:t>T </a:t>
            </a:r>
            <a:r>
              <a:rPr lang="zh-CN" altLang="en-US" sz="2700" kern="100" dirty="0">
                <a:solidFill>
                  <a:prstClr val="black"/>
                </a:solidFill>
                <a:cs typeface="+mn-ea"/>
              </a:rPr>
              <a:t>的序列，生成一个 </a:t>
            </a:r>
            <a:r>
              <a:rPr lang="en-US" altLang="en-US" sz="2700" kern="100" dirty="0">
                <a:solidFill>
                  <a:prstClr val="black"/>
                </a:solidFill>
                <a:cs typeface="+mn-ea"/>
              </a:rPr>
              <a:t>T×T </a:t>
            </a:r>
            <a:r>
              <a:rPr lang="zh-CN" altLang="en-US" sz="2700" kern="100" dirty="0">
                <a:solidFill>
                  <a:prstClr val="black"/>
                </a:solidFill>
                <a:cs typeface="+mn-ea"/>
              </a:rPr>
              <a:t>的上三角掩码矩阵，掩盖 </a:t>
            </a:r>
            <a:r>
              <a:rPr lang="en-US" altLang="zh-CN" sz="2700" kern="100" dirty="0">
                <a:solidFill>
                  <a:prstClr val="black"/>
                </a:solidFill>
                <a:cs typeface="+mn-ea"/>
              </a:rPr>
              <a:t>(</a:t>
            </a:r>
            <a:r>
              <a:rPr lang="en-US" altLang="en-US" sz="2700" kern="100" dirty="0" err="1">
                <a:solidFill>
                  <a:prstClr val="black"/>
                </a:solidFill>
                <a:cs typeface="+mn-ea"/>
              </a:rPr>
              <a:t>i,j</a:t>
            </a:r>
            <a:r>
              <a:rPr lang="en-US" altLang="en-US" sz="2700" kern="100" dirty="0">
                <a:solidFill>
                  <a:prstClr val="black"/>
                </a:solidFill>
                <a:cs typeface="+mn-ea"/>
              </a:rPr>
              <a:t>) </a:t>
            </a:r>
            <a:r>
              <a:rPr lang="zh-CN" altLang="en-US" sz="2700" kern="100" dirty="0">
                <a:solidFill>
                  <a:prstClr val="black"/>
                </a:solidFill>
                <a:cs typeface="+mn-ea"/>
              </a:rPr>
              <a:t>中 </a:t>
            </a:r>
            <a:r>
              <a:rPr lang="en-US" altLang="en-US" sz="2700" kern="100" dirty="0">
                <a:solidFill>
                  <a:prstClr val="black"/>
                </a:solidFill>
                <a:cs typeface="+mn-ea"/>
              </a:rPr>
              <a:t>j&gt;</a:t>
            </a:r>
            <a:r>
              <a:rPr lang="en-US" altLang="en-US" sz="2700" kern="100" dirty="0" err="1">
                <a:solidFill>
                  <a:prstClr val="black"/>
                </a:solidFill>
                <a:cs typeface="+mn-ea"/>
              </a:rPr>
              <a:t>i</a:t>
            </a:r>
            <a:r>
              <a:rPr lang="en-US" altLang="en-US" sz="2700" kern="100" dirty="0">
                <a:solidFill>
                  <a:prstClr val="black"/>
                </a:solidFill>
                <a:cs typeface="+mn-ea"/>
              </a:rPr>
              <a:t> </a:t>
            </a:r>
            <a:r>
              <a:rPr lang="zh-CN" altLang="en-US" sz="2700" kern="100" dirty="0">
                <a:solidFill>
                  <a:prstClr val="black"/>
                </a:solidFill>
                <a:cs typeface="+mn-ea"/>
              </a:rPr>
              <a:t>的位置。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2E8D6B5-45BF-180E-5512-15059F4464F7}"/>
              </a:ext>
            </a:extLst>
          </p:cNvPr>
          <p:cNvGrpSpPr/>
          <p:nvPr/>
        </p:nvGrpSpPr>
        <p:grpSpPr>
          <a:xfrm>
            <a:off x="7977950" y="987972"/>
            <a:ext cx="2471602" cy="3916754"/>
            <a:chOff x="4357295" y="3835102"/>
            <a:chExt cx="1031645" cy="1518403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1016F182-A987-92DD-5FFE-1F36766A8AC0}"/>
                </a:ext>
              </a:extLst>
            </p:cNvPr>
            <p:cNvSpPr/>
            <p:nvPr/>
          </p:nvSpPr>
          <p:spPr>
            <a:xfrm>
              <a:off x="4357295" y="3938778"/>
              <a:ext cx="1031645" cy="1340179"/>
            </a:xfrm>
            <a:prstGeom prst="roundRect">
              <a:avLst>
                <a:gd name="adj" fmla="val 0"/>
              </a:avLst>
            </a:prstGeom>
            <a:noFill/>
            <a:ln w="12700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5496FC35-B766-7C02-D033-63C4B7EFE17B}"/>
                </a:ext>
              </a:extLst>
            </p:cNvPr>
            <p:cNvSpPr/>
            <p:nvPr/>
          </p:nvSpPr>
          <p:spPr>
            <a:xfrm>
              <a:off x="4492909" y="4820607"/>
              <a:ext cx="843790" cy="29288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多头注意力机制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6BF0DC4-E631-7376-655F-7D44902718F3}"/>
                </a:ext>
              </a:extLst>
            </p:cNvPr>
            <p:cNvCxnSpPr/>
            <p:nvPr/>
          </p:nvCxnSpPr>
          <p:spPr>
            <a:xfrm flipH="1">
              <a:off x="4415647" y="5193495"/>
              <a:ext cx="49915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D2A796E-B044-3D53-C934-1CDF8EE81926}"/>
                </a:ext>
              </a:extLst>
            </p:cNvPr>
            <p:cNvCxnSpPr/>
            <p:nvPr/>
          </p:nvCxnSpPr>
          <p:spPr>
            <a:xfrm flipV="1">
              <a:off x="4415647" y="4686154"/>
              <a:ext cx="0" cy="5073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524D045-955C-407C-497E-4B7066855D15}"/>
                </a:ext>
              </a:extLst>
            </p:cNvPr>
            <p:cNvCxnSpPr>
              <a:stCxn id="28" idx="2"/>
            </p:cNvCxnSpPr>
            <p:nvPr/>
          </p:nvCxnSpPr>
          <p:spPr>
            <a:xfrm flipH="1">
              <a:off x="4415647" y="4692009"/>
              <a:ext cx="4468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598F179-12ED-7A97-AB5D-63612C24CD75}"/>
                </a:ext>
              </a:extLst>
            </p:cNvPr>
            <p:cNvGrpSpPr/>
            <p:nvPr/>
          </p:nvGrpSpPr>
          <p:grpSpPr>
            <a:xfrm>
              <a:off x="4862451" y="4639552"/>
              <a:ext cx="104914" cy="104914"/>
              <a:chOff x="3689572" y="13409375"/>
              <a:chExt cx="181571" cy="181571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0A5AB49B-6603-E577-F7E8-A54AB6B72D9B}"/>
                  </a:ext>
                </a:extLst>
              </p:cNvPr>
              <p:cNvSpPr/>
              <p:nvPr/>
            </p:nvSpPr>
            <p:spPr>
              <a:xfrm>
                <a:off x="3689572" y="13409375"/>
                <a:ext cx="181571" cy="181571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2CF37751-1072-6A5C-0F8E-746D50F08AB6}"/>
                  </a:ext>
                </a:extLst>
              </p:cNvPr>
              <p:cNvCxnSpPr>
                <a:stCxn id="28" idx="6"/>
                <a:endCxn id="28" idx="2"/>
              </p:cNvCxnSpPr>
              <p:nvPr/>
            </p:nvCxnSpPr>
            <p:spPr>
              <a:xfrm flipH="1">
                <a:off x="3689572" y="13500161"/>
                <a:ext cx="18157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9D64169-1C72-B5B9-EB26-39E0655FD077}"/>
                  </a:ext>
                </a:extLst>
              </p:cNvPr>
              <p:cNvCxnSpPr>
                <a:stCxn id="28" idx="4"/>
                <a:endCxn id="28" idx="0"/>
              </p:cNvCxnSpPr>
              <p:nvPr/>
            </p:nvCxnSpPr>
            <p:spPr>
              <a:xfrm flipV="1">
                <a:off x="3780358" y="13409375"/>
                <a:ext cx="0" cy="18157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5EFAEF1-6DFD-8861-E364-889AF5CDA56B}"/>
                </a:ext>
              </a:extLst>
            </p:cNvPr>
            <p:cNvCxnSpPr>
              <a:stCxn id="10" idx="0"/>
              <a:endCxn id="28" idx="4"/>
            </p:cNvCxnSpPr>
            <p:nvPr/>
          </p:nvCxnSpPr>
          <p:spPr>
            <a:xfrm flipV="1">
              <a:off x="4914804" y="4744466"/>
              <a:ext cx="104" cy="76141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2C1A55D-03C3-3A93-61CD-7C6A417E6614}"/>
                </a:ext>
              </a:extLst>
            </p:cNvPr>
            <p:cNvCxnSpPr/>
            <p:nvPr/>
          </p:nvCxnSpPr>
          <p:spPr>
            <a:xfrm flipV="1">
              <a:off x="4914804" y="5123667"/>
              <a:ext cx="2359" cy="229838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E2E022B-2F52-01BD-ABC8-A7EBE4EB0925}"/>
                </a:ext>
              </a:extLst>
            </p:cNvPr>
            <p:cNvCxnSpPr/>
            <p:nvPr/>
          </p:nvCxnSpPr>
          <p:spPr>
            <a:xfrm flipH="1" flipV="1">
              <a:off x="4910446" y="4506586"/>
              <a:ext cx="4358" cy="13536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06FA677D-9654-95F7-22EA-72EA2472AA43}"/>
                </a:ext>
              </a:extLst>
            </p:cNvPr>
            <p:cNvSpPr/>
            <p:nvPr/>
          </p:nvSpPr>
          <p:spPr>
            <a:xfrm>
              <a:off x="4492542" y="4204132"/>
              <a:ext cx="843790" cy="292889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前馈层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B60D10E-3734-AEDD-BC1C-94170729DF8A}"/>
                </a:ext>
              </a:extLst>
            </p:cNvPr>
            <p:cNvCxnSpPr/>
            <p:nvPr/>
          </p:nvCxnSpPr>
          <p:spPr>
            <a:xfrm flipH="1">
              <a:off x="4415280" y="4597042"/>
              <a:ext cx="49915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97B72E4-5FBB-C314-0332-9376F9DB3F3B}"/>
                </a:ext>
              </a:extLst>
            </p:cNvPr>
            <p:cNvCxnSpPr/>
            <p:nvPr/>
          </p:nvCxnSpPr>
          <p:spPr>
            <a:xfrm flipV="1">
              <a:off x="4415280" y="4075534"/>
              <a:ext cx="0" cy="52150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37DC264-05B2-F072-3F01-3620F5E2E90C}"/>
                </a:ext>
              </a:extLst>
            </p:cNvPr>
            <p:cNvCxnSpPr>
              <a:stCxn id="25" idx="2"/>
            </p:cNvCxnSpPr>
            <p:nvPr/>
          </p:nvCxnSpPr>
          <p:spPr>
            <a:xfrm flipH="1">
              <a:off x="4415280" y="4075534"/>
              <a:ext cx="4468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682D41B-3A7A-F781-228D-92BEFCA18241}"/>
                </a:ext>
              </a:extLst>
            </p:cNvPr>
            <p:cNvGrpSpPr/>
            <p:nvPr/>
          </p:nvGrpSpPr>
          <p:grpSpPr>
            <a:xfrm>
              <a:off x="4862084" y="4023077"/>
              <a:ext cx="104914" cy="104914"/>
              <a:chOff x="3689572" y="13409375"/>
              <a:chExt cx="181571" cy="181571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5DE99BEC-439F-3035-59F8-6F027A0C836A}"/>
                  </a:ext>
                </a:extLst>
              </p:cNvPr>
              <p:cNvSpPr/>
              <p:nvPr/>
            </p:nvSpPr>
            <p:spPr>
              <a:xfrm>
                <a:off x="3689572" y="13409375"/>
                <a:ext cx="181571" cy="181571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056A60A-141B-4171-EE05-8621C18A537B}"/>
                  </a:ext>
                </a:extLst>
              </p:cNvPr>
              <p:cNvCxnSpPr>
                <a:stCxn id="25" idx="6"/>
                <a:endCxn id="25" idx="2"/>
              </p:cNvCxnSpPr>
              <p:nvPr/>
            </p:nvCxnSpPr>
            <p:spPr>
              <a:xfrm flipH="1">
                <a:off x="3689572" y="13500161"/>
                <a:ext cx="18157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051679A-3BEA-FA22-E3C9-25F827CD716B}"/>
                  </a:ext>
                </a:extLst>
              </p:cNvPr>
              <p:cNvCxnSpPr>
                <a:stCxn id="25" idx="4"/>
                <a:endCxn id="25" idx="0"/>
              </p:cNvCxnSpPr>
              <p:nvPr/>
            </p:nvCxnSpPr>
            <p:spPr>
              <a:xfrm flipV="1">
                <a:off x="3780358" y="13409375"/>
                <a:ext cx="0" cy="18157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DEEB650-96E8-1768-B85A-F9F3E96A1200}"/>
                </a:ext>
              </a:extLst>
            </p:cNvPr>
            <p:cNvCxnSpPr>
              <a:stCxn id="18" idx="0"/>
              <a:endCxn id="25" idx="4"/>
            </p:cNvCxnSpPr>
            <p:nvPr/>
          </p:nvCxnSpPr>
          <p:spPr>
            <a:xfrm flipV="1">
              <a:off x="4914437" y="4127991"/>
              <a:ext cx="104" cy="76141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4770EA5-FFA8-F09F-77CE-82CABB1CE69C}"/>
                </a:ext>
              </a:extLst>
            </p:cNvPr>
            <p:cNvCxnSpPr>
              <a:stCxn id="25" idx="0"/>
            </p:cNvCxnSpPr>
            <p:nvPr/>
          </p:nvCxnSpPr>
          <p:spPr>
            <a:xfrm flipH="1" flipV="1">
              <a:off x="4910446" y="3835102"/>
              <a:ext cx="4095" cy="187975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50">
                <a:extLst>
                  <a:ext uri="{FF2B5EF4-FFF2-40B4-BE49-F238E27FC236}">
                    <a16:creationId xmlns:a16="http://schemas.microsoft.com/office/drawing/2014/main" id="{63CF4363-AF7A-BF54-DB20-8DD4B5B13AD3}"/>
                  </a:ext>
                </a:extLst>
              </p:cNvPr>
              <p:cNvSpPr txBox="1"/>
              <p:nvPr/>
            </p:nvSpPr>
            <p:spPr>
              <a:xfrm>
                <a:off x="7156166" y="4311823"/>
                <a:ext cx="720233" cy="55697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2400"/>
                  <a:t>N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×</m:t>
                    </m:r>
                  </m:oMath>
                </a14:m>
                <a:endParaRPr lang="en-US" altLang="zh-CN" sz="2400"/>
              </a:p>
            </p:txBody>
          </p:sp>
        </mc:Choice>
        <mc:Fallback xmlns="">
          <p:sp>
            <p:nvSpPr>
              <p:cNvPr id="31" name="文本框 50">
                <a:extLst>
                  <a:ext uri="{FF2B5EF4-FFF2-40B4-BE49-F238E27FC236}">
                    <a16:creationId xmlns:a16="http://schemas.microsoft.com/office/drawing/2014/main" id="{63CF4363-AF7A-BF54-DB20-8DD4B5B13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166" y="4311823"/>
                <a:ext cx="720233" cy="556970"/>
              </a:xfrm>
              <a:prstGeom prst="rect">
                <a:avLst/>
              </a:prstGeom>
              <a:blipFill>
                <a:blip r:embed="rId3"/>
                <a:stretch>
                  <a:fillRect l="-13793" t="-8889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007053C3-2F62-AF50-A87C-875D2E27FF96}"/>
              </a:ext>
            </a:extLst>
          </p:cNvPr>
          <p:cNvSpPr txBox="1"/>
          <p:nvPr/>
        </p:nvSpPr>
        <p:spPr>
          <a:xfrm>
            <a:off x="9502901" y="300127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相加及归一化操作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9A8F72-BD5C-E562-2CF6-ADC2DA5F6B67}"/>
              </a:ext>
            </a:extLst>
          </p:cNvPr>
          <p:cNvSpPr txBox="1"/>
          <p:nvPr/>
        </p:nvSpPr>
        <p:spPr>
          <a:xfrm>
            <a:off x="9502900" y="142814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相加及归一化操作</a:t>
            </a:r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B29DD75-12F2-723C-3056-246CD21DE00D}"/>
              </a:ext>
            </a:extLst>
          </p:cNvPr>
          <p:cNvSpPr/>
          <p:nvPr/>
        </p:nvSpPr>
        <p:spPr>
          <a:xfrm>
            <a:off x="8308504" y="4930962"/>
            <a:ext cx="2021541" cy="5613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嵌入层</a:t>
            </a:r>
            <a:endParaRPr lang="en-US" altLang="zh-CN" dirty="0">
              <a:solidFill>
                <a:schemeClr val="tx1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8771A9A-4B5D-BE32-8B12-E84006A9CD91}"/>
              </a:ext>
            </a:extLst>
          </p:cNvPr>
          <p:cNvCxnSpPr>
            <a:cxnSpLocks/>
          </p:cNvCxnSpPr>
          <p:nvPr/>
        </p:nvCxnSpPr>
        <p:spPr>
          <a:xfrm flipH="1" flipV="1">
            <a:off x="9315569" y="5492262"/>
            <a:ext cx="0" cy="293310"/>
          </a:xfrm>
          <a:prstGeom prst="line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0D84993-11A4-C516-DB74-09D410948DB9}"/>
              </a:ext>
            </a:extLst>
          </p:cNvPr>
          <p:cNvSpPr txBox="1"/>
          <p:nvPr/>
        </p:nvSpPr>
        <p:spPr>
          <a:xfrm>
            <a:off x="8996108" y="582898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输入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7947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E9FD7-D820-7702-1A44-6E6D8C586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CEF89-7B30-D686-1F2D-37CABCEA7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Transformer</a:t>
            </a:r>
            <a:r>
              <a:rPr lang="zh-CN" altLang="en-US"/>
              <a:t> 解码器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7D644-187E-AAF3-F002-B94AF48D9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769"/>
            <a:ext cx="6191928" cy="5060194"/>
          </a:xfrm>
        </p:spPr>
        <p:txBody>
          <a:bodyPr>
            <a:normAutofit fontScale="92500"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en-US" dirty="0" err="1"/>
              <a:t>交叉多头注意力的</a:t>
            </a:r>
            <a:r>
              <a:rPr lang="zh-CN" altLang="en-US" dirty="0"/>
              <a:t>动机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融合编码器信息：</a:t>
            </a:r>
            <a:r>
              <a:rPr lang="zh-CN" altLang="en-US" kern="100" dirty="0">
                <a:solidFill>
                  <a:prstClr val="black"/>
                </a:solidFill>
                <a:cs typeface="+mn-ea"/>
              </a:rPr>
              <a:t>解码器在每一步生成时，需要参考整个源序列的上下文表示，保证生成内容与输入对齐。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多角度关注</a:t>
            </a:r>
            <a:r>
              <a:rPr lang="zh-CN" altLang="en-US" kern="1200" dirty="0">
                <a:solidFill>
                  <a:schemeClr val="tx1"/>
                </a:solidFill>
                <a:cs typeface="+mn-cs"/>
              </a:rPr>
              <a:t>：</a:t>
            </a:r>
            <a:r>
              <a:rPr lang="zh-CN" altLang="en-US" kern="100" dirty="0">
                <a:solidFill>
                  <a:prstClr val="black"/>
                </a:solidFill>
                <a:cs typeface="+mn-ea"/>
              </a:rPr>
              <a:t>不同注意力头可以在编码器各层次、不同特征子空间中捕捉多样化的源语义依赖。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实现思路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en-US" dirty="0"/>
              <a:t>Query </a:t>
            </a:r>
            <a:r>
              <a:rPr lang="zh-CN" altLang="en-US" dirty="0"/>
              <a:t>来自解码器前一层输出</a:t>
            </a:r>
            <a:r>
              <a:rPr lang="zh-CN" altLang="en-US" kern="1200" dirty="0">
                <a:solidFill>
                  <a:schemeClr val="tx1"/>
                </a:solidFill>
                <a:cs typeface="+mn-cs"/>
              </a:rPr>
              <a:t>：</a:t>
            </a:r>
            <a:r>
              <a:rPr lang="en-US" altLang="en-US" kern="100" dirty="0">
                <a:solidFill>
                  <a:prstClr val="black"/>
                </a:solidFill>
                <a:cs typeface="+mn-ea"/>
              </a:rPr>
              <a:t>Q = </a:t>
            </a:r>
            <a:r>
              <a:rPr lang="zh-CN" altLang="en-US" kern="100" dirty="0">
                <a:solidFill>
                  <a:prstClr val="black"/>
                </a:solidFill>
                <a:cs typeface="+mn-ea"/>
              </a:rPr>
              <a:t>解码器当前时刻的隐藏状态（包含已生成信息）。</a:t>
            </a:r>
          </a:p>
          <a:p>
            <a:pPr lvl="2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en-US" altLang="en-US" dirty="0" err="1"/>
              <a:t>Key、Value</a:t>
            </a:r>
            <a:r>
              <a:rPr lang="en-US" altLang="en-US" dirty="0"/>
              <a:t> </a:t>
            </a:r>
            <a:r>
              <a:rPr lang="zh-CN" altLang="en-US" dirty="0"/>
              <a:t>来自编码器输出：</a:t>
            </a:r>
            <a:r>
              <a:rPr lang="en-US" altLang="en-US" kern="100" dirty="0">
                <a:solidFill>
                  <a:prstClr val="black"/>
                </a:solidFill>
                <a:cs typeface="+mn-ea"/>
              </a:rPr>
              <a:t>K,V = </a:t>
            </a:r>
            <a:r>
              <a:rPr lang="zh-CN" altLang="en-US" kern="100" dirty="0">
                <a:solidFill>
                  <a:prstClr val="black"/>
                </a:solidFill>
                <a:cs typeface="+mn-ea"/>
              </a:rPr>
              <a:t>编码器最后一层的全序列表示。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CEB9CC0-325D-6840-68F7-F3A5BD45FDE4}"/>
              </a:ext>
            </a:extLst>
          </p:cNvPr>
          <p:cNvGrpSpPr/>
          <p:nvPr/>
        </p:nvGrpSpPr>
        <p:grpSpPr>
          <a:xfrm>
            <a:off x="7977950" y="987972"/>
            <a:ext cx="2471602" cy="3916754"/>
            <a:chOff x="4357295" y="3835102"/>
            <a:chExt cx="1031645" cy="1518403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9AD9959-B953-4D7F-388A-9FCD8A99EC3C}"/>
                </a:ext>
              </a:extLst>
            </p:cNvPr>
            <p:cNvSpPr/>
            <p:nvPr/>
          </p:nvSpPr>
          <p:spPr>
            <a:xfrm>
              <a:off x="4357295" y="3938778"/>
              <a:ext cx="1031645" cy="1340179"/>
            </a:xfrm>
            <a:prstGeom prst="roundRect">
              <a:avLst>
                <a:gd name="adj" fmla="val 0"/>
              </a:avLst>
            </a:prstGeom>
            <a:noFill/>
            <a:ln w="12700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13832BE0-45C8-F1EA-BB00-C6D5043FA4CF}"/>
                </a:ext>
              </a:extLst>
            </p:cNvPr>
            <p:cNvSpPr/>
            <p:nvPr/>
          </p:nvSpPr>
          <p:spPr>
            <a:xfrm>
              <a:off x="4492909" y="4820607"/>
              <a:ext cx="843790" cy="29288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多头注意力机制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A7E5CD1-E617-3574-0CF2-F3B3AA0F777A}"/>
                </a:ext>
              </a:extLst>
            </p:cNvPr>
            <p:cNvCxnSpPr/>
            <p:nvPr/>
          </p:nvCxnSpPr>
          <p:spPr>
            <a:xfrm flipH="1">
              <a:off x="4415647" y="5193495"/>
              <a:ext cx="49915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44F4808-E141-13F0-0E84-EA60A2907984}"/>
                </a:ext>
              </a:extLst>
            </p:cNvPr>
            <p:cNvCxnSpPr/>
            <p:nvPr/>
          </p:nvCxnSpPr>
          <p:spPr>
            <a:xfrm flipV="1">
              <a:off x="4415647" y="4686154"/>
              <a:ext cx="0" cy="5073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AA91314-8F4F-0641-9184-09268A4893CF}"/>
                </a:ext>
              </a:extLst>
            </p:cNvPr>
            <p:cNvCxnSpPr>
              <a:stCxn id="28" idx="2"/>
            </p:cNvCxnSpPr>
            <p:nvPr/>
          </p:nvCxnSpPr>
          <p:spPr>
            <a:xfrm flipH="1">
              <a:off x="4415647" y="4692009"/>
              <a:ext cx="4468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17B9354-74F8-7A1B-0695-9037A78FE166}"/>
                </a:ext>
              </a:extLst>
            </p:cNvPr>
            <p:cNvGrpSpPr/>
            <p:nvPr/>
          </p:nvGrpSpPr>
          <p:grpSpPr>
            <a:xfrm>
              <a:off x="4862451" y="4639552"/>
              <a:ext cx="104914" cy="104914"/>
              <a:chOff x="3689572" y="13409375"/>
              <a:chExt cx="181571" cy="181571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07E5A687-7184-F3E4-E949-9064C55C28EF}"/>
                  </a:ext>
                </a:extLst>
              </p:cNvPr>
              <p:cNvSpPr/>
              <p:nvPr/>
            </p:nvSpPr>
            <p:spPr>
              <a:xfrm>
                <a:off x="3689572" y="13409375"/>
                <a:ext cx="181571" cy="181571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2BC0AC98-E37F-DC85-8A91-7298BC7C6A84}"/>
                  </a:ext>
                </a:extLst>
              </p:cNvPr>
              <p:cNvCxnSpPr>
                <a:stCxn id="28" idx="6"/>
                <a:endCxn id="28" idx="2"/>
              </p:cNvCxnSpPr>
              <p:nvPr/>
            </p:nvCxnSpPr>
            <p:spPr>
              <a:xfrm flipH="1">
                <a:off x="3689572" y="13500161"/>
                <a:ext cx="18157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7F66989D-2019-00B3-A2D0-D076F03BBF0C}"/>
                  </a:ext>
                </a:extLst>
              </p:cNvPr>
              <p:cNvCxnSpPr>
                <a:stCxn id="28" idx="4"/>
                <a:endCxn id="28" idx="0"/>
              </p:cNvCxnSpPr>
              <p:nvPr/>
            </p:nvCxnSpPr>
            <p:spPr>
              <a:xfrm flipV="1">
                <a:off x="3780358" y="13409375"/>
                <a:ext cx="0" cy="18157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51EF012-EC57-C1AF-AF88-B47CD3393F4B}"/>
                </a:ext>
              </a:extLst>
            </p:cNvPr>
            <p:cNvCxnSpPr>
              <a:stCxn id="10" idx="0"/>
              <a:endCxn id="28" idx="4"/>
            </p:cNvCxnSpPr>
            <p:nvPr/>
          </p:nvCxnSpPr>
          <p:spPr>
            <a:xfrm flipV="1">
              <a:off x="4914804" y="4744466"/>
              <a:ext cx="104" cy="76141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00703E2-96A5-8B83-4365-4993B549F3DC}"/>
                </a:ext>
              </a:extLst>
            </p:cNvPr>
            <p:cNvCxnSpPr/>
            <p:nvPr/>
          </p:nvCxnSpPr>
          <p:spPr>
            <a:xfrm flipV="1">
              <a:off x="4914804" y="5123667"/>
              <a:ext cx="2359" cy="229838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2548D51-DEDE-5316-80F3-A87BC295AA43}"/>
                </a:ext>
              </a:extLst>
            </p:cNvPr>
            <p:cNvCxnSpPr/>
            <p:nvPr/>
          </p:nvCxnSpPr>
          <p:spPr>
            <a:xfrm flipH="1" flipV="1">
              <a:off x="4910446" y="4506586"/>
              <a:ext cx="4358" cy="13536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3B017D8B-E094-2D42-90E5-D4174CE02EA9}"/>
                </a:ext>
              </a:extLst>
            </p:cNvPr>
            <p:cNvSpPr/>
            <p:nvPr/>
          </p:nvSpPr>
          <p:spPr>
            <a:xfrm>
              <a:off x="4492542" y="4204132"/>
              <a:ext cx="843790" cy="292889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前馈层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9A152B8-AC47-E070-3973-2AACA1CA52AB}"/>
                </a:ext>
              </a:extLst>
            </p:cNvPr>
            <p:cNvCxnSpPr/>
            <p:nvPr/>
          </p:nvCxnSpPr>
          <p:spPr>
            <a:xfrm flipH="1">
              <a:off x="4415280" y="4597042"/>
              <a:ext cx="49915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21D664F-F276-A9A9-7A0F-CE67C3386106}"/>
                </a:ext>
              </a:extLst>
            </p:cNvPr>
            <p:cNvCxnSpPr/>
            <p:nvPr/>
          </p:nvCxnSpPr>
          <p:spPr>
            <a:xfrm flipV="1">
              <a:off x="4415280" y="4075534"/>
              <a:ext cx="0" cy="52150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571512A-DFE3-C270-E8FC-40503F444464}"/>
                </a:ext>
              </a:extLst>
            </p:cNvPr>
            <p:cNvCxnSpPr>
              <a:stCxn id="25" idx="2"/>
            </p:cNvCxnSpPr>
            <p:nvPr/>
          </p:nvCxnSpPr>
          <p:spPr>
            <a:xfrm flipH="1">
              <a:off x="4415280" y="4075534"/>
              <a:ext cx="4468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2FE0AD7-EF97-E461-04A1-D876FE3CBD8B}"/>
                </a:ext>
              </a:extLst>
            </p:cNvPr>
            <p:cNvGrpSpPr/>
            <p:nvPr/>
          </p:nvGrpSpPr>
          <p:grpSpPr>
            <a:xfrm>
              <a:off x="4862084" y="4023077"/>
              <a:ext cx="104914" cy="104914"/>
              <a:chOff x="3689572" y="13409375"/>
              <a:chExt cx="181571" cy="181571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D89BD858-37C1-9BD5-6FE4-E62F05C29EBE}"/>
                  </a:ext>
                </a:extLst>
              </p:cNvPr>
              <p:cNvSpPr/>
              <p:nvPr/>
            </p:nvSpPr>
            <p:spPr>
              <a:xfrm>
                <a:off x="3689572" y="13409375"/>
                <a:ext cx="181571" cy="181571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5A5ACC5F-5CD0-EE19-D18B-D12D231B7834}"/>
                  </a:ext>
                </a:extLst>
              </p:cNvPr>
              <p:cNvCxnSpPr>
                <a:stCxn id="25" idx="6"/>
                <a:endCxn id="25" idx="2"/>
              </p:cNvCxnSpPr>
              <p:nvPr/>
            </p:nvCxnSpPr>
            <p:spPr>
              <a:xfrm flipH="1">
                <a:off x="3689572" y="13500161"/>
                <a:ext cx="18157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B5E4FDFA-C81C-CF7E-8F09-066EB1D704E9}"/>
                  </a:ext>
                </a:extLst>
              </p:cNvPr>
              <p:cNvCxnSpPr>
                <a:stCxn id="25" idx="4"/>
                <a:endCxn id="25" idx="0"/>
              </p:cNvCxnSpPr>
              <p:nvPr/>
            </p:nvCxnSpPr>
            <p:spPr>
              <a:xfrm flipV="1">
                <a:off x="3780358" y="13409375"/>
                <a:ext cx="0" cy="18157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928EDC7-143A-8FA4-BE7C-48FC739D7AEE}"/>
                </a:ext>
              </a:extLst>
            </p:cNvPr>
            <p:cNvCxnSpPr>
              <a:stCxn id="18" idx="0"/>
              <a:endCxn id="25" idx="4"/>
            </p:cNvCxnSpPr>
            <p:nvPr/>
          </p:nvCxnSpPr>
          <p:spPr>
            <a:xfrm flipV="1">
              <a:off x="4914437" y="4127991"/>
              <a:ext cx="104" cy="76141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CF2AD3A-4CB2-07D0-7AD1-7D81F8320EA9}"/>
                </a:ext>
              </a:extLst>
            </p:cNvPr>
            <p:cNvCxnSpPr>
              <a:stCxn id="25" idx="0"/>
            </p:cNvCxnSpPr>
            <p:nvPr/>
          </p:nvCxnSpPr>
          <p:spPr>
            <a:xfrm flipH="1" flipV="1">
              <a:off x="4910446" y="3835102"/>
              <a:ext cx="4095" cy="187975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50">
                <a:extLst>
                  <a:ext uri="{FF2B5EF4-FFF2-40B4-BE49-F238E27FC236}">
                    <a16:creationId xmlns:a16="http://schemas.microsoft.com/office/drawing/2014/main" id="{9057E022-7DCE-E380-8A46-4D8E34F745EE}"/>
                  </a:ext>
                </a:extLst>
              </p:cNvPr>
              <p:cNvSpPr txBox="1"/>
              <p:nvPr/>
            </p:nvSpPr>
            <p:spPr>
              <a:xfrm>
                <a:off x="7156166" y="4311823"/>
                <a:ext cx="720233" cy="55697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2400"/>
                  <a:t>N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×</m:t>
                    </m:r>
                  </m:oMath>
                </a14:m>
                <a:endParaRPr lang="en-US" altLang="zh-CN" sz="2400"/>
              </a:p>
            </p:txBody>
          </p:sp>
        </mc:Choice>
        <mc:Fallback xmlns="">
          <p:sp>
            <p:nvSpPr>
              <p:cNvPr id="31" name="文本框 50">
                <a:extLst>
                  <a:ext uri="{FF2B5EF4-FFF2-40B4-BE49-F238E27FC236}">
                    <a16:creationId xmlns:a16="http://schemas.microsoft.com/office/drawing/2014/main" id="{9057E022-7DCE-E380-8A46-4D8E34F74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166" y="4311823"/>
                <a:ext cx="720233" cy="556970"/>
              </a:xfrm>
              <a:prstGeom prst="rect">
                <a:avLst/>
              </a:prstGeom>
              <a:blipFill>
                <a:blip r:embed="rId3"/>
                <a:stretch>
                  <a:fillRect l="-13793" t="-8889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6A3CE869-758F-E58F-C9D4-18246C266CA5}"/>
              </a:ext>
            </a:extLst>
          </p:cNvPr>
          <p:cNvSpPr txBox="1"/>
          <p:nvPr/>
        </p:nvSpPr>
        <p:spPr>
          <a:xfrm>
            <a:off x="9502901" y="300127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相加及归一化操作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CC83F8-B2A7-5B7F-9AED-B3CFEF403365}"/>
              </a:ext>
            </a:extLst>
          </p:cNvPr>
          <p:cNvSpPr txBox="1"/>
          <p:nvPr/>
        </p:nvSpPr>
        <p:spPr>
          <a:xfrm>
            <a:off x="9502900" y="142814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相加及归一化操作</a:t>
            </a:r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D632018-A5D2-AEAA-5E20-C9367156DBA6}"/>
              </a:ext>
            </a:extLst>
          </p:cNvPr>
          <p:cNvSpPr/>
          <p:nvPr/>
        </p:nvSpPr>
        <p:spPr>
          <a:xfrm>
            <a:off x="8308504" y="4930962"/>
            <a:ext cx="2021541" cy="5613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嵌入层</a:t>
            </a:r>
            <a:endParaRPr lang="en-US" altLang="zh-CN" dirty="0">
              <a:solidFill>
                <a:schemeClr val="tx1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7DCAB9B-AAE5-305F-EEAC-92A084A12637}"/>
              </a:ext>
            </a:extLst>
          </p:cNvPr>
          <p:cNvCxnSpPr>
            <a:cxnSpLocks/>
          </p:cNvCxnSpPr>
          <p:nvPr/>
        </p:nvCxnSpPr>
        <p:spPr>
          <a:xfrm flipH="1" flipV="1">
            <a:off x="9315569" y="5492262"/>
            <a:ext cx="0" cy="293310"/>
          </a:xfrm>
          <a:prstGeom prst="line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5D4741F-248C-D956-396E-6BD09F4CA72D}"/>
              </a:ext>
            </a:extLst>
          </p:cNvPr>
          <p:cNvSpPr txBox="1"/>
          <p:nvPr/>
        </p:nvSpPr>
        <p:spPr>
          <a:xfrm>
            <a:off x="8996108" y="582898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输入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7150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ECCD6B-7F9D-44E5-A7A2-CC28B55E8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掩码多头注意力机制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7775D3-E436-4AFD-B40B-771D4BCC9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对于解码过程中看不到未来</a:t>
            </a:r>
            <a:r>
              <a:rPr lang="en-US" altLang="zh-CN" dirty="0"/>
              <a:t>token</a:t>
            </a:r>
            <a:r>
              <a:rPr lang="zh-CN" altLang="en-US" dirty="0"/>
              <a:t>的情况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zh-CN" altLang="en-US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使用已知输出进行预测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B6B2001-D2E7-41D5-82A5-7023A34F3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909" y="1329362"/>
            <a:ext cx="3928069" cy="239839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92D830F-4ECF-42C6-B31C-C3E3A2252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2738" y="4001294"/>
            <a:ext cx="7146524" cy="244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7893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CB46F-4DBA-A20F-691E-795115C8B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500" dirty="0"/>
              <a:t>掩码多头注意力机制</a:t>
            </a:r>
            <a:endParaRPr lang="en-US"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49069-DE05-A62F-EB61-58880FDBE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74" y="987972"/>
            <a:ext cx="10696026" cy="475113"/>
          </a:xfrm>
        </p:spPr>
        <p:txBody>
          <a:bodyPr/>
          <a:lstStyle/>
          <a:p>
            <a:r>
              <a:rPr lang="en-US" dirty="0" err="1"/>
              <a:t>进一步理解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70DC82-ADBE-0593-C453-7C8687730C7F}"/>
                  </a:ext>
                </a:extLst>
              </p:cNvPr>
              <p:cNvSpPr txBox="1"/>
              <p:nvPr/>
            </p:nvSpPr>
            <p:spPr>
              <a:xfrm>
                <a:off x="1161545" y="2054391"/>
                <a:ext cx="2850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70DC82-ADBE-0593-C453-7C8687730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545" y="2054391"/>
                <a:ext cx="285078" cy="276999"/>
              </a:xfrm>
              <a:prstGeom prst="rect">
                <a:avLst/>
              </a:prstGeom>
              <a:blipFill>
                <a:blip r:embed="rId3"/>
                <a:stretch>
                  <a:fillRect l="-17391" r="-4348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CCD5FE-0485-16CB-19C1-C6B75606932F}"/>
                  </a:ext>
                </a:extLst>
              </p:cNvPr>
              <p:cNvSpPr txBox="1"/>
              <p:nvPr/>
            </p:nvSpPr>
            <p:spPr>
              <a:xfrm>
                <a:off x="1167641" y="2365801"/>
                <a:ext cx="2904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CCD5FE-0485-16CB-19C1-C6B756069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1" y="2365801"/>
                <a:ext cx="290401" cy="276999"/>
              </a:xfrm>
              <a:prstGeom prst="rect">
                <a:avLst/>
              </a:prstGeom>
              <a:blipFill>
                <a:blip r:embed="rId4"/>
                <a:stretch>
                  <a:fillRect l="-21739" r="-4348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96780E-2771-B095-468D-86CA906DD57C}"/>
                  </a:ext>
                </a:extLst>
              </p:cNvPr>
              <p:cNvSpPr txBox="1"/>
              <p:nvPr/>
            </p:nvSpPr>
            <p:spPr>
              <a:xfrm>
                <a:off x="1164593" y="2670798"/>
                <a:ext cx="2904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96780E-2771-B095-468D-86CA906DD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593" y="2670798"/>
                <a:ext cx="290401" cy="276999"/>
              </a:xfrm>
              <a:prstGeom prst="rect">
                <a:avLst/>
              </a:prstGeom>
              <a:blipFill>
                <a:blip r:embed="rId5"/>
                <a:stretch>
                  <a:fillRect l="-16667" r="-4167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6D9158-C6A2-FB14-F72F-3743E9F138C2}"/>
                  </a:ext>
                </a:extLst>
              </p:cNvPr>
              <p:cNvSpPr txBox="1"/>
              <p:nvPr/>
            </p:nvSpPr>
            <p:spPr>
              <a:xfrm>
                <a:off x="1152401" y="3012370"/>
                <a:ext cx="2904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6D9158-C6A2-FB14-F72F-3743E9F13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401" y="3012370"/>
                <a:ext cx="290401" cy="276999"/>
              </a:xfrm>
              <a:prstGeom prst="rect">
                <a:avLst/>
              </a:prstGeom>
              <a:blipFill>
                <a:blip r:embed="rId6"/>
                <a:stretch>
                  <a:fillRect l="-16667" r="-4167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285F1B9-8B98-E3E3-1A68-8EC6229B6D8F}"/>
                  </a:ext>
                </a:extLst>
              </p:cNvPr>
              <p:cNvSpPr txBox="1"/>
              <p:nvPr/>
            </p:nvSpPr>
            <p:spPr>
              <a:xfrm>
                <a:off x="2952739" y="3092557"/>
                <a:ext cx="2911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285F1B9-8B98-E3E3-1A68-8EC6229B6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739" y="3092557"/>
                <a:ext cx="291169" cy="276999"/>
              </a:xfrm>
              <a:prstGeom prst="rect">
                <a:avLst/>
              </a:prstGeom>
              <a:blipFill>
                <a:blip r:embed="rId7"/>
                <a:stretch>
                  <a:fillRect l="-16667" r="-41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199BB4-4A33-6F77-FE37-390624A6725A}"/>
                  </a:ext>
                </a:extLst>
              </p:cNvPr>
              <p:cNvSpPr txBox="1"/>
              <p:nvPr/>
            </p:nvSpPr>
            <p:spPr>
              <a:xfrm>
                <a:off x="3253700" y="3097458"/>
                <a:ext cx="2964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199BB4-4A33-6F77-FE37-390624A67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700" y="3097458"/>
                <a:ext cx="296491" cy="276999"/>
              </a:xfrm>
              <a:prstGeom prst="rect">
                <a:avLst/>
              </a:prstGeom>
              <a:blipFill>
                <a:blip r:embed="rId8"/>
                <a:stretch>
                  <a:fillRect l="-16667" r="-41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0B70D0-A74D-4500-8A97-F1ED5167091E}"/>
                  </a:ext>
                </a:extLst>
              </p:cNvPr>
              <p:cNvSpPr txBox="1"/>
              <p:nvPr/>
            </p:nvSpPr>
            <p:spPr>
              <a:xfrm>
                <a:off x="3534847" y="3113702"/>
                <a:ext cx="2964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0B70D0-A74D-4500-8A97-F1ED51670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847" y="3113702"/>
                <a:ext cx="296491" cy="276999"/>
              </a:xfrm>
              <a:prstGeom prst="rect">
                <a:avLst/>
              </a:prstGeom>
              <a:blipFill>
                <a:blip r:embed="rId9"/>
                <a:stretch>
                  <a:fillRect l="-16667" r="-4167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E7E699-B277-7E29-C695-6BCC04EC7DB3}"/>
                  </a:ext>
                </a:extLst>
              </p:cNvPr>
              <p:cNvSpPr txBox="1"/>
              <p:nvPr/>
            </p:nvSpPr>
            <p:spPr>
              <a:xfrm>
                <a:off x="3848491" y="3092971"/>
                <a:ext cx="2964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E7E699-B277-7E29-C695-6BCC04EC7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8491" y="3092971"/>
                <a:ext cx="296491" cy="276999"/>
              </a:xfrm>
              <a:prstGeom prst="rect">
                <a:avLst/>
              </a:prstGeom>
              <a:blipFill>
                <a:blip r:embed="rId10"/>
                <a:stretch>
                  <a:fillRect l="-16000" r="-4000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AFE4EA-3A0C-E5F5-CAAB-C4F316463F89}"/>
                  </a:ext>
                </a:extLst>
              </p:cNvPr>
              <p:cNvSpPr txBox="1"/>
              <p:nvPr/>
            </p:nvSpPr>
            <p:spPr>
              <a:xfrm>
                <a:off x="4672024" y="3370335"/>
                <a:ext cx="2911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AFE4EA-3A0C-E5F5-CAAB-C4F316463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024" y="3370335"/>
                <a:ext cx="291169" cy="276999"/>
              </a:xfrm>
              <a:prstGeom prst="rect">
                <a:avLst/>
              </a:prstGeom>
              <a:blipFill>
                <a:blip r:embed="rId11"/>
                <a:stretch>
                  <a:fillRect l="-16667" r="-41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B964831-375E-89CF-1A86-86B17A9480A7}"/>
                  </a:ext>
                </a:extLst>
              </p:cNvPr>
              <p:cNvSpPr txBox="1"/>
              <p:nvPr/>
            </p:nvSpPr>
            <p:spPr>
              <a:xfrm>
                <a:off x="4972985" y="3375236"/>
                <a:ext cx="2964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B964831-375E-89CF-1A86-86B17A948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2985" y="3375236"/>
                <a:ext cx="296491" cy="276999"/>
              </a:xfrm>
              <a:prstGeom prst="rect">
                <a:avLst/>
              </a:prstGeom>
              <a:blipFill>
                <a:blip r:embed="rId12"/>
                <a:stretch>
                  <a:fillRect l="-16667" r="-41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76F9E5-C359-0C97-4A3B-FCA43D8FA919}"/>
                  </a:ext>
                </a:extLst>
              </p:cNvPr>
              <p:cNvSpPr txBox="1"/>
              <p:nvPr/>
            </p:nvSpPr>
            <p:spPr>
              <a:xfrm>
                <a:off x="5254132" y="3391480"/>
                <a:ext cx="2964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76F9E5-C359-0C97-4A3B-FCA43D8FA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4132" y="3391480"/>
                <a:ext cx="296491" cy="276999"/>
              </a:xfrm>
              <a:prstGeom prst="rect">
                <a:avLst/>
              </a:prstGeom>
              <a:blipFill>
                <a:blip r:embed="rId13"/>
                <a:stretch>
                  <a:fillRect l="-16000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E73579E-9DF7-EC81-34C2-A7D0AC4C091C}"/>
                  </a:ext>
                </a:extLst>
              </p:cNvPr>
              <p:cNvSpPr txBox="1"/>
              <p:nvPr/>
            </p:nvSpPr>
            <p:spPr>
              <a:xfrm>
                <a:off x="5567776" y="3370749"/>
                <a:ext cx="2964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E73579E-9DF7-EC81-34C2-A7D0AC4C0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776" y="3370749"/>
                <a:ext cx="296491" cy="276999"/>
              </a:xfrm>
              <a:prstGeom prst="rect">
                <a:avLst/>
              </a:prstGeom>
              <a:blipFill>
                <a:blip r:embed="rId14"/>
                <a:stretch>
                  <a:fillRect l="-16667" r="-41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F9BEE75-F4DD-9B6B-9D43-5CACCD2DA49A}"/>
                  </a:ext>
                </a:extLst>
              </p:cNvPr>
              <p:cNvSpPr txBox="1"/>
              <p:nvPr/>
            </p:nvSpPr>
            <p:spPr>
              <a:xfrm>
                <a:off x="5907558" y="1997160"/>
                <a:ext cx="2850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F9BEE75-F4DD-9B6B-9D43-5CACCD2DA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558" y="1997160"/>
                <a:ext cx="285078" cy="276999"/>
              </a:xfrm>
              <a:prstGeom prst="rect">
                <a:avLst/>
              </a:prstGeom>
              <a:blipFill>
                <a:blip r:embed="rId15"/>
                <a:stretch>
                  <a:fillRect l="-21739" r="-4348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7398B9-7C88-B2DF-5B81-019DAC833B5E}"/>
                  </a:ext>
                </a:extLst>
              </p:cNvPr>
              <p:cNvSpPr txBox="1"/>
              <p:nvPr/>
            </p:nvSpPr>
            <p:spPr>
              <a:xfrm>
                <a:off x="5913654" y="2308570"/>
                <a:ext cx="2904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7398B9-7C88-B2DF-5B81-019DAC833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3654" y="2308570"/>
                <a:ext cx="290401" cy="276999"/>
              </a:xfrm>
              <a:prstGeom prst="rect">
                <a:avLst/>
              </a:prstGeom>
              <a:blipFill>
                <a:blip r:embed="rId16"/>
                <a:stretch>
                  <a:fillRect l="-16667" r="-4167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6FC4B2-FFD6-8051-F0F4-64BE75F67250}"/>
                  </a:ext>
                </a:extLst>
              </p:cNvPr>
              <p:cNvSpPr txBox="1"/>
              <p:nvPr/>
            </p:nvSpPr>
            <p:spPr>
              <a:xfrm>
                <a:off x="5910606" y="2613567"/>
                <a:ext cx="2904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6FC4B2-FFD6-8051-F0F4-64BE75F67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606" y="2613567"/>
                <a:ext cx="290401" cy="276999"/>
              </a:xfrm>
              <a:prstGeom prst="rect">
                <a:avLst/>
              </a:prstGeom>
              <a:blipFill>
                <a:blip r:embed="rId17"/>
                <a:stretch>
                  <a:fillRect l="-16667" r="-4167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F1AF57A-6350-04A3-75F3-DB90454BF56C}"/>
                  </a:ext>
                </a:extLst>
              </p:cNvPr>
              <p:cNvSpPr txBox="1"/>
              <p:nvPr/>
            </p:nvSpPr>
            <p:spPr>
              <a:xfrm>
                <a:off x="5898414" y="2955139"/>
                <a:ext cx="2904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F1AF57A-6350-04A3-75F3-DB90454BF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414" y="2955139"/>
                <a:ext cx="290401" cy="276999"/>
              </a:xfrm>
              <a:prstGeom prst="rect">
                <a:avLst/>
              </a:prstGeom>
              <a:blipFill>
                <a:blip r:embed="rId18"/>
                <a:stretch>
                  <a:fillRect l="-16667" r="-4167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21157B0-ADD0-B12F-3367-5B169030D221}"/>
                  </a:ext>
                </a:extLst>
              </p:cNvPr>
              <p:cNvSpPr txBox="1"/>
              <p:nvPr/>
            </p:nvSpPr>
            <p:spPr>
              <a:xfrm>
                <a:off x="6486378" y="1997160"/>
                <a:ext cx="2857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21157B0-ADD0-B12F-3367-5B169030D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378" y="1997160"/>
                <a:ext cx="285719" cy="276999"/>
              </a:xfrm>
              <a:prstGeom prst="rect">
                <a:avLst/>
              </a:prstGeom>
              <a:blipFill>
                <a:blip r:embed="rId19"/>
                <a:stretch>
                  <a:fillRect l="-8333" r="-41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12FEEF2-91C1-F646-DCE9-45F7923292FF}"/>
                  </a:ext>
                </a:extLst>
              </p:cNvPr>
              <p:cNvSpPr txBox="1"/>
              <p:nvPr/>
            </p:nvSpPr>
            <p:spPr>
              <a:xfrm>
                <a:off x="6492474" y="2308570"/>
                <a:ext cx="2910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12FEEF2-91C1-F646-DCE9-45F792329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474" y="2308570"/>
                <a:ext cx="291042" cy="276999"/>
              </a:xfrm>
              <a:prstGeom prst="rect">
                <a:avLst/>
              </a:prstGeom>
              <a:blipFill>
                <a:blip r:embed="rId20"/>
                <a:stretch>
                  <a:fillRect l="-12500" r="-41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707A3A-8288-6001-66B6-C542D7839199}"/>
                  </a:ext>
                </a:extLst>
              </p:cNvPr>
              <p:cNvSpPr txBox="1"/>
              <p:nvPr/>
            </p:nvSpPr>
            <p:spPr>
              <a:xfrm>
                <a:off x="6489426" y="2613567"/>
                <a:ext cx="2910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707A3A-8288-6001-66B6-C542D7839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426" y="2613567"/>
                <a:ext cx="291042" cy="276999"/>
              </a:xfrm>
              <a:prstGeom prst="rect">
                <a:avLst/>
              </a:prstGeom>
              <a:blipFill>
                <a:blip r:embed="rId21"/>
                <a:stretch>
                  <a:fillRect l="-13043" r="-4348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28EC01-9F73-5D44-8166-190EFE4B3580}"/>
                  </a:ext>
                </a:extLst>
              </p:cNvPr>
              <p:cNvSpPr txBox="1"/>
              <p:nvPr/>
            </p:nvSpPr>
            <p:spPr>
              <a:xfrm>
                <a:off x="6477234" y="2955139"/>
                <a:ext cx="2910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28EC01-9F73-5D44-8166-190EFE4B3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234" y="2955139"/>
                <a:ext cx="291042" cy="276999"/>
              </a:xfrm>
              <a:prstGeom prst="rect">
                <a:avLst/>
              </a:prstGeom>
              <a:blipFill>
                <a:blip r:embed="rId22"/>
                <a:stretch>
                  <a:fillRect l="-13043" r="-4348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0B3DC65-02EA-5AFF-3B89-E3E0DEDC6566}"/>
                  </a:ext>
                </a:extLst>
              </p:cNvPr>
              <p:cNvSpPr txBox="1"/>
              <p:nvPr/>
            </p:nvSpPr>
            <p:spPr>
              <a:xfrm>
                <a:off x="4666746" y="3781857"/>
                <a:ext cx="2857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0B3DC65-02EA-5AFF-3B89-E3E0DEDC6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746" y="3781857"/>
                <a:ext cx="285719" cy="276999"/>
              </a:xfrm>
              <a:prstGeom prst="rect">
                <a:avLst/>
              </a:prstGeom>
              <a:blipFill>
                <a:blip r:embed="rId23"/>
                <a:stretch>
                  <a:fillRect l="-8696" r="-4348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E732089-F128-29C5-C207-4B7291A9A4BB}"/>
                  </a:ext>
                </a:extLst>
              </p:cNvPr>
              <p:cNvSpPr txBox="1"/>
              <p:nvPr/>
            </p:nvSpPr>
            <p:spPr>
              <a:xfrm>
                <a:off x="4967707" y="3786758"/>
                <a:ext cx="2910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E732089-F128-29C5-C207-4B7291A9A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707" y="3786758"/>
                <a:ext cx="291042" cy="276999"/>
              </a:xfrm>
              <a:prstGeom prst="rect">
                <a:avLst/>
              </a:prstGeom>
              <a:blipFill>
                <a:blip r:embed="rId24"/>
                <a:stretch>
                  <a:fillRect l="-12500" r="-4167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2866A38-FA01-08BD-1DD0-C5E9BEBDD9C7}"/>
                  </a:ext>
                </a:extLst>
              </p:cNvPr>
              <p:cNvSpPr txBox="1"/>
              <p:nvPr/>
            </p:nvSpPr>
            <p:spPr>
              <a:xfrm>
                <a:off x="5248854" y="3803002"/>
                <a:ext cx="2910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2866A38-FA01-08BD-1DD0-C5E9BEBDD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854" y="3803002"/>
                <a:ext cx="291042" cy="276999"/>
              </a:xfrm>
              <a:prstGeom prst="rect">
                <a:avLst/>
              </a:prstGeom>
              <a:blipFill>
                <a:blip r:embed="rId25"/>
                <a:stretch>
                  <a:fillRect l="-12500" r="-41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E2BE5E7-94E2-BD98-C121-263EF9CCCF33}"/>
                  </a:ext>
                </a:extLst>
              </p:cNvPr>
              <p:cNvSpPr txBox="1"/>
              <p:nvPr/>
            </p:nvSpPr>
            <p:spPr>
              <a:xfrm>
                <a:off x="5562498" y="3782271"/>
                <a:ext cx="2910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E2BE5E7-94E2-BD98-C121-263EF9CCC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498" y="3782271"/>
                <a:ext cx="291042" cy="276999"/>
              </a:xfrm>
              <a:prstGeom prst="rect">
                <a:avLst/>
              </a:prstGeom>
              <a:blipFill>
                <a:blip r:embed="rId22"/>
                <a:stretch>
                  <a:fillRect l="-8333" r="-41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D3E457D7-1DFF-4565-EEB2-D2DBD67C545A}"/>
              </a:ext>
            </a:extLst>
          </p:cNvPr>
          <p:cNvGrpSpPr/>
          <p:nvPr/>
        </p:nvGrpSpPr>
        <p:grpSpPr>
          <a:xfrm>
            <a:off x="1500601" y="2165695"/>
            <a:ext cx="759183" cy="1085005"/>
            <a:chOff x="6843089" y="2727932"/>
            <a:chExt cx="1664221" cy="2378463"/>
          </a:xfr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E57954B-30A8-3F42-0041-62B2583B8667}"/>
                </a:ext>
              </a:extLst>
            </p:cNvPr>
            <p:cNvSpPr/>
            <p:nvPr/>
          </p:nvSpPr>
          <p:spPr>
            <a:xfrm rot="16200000">
              <a:off x="6843089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11C66A3-4886-1A81-EE3B-42E5BAC007EB}"/>
                </a:ext>
              </a:extLst>
            </p:cNvPr>
            <p:cNvSpPr/>
            <p:nvPr/>
          </p:nvSpPr>
          <p:spPr>
            <a:xfrm rot="16200000">
              <a:off x="6843089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10F04E1-8CED-B3A2-AC87-EDBF4565A1FF}"/>
                </a:ext>
              </a:extLst>
            </p:cNvPr>
            <p:cNvSpPr/>
            <p:nvPr/>
          </p:nvSpPr>
          <p:spPr>
            <a:xfrm rot="16200000">
              <a:off x="6843089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FD53384-8DF0-EC28-E8CB-D3BECF376E6D}"/>
                </a:ext>
              </a:extLst>
            </p:cNvPr>
            <p:cNvSpPr/>
            <p:nvPr/>
          </p:nvSpPr>
          <p:spPr>
            <a:xfrm rot="16200000">
              <a:off x="6843089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8AEF523-30D5-E0EE-5130-E8AA29B73441}"/>
                </a:ext>
              </a:extLst>
            </p:cNvPr>
            <p:cNvSpPr/>
            <p:nvPr/>
          </p:nvSpPr>
          <p:spPr>
            <a:xfrm rot="16200000">
              <a:off x="7423770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29B2308-1B5C-DE7A-307F-061D9FFDD25A}"/>
                </a:ext>
              </a:extLst>
            </p:cNvPr>
            <p:cNvSpPr/>
            <p:nvPr/>
          </p:nvSpPr>
          <p:spPr>
            <a:xfrm rot="16200000">
              <a:off x="7423770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510BBE5-1288-471A-9596-D6DF97E4CADD}"/>
                </a:ext>
              </a:extLst>
            </p:cNvPr>
            <p:cNvSpPr/>
            <p:nvPr/>
          </p:nvSpPr>
          <p:spPr>
            <a:xfrm rot="16200000">
              <a:off x="7423770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E713EBC-060C-6967-8E79-7ABB34C26612}"/>
                </a:ext>
              </a:extLst>
            </p:cNvPr>
            <p:cNvSpPr/>
            <p:nvPr/>
          </p:nvSpPr>
          <p:spPr>
            <a:xfrm rot="16200000">
              <a:off x="7423770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00499D7-FDB9-DFCE-0C62-9E5219D83214}"/>
                </a:ext>
              </a:extLst>
            </p:cNvPr>
            <p:cNvSpPr/>
            <p:nvPr/>
          </p:nvSpPr>
          <p:spPr>
            <a:xfrm rot="16200000">
              <a:off x="8004450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206B8E0-2A29-F02B-30DA-52F373A91511}"/>
                </a:ext>
              </a:extLst>
            </p:cNvPr>
            <p:cNvSpPr/>
            <p:nvPr/>
          </p:nvSpPr>
          <p:spPr>
            <a:xfrm rot="16200000">
              <a:off x="8004450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8590A31-A40D-BBB5-5E22-35E69BA59410}"/>
                </a:ext>
              </a:extLst>
            </p:cNvPr>
            <p:cNvSpPr/>
            <p:nvPr/>
          </p:nvSpPr>
          <p:spPr>
            <a:xfrm rot="16200000">
              <a:off x="8004450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82C11B5-E5A2-DE14-398C-CF2EAA91ADE0}"/>
                </a:ext>
              </a:extLst>
            </p:cNvPr>
            <p:cNvSpPr/>
            <p:nvPr/>
          </p:nvSpPr>
          <p:spPr>
            <a:xfrm rot="16200000">
              <a:off x="8004450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D238E2E-0BD3-BCE3-C0A4-9D699229D7D3}"/>
              </a:ext>
            </a:extLst>
          </p:cNvPr>
          <p:cNvGrpSpPr/>
          <p:nvPr/>
        </p:nvGrpSpPr>
        <p:grpSpPr>
          <a:xfrm rot="5400000">
            <a:off x="3054495" y="2131487"/>
            <a:ext cx="759183" cy="1085005"/>
            <a:chOff x="6843089" y="2727932"/>
            <a:chExt cx="1664221" cy="2378463"/>
          </a:xfrm>
          <a:solidFill>
            <a:schemeClr val="accent4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87EDEE8-79E1-409E-2671-21DFF761C07C}"/>
                </a:ext>
              </a:extLst>
            </p:cNvPr>
            <p:cNvSpPr/>
            <p:nvPr/>
          </p:nvSpPr>
          <p:spPr>
            <a:xfrm rot="16200000">
              <a:off x="6843089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D082EF8-4D2B-BCFA-6600-FDB61A3146A3}"/>
                </a:ext>
              </a:extLst>
            </p:cNvPr>
            <p:cNvSpPr/>
            <p:nvPr/>
          </p:nvSpPr>
          <p:spPr>
            <a:xfrm rot="16200000">
              <a:off x="6843089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20F8CE6-CA46-57F1-47D8-244FC470AFC2}"/>
                </a:ext>
              </a:extLst>
            </p:cNvPr>
            <p:cNvSpPr/>
            <p:nvPr/>
          </p:nvSpPr>
          <p:spPr>
            <a:xfrm rot="16200000">
              <a:off x="6843089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74767BA-C3F0-9319-C9FE-C86973E58509}"/>
                </a:ext>
              </a:extLst>
            </p:cNvPr>
            <p:cNvSpPr/>
            <p:nvPr/>
          </p:nvSpPr>
          <p:spPr>
            <a:xfrm rot="16200000">
              <a:off x="6843089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07DADC3-28E5-E672-154E-260646AFFF8A}"/>
                </a:ext>
              </a:extLst>
            </p:cNvPr>
            <p:cNvSpPr/>
            <p:nvPr/>
          </p:nvSpPr>
          <p:spPr>
            <a:xfrm rot="16200000">
              <a:off x="7423770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25F9B87-32BA-0BA3-B95E-1C1241031941}"/>
                </a:ext>
              </a:extLst>
            </p:cNvPr>
            <p:cNvSpPr/>
            <p:nvPr/>
          </p:nvSpPr>
          <p:spPr>
            <a:xfrm rot="16200000">
              <a:off x="7423770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F19BEDE-7F81-999D-46B7-234729845625}"/>
                </a:ext>
              </a:extLst>
            </p:cNvPr>
            <p:cNvSpPr/>
            <p:nvPr/>
          </p:nvSpPr>
          <p:spPr>
            <a:xfrm rot="16200000">
              <a:off x="7423770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43B202B-44FA-49CC-57E4-2666A5011B19}"/>
                </a:ext>
              </a:extLst>
            </p:cNvPr>
            <p:cNvSpPr/>
            <p:nvPr/>
          </p:nvSpPr>
          <p:spPr>
            <a:xfrm rot="16200000">
              <a:off x="7423770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59250C7-6CF2-4AC6-D732-7BF19A36AEBF}"/>
                </a:ext>
              </a:extLst>
            </p:cNvPr>
            <p:cNvSpPr/>
            <p:nvPr/>
          </p:nvSpPr>
          <p:spPr>
            <a:xfrm rot="16200000">
              <a:off x="8004450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ED018C1-D734-1BC0-85EA-CEF32D6A2F9C}"/>
                </a:ext>
              </a:extLst>
            </p:cNvPr>
            <p:cNvSpPr/>
            <p:nvPr/>
          </p:nvSpPr>
          <p:spPr>
            <a:xfrm rot="16200000">
              <a:off x="8004450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75890B9-F4E3-9959-A6D6-72081F018478}"/>
                </a:ext>
              </a:extLst>
            </p:cNvPr>
            <p:cNvSpPr/>
            <p:nvPr/>
          </p:nvSpPr>
          <p:spPr>
            <a:xfrm rot="16200000">
              <a:off x="8004450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90BB0F2-2F1B-EA06-6B01-E8AA5A63B9D8}"/>
                </a:ext>
              </a:extLst>
            </p:cNvPr>
            <p:cNvSpPr/>
            <p:nvPr/>
          </p:nvSpPr>
          <p:spPr>
            <a:xfrm rot="16200000">
              <a:off x="8004450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24AADD8-0ECE-2F8A-5BF0-8F20677F7AC3}"/>
              </a:ext>
            </a:extLst>
          </p:cNvPr>
          <p:cNvGrpSpPr/>
          <p:nvPr/>
        </p:nvGrpSpPr>
        <p:grpSpPr>
          <a:xfrm>
            <a:off x="4663896" y="2124318"/>
            <a:ext cx="1040373" cy="1087153"/>
            <a:chOff x="9393730" y="4594955"/>
            <a:chExt cx="1040373" cy="1087153"/>
          </a:xfrm>
          <a:solidFill>
            <a:schemeClr val="accent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C29EA6A-0547-EB18-8F8A-AD520961FBC0}"/>
                </a:ext>
              </a:extLst>
            </p:cNvPr>
            <p:cNvSpPr/>
            <p:nvPr/>
          </p:nvSpPr>
          <p:spPr>
            <a:xfrm rot="16200000">
              <a:off x="9393730" y="5452714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CDD9B23-2AEC-A5A0-6032-597B6BB58749}"/>
                </a:ext>
              </a:extLst>
            </p:cNvPr>
            <p:cNvSpPr/>
            <p:nvPr/>
          </p:nvSpPr>
          <p:spPr>
            <a:xfrm rot="16200000">
              <a:off x="9393730" y="5167510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A6B8D5C-798E-25BE-085C-003FA53D5C3D}"/>
                </a:ext>
              </a:extLst>
            </p:cNvPr>
            <p:cNvSpPr/>
            <p:nvPr/>
          </p:nvSpPr>
          <p:spPr>
            <a:xfrm rot="16200000">
              <a:off x="9393730" y="4882307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47E61F0-BFD2-C4A0-9271-2B9460DC929B}"/>
                </a:ext>
              </a:extLst>
            </p:cNvPr>
            <p:cNvSpPr/>
            <p:nvPr/>
          </p:nvSpPr>
          <p:spPr>
            <a:xfrm rot="16200000">
              <a:off x="9393730" y="4597103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B71E012-6107-F457-44E4-8A1EACEAE89E}"/>
                </a:ext>
              </a:extLst>
            </p:cNvPr>
            <p:cNvSpPr/>
            <p:nvPr/>
          </p:nvSpPr>
          <p:spPr>
            <a:xfrm rot="16200000">
              <a:off x="9658625" y="5452714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5E75FFF-31EC-F7D7-A081-6B1775A9A4C7}"/>
                </a:ext>
              </a:extLst>
            </p:cNvPr>
            <p:cNvSpPr/>
            <p:nvPr/>
          </p:nvSpPr>
          <p:spPr>
            <a:xfrm rot="16200000">
              <a:off x="9658625" y="5167510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75D72E4-F300-D040-2208-CF1A9825D805}"/>
                </a:ext>
              </a:extLst>
            </p:cNvPr>
            <p:cNvSpPr/>
            <p:nvPr/>
          </p:nvSpPr>
          <p:spPr>
            <a:xfrm rot="16200000">
              <a:off x="9658625" y="4882307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580476A-E822-E802-5477-FDA90A7FBF18}"/>
                </a:ext>
              </a:extLst>
            </p:cNvPr>
            <p:cNvSpPr/>
            <p:nvPr/>
          </p:nvSpPr>
          <p:spPr>
            <a:xfrm rot="16200000">
              <a:off x="9658625" y="4597103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2C2F4C-83A0-294B-D95D-EF28C7E804BD}"/>
                </a:ext>
              </a:extLst>
            </p:cNvPr>
            <p:cNvSpPr/>
            <p:nvPr/>
          </p:nvSpPr>
          <p:spPr>
            <a:xfrm rot="16200000">
              <a:off x="9923519" y="5452714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21657EB-AC63-952A-AE38-0B884AF20056}"/>
                </a:ext>
              </a:extLst>
            </p:cNvPr>
            <p:cNvSpPr/>
            <p:nvPr/>
          </p:nvSpPr>
          <p:spPr>
            <a:xfrm rot="16200000">
              <a:off x="9923519" y="5167510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C36EF66-055A-BEBC-58B8-86DED7AE9300}"/>
                </a:ext>
              </a:extLst>
            </p:cNvPr>
            <p:cNvSpPr/>
            <p:nvPr/>
          </p:nvSpPr>
          <p:spPr>
            <a:xfrm rot="16200000">
              <a:off x="9923519" y="4882307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6607B2D-2079-E21B-83FD-9DB69FA17B7B}"/>
                </a:ext>
              </a:extLst>
            </p:cNvPr>
            <p:cNvSpPr/>
            <p:nvPr/>
          </p:nvSpPr>
          <p:spPr>
            <a:xfrm rot="16200000">
              <a:off x="9923519" y="4597103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BA6E94A-96F9-822E-261B-1C208EE94F27}"/>
                </a:ext>
              </a:extLst>
            </p:cNvPr>
            <p:cNvSpPr/>
            <p:nvPr/>
          </p:nvSpPr>
          <p:spPr>
            <a:xfrm rot="16200000">
              <a:off x="10204709" y="5450566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27109A5-C735-7A71-B169-B034775166C5}"/>
                </a:ext>
              </a:extLst>
            </p:cNvPr>
            <p:cNvSpPr/>
            <p:nvPr/>
          </p:nvSpPr>
          <p:spPr>
            <a:xfrm rot="16200000">
              <a:off x="10204709" y="5165362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E23F98A-5730-49D8-0715-613414BE7EEA}"/>
                </a:ext>
              </a:extLst>
            </p:cNvPr>
            <p:cNvSpPr/>
            <p:nvPr/>
          </p:nvSpPr>
          <p:spPr>
            <a:xfrm rot="16200000">
              <a:off x="10204709" y="4880159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65592C9-2BE8-6C3F-CC24-A780A54FE987}"/>
                </a:ext>
              </a:extLst>
            </p:cNvPr>
            <p:cNvSpPr/>
            <p:nvPr/>
          </p:nvSpPr>
          <p:spPr>
            <a:xfrm rot="16200000">
              <a:off x="10204709" y="4594955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8AB97F28-BD60-49AA-A22D-C57AF8E8BF41}"/>
              </a:ext>
            </a:extLst>
          </p:cNvPr>
          <p:cNvSpPr txBox="1"/>
          <p:nvPr/>
        </p:nvSpPr>
        <p:spPr>
          <a:xfrm>
            <a:off x="1698092" y="1583792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69E39EC-5F02-4395-4D34-E1B642770E79}"/>
              </a:ext>
            </a:extLst>
          </p:cNvPr>
          <p:cNvSpPr txBox="1"/>
          <p:nvPr/>
        </p:nvSpPr>
        <p:spPr>
          <a:xfrm>
            <a:off x="3219844" y="1577893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K</a:t>
            </a:r>
            <a:r>
              <a:rPr lang="en-US" altLang="zh-CN" baseline="30000" dirty="0"/>
              <a:t>T</a:t>
            </a:r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C73A26B-DF0A-57EC-6033-A4DD41E7E5AB}"/>
              </a:ext>
            </a:extLst>
          </p:cNvPr>
          <p:cNvSpPr txBox="1"/>
          <p:nvPr/>
        </p:nvSpPr>
        <p:spPr>
          <a:xfrm>
            <a:off x="5005926" y="1588403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QK</a:t>
            </a:r>
            <a:r>
              <a:rPr lang="en-US" altLang="zh-CN" baseline="30000" dirty="0"/>
              <a:t>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03FD10D-FFDA-88DF-7C3C-79099AC83C26}"/>
                  </a:ext>
                </a:extLst>
              </p:cNvPr>
              <p:cNvSpPr txBox="1"/>
              <p:nvPr/>
            </p:nvSpPr>
            <p:spPr>
              <a:xfrm>
                <a:off x="2410477" y="2495627"/>
                <a:ext cx="3145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03FD10D-FFDA-88DF-7C3C-79099AC83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477" y="2495627"/>
                <a:ext cx="314509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386F41D-C471-AFDF-28CB-67A8BD2A8BA7}"/>
                  </a:ext>
                </a:extLst>
              </p:cNvPr>
              <p:cNvSpPr txBox="1"/>
              <p:nvPr/>
            </p:nvSpPr>
            <p:spPr>
              <a:xfrm>
                <a:off x="4158528" y="2521234"/>
                <a:ext cx="4219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386F41D-C471-AFDF-28CB-67A8BD2A8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528" y="2521234"/>
                <a:ext cx="421910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144CA1D0-958C-492F-2A27-CACA029A5A32}"/>
              </a:ext>
            </a:extLst>
          </p:cNvPr>
          <p:cNvGrpSpPr/>
          <p:nvPr/>
        </p:nvGrpSpPr>
        <p:grpSpPr>
          <a:xfrm>
            <a:off x="8741150" y="2122170"/>
            <a:ext cx="1040373" cy="1087153"/>
            <a:chOff x="9393730" y="4594955"/>
            <a:chExt cx="1040373" cy="1087153"/>
          </a:xfrm>
          <a:solidFill>
            <a:schemeClr val="accent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EB1D5F5-FC3B-1E1D-5529-88C19E17E157}"/>
                </a:ext>
              </a:extLst>
            </p:cNvPr>
            <p:cNvSpPr/>
            <p:nvPr/>
          </p:nvSpPr>
          <p:spPr>
            <a:xfrm rot="16200000">
              <a:off x="9393730" y="5452714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3ADCE71-6AA0-07AB-385F-11FA58C8126D}"/>
                </a:ext>
              </a:extLst>
            </p:cNvPr>
            <p:cNvSpPr/>
            <p:nvPr/>
          </p:nvSpPr>
          <p:spPr>
            <a:xfrm rot="16200000">
              <a:off x="9393730" y="5167510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5041252-BA30-974D-7C02-73850E6DA6F0}"/>
                </a:ext>
              </a:extLst>
            </p:cNvPr>
            <p:cNvSpPr/>
            <p:nvPr/>
          </p:nvSpPr>
          <p:spPr>
            <a:xfrm rot="16200000">
              <a:off x="9393730" y="4882307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059740B6-425A-4804-668F-D7B5E247731E}"/>
                </a:ext>
              </a:extLst>
            </p:cNvPr>
            <p:cNvSpPr/>
            <p:nvPr/>
          </p:nvSpPr>
          <p:spPr>
            <a:xfrm rot="16200000">
              <a:off x="9393730" y="4597103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A539D861-9899-E885-5CAE-9F8B0E3F4759}"/>
                </a:ext>
              </a:extLst>
            </p:cNvPr>
            <p:cNvSpPr/>
            <p:nvPr/>
          </p:nvSpPr>
          <p:spPr>
            <a:xfrm rot="16200000">
              <a:off x="9658625" y="5452714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5C8126C-EDFC-DE94-3AA9-066708C1DC9C}"/>
                </a:ext>
              </a:extLst>
            </p:cNvPr>
            <p:cNvSpPr/>
            <p:nvPr/>
          </p:nvSpPr>
          <p:spPr>
            <a:xfrm rot="16200000">
              <a:off x="9658625" y="5167510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FE4C4E8-7F79-EC8B-0357-F5DB51511851}"/>
                </a:ext>
              </a:extLst>
            </p:cNvPr>
            <p:cNvSpPr/>
            <p:nvPr/>
          </p:nvSpPr>
          <p:spPr>
            <a:xfrm rot="16200000">
              <a:off x="9658625" y="4882307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749EA8B-685A-1275-526A-815626D5D55A}"/>
                </a:ext>
              </a:extLst>
            </p:cNvPr>
            <p:cNvSpPr/>
            <p:nvPr/>
          </p:nvSpPr>
          <p:spPr>
            <a:xfrm rot="16200000">
              <a:off x="9658625" y="4597103"/>
              <a:ext cx="229394" cy="2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C1B5310F-7751-240F-C24C-532E2041C5A2}"/>
                </a:ext>
              </a:extLst>
            </p:cNvPr>
            <p:cNvSpPr/>
            <p:nvPr/>
          </p:nvSpPr>
          <p:spPr>
            <a:xfrm rot="16200000">
              <a:off x="9923519" y="5452714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7BBFD84-1072-EB10-C7C5-058604C67318}"/>
                </a:ext>
              </a:extLst>
            </p:cNvPr>
            <p:cNvSpPr/>
            <p:nvPr/>
          </p:nvSpPr>
          <p:spPr>
            <a:xfrm rot="16200000">
              <a:off x="9923519" y="5167510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609558EF-9ED7-55E4-2754-7B8BEE532F4F}"/>
                </a:ext>
              </a:extLst>
            </p:cNvPr>
            <p:cNvSpPr/>
            <p:nvPr/>
          </p:nvSpPr>
          <p:spPr>
            <a:xfrm rot="16200000">
              <a:off x="9923519" y="4882307"/>
              <a:ext cx="229394" cy="2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EEA401E-C8DF-9AF7-3358-E4C16BC2179D}"/>
                </a:ext>
              </a:extLst>
            </p:cNvPr>
            <p:cNvSpPr/>
            <p:nvPr/>
          </p:nvSpPr>
          <p:spPr>
            <a:xfrm rot="16200000">
              <a:off x="9923519" y="4597103"/>
              <a:ext cx="229394" cy="2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8BA277E-5669-F469-8B02-BBD3831FA2E8}"/>
                </a:ext>
              </a:extLst>
            </p:cNvPr>
            <p:cNvSpPr/>
            <p:nvPr/>
          </p:nvSpPr>
          <p:spPr>
            <a:xfrm rot="16200000">
              <a:off x="10204709" y="5450566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D07B994-F194-C560-9A1E-F059FEEA5A4F}"/>
                </a:ext>
              </a:extLst>
            </p:cNvPr>
            <p:cNvSpPr/>
            <p:nvPr/>
          </p:nvSpPr>
          <p:spPr>
            <a:xfrm rot="16200000">
              <a:off x="10204709" y="5165362"/>
              <a:ext cx="229394" cy="2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3836D5DA-7DA1-CFB4-D2FC-125B5C18FECE}"/>
                </a:ext>
              </a:extLst>
            </p:cNvPr>
            <p:cNvSpPr/>
            <p:nvPr/>
          </p:nvSpPr>
          <p:spPr>
            <a:xfrm rot="16200000">
              <a:off x="10204709" y="4880159"/>
              <a:ext cx="229394" cy="2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E947A8C-420D-E96A-53FB-0D604EE5CAE4}"/>
                </a:ext>
              </a:extLst>
            </p:cNvPr>
            <p:cNvSpPr/>
            <p:nvPr/>
          </p:nvSpPr>
          <p:spPr>
            <a:xfrm rot="16200000">
              <a:off x="10204709" y="4594955"/>
              <a:ext cx="229394" cy="2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4099556-9786-FA36-F65A-7D0DB4962C66}"/>
              </a:ext>
            </a:extLst>
          </p:cNvPr>
          <p:cNvCxnSpPr/>
          <p:nvPr/>
        </p:nvCxnSpPr>
        <p:spPr>
          <a:xfrm>
            <a:off x="7175715" y="2670798"/>
            <a:ext cx="11933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471FB0B4-F0DE-D39D-E1B9-0397DD22B08B}"/>
              </a:ext>
            </a:extLst>
          </p:cNvPr>
          <p:cNvSpPr txBox="1"/>
          <p:nvPr/>
        </p:nvSpPr>
        <p:spPr>
          <a:xfrm>
            <a:off x="7283972" y="2298359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Masking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A566200-76CB-6CD9-1F5B-C5E7180CF6B4}"/>
              </a:ext>
            </a:extLst>
          </p:cNvPr>
          <p:cNvSpPr txBox="1"/>
          <p:nvPr/>
        </p:nvSpPr>
        <p:spPr>
          <a:xfrm>
            <a:off x="8539026" y="1583792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Masked</a:t>
            </a:r>
            <a:r>
              <a:rPr lang="zh-CN" altLang="en-US" dirty="0"/>
              <a:t> </a:t>
            </a:r>
            <a:r>
              <a:rPr lang="en-US" altLang="zh-CN" dirty="0"/>
              <a:t>QK</a:t>
            </a:r>
            <a:r>
              <a:rPr lang="en-US" altLang="zh-CN" baseline="30000" dirty="0"/>
              <a:t>T</a:t>
            </a:r>
            <a:endParaRPr lang="en-US" dirty="0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0C644AB6-DDCA-9F62-6710-1670D4CDD0EE}"/>
              </a:ext>
            </a:extLst>
          </p:cNvPr>
          <p:cNvGrpSpPr/>
          <p:nvPr/>
        </p:nvGrpSpPr>
        <p:grpSpPr>
          <a:xfrm>
            <a:off x="1374271" y="4819786"/>
            <a:ext cx="1040373" cy="1087153"/>
            <a:chOff x="9393730" y="4594955"/>
            <a:chExt cx="1040373" cy="1087153"/>
          </a:xfrm>
          <a:solidFill>
            <a:schemeClr val="accent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C26320-EA40-09AB-4C0A-2C6754206B8F}"/>
                </a:ext>
              </a:extLst>
            </p:cNvPr>
            <p:cNvSpPr/>
            <p:nvPr/>
          </p:nvSpPr>
          <p:spPr>
            <a:xfrm rot="16200000">
              <a:off x="9393730" y="5452714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8B9C67E4-EEA4-2055-425F-B472A939E927}"/>
                </a:ext>
              </a:extLst>
            </p:cNvPr>
            <p:cNvSpPr/>
            <p:nvPr/>
          </p:nvSpPr>
          <p:spPr>
            <a:xfrm rot="16200000">
              <a:off x="9393730" y="5167510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26D5911C-6910-4E8E-0DA5-992C64808F88}"/>
                </a:ext>
              </a:extLst>
            </p:cNvPr>
            <p:cNvSpPr/>
            <p:nvPr/>
          </p:nvSpPr>
          <p:spPr>
            <a:xfrm rot="16200000">
              <a:off x="9393730" y="4882307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FF71FA65-75DD-784C-EB50-E99E1F0888BB}"/>
                </a:ext>
              </a:extLst>
            </p:cNvPr>
            <p:cNvSpPr/>
            <p:nvPr/>
          </p:nvSpPr>
          <p:spPr>
            <a:xfrm rot="16200000">
              <a:off x="9393730" y="4597103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5EB42ED3-17AB-F199-DFB0-8572C4C3CA8A}"/>
                </a:ext>
              </a:extLst>
            </p:cNvPr>
            <p:cNvSpPr/>
            <p:nvPr/>
          </p:nvSpPr>
          <p:spPr>
            <a:xfrm rot="16200000">
              <a:off x="9658625" y="5452714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FFEC276D-C814-74DC-2B91-5D163242459D}"/>
                </a:ext>
              </a:extLst>
            </p:cNvPr>
            <p:cNvSpPr/>
            <p:nvPr/>
          </p:nvSpPr>
          <p:spPr>
            <a:xfrm rot="16200000">
              <a:off x="9658625" y="5167510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0190014D-F303-7EBB-175A-68A82199872B}"/>
                </a:ext>
              </a:extLst>
            </p:cNvPr>
            <p:cNvSpPr/>
            <p:nvPr/>
          </p:nvSpPr>
          <p:spPr>
            <a:xfrm rot="16200000">
              <a:off x="9658625" y="4882307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E090897-13A6-54F1-31FD-8F9A1AB1E3A8}"/>
                </a:ext>
              </a:extLst>
            </p:cNvPr>
            <p:cNvSpPr/>
            <p:nvPr/>
          </p:nvSpPr>
          <p:spPr>
            <a:xfrm rot="16200000">
              <a:off x="9658625" y="4597103"/>
              <a:ext cx="229394" cy="2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78B5D215-EEE9-0561-A4D0-07348198D0AE}"/>
                </a:ext>
              </a:extLst>
            </p:cNvPr>
            <p:cNvSpPr/>
            <p:nvPr/>
          </p:nvSpPr>
          <p:spPr>
            <a:xfrm rot="16200000">
              <a:off x="9923519" y="5452714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140AD7E2-BE8E-1E7F-038D-F9F1E317030B}"/>
                </a:ext>
              </a:extLst>
            </p:cNvPr>
            <p:cNvSpPr/>
            <p:nvPr/>
          </p:nvSpPr>
          <p:spPr>
            <a:xfrm rot="16200000">
              <a:off x="9923519" y="5167510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9CA0433-3936-856A-C227-25163F806056}"/>
                </a:ext>
              </a:extLst>
            </p:cNvPr>
            <p:cNvSpPr/>
            <p:nvPr/>
          </p:nvSpPr>
          <p:spPr>
            <a:xfrm rot="16200000">
              <a:off x="9923519" y="4882307"/>
              <a:ext cx="229394" cy="2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6EAE61A-9D3E-24A6-6D9B-37EE73483781}"/>
                </a:ext>
              </a:extLst>
            </p:cNvPr>
            <p:cNvSpPr/>
            <p:nvPr/>
          </p:nvSpPr>
          <p:spPr>
            <a:xfrm rot="16200000">
              <a:off x="9923519" y="4597103"/>
              <a:ext cx="229394" cy="2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B6325F19-BB66-A35E-EB24-D3628D50FED8}"/>
                </a:ext>
              </a:extLst>
            </p:cNvPr>
            <p:cNvSpPr/>
            <p:nvPr/>
          </p:nvSpPr>
          <p:spPr>
            <a:xfrm rot="16200000">
              <a:off x="10204709" y="5450566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1C06E87-9B4B-8DBC-AD35-A5783A61A865}"/>
                </a:ext>
              </a:extLst>
            </p:cNvPr>
            <p:cNvSpPr/>
            <p:nvPr/>
          </p:nvSpPr>
          <p:spPr>
            <a:xfrm rot="16200000">
              <a:off x="10204709" y="5165362"/>
              <a:ext cx="229394" cy="2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47866127-1D89-0745-F4A4-07250748C0C8}"/>
                </a:ext>
              </a:extLst>
            </p:cNvPr>
            <p:cNvSpPr/>
            <p:nvPr/>
          </p:nvSpPr>
          <p:spPr>
            <a:xfrm rot="16200000">
              <a:off x="10204709" y="4880159"/>
              <a:ext cx="229394" cy="2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4DEA088D-D9FD-ABC6-F0CB-9574C4561620}"/>
                </a:ext>
              </a:extLst>
            </p:cNvPr>
            <p:cNvSpPr/>
            <p:nvPr/>
          </p:nvSpPr>
          <p:spPr>
            <a:xfrm rot="16200000">
              <a:off x="10204709" y="4594955"/>
              <a:ext cx="229394" cy="2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B12E91C6-1DD2-117B-107F-6555900587FD}"/>
              </a:ext>
            </a:extLst>
          </p:cNvPr>
          <p:cNvSpPr txBox="1"/>
          <p:nvPr/>
        </p:nvSpPr>
        <p:spPr>
          <a:xfrm>
            <a:off x="1172147" y="4281408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Masked</a:t>
            </a:r>
            <a:r>
              <a:rPr lang="zh-CN" altLang="en-US" dirty="0"/>
              <a:t> </a:t>
            </a:r>
            <a:r>
              <a:rPr lang="en-US" altLang="zh-CN" dirty="0"/>
              <a:t>QK</a:t>
            </a:r>
            <a:r>
              <a:rPr lang="en-US" altLang="zh-CN" baseline="30000" dirty="0"/>
              <a:t>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11309DE9-9950-D0C3-5108-F23EEEA24EF2}"/>
                  </a:ext>
                </a:extLst>
              </p:cNvPr>
              <p:cNvSpPr txBox="1"/>
              <p:nvPr/>
            </p:nvSpPr>
            <p:spPr>
              <a:xfrm>
                <a:off x="3913643" y="4709113"/>
                <a:ext cx="2873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11309DE9-9950-D0C3-5108-F23EEEA24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3643" y="4709113"/>
                <a:ext cx="287322" cy="276999"/>
              </a:xfrm>
              <a:prstGeom prst="rect">
                <a:avLst/>
              </a:prstGeom>
              <a:blipFill>
                <a:blip r:embed="rId28"/>
                <a:stretch>
                  <a:fillRect l="-13043" r="-4348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CC11FFEC-E126-DF9E-BB04-0E24F330BBAF}"/>
                  </a:ext>
                </a:extLst>
              </p:cNvPr>
              <p:cNvSpPr txBox="1"/>
              <p:nvPr/>
            </p:nvSpPr>
            <p:spPr>
              <a:xfrm>
                <a:off x="3919739" y="5020523"/>
                <a:ext cx="2926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CC11FFEC-E126-DF9E-BB04-0E24F330B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739" y="5020523"/>
                <a:ext cx="292644" cy="276999"/>
              </a:xfrm>
              <a:prstGeom prst="rect">
                <a:avLst/>
              </a:prstGeom>
              <a:blipFill>
                <a:blip r:embed="rId29"/>
                <a:stretch>
                  <a:fillRect l="-8333" r="-41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57A6AC78-90EC-E9EB-F24A-AA0964471CEB}"/>
                  </a:ext>
                </a:extLst>
              </p:cNvPr>
              <p:cNvSpPr txBox="1"/>
              <p:nvPr/>
            </p:nvSpPr>
            <p:spPr>
              <a:xfrm>
                <a:off x="3916691" y="5325520"/>
                <a:ext cx="2926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57A6AC78-90EC-E9EB-F24A-AA0964471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691" y="5325520"/>
                <a:ext cx="292644" cy="276999"/>
              </a:xfrm>
              <a:prstGeom prst="rect">
                <a:avLst/>
              </a:prstGeom>
              <a:blipFill>
                <a:blip r:embed="rId30"/>
                <a:stretch>
                  <a:fillRect l="-8333" r="-41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EC735901-6EB8-F99F-8D57-50428B167782}"/>
                  </a:ext>
                </a:extLst>
              </p:cNvPr>
              <p:cNvSpPr txBox="1"/>
              <p:nvPr/>
            </p:nvSpPr>
            <p:spPr>
              <a:xfrm>
                <a:off x="3904499" y="5667092"/>
                <a:ext cx="2827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EC735901-6EB8-F99F-8D57-50428B167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4499" y="5667092"/>
                <a:ext cx="282770" cy="276999"/>
              </a:xfrm>
              <a:prstGeom prst="rect">
                <a:avLst/>
              </a:prstGeom>
              <a:blipFill>
                <a:blip r:embed="rId31"/>
                <a:stretch>
                  <a:fillRect l="-8696" r="-4348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1E81AC9D-3670-A219-98C6-743300E395E2}"/>
              </a:ext>
            </a:extLst>
          </p:cNvPr>
          <p:cNvGrpSpPr/>
          <p:nvPr/>
        </p:nvGrpSpPr>
        <p:grpSpPr>
          <a:xfrm>
            <a:off x="3078627" y="4785424"/>
            <a:ext cx="759183" cy="1085005"/>
            <a:chOff x="6843089" y="2727932"/>
            <a:chExt cx="1664221" cy="2378463"/>
          </a:xfrm>
          <a:solidFill>
            <a:schemeClr val="accent5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CE48F54-D711-04A2-86ED-D91D43DC5D09}"/>
                </a:ext>
              </a:extLst>
            </p:cNvPr>
            <p:cNvSpPr/>
            <p:nvPr/>
          </p:nvSpPr>
          <p:spPr>
            <a:xfrm rot="16200000">
              <a:off x="6843089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EF321701-62A8-2820-CBD2-608F1A83348D}"/>
                </a:ext>
              </a:extLst>
            </p:cNvPr>
            <p:cNvSpPr/>
            <p:nvPr/>
          </p:nvSpPr>
          <p:spPr>
            <a:xfrm rot="16200000">
              <a:off x="6843089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FBF976B7-CA5B-4C7E-A32D-C1424D1EF68F}"/>
                </a:ext>
              </a:extLst>
            </p:cNvPr>
            <p:cNvSpPr/>
            <p:nvPr/>
          </p:nvSpPr>
          <p:spPr>
            <a:xfrm rot="16200000">
              <a:off x="6843089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7EC9EC79-A792-1E6C-A70B-CD197DC02C08}"/>
                </a:ext>
              </a:extLst>
            </p:cNvPr>
            <p:cNvSpPr/>
            <p:nvPr/>
          </p:nvSpPr>
          <p:spPr>
            <a:xfrm rot="16200000">
              <a:off x="6843089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EB783CF4-703D-62D5-9F21-2A84E8BBF3E0}"/>
                </a:ext>
              </a:extLst>
            </p:cNvPr>
            <p:cNvSpPr/>
            <p:nvPr/>
          </p:nvSpPr>
          <p:spPr>
            <a:xfrm rot="16200000">
              <a:off x="7423770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5797C06-BFE0-C978-72F1-CEC3166E24B0}"/>
                </a:ext>
              </a:extLst>
            </p:cNvPr>
            <p:cNvSpPr/>
            <p:nvPr/>
          </p:nvSpPr>
          <p:spPr>
            <a:xfrm rot="16200000">
              <a:off x="7423770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A963D73A-787A-8509-E8A3-3F92EDEDEFAE}"/>
                </a:ext>
              </a:extLst>
            </p:cNvPr>
            <p:cNvSpPr/>
            <p:nvPr/>
          </p:nvSpPr>
          <p:spPr>
            <a:xfrm rot="16200000">
              <a:off x="7423770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1079480-D86D-C55B-CD07-8E8C4BE2D3CA}"/>
                </a:ext>
              </a:extLst>
            </p:cNvPr>
            <p:cNvSpPr/>
            <p:nvPr/>
          </p:nvSpPr>
          <p:spPr>
            <a:xfrm rot="16200000">
              <a:off x="7423770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6982ECEB-7650-DAB6-E2CA-A20998E00DF7}"/>
                </a:ext>
              </a:extLst>
            </p:cNvPr>
            <p:cNvSpPr/>
            <p:nvPr/>
          </p:nvSpPr>
          <p:spPr>
            <a:xfrm rot="16200000">
              <a:off x="8004450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8486EF5C-C7D7-C259-9521-4BE15CA68F79}"/>
                </a:ext>
              </a:extLst>
            </p:cNvPr>
            <p:cNvSpPr/>
            <p:nvPr/>
          </p:nvSpPr>
          <p:spPr>
            <a:xfrm rot="16200000">
              <a:off x="8004450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97A8E547-87E8-BB40-2253-8240E6C1BE85}"/>
                </a:ext>
              </a:extLst>
            </p:cNvPr>
            <p:cNvSpPr/>
            <p:nvPr/>
          </p:nvSpPr>
          <p:spPr>
            <a:xfrm rot="16200000">
              <a:off x="8004450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82BBF24A-FCA2-1D29-A2EC-17122F958B67}"/>
                </a:ext>
              </a:extLst>
            </p:cNvPr>
            <p:cNvSpPr/>
            <p:nvPr/>
          </p:nvSpPr>
          <p:spPr>
            <a:xfrm rot="16200000">
              <a:off x="8004450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70B4DF9C-A82F-8F38-821D-977C1321F91C}"/>
              </a:ext>
            </a:extLst>
          </p:cNvPr>
          <p:cNvGrpSpPr/>
          <p:nvPr/>
        </p:nvGrpSpPr>
        <p:grpSpPr>
          <a:xfrm>
            <a:off x="4879157" y="4764584"/>
            <a:ext cx="759183" cy="1085005"/>
            <a:chOff x="6843089" y="2727932"/>
            <a:chExt cx="1664221" cy="2378463"/>
          </a:xfr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9F82CE70-6EAF-7048-2756-7A302FD9FA42}"/>
                </a:ext>
              </a:extLst>
            </p:cNvPr>
            <p:cNvSpPr/>
            <p:nvPr/>
          </p:nvSpPr>
          <p:spPr>
            <a:xfrm rot="16200000">
              <a:off x="6843089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7AF40BC0-A068-B651-941C-7B216BC4A8ED}"/>
                </a:ext>
              </a:extLst>
            </p:cNvPr>
            <p:cNvSpPr/>
            <p:nvPr/>
          </p:nvSpPr>
          <p:spPr>
            <a:xfrm rot="16200000">
              <a:off x="6843089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7275E96D-29FC-6D1A-681D-5C84BB3B2543}"/>
                </a:ext>
              </a:extLst>
            </p:cNvPr>
            <p:cNvSpPr/>
            <p:nvPr/>
          </p:nvSpPr>
          <p:spPr>
            <a:xfrm rot="16200000">
              <a:off x="6843089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176E60F3-6E61-DD0A-9DF6-615BB3F2B0FD}"/>
                </a:ext>
              </a:extLst>
            </p:cNvPr>
            <p:cNvSpPr/>
            <p:nvPr/>
          </p:nvSpPr>
          <p:spPr>
            <a:xfrm rot="16200000">
              <a:off x="6843089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D692158-F994-F472-A773-995D8BBE4448}"/>
                </a:ext>
              </a:extLst>
            </p:cNvPr>
            <p:cNvSpPr/>
            <p:nvPr/>
          </p:nvSpPr>
          <p:spPr>
            <a:xfrm rot="16200000">
              <a:off x="7423770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089413E0-D1CE-9918-66AB-CE005B86F09E}"/>
                </a:ext>
              </a:extLst>
            </p:cNvPr>
            <p:cNvSpPr/>
            <p:nvPr/>
          </p:nvSpPr>
          <p:spPr>
            <a:xfrm rot="16200000">
              <a:off x="7423770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3D5521F1-0253-9411-968B-2A23D7B0B5A5}"/>
                </a:ext>
              </a:extLst>
            </p:cNvPr>
            <p:cNvSpPr/>
            <p:nvPr/>
          </p:nvSpPr>
          <p:spPr>
            <a:xfrm rot="16200000">
              <a:off x="7423770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308D67A0-5501-99EE-9B3B-A80145094EAA}"/>
                </a:ext>
              </a:extLst>
            </p:cNvPr>
            <p:cNvSpPr/>
            <p:nvPr/>
          </p:nvSpPr>
          <p:spPr>
            <a:xfrm rot="16200000">
              <a:off x="7423770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5368A4FE-7D73-C23B-5A9B-1A67C6EA9183}"/>
                </a:ext>
              </a:extLst>
            </p:cNvPr>
            <p:cNvSpPr/>
            <p:nvPr/>
          </p:nvSpPr>
          <p:spPr>
            <a:xfrm rot="16200000">
              <a:off x="8004450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64BF40D3-86A6-72AE-B990-6A8D06072654}"/>
                </a:ext>
              </a:extLst>
            </p:cNvPr>
            <p:cNvSpPr/>
            <p:nvPr/>
          </p:nvSpPr>
          <p:spPr>
            <a:xfrm rot="16200000">
              <a:off x="8004450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461AE37E-1BB0-5120-65AD-D3CB59CFC674}"/>
                </a:ext>
              </a:extLst>
            </p:cNvPr>
            <p:cNvSpPr/>
            <p:nvPr/>
          </p:nvSpPr>
          <p:spPr>
            <a:xfrm rot="16200000">
              <a:off x="8004450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AA9F1121-0950-87F1-9020-A0420BD63F4D}"/>
                </a:ext>
              </a:extLst>
            </p:cNvPr>
            <p:cNvSpPr/>
            <p:nvPr/>
          </p:nvSpPr>
          <p:spPr>
            <a:xfrm rot="16200000">
              <a:off x="8004450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81BED6E-3CDC-D0D8-3452-364343169713}"/>
                  </a:ext>
                </a:extLst>
              </p:cNvPr>
              <p:cNvSpPr txBox="1"/>
              <p:nvPr/>
            </p:nvSpPr>
            <p:spPr>
              <a:xfrm>
                <a:off x="2631270" y="5134769"/>
                <a:ext cx="3145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81BED6E-3CDC-D0D8-3452-364343169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270" y="5134769"/>
                <a:ext cx="314509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4C749470-725A-FA3E-34A9-69E0CF427BD7}"/>
                  </a:ext>
                </a:extLst>
              </p:cNvPr>
              <p:cNvSpPr txBox="1"/>
              <p:nvPr/>
            </p:nvSpPr>
            <p:spPr>
              <a:xfrm>
                <a:off x="4305581" y="5160376"/>
                <a:ext cx="4219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4C749470-725A-FA3E-34A9-69E0CF427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581" y="5160376"/>
                <a:ext cx="421910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38243593-10F8-1944-8804-6FEE91B95010}"/>
                  </a:ext>
                </a:extLst>
              </p:cNvPr>
              <p:cNvSpPr txBox="1"/>
              <p:nvPr/>
            </p:nvSpPr>
            <p:spPr>
              <a:xfrm>
                <a:off x="944690" y="5984351"/>
                <a:ext cx="1780296" cy="710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38243593-10F8-1944-8804-6FEE91B95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690" y="5984351"/>
                <a:ext cx="1780296" cy="710066"/>
              </a:xfrm>
              <a:prstGeom prst="rect">
                <a:avLst/>
              </a:prstGeom>
              <a:blipFill>
                <a:blip r:embed="rId34"/>
                <a:stretch>
                  <a:fillRect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TextBox 147">
            <a:extLst>
              <a:ext uri="{FF2B5EF4-FFF2-40B4-BE49-F238E27FC236}">
                <a16:creationId xmlns:a16="http://schemas.microsoft.com/office/drawing/2014/main" id="{2CFFCF95-9DD9-EEB7-0892-8C1A8779D0D6}"/>
              </a:ext>
            </a:extLst>
          </p:cNvPr>
          <p:cNvSpPr txBox="1"/>
          <p:nvPr/>
        </p:nvSpPr>
        <p:spPr>
          <a:xfrm>
            <a:off x="3314422" y="4244846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1B26ADA6-04EE-48FA-AD0A-610773E6B1C5}"/>
                  </a:ext>
                </a:extLst>
              </p:cNvPr>
              <p:cNvSpPr txBox="1"/>
              <p:nvPr/>
            </p:nvSpPr>
            <p:spPr>
              <a:xfrm>
                <a:off x="5747847" y="4696486"/>
                <a:ext cx="343940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43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44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1B26ADA6-04EE-48FA-AD0A-610773E6B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847" y="4696486"/>
                <a:ext cx="3439403" cy="1200329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E62B448D-EF31-D504-6556-EE43F062D9F5}"/>
              </a:ext>
            </a:extLst>
          </p:cNvPr>
          <p:cNvSpPr txBox="1"/>
          <p:nvPr/>
        </p:nvSpPr>
        <p:spPr>
          <a:xfrm>
            <a:off x="9187250" y="4883377"/>
            <a:ext cx="2166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输出中每个向量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，不依赖其后面向量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35406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bject 47"/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解码器</a:t>
            </a:r>
            <a:endParaRPr lang="en-US" dirty="0"/>
          </a:p>
        </p:txBody>
      </p:sp>
      <p:sp>
        <p:nvSpPr>
          <p:cNvPr id="80" name="object 80"/>
          <p:cNvSpPr txBox="1"/>
          <p:nvPr/>
        </p:nvSpPr>
        <p:spPr>
          <a:xfrm>
            <a:off x="8441521" y="2855308"/>
            <a:ext cx="31809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zh-CN" altLang="en-US" sz="1867">
                <a:latin typeface="Arial"/>
                <a:cs typeface="Arial"/>
              </a:rPr>
              <a:t>由</a:t>
            </a:r>
            <a:r>
              <a:rPr lang="en-US" sz="1867">
                <a:latin typeface="Arial"/>
                <a:cs typeface="Arial"/>
              </a:rPr>
              <a:t>N</a:t>
            </a:r>
            <a:r>
              <a:rPr lang="zh-CN" altLang="en-US" sz="1867">
                <a:latin typeface="Arial"/>
                <a:cs typeface="Arial"/>
              </a:rPr>
              <a:t>个解码器块组成。</a:t>
            </a:r>
            <a:endParaRPr sz="1867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259828" y="6381176"/>
            <a:ext cx="3772747" cy="187231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6933">
              <a:spcBef>
                <a:spcPts val="20"/>
              </a:spcBef>
            </a:pPr>
            <a:r>
              <a:rPr sz="1200" spc="-13">
                <a:solidFill>
                  <a:srgbClr val="999999"/>
                </a:solidFill>
                <a:latin typeface="Arial"/>
                <a:cs typeface="Arial"/>
              </a:rPr>
              <a:t>Vaswani</a:t>
            </a:r>
            <a:r>
              <a:rPr sz="1200" spc="-4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et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al,</a:t>
            </a:r>
            <a:r>
              <a:rPr sz="1200" spc="-27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“Attention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is</a:t>
            </a:r>
            <a:r>
              <a:rPr sz="1200" spc="-27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all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you</a:t>
            </a:r>
            <a:r>
              <a:rPr sz="1200" spc="-27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need”,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NeurIPS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 spc="-27">
                <a:solidFill>
                  <a:srgbClr val="999999"/>
                </a:solidFill>
                <a:latin typeface="Arial"/>
                <a:cs typeface="Arial"/>
              </a:rPr>
              <a:t>2017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32">
            <a:extLst>
              <a:ext uri="{FF2B5EF4-FFF2-40B4-BE49-F238E27FC236}">
                <a16:creationId xmlns:a16="http://schemas.microsoft.com/office/drawing/2014/main" id="{D4D4A6B0-6ECA-5DB6-190B-637598F36B2C}"/>
              </a:ext>
            </a:extLst>
          </p:cNvPr>
          <p:cNvSpPr txBox="1"/>
          <p:nvPr/>
        </p:nvSpPr>
        <p:spPr>
          <a:xfrm rot="16200000">
            <a:off x="4031769" y="2568494"/>
            <a:ext cx="266098" cy="90487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7145" algn="ctr">
              <a:lnSpc>
                <a:spcPts val="2195"/>
              </a:lnSpc>
            </a:pPr>
            <a:r>
              <a:rPr lang="en-US" dirty="0" err="1">
                <a:latin typeface="Arial" panose="020B0604020202020204"/>
                <a:cs typeface="Arial" panose="020B0604020202020204"/>
              </a:rPr>
              <a:t>解码器</a:t>
            </a:r>
            <a:endParaRPr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9">
            <a:extLst>
              <a:ext uri="{FF2B5EF4-FFF2-40B4-BE49-F238E27FC236}">
                <a16:creationId xmlns:a16="http://schemas.microsoft.com/office/drawing/2014/main" id="{869BB659-4E63-6E93-0DA2-2343BF4682D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183811" y="2834671"/>
            <a:ext cx="2566670" cy="2734310"/>
          </a:xfrm>
          <a:custGeom>
            <a:avLst/>
            <a:gdLst/>
            <a:ahLst/>
            <a:cxnLst/>
            <a:rect l="l" t="t" r="r" b="b"/>
            <a:pathLst>
              <a:path w="2090420" h="2226310">
                <a:moveTo>
                  <a:pt x="0" y="0"/>
                </a:moveTo>
                <a:lnTo>
                  <a:pt x="2090099" y="0"/>
                </a:lnTo>
                <a:lnTo>
                  <a:pt x="2090099" y="2226299"/>
                </a:lnTo>
                <a:lnTo>
                  <a:pt x="0" y="2226299"/>
                </a:lnTo>
                <a:lnTo>
                  <a:pt x="0" y="0"/>
                </a:lnTo>
                <a:close/>
              </a:path>
            </a:pathLst>
          </a:custGeom>
          <a:solidFill>
            <a:srgbClr val="FAE4EF"/>
          </a:solidFill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44" name="object 38">
            <a:extLst>
              <a:ext uri="{FF2B5EF4-FFF2-40B4-BE49-F238E27FC236}">
                <a16:creationId xmlns:a16="http://schemas.microsoft.com/office/drawing/2014/main" id="{5A5966D4-913C-A887-25DE-B21371642A3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289221" y="3885596"/>
            <a:ext cx="2354580" cy="343535"/>
          </a:xfrm>
          <a:custGeom>
            <a:avLst/>
            <a:gdLst/>
            <a:ahLst/>
            <a:cxnLst/>
            <a:rect l="l" t="t" r="r" b="b"/>
            <a:pathLst>
              <a:path w="1917700" h="280035">
                <a:moveTo>
                  <a:pt x="1917599" y="279599"/>
                </a:moveTo>
                <a:lnTo>
                  <a:pt x="0" y="279599"/>
                </a:lnTo>
                <a:lnTo>
                  <a:pt x="0" y="0"/>
                </a:lnTo>
                <a:lnTo>
                  <a:pt x="1917599" y="0"/>
                </a:lnTo>
                <a:lnTo>
                  <a:pt x="1917599" y="2795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dirty="0" err="1">
                <a:latin typeface="+mn-ea"/>
              </a:rPr>
              <a:t>多头自注意力</a:t>
            </a:r>
            <a:endParaRPr dirty="0">
              <a:latin typeface="+mn-ea"/>
            </a:endParaRPr>
          </a:p>
        </p:txBody>
      </p:sp>
      <p:sp>
        <p:nvSpPr>
          <p:cNvPr id="45" name="object 44">
            <a:extLst>
              <a:ext uri="{FF2B5EF4-FFF2-40B4-BE49-F238E27FC236}">
                <a16:creationId xmlns:a16="http://schemas.microsoft.com/office/drawing/2014/main" id="{60BC5DDD-3D2B-483A-2A9D-9B6526A1D15E}"/>
              </a:ext>
            </a:extLst>
          </p:cNvPr>
          <p:cNvSpPr txBox="1"/>
          <p:nvPr/>
        </p:nvSpPr>
        <p:spPr>
          <a:xfrm>
            <a:off x="2597321" y="3545871"/>
            <a:ext cx="358775" cy="29400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>
              <a:spcBef>
                <a:spcPts val="135"/>
              </a:spcBef>
            </a:pPr>
            <a:r>
              <a:rPr>
                <a:latin typeface="Arial" panose="020B0604020202020204"/>
                <a:cs typeface="Arial" panose="020B0604020202020204"/>
              </a:rPr>
              <a:t>x</a:t>
            </a:r>
            <a:r>
              <a:rPr spc="-20">
                <a:latin typeface="Arial" panose="020B0604020202020204"/>
                <a:cs typeface="Arial" panose="020B0604020202020204"/>
              </a:rPr>
              <a:t> </a:t>
            </a:r>
            <a:r>
              <a:rPr spc="-80">
                <a:latin typeface="Arial" panose="020B0604020202020204"/>
                <a:cs typeface="Arial" panose="020B0604020202020204"/>
              </a:rPr>
              <a:t>N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46" name="文本框 76">
            <a:extLst>
              <a:ext uri="{FF2B5EF4-FFF2-40B4-BE49-F238E27FC236}">
                <a16:creationId xmlns:a16="http://schemas.microsoft.com/office/drawing/2014/main" id="{17F636D1-2225-81A4-27F7-BE7B3810598C}"/>
              </a:ext>
            </a:extLst>
          </p:cNvPr>
          <p:cNvSpPr txBox="1"/>
          <p:nvPr/>
        </p:nvSpPr>
        <p:spPr>
          <a:xfrm rot="16200000">
            <a:off x="2215051" y="3471576"/>
            <a:ext cx="363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...</a:t>
            </a:r>
            <a:endParaRPr lang="zh-CN" altLang="en-US"/>
          </a:p>
        </p:txBody>
      </p:sp>
      <p:grpSp>
        <p:nvGrpSpPr>
          <p:cNvPr id="48" name="组合 229">
            <a:extLst>
              <a:ext uri="{FF2B5EF4-FFF2-40B4-BE49-F238E27FC236}">
                <a16:creationId xmlns:a16="http://schemas.microsoft.com/office/drawing/2014/main" id="{25D98B1C-E876-C15B-B811-FB15BF975052}"/>
              </a:ext>
            </a:extLst>
          </p:cNvPr>
          <p:cNvGrpSpPr/>
          <p:nvPr/>
        </p:nvGrpSpPr>
        <p:grpSpPr>
          <a:xfrm>
            <a:off x="1219371" y="5720111"/>
            <a:ext cx="2481580" cy="316230"/>
            <a:chOff x="3838" y="7960"/>
            <a:chExt cx="3908" cy="498"/>
          </a:xfrm>
          <a:solidFill>
            <a:schemeClr val="accent6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224">
                  <a:extLst>
                    <a:ext uri="{FF2B5EF4-FFF2-40B4-BE49-F238E27FC236}">
                      <a16:creationId xmlns:a16="http://schemas.microsoft.com/office/drawing/2014/main" id="{2C02D429-3E34-10FF-18E5-1EE1A50D00E1}"/>
                    </a:ext>
                  </a:extLst>
                </p:cNvPr>
                <p:cNvSpPr txBox="1"/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" name="文本框 224">
                  <a:extLst>
                    <a:ext uri="{FF2B5EF4-FFF2-40B4-BE49-F238E27FC236}">
                      <a16:creationId xmlns:a16="http://schemas.microsoft.com/office/drawing/2014/main" id="{2C02D429-3E34-10FF-18E5-1EE1A50D00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225">
                  <a:extLst>
                    <a:ext uri="{FF2B5EF4-FFF2-40B4-BE49-F238E27FC236}">
                      <a16:creationId xmlns:a16="http://schemas.microsoft.com/office/drawing/2014/main" id="{BF17B674-80AA-9D10-791C-4DA7308559FF}"/>
                    </a:ext>
                  </a:extLst>
                </p:cNvPr>
                <p:cNvSpPr txBox="1"/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0" name="文本框 225">
                  <a:extLst>
                    <a:ext uri="{FF2B5EF4-FFF2-40B4-BE49-F238E27FC236}">
                      <a16:creationId xmlns:a16="http://schemas.microsoft.com/office/drawing/2014/main" id="{BF17B674-80AA-9D10-791C-4DA7308559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226">
                  <a:extLst>
                    <a:ext uri="{FF2B5EF4-FFF2-40B4-BE49-F238E27FC236}">
                      <a16:creationId xmlns:a16="http://schemas.microsoft.com/office/drawing/2014/main" id="{0AA6F3CB-9B71-05CA-B9A3-9150D486A2F1}"/>
                    </a:ext>
                  </a:extLst>
                </p:cNvPr>
                <p:cNvSpPr txBox="1"/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1" name="文本框 226">
                  <a:extLst>
                    <a:ext uri="{FF2B5EF4-FFF2-40B4-BE49-F238E27FC236}">
                      <a16:creationId xmlns:a16="http://schemas.microsoft.com/office/drawing/2014/main" id="{0AA6F3CB-9B71-05CA-B9A3-9150D486A2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227">
                  <a:extLst>
                    <a:ext uri="{FF2B5EF4-FFF2-40B4-BE49-F238E27FC236}">
                      <a16:creationId xmlns:a16="http://schemas.microsoft.com/office/drawing/2014/main" id="{991BA6E8-AE50-3F7A-732F-DC24D609CAF8}"/>
                    </a:ext>
                  </a:extLst>
                </p:cNvPr>
                <p:cNvSpPr txBox="1"/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2" name="文本框 227">
                  <a:extLst>
                    <a:ext uri="{FF2B5EF4-FFF2-40B4-BE49-F238E27FC236}">
                      <a16:creationId xmlns:a16="http://schemas.microsoft.com/office/drawing/2014/main" id="{991BA6E8-AE50-3F7A-732F-DC24D609CA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228">
                  <a:extLst>
                    <a:ext uri="{FF2B5EF4-FFF2-40B4-BE49-F238E27FC236}">
                      <a16:creationId xmlns:a16="http://schemas.microsoft.com/office/drawing/2014/main" id="{251892B1-BB80-2CD8-3B78-2DBDD80ACA3A}"/>
                    </a:ext>
                  </a:extLst>
                </p:cNvPr>
                <p:cNvSpPr txBox="1"/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3" name="文本框 228">
                  <a:extLst>
                    <a:ext uri="{FF2B5EF4-FFF2-40B4-BE49-F238E27FC236}">
                      <a16:creationId xmlns:a16="http://schemas.microsoft.com/office/drawing/2014/main" id="{251892B1-BB80-2CD8-3B78-2DBDD80ACA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4" name="文本框 230">
            <a:extLst>
              <a:ext uri="{FF2B5EF4-FFF2-40B4-BE49-F238E27FC236}">
                <a16:creationId xmlns:a16="http://schemas.microsoft.com/office/drawing/2014/main" id="{FB688104-2A85-EE5B-A8D5-43F4CBF6C3AA}"/>
              </a:ext>
            </a:extLst>
          </p:cNvPr>
          <p:cNvSpPr txBox="1"/>
          <p:nvPr/>
        </p:nvSpPr>
        <p:spPr>
          <a:xfrm>
            <a:off x="913301" y="6167786"/>
            <a:ext cx="30175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[START]    I    brought  books  [END]</a:t>
            </a:r>
          </a:p>
        </p:txBody>
      </p:sp>
      <p:grpSp>
        <p:nvGrpSpPr>
          <p:cNvPr id="55" name="组合 231">
            <a:extLst>
              <a:ext uri="{FF2B5EF4-FFF2-40B4-BE49-F238E27FC236}">
                <a16:creationId xmlns:a16="http://schemas.microsoft.com/office/drawing/2014/main" id="{28B576EC-A83F-AE18-861D-9CB003F87E19}"/>
              </a:ext>
            </a:extLst>
          </p:cNvPr>
          <p:cNvGrpSpPr/>
          <p:nvPr/>
        </p:nvGrpSpPr>
        <p:grpSpPr>
          <a:xfrm>
            <a:off x="1219371" y="2365406"/>
            <a:ext cx="2481580" cy="316230"/>
            <a:chOff x="3838" y="7960"/>
            <a:chExt cx="3908" cy="498"/>
          </a:xfrm>
          <a:solidFill>
            <a:schemeClr val="accent6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233">
                  <a:extLst>
                    <a:ext uri="{FF2B5EF4-FFF2-40B4-BE49-F238E27FC236}">
                      <a16:creationId xmlns:a16="http://schemas.microsoft.com/office/drawing/2014/main" id="{281C2799-363A-1CAA-732E-F9D32B8393C1}"/>
                    </a:ext>
                  </a:extLst>
                </p:cNvPr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6" name="文本框 233">
                  <a:extLst>
                    <a:ext uri="{FF2B5EF4-FFF2-40B4-BE49-F238E27FC236}">
                      <a16:creationId xmlns:a16="http://schemas.microsoft.com/office/drawing/2014/main" id="{281C2799-363A-1CAA-732E-F9D32B8393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7"/>
                  </p:custDataLst>
                </p:nvPr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234">
                  <a:extLst>
                    <a:ext uri="{FF2B5EF4-FFF2-40B4-BE49-F238E27FC236}">
                      <a16:creationId xmlns:a16="http://schemas.microsoft.com/office/drawing/2014/main" id="{305FA405-DA4B-F87D-F186-794443844F09}"/>
                    </a:ext>
                  </a:extLst>
                </p:cNvPr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7" name="文本框 234">
                  <a:extLst>
                    <a:ext uri="{FF2B5EF4-FFF2-40B4-BE49-F238E27FC236}">
                      <a16:creationId xmlns:a16="http://schemas.microsoft.com/office/drawing/2014/main" id="{305FA405-DA4B-F87D-F186-794443844F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9"/>
                  </p:custDataLst>
                </p:nvPr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235">
                  <a:extLst>
                    <a:ext uri="{FF2B5EF4-FFF2-40B4-BE49-F238E27FC236}">
                      <a16:creationId xmlns:a16="http://schemas.microsoft.com/office/drawing/2014/main" id="{9DA45297-FD76-9878-1F43-5C1F85A8F5F7}"/>
                    </a:ext>
                  </a:extLst>
                </p:cNvPr>
                <p:cNvSpPr txBox="1"/>
                <p:nvPr>
                  <p:custDataLst>
                    <p:tags r:id="rId8"/>
                  </p:custDataLst>
                </p:nvPr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8" name="文本框 235">
                  <a:extLst>
                    <a:ext uri="{FF2B5EF4-FFF2-40B4-BE49-F238E27FC236}">
                      <a16:creationId xmlns:a16="http://schemas.microsoft.com/office/drawing/2014/main" id="{9DA45297-FD76-9878-1F43-5C1F85A8F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21"/>
                  </p:custDataLst>
                </p:nvPr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236">
                  <a:extLst>
                    <a:ext uri="{FF2B5EF4-FFF2-40B4-BE49-F238E27FC236}">
                      <a16:creationId xmlns:a16="http://schemas.microsoft.com/office/drawing/2014/main" id="{66563D84-B119-F589-A50E-DC354803F4CA}"/>
                    </a:ext>
                  </a:extLst>
                </p:cNvPr>
                <p:cNvSpPr txBox="1"/>
                <p:nvPr>
                  <p:custDataLst>
                    <p:tags r:id="rId9"/>
                  </p:custDataLst>
                </p:nvPr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9" name="文本框 236">
                  <a:extLst>
                    <a:ext uri="{FF2B5EF4-FFF2-40B4-BE49-F238E27FC236}">
                      <a16:creationId xmlns:a16="http://schemas.microsoft.com/office/drawing/2014/main" id="{66563D84-B119-F589-A50E-DC354803F4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23"/>
                  </p:custDataLst>
                </p:nvPr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237">
                  <a:extLst>
                    <a:ext uri="{FF2B5EF4-FFF2-40B4-BE49-F238E27FC236}">
                      <a16:creationId xmlns:a16="http://schemas.microsoft.com/office/drawing/2014/main" id="{CDC3C395-E669-7B55-A192-7C53A0560FD3}"/>
                    </a:ext>
                  </a:extLst>
                </p:cNvPr>
                <p:cNvSpPr txBox="1"/>
                <p:nvPr>
                  <p:custDataLst>
                    <p:tags r:id="rId10"/>
                  </p:custDataLst>
                </p:nvPr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0" name="文本框 237">
                  <a:extLst>
                    <a:ext uri="{FF2B5EF4-FFF2-40B4-BE49-F238E27FC236}">
                      <a16:creationId xmlns:a16="http://schemas.microsoft.com/office/drawing/2014/main" id="{CDC3C395-E669-7B55-A192-7C53A0560F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25"/>
                  </p:custDataLst>
                </p:nvPr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1" name="组合 247">
            <a:extLst>
              <a:ext uri="{FF2B5EF4-FFF2-40B4-BE49-F238E27FC236}">
                <a16:creationId xmlns:a16="http://schemas.microsoft.com/office/drawing/2014/main" id="{E6435DC2-D747-CAB9-29D4-E046A5226608}"/>
              </a:ext>
            </a:extLst>
          </p:cNvPr>
          <p:cNvGrpSpPr/>
          <p:nvPr/>
        </p:nvGrpSpPr>
        <p:grpSpPr>
          <a:xfrm>
            <a:off x="137331" y="3204876"/>
            <a:ext cx="459105" cy="2107565"/>
            <a:chOff x="2134" y="3999"/>
            <a:chExt cx="723" cy="3319"/>
          </a:xfrm>
          <a:solidFill>
            <a:schemeClr val="accent5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242">
                  <a:extLst>
                    <a:ext uri="{FF2B5EF4-FFF2-40B4-BE49-F238E27FC236}">
                      <a16:creationId xmlns:a16="http://schemas.microsoft.com/office/drawing/2014/main" id="{FE633F94-6FA5-49F1-353B-3604969A7558}"/>
                    </a:ext>
                  </a:extLst>
                </p:cNvPr>
                <p:cNvSpPr txBox="1"/>
                <p:nvPr/>
              </p:nvSpPr>
              <p:spPr>
                <a:xfrm>
                  <a:off x="2134" y="3999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2" name="文本框 242">
                  <a:extLst>
                    <a:ext uri="{FF2B5EF4-FFF2-40B4-BE49-F238E27FC236}">
                      <a16:creationId xmlns:a16="http://schemas.microsoft.com/office/drawing/2014/main" id="{FE633F94-6FA5-49F1-353B-3604969A75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3999"/>
                  <a:ext cx="723" cy="58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243">
                  <a:extLst>
                    <a:ext uri="{FF2B5EF4-FFF2-40B4-BE49-F238E27FC236}">
                      <a16:creationId xmlns:a16="http://schemas.microsoft.com/office/drawing/2014/main" id="{3FED93BF-7CC8-0CD7-83EA-77E4460ADD98}"/>
                    </a:ext>
                  </a:extLst>
                </p:cNvPr>
                <p:cNvSpPr txBox="1"/>
                <p:nvPr/>
              </p:nvSpPr>
              <p:spPr>
                <a:xfrm>
                  <a:off x="2134" y="4698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63" name="文本框 243">
                  <a:extLst>
                    <a:ext uri="{FF2B5EF4-FFF2-40B4-BE49-F238E27FC236}">
                      <a16:creationId xmlns:a16="http://schemas.microsoft.com/office/drawing/2014/main" id="{3FED93BF-7CC8-0CD7-83EA-77E4460ADD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4698"/>
                  <a:ext cx="723" cy="58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244">
                  <a:extLst>
                    <a:ext uri="{FF2B5EF4-FFF2-40B4-BE49-F238E27FC236}">
                      <a16:creationId xmlns:a16="http://schemas.microsoft.com/office/drawing/2014/main" id="{2507CE20-1D25-7E4D-7552-6480D3798B20}"/>
                    </a:ext>
                  </a:extLst>
                </p:cNvPr>
                <p:cNvSpPr txBox="1"/>
                <p:nvPr/>
              </p:nvSpPr>
              <p:spPr>
                <a:xfrm>
                  <a:off x="2134" y="5393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0,2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64" name="文本框 244">
                  <a:extLst>
                    <a:ext uri="{FF2B5EF4-FFF2-40B4-BE49-F238E27FC236}">
                      <a16:creationId xmlns:a16="http://schemas.microsoft.com/office/drawing/2014/main" id="{2507CE20-1D25-7E4D-7552-6480D3798B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5393"/>
                  <a:ext cx="723" cy="58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245">
                  <a:extLst>
                    <a:ext uri="{FF2B5EF4-FFF2-40B4-BE49-F238E27FC236}">
                      <a16:creationId xmlns:a16="http://schemas.microsoft.com/office/drawing/2014/main" id="{920A509E-698E-68B7-CB66-D4A6C31E9CAF}"/>
                    </a:ext>
                  </a:extLst>
                </p:cNvPr>
                <p:cNvSpPr txBox="1"/>
                <p:nvPr/>
              </p:nvSpPr>
              <p:spPr>
                <a:xfrm>
                  <a:off x="2134" y="6736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5" name="文本框 245">
                  <a:extLst>
                    <a:ext uri="{FF2B5EF4-FFF2-40B4-BE49-F238E27FC236}">
                      <a16:creationId xmlns:a16="http://schemas.microsoft.com/office/drawing/2014/main" id="{920A509E-698E-68B7-CB66-D4A6C31E9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6736"/>
                  <a:ext cx="723" cy="58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文本框 246">
              <a:extLst>
                <a:ext uri="{FF2B5EF4-FFF2-40B4-BE49-F238E27FC236}">
                  <a16:creationId xmlns:a16="http://schemas.microsoft.com/office/drawing/2014/main" id="{2CE28B8A-1445-B347-7197-8C9EB02310E9}"/>
                </a:ext>
              </a:extLst>
            </p:cNvPr>
            <p:cNvSpPr txBox="1"/>
            <p:nvPr/>
          </p:nvSpPr>
          <p:spPr>
            <a:xfrm rot="16200000">
              <a:off x="2138" y="6075"/>
              <a:ext cx="5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...</a:t>
              </a:r>
              <a:endParaRPr lang="zh-CN" altLang="en-US" dirty="0"/>
            </a:p>
          </p:txBody>
        </p:sp>
      </p:grpSp>
      <p:sp>
        <p:nvSpPr>
          <p:cNvPr id="67" name="object 38">
            <a:extLst>
              <a:ext uri="{FF2B5EF4-FFF2-40B4-BE49-F238E27FC236}">
                <a16:creationId xmlns:a16="http://schemas.microsoft.com/office/drawing/2014/main" id="{269F3769-CFB2-89DA-FE51-ED08815AC64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289221" y="4495831"/>
            <a:ext cx="2354580" cy="343535"/>
          </a:xfrm>
          <a:custGeom>
            <a:avLst/>
            <a:gdLst/>
            <a:ahLst/>
            <a:cxnLst/>
            <a:rect l="l" t="t" r="r" b="b"/>
            <a:pathLst>
              <a:path w="1917700" h="280035">
                <a:moveTo>
                  <a:pt x="1917599" y="279599"/>
                </a:moveTo>
                <a:lnTo>
                  <a:pt x="0" y="279599"/>
                </a:lnTo>
                <a:lnTo>
                  <a:pt x="0" y="0"/>
                </a:lnTo>
                <a:lnTo>
                  <a:pt x="1917599" y="0"/>
                </a:lnTo>
                <a:lnTo>
                  <a:pt x="1917599" y="2795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dirty="0" err="1">
                <a:latin typeface="+mn-ea"/>
              </a:rPr>
              <a:t>多头自注意力</a:t>
            </a:r>
            <a:endParaRPr dirty="0">
              <a:latin typeface="+mn-ea"/>
            </a:endParaRPr>
          </a:p>
        </p:txBody>
      </p:sp>
      <p:sp>
        <p:nvSpPr>
          <p:cNvPr id="68" name="object 38">
            <a:extLst>
              <a:ext uri="{FF2B5EF4-FFF2-40B4-BE49-F238E27FC236}">
                <a16:creationId xmlns:a16="http://schemas.microsoft.com/office/drawing/2014/main" id="{F67C56AD-1744-4D3B-377A-F36EE107F7A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289221" y="3025806"/>
            <a:ext cx="2354580" cy="343535"/>
          </a:xfrm>
          <a:custGeom>
            <a:avLst/>
            <a:gdLst/>
            <a:ahLst/>
            <a:cxnLst/>
            <a:rect l="l" t="t" r="r" b="b"/>
            <a:pathLst>
              <a:path w="1917700" h="280035">
                <a:moveTo>
                  <a:pt x="1917599" y="279599"/>
                </a:moveTo>
                <a:lnTo>
                  <a:pt x="0" y="279599"/>
                </a:lnTo>
                <a:lnTo>
                  <a:pt x="0" y="0"/>
                </a:lnTo>
                <a:lnTo>
                  <a:pt x="1917599" y="0"/>
                </a:lnTo>
                <a:lnTo>
                  <a:pt x="1917599" y="2795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dirty="0" err="1">
                <a:latin typeface="+mn-ea"/>
              </a:rPr>
              <a:t>多头自注意力</a:t>
            </a:r>
            <a:endParaRPr dirty="0">
              <a:latin typeface="+mn-ea"/>
            </a:endParaRPr>
          </a:p>
        </p:txBody>
      </p:sp>
      <p:sp>
        <p:nvSpPr>
          <p:cNvPr id="69" name="object 38">
            <a:extLst>
              <a:ext uri="{FF2B5EF4-FFF2-40B4-BE49-F238E27FC236}">
                <a16:creationId xmlns:a16="http://schemas.microsoft.com/office/drawing/2014/main" id="{97A4B20E-0DCF-3172-4677-C40A07F9D8B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289221" y="5027326"/>
            <a:ext cx="2354580" cy="343535"/>
          </a:xfrm>
          <a:custGeom>
            <a:avLst/>
            <a:gdLst/>
            <a:ahLst/>
            <a:cxnLst/>
            <a:rect l="l" t="t" r="r" b="b"/>
            <a:pathLst>
              <a:path w="1917700" h="280035">
                <a:moveTo>
                  <a:pt x="1917599" y="279599"/>
                </a:moveTo>
                <a:lnTo>
                  <a:pt x="0" y="279599"/>
                </a:lnTo>
                <a:lnTo>
                  <a:pt x="0" y="0"/>
                </a:lnTo>
                <a:lnTo>
                  <a:pt x="1917599" y="0"/>
                </a:lnTo>
                <a:lnTo>
                  <a:pt x="1917599" y="2795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dirty="0" err="1">
                <a:latin typeface="+mn-ea"/>
              </a:rPr>
              <a:t>多头自注意力</a:t>
            </a:r>
            <a:endParaRPr dirty="0">
              <a:latin typeface="+mn-ea"/>
            </a:endParaRPr>
          </a:p>
        </p:txBody>
      </p:sp>
      <p:cxnSp>
        <p:nvCxnSpPr>
          <p:cNvPr id="70" name="直接箭头连接符 335">
            <a:extLst>
              <a:ext uri="{FF2B5EF4-FFF2-40B4-BE49-F238E27FC236}">
                <a16:creationId xmlns:a16="http://schemas.microsoft.com/office/drawing/2014/main" id="{4A335757-6D7C-F737-088B-D8227B25F967}"/>
              </a:ext>
            </a:extLst>
          </p:cNvPr>
          <p:cNvCxnSpPr>
            <a:cxnSpLocks/>
          </p:cNvCxnSpPr>
          <p:nvPr/>
        </p:nvCxnSpPr>
        <p:spPr>
          <a:xfrm flipV="1">
            <a:off x="2462701" y="5335301"/>
            <a:ext cx="6985" cy="3282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336">
            <a:extLst>
              <a:ext uri="{FF2B5EF4-FFF2-40B4-BE49-F238E27FC236}">
                <a16:creationId xmlns:a16="http://schemas.microsoft.com/office/drawing/2014/main" id="{05A01CD4-344F-52D3-7B73-516A92E5D315}"/>
              </a:ext>
            </a:extLst>
          </p:cNvPr>
          <p:cNvCxnSpPr/>
          <p:nvPr/>
        </p:nvCxnSpPr>
        <p:spPr>
          <a:xfrm flipV="1">
            <a:off x="2469686" y="2697511"/>
            <a:ext cx="6985" cy="3282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337">
            <a:extLst>
              <a:ext uri="{FF2B5EF4-FFF2-40B4-BE49-F238E27FC236}">
                <a16:creationId xmlns:a16="http://schemas.microsoft.com/office/drawing/2014/main" id="{B5844F45-13EB-B6B1-75A9-DAE68A7F656F}"/>
              </a:ext>
            </a:extLst>
          </p:cNvPr>
          <p:cNvCxnSpPr/>
          <p:nvPr/>
        </p:nvCxnSpPr>
        <p:spPr>
          <a:xfrm flipV="1">
            <a:off x="2469686" y="4792376"/>
            <a:ext cx="0" cy="2317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338">
            <a:extLst>
              <a:ext uri="{FF2B5EF4-FFF2-40B4-BE49-F238E27FC236}">
                <a16:creationId xmlns:a16="http://schemas.microsoft.com/office/drawing/2014/main" id="{7153D631-49AC-11FB-92C9-FEAB1A7C434B}"/>
              </a:ext>
            </a:extLst>
          </p:cNvPr>
          <p:cNvCxnSpPr/>
          <p:nvPr/>
        </p:nvCxnSpPr>
        <p:spPr>
          <a:xfrm flipH="1" flipV="1">
            <a:off x="2459526" y="4215796"/>
            <a:ext cx="3175" cy="2692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肘形连接符 340">
            <a:extLst>
              <a:ext uri="{FF2B5EF4-FFF2-40B4-BE49-F238E27FC236}">
                <a16:creationId xmlns:a16="http://schemas.microsoft.com/office/drawing/2014/main" id="{E20B3AB0-8ED7-2F68-73F8-132C6D6DD974}"/>
              </a:ext>
            </a:extLst>
          </p:cNvPr>
          <p:cNvCxnSpPr/>
          <p:nvPr/>
        </p:nvCxnSpPr>
        <p:spPr>
          <a:xfrm>
            <a:off x="647236" y="4268501"/>
            <a:ext cx="681355" cy="393065"/>
          </a:xfrm>
          <a:prstGeom prst="bentConnector3">
            <a:avLst>
              <a:gd name="adj1" fmla="val 4892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组合 353">
            <a:extLst>
              <a:ext uri="{FF2B5EF4-FFF2-40B4-BE49-F238E27FC236}">
                <a16:creationId xmlns:a16="http://schemas.microsoft.com/office/drawing/2014/main" id="{2A91F1E2-2A30-D8EB-E6E3-DB317D9A426D}"/>
              </a:ext>
            </a:extLst>
          </p:cNvPr>
          <p:cNvGrpSpPr/>
          <p:nvPr/>
        </p:nvGrpSpPr>
        <p:grpSpPr>
          <a:xfrm>
            <a:off x="640886" y="3194716"/>
            <a:ext cx="680720" cy="2066290"/>
            <a:chOff x="3057" y="4559"/>
            <a:chExt cx="1072" cy="3254"/>
          </a:xfrm>
        </p:grpSpPr>
        <p:cxnSp>
          <p:nvCxnSpPr>
            <p:cNvPr id="76" name="肘形连接符 339">
              <a:extLst>
                <a:ext uri="{FF2B5EF4-FFF2-40B4-BE49-F238E27FC236}">
                  <a16:creationId xmlns:a16="http://schemas.microsoft.com/office/drawing/2014/main" id="{B6B869FE-9FBF-7B93-9995-884D8A9AAB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7" y="5936"/>
              <a:ext cx="1072" cy="30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7" name="组合 352">
              <a:extLst>
                <a:ext uri="{FF2B5EF4-FFF2-40B4-BE49-F238E27FC236}">
                  <a16:creationId xmlns:a16="http://schemas.microsoft.com/office/drawing/2014/main" id="{EE418690-4446-6367-2D96-E984D47E1C5A}"/>
                </a:ext>
              </a:extLst>
            </p:cNvPr>
            <p:cNvGrpSpPr/>
            <p:nvPr/>
          </p:nvGrpSpPr>
          <p:grpSpPr>
            <a:xfrm>
              <a:off x="3580" y="4559"/>
              <a:ext cx="524" cy="3254"/>
              <a:chOff x="3580" y="4559"/>
              <a:chExt cx="524" cy="3254"/>
            </a:xfrm>
          </p:grpSpPr>
          <p:cxnSp>
            <p:nvCxnSpPr>
              <p:cNvPr id="78" name="直接连接符 348">
                <a:extLst>
                  <a:ext uri="{FF2B5EF4-FFF2-40B4-BE49-F238E27FC236}">
                    <a16:creationId xmlns:a16="http://schemas.microsoft.com/office/drawing/2014/main" id="{57B96E4F-99BF-E483-AF23-1FC04F528F21}"/>
                  </a:ext>
                </a:extLst>
              </p:cNvPr>
              <p:cNvCxnSpPr/>
              <p:nvPr/>
            </p:nvCxnSpPr>
            <p:spPr>
              <a:xfrm>
                <a:off x="3592" y="6845"/>
                <a:ext cx="0" cy="96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9" name="组合 351">
                <a:extLst>
                  <a:ext uri="{FF2B5EF4-FFF2-40B4-BE49-F238E27FC236}">
                    <a16:creationId xmlns:a16="http://schemas.microsoft.com/office/drawing/2014/main" id="{485125D9-E59C-E266-D94D-CD9092BC2E40}"/>
                  </a:ext>
                </a:extLst>
              </p:cNvPr>
              <p:cNvGrpSpPr/>
              <p:nvPr/>
            </p:nvGrpSpPr>
            <p:grpSpPr>
              <a:xfrm>
                <a:off x="3580" y="4559"/>
                <a:ext cx="524" cy="1364"/>
                <a:chOff x="3580" y="4559"/>
                <a:chExt cx="524" cy="1364"/>
              </a:xfrm>
            </p:grpSpPr>
            <p:cxnSp>
              <p:nvCxnSpPr>
                <p:cNvPr id="82" name="直接连接符 347">
                  <a:extLst>
                    <a:ext uri="{FF2B5EF4-FFF2-40B4-BE49-F238E27FC236}">
                      <a16:creationId xmlns:a16="http://schemas.microsoft.com/office/drawing/2014/main" id="{06B0BFCE-3D93-9F4D-BDE6-1DD6B86875A1}"/>
                    </a:ext>
                  </a:extLst>
                </p:cNvPr>
                <p:cNvCxnSpPr/>
                <p:nvPr/>
              </p:nvCxnSpPr>
              <p:spPr>
                <a:xfrm flipH="1" flipV="1">
                  <a:off x="3580" y="4559"/>
                  <a:ext cx="12" cy="136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接箭头连接符 349">
                  <a:extLst>
                    <a:ext uri="{FF2B5EF4-FFF2-40B4-BE49-F238E27FC236}">
                      <a16:creationId xmlns:a16="http://schemas.microsoft.com/office/drawing/2014/main" id="{94080FEE-6345-1104-FD7C-991DD8DEF726}"/>
                    </a:ext>
                  </a:extLst>
                </p:cNvPr>
                <p:cNvCxnSpPr/>
                <p:nvPr/>
              </p:nvCxnSpPr>
              <p:spPr>
                <a:xfrm flipV="1">
                  <a:off x="3592" y="4563"/>
                  <a:ext cx="513" cy="1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1" name="直接箭头连接符 350">
                <a:extLst>
                  <a:ext uri="{FF2B5EF4-FFF2-40B4-BE49-F238E27FC236}">
                    <a16:creationId xmlns:a16="http://schemas.microsoft.com/office/drawing/2014/main" id="{FC2D6AB0-F049-84BB-8CE5-139E504BBA19}"/>
                  </a:ext>
                </a:extLst>
              </p:cNvPr>
              <p:cNvCxnSpPr/>
              <p:nvPr/>
            </p:nvCxnSpPr>
            <p:spPr>
              <a:xfrm flipV="1">
                <a:off x="3592" y="7783"/>
                <a:ext cx="513" cy="1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4" name="文本框 230">
            <a:extLst>
              <a:ext uri="{FF2B5EF4-FFF2-40B4-BE49-F238E27FC236}">
                <a16:creationId xmlns:a16="http://schemas.microsoft.com/office/drawing/2014/main" id="{81468BF8-AE51-448A-9826-2C26AC3A0E9E}"/>
              </a:ext>
            </a:extLst>
          </p:cNvPr>
          <p:cNvSpPr txBox="1"/>
          <p:nvPr/>
        </p:nvSpPr>
        <p:spPr>
          <a:xfrm>
            <a:off x="921873" y="2009806"/>
            <a:ext cx="30175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[START]    I    brought  books  [END]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object 134"/>
          <p:cNvSpPr txBox="1"/>
          <p:nvPr/>
        </p:nvSpPr>
        <p:spPr>
          <a:xfrm>
            <a:off x="8948899" y="2952618"/>
            <a:ext cx="2786380" cy="59174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lang="zh-CN" altLang="en-US" sz="1867">
                <a:latin typeface="Arial"/>
                <a:cs typeface="Arial"/>
              </a:rPr>
              <a:t>让我们进入 </a:t>
            </a:r>
            <a:r>
              <a:rPr lang="en-US" sz="1867">
                <a:latin typeface="Arial"/>
                <a:cs typeface="Arial"/>
              </a:rPr>
              <a:t>Transformer </a:t>
            </a:r>
            <a:r>
              <a:rPr lang="zh-CN" altLang="en-US" sz="1867">
                <a:latin typeface="Arial"/>
                <a:cs typeface="Arial"/>
              </a:rPr>
              <a:t>解码器模块</a:t>
            </a:r>
            <a:endParaRPr sz="1867">
              <a:latin typeface="Arial"/>
              <a:cs typeface="Arial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8259828" y="6490974"/>
            <a:ext cx="3772747" cy="187231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6933">
              <a:spcBef>
                <a:spcPts val="20"/>
              </a:spcBef>
            </a:pPr>
            <a:r>
              <a:rPr sz="1200" spc="-13">
                <a:solidFill>
                  <a:srgbClr val="999999"/>
                </a:solidFill>
                <a:latin typeface="Arial"/>
                <a:cs typeface="Arial"/>
              </a:rPr>
              <a:t>Vaswani</a:t>
            </a:r>
            <a:r>
              <a:rPr sz="1200" spc="-4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et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al,</a:t>
            </a:r>
            <a:r>
              <a:rPr sz="1200" spc="-27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“Attention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is</a:t>
            </a:r>
            <a:r>
              <a:rPr sz="1200" spc="-27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all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you</a:t>
            </a:r>
            <a:r>
              <a:rPr sz="1200" spc="-27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need”,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NeurIPS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 spc="-27">
                <a:solidFill>
                  <a:srgbClr val="999999"/>
                </a:solidFill>
                <a:latin typeface="Arial"/>
                <a:cs typeface="Arial"/>
              </a:rPr>
              <a:t>2017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4" name="object 47">
            <a:extLst>
              <a:ext uri="{FF2B5EF4-FFF2-40B4-BE49-F238E27FC236}">
                <a16:creationId xmlns:a16="http://schemas.microsoft.com/office/drawing/2014/main" id="{A06F0684-0518-4688-A823-298EFA2660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439" y="144471"/>
            <a:ext cx="10515600" cy="475113"/>
          </a:xfrm>
        </p:spPr>
        <p:txBody>
          <a:bodyPr/>
          <a:lstStyle/>
          <a:p>
            <a:r>
              <a:rPr lang="zh-CN" altLang="en-US" sz="2500" dirty="0"/>
              <a:t>解码器</a:t>
            </a:r>
            <a:endParaRPr lang="en-US" sz="2500" dirty="0"/>
          </a:p>
        </p:txBody>
      </p:sp>
      <p:sp>
        <p:nvSpPr>
          <p:cNvPr id="146" name="object 8">
            <a:extLst>
              <a:ext uri="{FF2B5EF4-FFF2-40B4-BE49-F238E27FC236}">
                <a16:creationId xmlns:a16="http://schemas.microsoft.com/office/drawing/2014/main" id="{D092FFAF-282D-BF8B-4625-7BB494CDCD8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405291" y="2980721"/>
            <a:ext cx="2566670" cy="2734310"/>
          </a:xfrm>
          <a:custGeom>
            <a:avLst/>
            <a:gdLst/>
            <a:ahLst/>
            <a:cxnLst/>
            <a:rect l="l" t="t" r="r" b="b"/>
            <a:pathLst>
              <a:path w="2090420" h="2226310">
                <a:moveTo>
                  <a:pt x="2090099" y="2226299"/>
                </a:moveTo>
                <a:lnTo>
                  <a:pt x="0" y="2226299"/>
                </a:lnTo>
                <a:lnTo>
                  <a:pt x="0" y="0"/>
                </a:lnTo>
                <a:lnTo>
                  <a:pt x="2090099" y="0"/>
                </a:lnTo>
                <a:lnTo>
                  <a:pt x="2090099" y="2226299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148" name="object 9">
            <a:extLst>
              <a:ext uri="{FF2B5EF4-FFF2-40B4-BE49-F238E27FC236}">
                <a16:creationId xmlns:a16="http://schemas.microsoft.com/office/drawing/2014/main" id="{C890B4E8-41CC-46AB-26F3-F7F2CB1D362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183811" y="2834671"/>
            <a:ext cx="2566670" cy="2734310"/>
          </a:xfrm>
          <a:custGeom>
            <a:avLst/>
            <a:gdLst/>
            <a:ahLst/>
            <a:cxnLst/>
            <a:rect l="l" t="t" r="r" b="b"/>
            <a:pathLst>
              <a:path w="2090420" h="2226310">
                <a:moveTo>
                  <a:pt x="0" y="0"/>
                </a:moveTo>
                <a:lnTo>
                  <a:pt x="2090099" y="0"/>
                </a:lnTo>
                <a:lnTo>
                  <a:pt x="2090099" y="2226299"/>
                </a:lnTo>
                <a:lnTo>
                  <a:pt x="0" y="2226299"/>
                </a:lnTo>
                <a:lnTo>
                  <a:pt x="0" y="0"/>
                </a:lnTo>
                <a:close/>
              </a:path>
            </a:pathLst>
          </a:custGeom>
          <a:solidFill>
            <a:srgbClr val="FAE4EF"/>
          </a:solidFill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149" name="object 38">
            <a:extLst>
              <a:ext uri="{FF2B5EF4-FFF2-40B4-BE49-F238E27FC236}">
                <a16:creationId xmlns:a16="http://schemas.microsoft.com/office/drawing/2014/main" id="{17CDA60C-6FA9-F157-C145-D212865BFBC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289221" y="3885596"/>
            <a:ext cx="2354580" cy="343535"/>
          </a:xfrm>
          <a:custGeom>
            <a:avLst/>
            <a:gdLst/>
            <a:ahLst/>
            <a:cxnLst/>
            <a:rect l="l" t="t" r="r" b="b"/>
            <a:pathLst>
              <a:path w="1917700" h="280035">
                <a:moveTo>
                  <a:pt x="1917599" y="279599"/>
                </a:moveTo>
                <a:lnTo>
                  <a:pt x="0" y="279599"/>
                </a:lnTo>
                <a:lnTo>
                  <a:pt x="0" y="0"/>
                </a:lnTo>
                <a:lnTo>
                  <a:pt x="1917599" y="0"/>
                </a:lnTo>
                <a:lnTo>
                  <a:pt x="1917599" y="2795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dirty="0" err="1">
                <a:latin typeface="+mn-ea"/>
              </a:rPr>
              <a:t>多头自注意力</a:t>
            </a:r>
            <a:endParaRPr dirty="0">
              <a:latin typeface="+mn-ea"/>
            </a:endParaRPr>
          </a:p>
        </p:txBody>
      </p:sp>
      <p:sp>
        <p:nvSpPr>
          <p:cNvPr id="150" name="object 44">
            <a:extLst>
              <a:ext uri="{FF2B5EF4-FFF2-40B4-BE49-F238E27FC236}">
                <a16:creationId xmlns:a16="http://schemas.microsoft.com/office/drawing/2014/main" id="{FC7859DE-9FC0-B4A4-13FC-D0F5CB3DD042}"/>
              </a:ext>
            </a:extLst>
          </p:cNvPr>
          <p:cNvSpPr txBox="1"/>
          <p:nvPr/>
        </p:nvSpPr>
        <p:spPr>
          <a:xfrm>
            <a:off x="2597321" y="3545871"/>
            <a:ext cx="358775" cy="29400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>
              <a:spcBef>
                <a:spcPts val="135"/>
              </a:spcBef>
            </a:pPr>
            <a:r>
              <a:rPr>
                <a:latin typeface="Arial" panose="020B0604020202020204"/>
                <a:cs typeface="Arial" panose="020B0604020202020204"/>
              </a:rPr>
              <a:t>x</a:t>
            </a:r>
            <a:r>
              <a:rPr spc="-20">
                <a:latin typeface="Arial" panose="020B0604020202020204"/>
                <a:cs typeface="Arial" panose="020B0604020202020204"/>
              </a:rPr>
              <a:t> </a:t>
            </a:r>
            <a:r>
              <a:rPr spc="-80">
                <a:latin typeface="Arial" panose="020B0604020202020204"/>
                <a:cs typeface="Arial" panose="020B0604020202020204"/>
              </a:rPr>
              <a:t>N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52" name="object 115">
            <a:extLst>
              <a:ext uri="{FF2B5EF4-FFF2-40B4-BE49-F238E27FC236}">
                <a16:creationId xmlns:a16="http://schemas.microsoft.com/office/drawing/2014/main" id="{6F8A94E0-E4BB-7734-6F7F-0E0529FB8957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5661831" y="5043836"/>
            <a:ext cx="1979930" cy="461645"/>
            <a:chOff x="4585187" y="3514343"/>
            <a:chExt cx="1612265" cy="375920"/>
          </a:xfrm>
          <a:solidFill>
            <a:srgbClr val="EED6F2"/>
          </a:solidFill>
        </p:grpSpPr>
        <p:sp>
          <p:nvSpPr>
            <p:cNvPr id="153" name="object 116">
              <a:extLst>
                <a:ext uri="{FF2B5EF4-FFF2-40B4-BE49-F238E27FC236}">
                  <a16:creationId xmlns:a16="http://schemas.microsoft.com/office/drawing/2014/main" id="{B4C7AC37-8F82-B30A-1A91-5BAA1C91F28B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4589950" y="3519105"/>
              <a:ext cx="1602740" cy="366395"/>
            </a:xfrm>
            <a:custGeom>
              <a:avLst/>
              <a:gdLst/>
              <a:ahLst/>
              <a:cxnLst/>
              <a:rect l="l" t="t" r="r" b="b"/>
              <a:pathLst>
                <a:path w="1602739" h="366395">
                  <a:moveTo>
                    <a:pt x="1602599" y="366299"/>
                  </a:moveTo>
                  <a:lnTo>
                    <a:pt x="0" y="366299"/>
                  </a:lnTo>
                  <a:lnTo>
                    <a:pt x="0" y="0"/>
                  </a:lnTo>
                  <a:lnTo>
                    <a:pt x="1602599" y="0"/>
                  </a:lnTo>
                  <a:lnTo>
                    <a:pt x="1602599" y="36629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2000"/>
            </a:p>
          </p:txBody>
        </p:sp>
        <p:sp>
          <p:nvSpPr>
            <p:cNvPr id="156" name="object 117">
              <a:extLst>
                <a:ext uri="{FF2B5EF4-FFF2-40B4-BE49-F238E27FC236}">
                  <a16:creationId xmlns:a16="http://schemas.microsoft.com/office/drawing/2014/main" id="{286F4F4D-6CD8-B606-DAAE-E62A79F3E06E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4589950" y="3519105"/>
              <a:ext cx="1602740" cy="366395"/>
            </a:xfrm>
            <a:custGeom>
              <a:avLst/>
              <a:gdLst/>
              <a:ahLst/>
              <a:cxnLst/>
              <a:rect l="l" t="t" r="r" b="b"/>
              <a:pathLst>
                <a:path w="1602739" h="366395">
                  <a:moveTo>
                    <a:pt x="0" y="0"/>
                  </a:moveTo>
                  <a:lnTo>
                    <a:pt x="1602599" y="0"/>
                  </a:lnTo>
                  <a:lnTo>
                    <a:pt x="1602599" y="366299"/>
                  </a:lnTo>
                  <a:lnTo>
                    <a:pt x="0" y="36629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sp>
        <p:nvSpPr>
          <p:cNvPr id="157" name="object 118">
            <a:extLst>
              <a:ext uri="{FF2B5EF4-FFF2-40B4-BE49-F238E27FC236}">
                <a16:creationId xmlns:a16="http://schemas.microsoft.com/office/drawing/2014/main" id="{E8252F19-387C-5441-D0D9-59B59ED17C71}"/>
              </a:ext>
            </a:extLst>
          </p:cNvPr>
          <p:cNvSpPr txBox="1"/>
          <p:nvPr/>
        </p:nvSpPr>
        <p:spPr>
          <a:xfrm>
            <a:off x="5830106" y="5165112"/>
            <a:ext cx="1644015" cy="2325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09880" marR="6985" indent="-294005" algn="ctr">
              <a:spcBef>
                <a:spcPts val="135"/>
              </a:spcBef>
            </a:pPr>
            <a:r>
              <a:rPr lang="en-US" sz="1400" dirty="0" err="1">
                <a:latin typeface="Arial" panose="020B0604020202020204"/>
                <a:cs typeface="Arial" panose="020B0604020202020204"/>
              </a:rPr>
              <a:t>掩码多头自注意力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58" name="object 126">
            <a:extLst>
              <a:ext uri="{FF2B5EF4-FFF2-40B4-BE49-F238E27FC236}">
                <a16:creationId xmlns:a16="http://schemas.microsoft.com/office/drawing/2014/main" id="{BD78A1F8-B526-E5CA-8206-84720C0E1A9E}"/>
              </a:ext>
            </a:extLst>
          </p:cNvPr>
          <p:cNvPicPr/>
          <p:nvPr>
            <p:custDataLst>
              <p:tags r:id="rId5"/>
            </p:custDataLst>
          </p:nvPr>
        </p:nvPicPr>
        <p:blipFill>
          <a:blip r:embed="rId30" cstate="print"/>
          <a:stretch>
            <a:fillRect/>
          </a:stretch>
        </p:blipFill>
        <p:spPr>
          <a:xfrm>
            <a:off x="6565436" y="4672361"/>
            <a:ext cx="177800" cy="185420"/>
          </a:xfrm>
          <a:prstGeom prst="rect">
            <a:avLst/>
          </a:prstGeom>
        </p:spPr>
      </p:pic>
      <p:sp>
        <p:nvSpPr>
          <p:cNvPr id="159" name="object 127">
            <a:extLst>
              <a:ext uri="{FF2B5EF4-FFF2-40B4-BE49-F238E27FC236}">
                <a16:creationId xmlns:a16="http://schemas.microsoft.com/office/drawing/2014/main" id="{5841E4D7-4940-0E13-3B98-A839B7ADCB91}"/>
              </a:ext>
            </a:extLst>
          </p:cNvPr>
          <p:cNvSpPr txBox="1"/>
          <p:nvPr/>
        </p:nvSpPr>
        <p:spPr>
          <a:xfrm>
            <a:off x="6602266" y="4656486"/>
            <a:ext cx="104775" cy="17843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>
              <a:spcBef>
                <a:spcPts val="135"/>
              </a:spcBef>
            </a:pPr>
            <a:r>
              <a:rPr sz="1050">
                <a:latin typeface="Arial" panose="020B0604020202020204"/>
                <a:cs typeface="Arial" panose="020B0604020202020204"/>
              </a:rPr>
              <a:t>+</a:t>
            </a:r>
          </a:p>
        </p:txBody>
      </p:sp>
      <p:sp>
        <p:nvSpPr>
          <p:cNvPr id="160" name="object 132">
            <a:extLst>
              <a:ext uri="{FF2B5EF4-FFF2-40B4-BE49-F238E27FC236}">
                <a16:creationId xmlns:a16="http://schemas.microsoft.com/office/drawing/2014/main" id="{D6A936A3-C0AD-439B-7B93-9983E9AEE3E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667546" y="2850546"/>
            <a:ext cx="1967865" cy="192405"/>
          </a:xfrm>
          <a:custGeom>
            <a:avLst/>
            <a:gdLst/>
            <a:ahLst/>
            <a:cxnLst/>
            <a:rect l="l" t="t" r="r" b="b"/>
            <a:pathLst>
              <a:path w="1602739" h="156844">
                <a:moveTo>
                  <a:pt x="1602599" y="156299"/>
                </a:moveTo>
                <a:lnTo>
                  <a:pt x="0" y="156299"/>
                </a:lnTo>
                <a:lnTo>
                  <a:pt x="0" y="0"/>
                </a:lnTo>
                <a:lnTo>
                  <a:pt x="1602599" y="0"/>
                </a:lnTo>
                <a:lnTo>
                  <a:pt x="1602599" y="1562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sz="1400" dirty="0" err="1"/>
              <a:t>归一化</a:t>
            </a:r>
            <a:endParaRPr lang="en-US" sz="1400" dirty="0"/>
          </a:p>
        </p:txBody>
      </p:sp>
      <p:sp>
        <p:nvSpPr>
          <p:cNvPr id="161" name="object 136">
            <a:extLst>
              <a:ext uri="{FF2B5EF4-FFF2-40B4-BE49-F238E27FC236}">
                <a16:creationId xmlns:a16="http://schemas.microsoft.com/office/drawing/2014/main" id="{D6E96A65-8660-79D3-846A-6EB1A395206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667680" y="1776899"/>
            <a:ext cx="1968233" cy="192764"/>
          </a:xfrm>
          <a:custGeom>
            <a:avLst/>
            <a:gdLst/>
            <a:ahLst/>
            <a:cxnLst/>
            <a:rect l="l" t="t" r="r" b="b"/>
            <a:pathLst>
              <a:path w="1602739" h="156844">
                <a:moveTo>
                  <a:pt x="1602599" y="156299"/>
                </a:moveTo>
                <a:lnTo>
                  <a:pt x="0" y="156299"/>
                </a:lnTo>
                <a:lnTo>
                  <a:pt x="0" y="0"/>
                </a:lnTo>
                <a:lnTo>
                  <a:pt x="1602599" y="0"/>
                </a:lnTo>
                <a:lnTo>
                  <a:pt x="1602599" y="1562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sz="1400" dirty="0" err="1">
                <a:latin typeface="Arial" panose="020B0604020202020204"/>
                <a:cs typeface="Arial" panose="020B0604020202020204"/>
              </a:rPr>
              <a:t>归一化</a:t>
            </a:r>
            <a:endParaRPr sz="2000" dirty="0"/>
          </a:p>
        </p:txBody>
      </p:sp>
      <p:sp>
        <p:nvSpPr>
          <p:cNvPr id="162" name="object 140">
            <a:extLst>
              <a:ext uri="{FF2B5EF4-FFF2-40B4-BE49-F238E27FC236}">
                <a16:creationId xmlns:a16="http://schemas.microsoft.com/office/drawing/2014/main" id="{314FE435-3B8E-B6E3-15BB-E2FF4154EE14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656596" y="2471590"/>
            <a:ext cx="1968233" cy="192763"/>
          </a:xfrm>
          <a:custGeom>
            <a:avLst/>
            <a:gdLst/>
            <a:ahLst/>
            <a:cxnLst/>
            <a:rect l="l" t="t" r="r" b="b"/>
            <a:pathLst>
              <a:path w="1602739" h="156844">
                <a:moveTo>
                  <a:pt x="1602599" y="156299"/>
                </a:moveTo>
                <a:lnTo>
                  <a:pt x="0" y="156299"/>
                </a:lnTo>
                <a:lnTo>
                  <a:pt x="0" y="0"/>
                </a:lnTo>
                <a:lnTo>
                  <a:pt x="1602599" y="0"/>
                </a:lnTo>
                <a:lnTo>
                  <a:pt x="1602599" y="1562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sz="1400" dirty="0" err="1"/>
              <a:t>前馈网络</a:t>
            </a:r>
            <a:endParaRPr lang="en-US" sz="1400" dirty="0"/>
          </a:p>
        </p:txBody>
      </p:sp>
      <p:pic>
        <p:nvPicPr>
          <p:cNvPr id="163" name="object 143">
            <a:extLst>
              <a:ext uri="{FF2B5EF4-FFF2-40B4-BE49-F238E27FC236}">
                <a16:creationId xmlns:a16="http://schemas.microsoft.com/office/drawing/2014/main" id="{58F4E3DC-569D-98D3-316C-40945C571A8E}"/>
              </a:ext>
            </a:extLst>
          </p:cNvPr>
          <p:cNvPicPr/>
          <p:nvPr>
            <p:custDataLst>
              <p:tags r:id="rId9"/>
            </p:custDataLst>
          </p:nvPr>
        </p:nvPicPr>
        <p:blipFill>
          <a:blip r:embed="rId31" cstate="print"/>
          <a:stretch>
            <a:fillRect/>
          </a:stretch>
        </p:blipFill>
        <p:spPr>
          <a:xfrm>
            <a:off x="6569246" y="2124106"/>
            <a:ext cx="178435" cy="185420"/>
          </a:xfrm>
          <a:prstGeom prst="rect">
            <a:avLst/>
          </a:prstGeom>
        </p:spPr>
      </p:pic>
      <p:sp>
        <p:nvSpPr>
          <p:cNvPr id="164" name="object 144">
            <a:extLst>
              <a:ext uri="{FF2B5EF4-FFF2-40B4-BE49-F238E27FC236}">
                <a16:creationId xmlns:a16="http://schemas.microsoft.com/office/drawing/2014/main" id="{8C68B552-C7E4-6BD7-7285-86583F2E046F}"/>
              </a:ext>
            </a:extLst>
          </p:cNvPr>
          <p:cNvSpPr txBox="1"/>
          <p:nvPr/>
        </p:nvSpPr>
        <p:spPr>
          <a:xfrm>
            <a:off x="6606076" y="2108231"/>
            <a:ext cx="104775" cy="1778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 algn="ctr">
              <a:spcBef>
                <a:spcPts val="135"/>
              </a:spcBef>
            </a:pPr>
            <a:r>
              <a:rPr sz="1050">
                <a:latin typeface="Arial" panose="020B0604020202020204"/>
                <a:cs typeface="Arial" panose="020B0604020202020204"/>
              </a:rPr>
              <a:t>+</a:t>
            </a:r>
          </a:p>
        </p:txBody>
      </p:sp>
      <p:grpSp>
        <p:nvGrpSpPr>
          <p:cNvPr id="165" name="object 194">
            <a:extLst>
              <a:ext uri="{FF2B5EF4-FFF2-40B4-BE49-F238E27FC236}">
                <a16:creationId xmlns:a16="http://schemas.microsoft.com/office/drawing/2014/main" id="{36AF585C-1C24-7366-E05D-C2668F6B6366}"/>
              </a:ext>
            </a:extLst>
          </p:cNvPr>
          <p:cNvGrpSpPr/>
          <p:nvPr/>
        </p:nvGrpSpPr>
        <p:grpSpPr>
          <a:xfrm>
            <a:off x="5661831" y="1407191"/>
            <a:ext cx="1979930" cy="204470"/>
            <a:chOff x="4585187" y="552491"/>
            <a:chExt cx="1612265" cy="166370"/>
          </a:xfrm>
        </p:grpSpPr>
        <p:sp>
          <p:nvSpPr>
            <p:cNvPr id="166" name="object 195">
              <a:extLst>
                <a:ext uri="{FF2B5EF4-FFF2-40B4-BE49-F238E27FC236}">
                  <a16:creationId xmlns:a16="http://schemas.microsoft.com/office/drawing/2014/main" id="{4AF45ABD-05C5-316A-2D64-8F13E667503C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4589950" y="557254"/>
              <a:ext cx="1602740" cy="156845"/>
            </a:xfrm>
            <a:custGeom>
              <a:avLst/>
              <a:gdLst/>
              <a:ahLst/>
              <a:cxnLst/>
              <a:rect l="l" t="t" r="r" b="b"/>
              <a:pathLst>
                <a:path w="1602739" h="156845">
                  <a:moveTo>
                    <a:pt x="1602599" y="156299"/>
                  </a:moveTo>
                  <a:lnTo>
                    <a:pt x="0" y="156299"/>
                  </a:lnTo>
                  <a:lnTo>
                    <a:pt x="0" y="0"/>
                  </a:lnTo>
                  <a:lnTo>
                    <a:pt x="1602599" y="0"/>
                  </a:lnTo>
                  <a:lnTo>
                    <a:pt x="1602599" y="156299"/>
                  </a:lnTo>
                  <a:close/>
                </a:path>
              </a:pathLst>
            </a:custGeom>
            <a:solidFill>
              <a:srgbClr val="EED6F2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400" dirty="0" err="1"/>
                <a:t>Softmax</a:t>
              </a:r>
              <a:endParaRPr lang="en-US" sz="1400" dirty="0"/>
            </a:p>
          </p:txBody>
        </p:sp>
        <p:sp>
          <p:nvSpPr>
            <p:cNvPr id="167" name="object 196">
              <a:extLst>
                <a:ext uri="{FF2B5EF4-FFF2-40B4-BE49-F238E27FC236}">
                  <a16:creationId xmlns:a16="http://schemas.microsoft.com/office/drawing/2014/main" id="{3AA1DD55-FE49-7B79-C82E-4B9450A73A38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4589950" y="557254"/>
              <a:ext cx="1602740" cy="156845"/>
            </a:xfrm>
            <a:custGeom>
              <a:avLst/>
              <a:gdLst/>
              <a:ahLst/>
              <a:cxnLst/>
              <a:rect l="l" t="t" r="r" b="b"/>
              <a:pathLst>
                <a:path w="1602739" h="156845">
                  <a:moveTo>
                    <a:pt x="0" y="0"/>
                  </a:moveTo>
                  <a:lnTo>
                    <a:pt x="1602599" y="0"/>
                  </a:lnTo>
                  <a:lnTo>
                    <a:pt x="1602599" y="156299"/>
                  </a:lnTo>
                  <a:lnTo>
                    <a:pt x="0" y="156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grpSp>
        <p:nvGrpSpPr>
          <p:cNvPr id="168" name="object 198">
            <a:extLst>
              <a:ext uri="{FF2B5EF4-FFF2-40B4-BE49-F238E27FC236}">
                <a16:creationId xmlns:a16="http://schemas.microsoft.com/office/drawing/2014/main" id="{FF29494D-449B-4FF1-2860-F5765905AE7B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5667546" y="3568096"/>
            <a:ext cx="1968500" cy="449580"/>
            <a:chOff x="4589950" y="2312741"/>
            <a:chExt cx="1602740" cy="366395"/>
          </a:xfrm>
          <a:solidFill>
            <a:srgbClr val="EED6F2"/>
          </a:solidFill>
        </p:grpSpPr>
        <p:sp>
          <p:nvSpPr>
            <p:cNvPr id="169" name="object 202">
              <a:extLst>
                <a:ext uri="{FF2B5EF4-FFF2-40B4-BE49-F238E27FC236}">
                  <a16:creationId xmlns:a16="http://schemas.microsoft.com/office/drawing/2014/main" id="{C94A236E-6400-9439-DA1C-A9E2DCA20C62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4589950" y="2312741"/>
              <a:ext cx="1602740" cy="366395"/>
            </a:xfrm>
            <a:custGeom>
              <a:avLst/>
              <a:gdLst/>
              <a:ahLst/>
              <a:cxnLst/>
              <a:rect l="l" t="t" r="r" b="b"/>
              <a:pathLst>
                <a:path w="1602739" h="366394">
                  <a:moveTo>
                    <a:pt x="1602599" y="366299"/>
                  </a:moveTo>
                  <a:lnTo>
                    <a:pt x="0" y="366299"/>
                  </a:lnTo>
                  <a:lnTo>
                    <a:pt x="0" y="0"/>
                  </a:lnTo>
                  <a:lnTo>
                    <a:pt x="1602599" y="0"/>
                  </a:lnTo>
                  <a:lnTo>
                    <a:pt x="1602599" y="36629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2000"/>
            </a:p>
          </p:txBody>
        </p:sp>
        <p:sp>
          <p:nvSpPr>
            <p:cNvPr id="170" name="object 203">
              <a:extLst>
                <a:ext uri="{FF2B5EF4-FFF2-40B4-BE49-F238E27FC236}">
                  <a16:creationId xmlns:a16="http://schemas.microsoft.com/office/drawing/2014/main" id="{71119ADE-1455-5575-280E-4670299D6991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4589950" y="2312741"/>
              <a:ext cx="1602740" cy="366395"/>
            </a:xfrm>
            <a:custGeom>
              <a:avLst/>
              <a:gdLst/>
              <a:ahLst/>
              <a:cxnLst/>
              <a:rect l="l" t="t" r="r" b="b"/>
              <a:pathLst>
                <a:path w="1602739" h="366394">
                  <a:moveTo>
                    <a:pt x="0" y="0"/>
                  </a:moveTo>
                  <a:lnTo>
                    <a:pt x="1602599" y="0"/>
                  </a:lnTo>
                  <a:lnTo>
                    <a:pt x="1602599" y="366299"/>
                  </a:lnTo>
                  <a:lnTo>
                    <a:pt x="0" y="36629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sp>
        <p:nvSpPr>
          <p:cNvPr id="171" name="object 204">
            <a:extLst>
              <a:ext uri="{FF2B5EF4-FFF2-40B4-BE49-F238E27FC236}">
                <a16:creationId xmlns:a16="http://schemas.microsoft.com/office/drawing/2014/main" id="{C293CDB7-B66E-1E13-3BCF-4C58E407FA9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778671" y="3545871"/>
            <a:ext cx="1745615" cy="4608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>
              <a:spcBef>
                <a:spcPts val="135"/>
              </a:spcBef>
            </a:pPr>
            <a:r>
              <a:rPr lang="en-US" sz="1400" dirty="0" err="1">
                <a:latin typeface="Arial" panose="020B0604020202020204"/>
                <a:cs typeface="Arial" panose="020B0604020202020204"/>
              </a:rPr>
              <a:t>交叉多头自注意力</a:t>
            </a:r>
            <a:endParaRPr lang="en-US" sz="1400" dirty="0">
              <a:latin typeface="Arial" panose="020B0604020202020204"/>
              <a:cs typeface="Arial" panose="020B0604020202020204"/>
            </a:endParaRPr>
          </a:p>
          <a:p>
            <a:pPr>
              <a:spcBef>
                <a:spcPts val="135"/>
              </a:spcBef>
            </a:pPr>
            <a:r>
              <a:rPr lang="zh-CN" altLang="en-US" sz="1400" spc="-67" dirty="0">
                <a:latin typeface="Arial" panose="020B0604020202020204"/>
                <a:cs typeface="Arial" panose="020B0604020202020204"/>
              </a:rPr>
              <a:t>     </a:t>
            </a:r>
            <a:r>
              <a:rPr lang="en-US" sz="1400" spc="-67" dirty="0">
                <a:latin typeface="Arial" panose="020B0604020202020204"/>
                <a:cs typeface="Arial" panose="020B0604020202020204"/>
              </a:rPr>
              <a:t>K</a:t>
            </a:r>
            <a:r>
              <a:rPr lang="zh-CN" altLang="en-US" sz="1400" spc="-67" dirty="0">
                <a:latin typeface="Arial" panose="020B0604020202020204"/>
                <a:cs typeface="Arial" panose="020B0604020202020204"/>
              </a:rPr>
              <a:t>            </a:t>
            </a:r>
            <a:r>
              <a:rPr lang="en-US" altLang="zh-CN" sz="1400" spc="-67" dirty="0">
                <a:latin typeface="Arial" panose="020B0604020202020204"/>
                <a:cs typeface="Arial" panose="020B0604020202020204"/>
              </a:rPr>
              <a:t>V</a:t>
            </a:r>
            <a:r>
              <a:rPr lang="zh-CN" altLang="en-US" sz="1400" spc="-67" dirty="0">
                <a:latin typeface="Arial" panose="020B0604020202020204"/>
                <a:cs typeface="Arial" panose="020B0604020202020204"/>
              </a:rPr>
              <a:t>            </a:t>
            </a:r>
            <a:r>
              <a:rPr lang="en-US" altLang="zh-CN" sz="1400" spc="-67" dirty="0">
                <a:latin typeface="Arial" panose="020B0604020202020204"/>
                <a:cs typeface="Arial" panose="020B0604020202020204"/>
              </a:rPr>
              <a:t>Q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2" name="object 212">
            <a:extLst>
              <a:ext uri="{FF2B5EF4-FFF2-40B4-BE49-F238E27FC236}">
                <a16:creationId xmlns:a16="http://schemas.microsoft.com/office/drawing/2014/main" id="{2F0C6ABE-4A26-9BA4-3B28-79026FE9A6C8}"/>
              </a:ext>
            </a:extLst>
          </p:cNvPr>
          <p:cNvSpPr txBox="1"/>
          <p:nvPr/>
        </p:nvSpPr>
        <p:spPr>
          <a:xfrm>
            <a:off x="5667546" y="4328191"/>
            <a:ext cx="1967865" cy="215444"/>
          </a:xfrm>
          <a:prstGeom prst="rect">
            <a:avLst/>
          </a:prstGeom>
          <a:solidFill>
            <a:srgbClr val="EED6F2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dirty="0" err="1">
                <a:latin typeface="Arial" panose="020B0604020202020204"/>
                <a:cs typeface="Arial" panose="020B0604020202020204"/>
              </a:rPr>
              <a:t>归一化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3" name="object 224">
            <a:extLst>
              <a:ext uri="{FF2B5EF4-FFF2-40B4-BE49-F238E27FC236}">
                <a16:creationId xmlns:a16="http://schemas.microsoft.com/office/drawing/2014/main" id="{57F783C5-3364-68AB-BF9B-D5D47BB2CE70}"/>
              </a:ext>
            </a:extLst>
          </p:cNvPr>
          <p:cNvSpPr/>
          <p:nvPr/>
        </p:nvSpPr>
        <p:spPr>
          <a:xfrm>
            <a:off x="3615861" y="1680876"/>
            <a:ext cx="1740535" cy="4283710"/>
          </a:xfrm>
          <a:custGeom>
            <a:avLst/>
            <a:gdLst/>
            <a:ahLst/>
            <a:cxnLst/>
            <a:rect l="l" t="t" r="r" b="b"/>
            <a:pathLst>
              <a:path w="1417320" h="3488690">
                <a:moveTo>
                  <a:pt x="17224" y="2733599"/>
                </a:moveTo>
                <a:lnTo>
                  <a:pt x="1402024" y="0"/>
                </a:lnTo>
              </a:path>
              <a:path w="1417320" h="3488690">
                <a:moveTo>
                  <a:pt x="0" y="2994274"/>
                </a:moveTo>
                <a:lnTo>
                  <a:pt x="1416899" y="3488374"/>
                </a:lnTo>
              </a:path>
            </a:pathLst>
          </a:custGeom>
          <a:ln w="19049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174" name="文本框 76">
            <a:extLst>
              <a:ext uri="{FF2B5EF4-FFF2-40B4-BE49-F238E27FC236}">
                <a16:creationId xmlns:a16="http://schemas.microsoft.com/office/drawing/2014/main" id="{D1712F64-23DA-6061-1137-8DA5340462F1}"/>
              </a:ext>
            </a:extLst>
          </p:cNvPr>
          <p:cNvSpPr txBox="1"/>
          <p:nvPr/>
        </p:nvSpPr>
        <p:spPr>
          <a:xfrm rot="16200000">
            <a:off x="2215051" y="3471576"/>
            <a:ext cx="363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...</a:t>
            </a:r>
            <a:endParaRPr lang="zh-CN" altLang="en-US"/>
          </a:p>
        </p:txBody>
      </p:sp>
      <p:grpSp>
        <p:nvGrpSpPr>
          <p:cNvPr id="175" name="组合 229">
            <a:extLst>
              <a:ext uri="{FF2B5EF4-FFF2-40B4-BE49-F238E27FC236}">
                <a16:creationId xmlns:a16="http://schemas.microsoft.com/office/drawing/2014/main" id="{AAB3D57F-C7C8-4DA7-0608-95D2BCCEAE99}"/>
              </a:ext>
            </a:extLst>
          </p:cNvPr>
          <p:cNvGrpSpPr/>
          <p:nvPr/>
        </p:nvGrpSpPr>
        <p:grpSpPr>
          <a:xfrm>
            <a:off x="1219371" y="5720111"/>
            <a:ext cx="2481580" cy="316230"/>
            <a:chOff x="3838" y="7960"/>
            <a:chExt cx="3908" cy="498"/>
          </a:xfrm>
          <a:solidFill>
            <a:schemeClr val="accent6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224">
                  <a:extLst>
                    <a:ext uri="{FF2B5EF4-FFF2-40B4-BE49-F238E27FC236}">
                      <a16:creationId xmlns:a16="http://schemas.microsoft.com/office/drawing/2014/main" id="{81B2CA4B-88DB-18A4-017E-52787D747B23}"/>
                    </a:ext>
                  </a:extLst>
                </p:cNvPr>
                <p:cNvSpPr txBox="1"/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6" name="文本框 224">
                  <a:extLst>
                    <a:ext uri="{FF2B5EF4-FFF2-40B4-BE49-F238E27FC236}">
                      <a16:creationId xmlns:a16="http://schemas.microsoft.com/office/drawing/2014/main" id="{81B2CA4B-88DB-18A4-017E-52787D747B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225">
                  <a:extLst>
                    <a:ext uri="{FF2B5EF4-FFF2-40B4-BE49-F238E27FC236}">
                      <a16:creationId xmlns:a16="http://schemas.microsoft.com/office/drawing/2014/main" id="{BFDDEE67-69F7-F4ED-BA66-B5B9B3347CE3}"/>
                    </a:ext>
                  </a:extLst>
                </p:cNvPr>
                <p:cNvSpPr txBox="1"/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7" name="文本框 225">
                  <a:extLst>
                    <a:ext uri="{FF2B5EF4-FFF2-40B4-BE49-F238E27FC236}">
                      <a16:creationId xmlns:a16="http://schemas.microsoft.com/office/drawing/2014/main" id="{BFDDEE67-69F7-F4ED-BA66-B5B9B3347C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文本框 226">
                  <a:extLst>
                    <a:ext uri="{FF2B5EF4-FFF2-40B4-BE49-F238E27FC236}">
                      <a16:creationId xmlns:a16="http://schemas.microsoft.com/office/drawing/2014/main" id="{0FF901AC-C023-3B04-9BDB-EEE2D277F896}"/>
                    </a:ext>
                  </a:extLst>
                </p:cNvPr>
                <p:cNvSpPr txBox="1"/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8" name="文本框 226">
                  <a:extLst>
                    <a:ext uri="{FF2B5EF4-FFF2-40B4-BE49-F238E27FC236}">
                      <a16:creationId xmlns:a16="http://schemas.microsoft.com/office/drawing/2014/main" id="{0FF901AC-C023-3B04-9BDB-EEE2D277F8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文本框 227">
                  <a:extLst>
                    <a:ext uri="{FF2B5EF4-FFF2-40B4-BE49-F238E27FC236}">
                      <a16:creationId xmlns:a16="http://schemas.microsoft.com/office/drawing/2014/main" id="{34E75B91-B342-5280-3C04-3BB39AFC5A6F}"/>
                    </a:ext>
                  </a:extLst>
                </p:cNvPr>
                <p:cNvSpPr txBox="1"/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9" name="文本框 227">
                  <a:extLst>
                    <a:ext uri="{FF2B5EF4-FFF2-40B4-BE49-F238E27FC236}">
                      <a16:creationId xmlns:a16="http://schemas.microsoft.com/office/drawing/2014/main" id="{34E75B91-B342-5280-3C04-3BB39AFC5A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文本框 228">
                  <a:extLst>
                    <a:ext uri="{FF2B5EF4-FFF2-40B4-BE49-F238E27FC236}">
                      <a16:creationId xmlns:a16="http://schemas.microsoft.com/office/drawing/2014/main" id="{35CCA0A7-84F8-A4ED-F7BD-138AC7E98B45}"/>
                    </a:ext>
                  </a:extLst>
                </p:cNvPr>
                <p:cNvSpPr txBox="1"/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80" name="文本框 228">
                  <a:extLst>
                    <a:ext uri="{FF2B5EF4-FFF2-40B4-BE49-F238E27FC236}">
                      <a16:creationId xmlns:a16="http://schemas.microsoft.com/office/drawing/2014/main" id="{35CCA0A7-84F8-A4ED-F7BD-138AC7E98B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1" name="文本框 230">
            <a:extLst>
              <a:ext uri="{FF2B5EF4-FFF2-40B4-BE49-F238E27FC236}">
                <a16:creationId xmlns:a16="http://schemas.microsoft.com/office/drawing/2014/main" id="{E541CD6F-C3FA-8178-48C2-6BB7D51A0029}"/>
              </a:ext>
            </a:extLst>
          </p:cNvPr>
          <p:cNvSpPr txBox="1"/>
          <p:nvPr/>
        </p:nvSpPr>
        <p:spPr>
          <a:xfrm>
            <a:off x="913301" y="6167786"/>
            <a:ext cx="30175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[START]    I    brought  books  [END]</a:t>
            </a:r>
          </a:p>
        </p:txBody>
      </p:sp>
      <p:grpSp>
        <p:nvGrpSpPr>
          <p:cNvPr id="182" name="组合 231">
            <a:extLst>
              <a:ext uri="{FF2B5EF4-FFF2-40B4-BE49-F238E27FC236}">
                <a16:creationId xmlns:a16="http://schemas.microsoft.com/office/drawing/2014/main" id="{F7EB27CA-8D8D-6D49-2EEF-E7F6AA01A1D8}"/>
              </a:ext>
            </a:extLst>
          </p:cNvPr>
          <p:cNvGrpSpPr/>
          <p:nvPr/>
        </p:nvGrpSpPr>
        <p:grpSpPr>
          <a:xfrm>
            <a:off x="1219371" y="2365406"/>
            <a:ext cx="2481580" cy="316230"/>
            <a:chOff x="3838" y="7960"/>
            <a:chExt cx="3908" cy="498"/>
          </a:xfrm>
          <a:solidFill>
            <a:schemeClr val="accent6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文本框 233">
                  <a:extLst>
                    <a:ext uri="{FF2B5EF4-FFF2-40B4-BE49-F238E27FC236}">
                      <a16:creationId xmlns:a16="http://schemas.microsoft.com/office/drawing/2014/main" id="{B4DBCFEF-018F-06FF-8129-21B5CC2310B1}"/>
                    </a:ext>
                  </a:extLst>
                </p:cNvPr>
                <p:cNvSpPr txBox="1"/>
                <p:nvPr>
                  <p:custDataLst>
                    <p:tags r:id="rId18"/>
                  </p:custDataLst>
                </p:nvPr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83" name="文本框 233">
                  <a:extLst>
                    <a:ext uri="{FF2B5EF4-FFF2-40B4-BE49-F238E27FC236}">
                      <a16:creationId xmlns:a16="http://schemas.microsoft.com/office/drawing/2014/main" id="{B4DBCFEF-018F-06FF-8129-21B5CC231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37"/>
                  </p:custDataLst>
                </p:nvPr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文本框 234">
                  <a:extLst>
                    <a:ext uri="{FF2B5EF4-FFF2-40B4-BE49-F238E27FC236}">
                      <a16:creationId xmlns:a16="http://schemas.microsoft.com/office/drawing/2014/main" id="{C2E41D83-E4E9-33C5-8DEA-02344F5CC097}"/>
                    </a:ext>
                  </a:extLst>
                </p:cNvPr>
                <p:cNvSpPr txBox="1"/>
                <p:nvPr>
                  <p:custDataLst>
                    <p:tags r:id="rId19"/>
                  </p:custDataLst>
                </p:nvPr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84" name="文本框 234">
                  <a:extLst>
                    <a:ext uri="{FF2B5EF4-FFF2-40B4-BE49-F238E27FC236}">
                      <a16:creationId xmlns:a16="http://schemas.microsoft.com/office/drawing/2014/main" id="{C2E41D83-E4E9-33C5-8DEA-02344F5CC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39"/>
                  </p:custDataLst>
                </p:nvPr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文本框 235">
                  <a:extLst>
                    <a:ext uri="{FF2B5EF4-FFF2-40B4-BE49-F238E27FC236}">
                      <a16:creationId xmlns:a16="http://schemas.microsoft.com/office/drawing/2014/main" id="{B6787509-F0AB-F98B-DBD0-4876F6DFD92D}"/>
                    </a:ext>
                  </a:extLst>
                </p:cNvPr>
                <p:cNvSpPr txBox="1"/>
                <p:nvPr>
                  <p:custDataLst>
                    <p:tags r:id="rId20"/>
                  </p:custDataLst>
                </p:nvPr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85" name="文本框 235">
                  <a:extLst>
                    <a:ext uri="{FF2B5EF4-FFF2-40B4-BE49-F238E27FC236}">
                      <a16:creationId xmlns:a16="http://schemas.microsoft.com/office/drawing/2014/main" id="{B6787509-F0AB-F98B-DBD0-4876F6DFD9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41"/>
                  </p:custDataLst>
                </p:nvPr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文本框 236">
                  <a:extLst>
                    <a:ext uri="{FF2B5EF4-FFF2-40B4-BE49-F238E27FC236}">
                      <a16:creationId xmlns:a16="http://schemas.microsoft.com/office/drawing/2014/main" id="{8E6772CF-73D6-F79C-9482-BCBD2D1F3676}"/>
                    </a:ext>
                  </a:extLst>
                </p:cNvPr>
                <p:cNvSpPr txBox="1"/>
                <p:nvPr>
                  <p:custDataLst>
                    <p:tags r:id="rId21"/>
                  </p:custDataLst>
                </p:nvPr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86" name="文本框 236">
                  <a:extLst>
                    <a:ext uri="{FF2B5EF4-FFF2-40B4-BE49-F238E27FC236}">
                      <a16:creationId xmlns:a16="http://schemas.microsoft.com/office/drawing/2014/main" id="{8E6772CF-73D6-F79C-9482-BCBD2D1F36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43"/>
                  </p:custDataLst>
                </p:nvPr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文本框 237">
                  <a:extLst>
                    <a:ext uri="{FF2B5EF4-FFF2-40B4-BE49-F238E27FC236}">
                      <a16:creationId xmlns:a16="http://schemas.microsoft.com/office/drawing/2014/main" id="{D1515626-3AE6-BF71-F82A-28A4BE603D14}"/>
                    </a:ext>
                  </a:extLst>
                </p:cNvPr>
                <p:cNvSpPr txBox="1"/>
                <p:nvPr>
                  <p:custDataLst>
                    <p:tags r:id="rId22"/>
                  </p:custDataLst>
                </p:nvPr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87" name="文本框 237">
                  <a:extLst>
                    <a:ext uri="{FF2B5EF4-FFF2-40B4-BE49-F238E27FC236}">
                      <a16:creationId xmlns:a16="http://schemas.microsoft.com/office/drawing/2014/main" id="{D1515626-3AE6-BF71-F82A-28A4BE603D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45"/>
                  </p:custDataLst>
                </p:nvPr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8" name="object 32">
            <a:extLst>
              <a:ext uri="{FF2B5EF4-FFF2-40B4-BE49-F238E27FC236}">
                <a16:creationId xmlns:a16="http://schemas.microsoft.com/office/drawing/2014/main" id="{A05A2E6E-2F15-1175-2EEA-713B4125B079}"/>
              </a:ext>
            </a:extLst>
          </p:cNvPr>
          <p:cNvSpPr txBox="1"/>
          <p:nvPr/>
        </p:nvSpPr>
        <p:spPr>
          <a:xfrm rot="16200000">
            <a:off x="4031769" y="2568494"/>
            <a:ext cx="266098" cy="90487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7145" algn="ctr">
              <a:lnSpc>
                <a:spcPts val="2195"/>
              </a:lnSpc>
            </a:pPr>
            <a:r>
              <a:rPr lang="en-US" dirty="0" err="1">
                <a:latin typeface="Arial" panose="020B0604020202020204"/>
                <a:cs typeface="Arial" panose="020B0604020202020204"/>
              </a:rPr>
              <a:t>解码器</a:t>
            </a:r>
            <a:endParaRPr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89" name="组合 247">
            <a:extLst>
              <a:ext uri="{FF2B5EF4-FFF2-40B4-BE49-F238E27FC236}">
                <a16:creationId xmlns:a16="http://schemas.microsoft.com/office/drawing/2014/main" id="{D48A5FEB-CE6D-49F0-4A7C-1807C7EEF5F6}"/>
              </a:ext>
            </a:extLst>
          </p:cNvPr>
          <p:cNvGrpSpPr/>
          <p:nvPr/>
        </p:nvGrpSpPr>
        <p:grpSpPr>
          <a:xfrm>
            <a:off x="137331" y="3204876"/>
            <a:ext cx="459105" cy="2107565"/>
            <a:chOff x="2134" y="3999"/>
            <a:chExt cx="723" cy="3319"/>
          </a:xfrm>
          <a:solidFill>
            <a:schemeClr val="accent5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文本框 242">
                  <a:extLst>
                    <a:ext uri="{FF2B5EF4-FFF2-40B4-BE49-F238E27FC236}">
                      <a16:creationId xmlns:a16="http://schemas.microsoft.com/office/drawing/2014/main" id="{CC953DF4-AC96-3F40-1A8B-7C7B4CF9FB3D}"/>
                    </a:ext>
                  </a:extLst>
                </p:cNvPr>
                <p:cNvSpPr txBox="1"/>
                <p:nvPr/>
              </p:nvSpPr>
              <p:spPr>
                <a:xfrm>
                  <a:off x="2134" y="3999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90" name="文本框 242">
                  <a:extLst>
                    <a:ext uri="{FF2B5EF4-FFF2-40B4-BE49-F238E27FC236}">
                      <a16:creationId xmlns:a16="http://schemas.microsoft.com/office/drawing/2014/main" id="{CC953DF4-AC96-3F40-1A8B-7C7B4CF9FB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3999"/>
                  <a:ext cx="723" cy="582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文本框 243">
                  <a:extLst>
                    <a:ext uri="{FF2B5EF4-FFF2-40B4-BE49-F238E27FC236}">
                      <a16:creationId xmlns:a16="http://schemas.microsoft.com/office/drawing/2014/main" id="{5CAE806D-0E8C-644C-34B1-428EA1D88CE3}"/>
                    </a:ext>
                  </a:extLst>
                </p:cNvPr>
                <p:cNvSpPr txBox="1"/>
                <p:nvPr/>
              </p:nvSpPr>
              <p:spPr>
                <a:xfrm>
                  <a:off x="2134" y="4698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91" name="文本框 243">
                  <a:extLst>
                    <a:ext uri="{FF2B5EF4-FFF2-40B4-BE49-F238E27FC236}">
                      <a16:creationId xmlns:a16="http://schemas.microsoft.com/office/drawing/2014/main" id="{5CAE806D-0E8C-644C-34B1-428EA1D88C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4698"/>
                  <a:ext cx="723" cy="582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" name="文本框 244">
                  <a:extLst>
                    <a:ext uri="{FF2B5EF4-FFF2-40B4-BE49-F238E27FC236}">
                      <a16:creationId xmlns:a16="http://schemas.microsoft.com/office/drawing/2014/main" id="{CDEFB7D4-4987-704D-149F-023647068E99}"/>
                    </a:ext>
                  </a:extLst>
                </p:cNvPr>
                <p:cNvSpPr txBox="1"/>
                <p:nvPr/>
              </p:nvSpPr>
              <p:spPr>
                <a:xfrm>
                  <a:off x="2134" y="5393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0,2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56" name="文本框 244">
                  <a:extLst>
                    <a:ext uri="{FF2B5EF4-FFF2-40B4-BE49-F238E27FC236}">
                      <a16:creationId xmlns:a16="http://schemas.microsoft.com/office/drawing/2014/main" id="{CDEFB7D4-4987-704D-149F-023647068E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5393"/>
                  <a:ext cx="723" cy="582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文本框 245">
                  <a:extLst>
                    <a:ext uri="{FF2B5EF4-FFF2-40B4-BE49-F238E27FC236}">
                      <a16:creationId xmlns:a16="http://schemas.microsoft.com/office/drawing/2014/main" id="{DADCCA72-CD6E-E89D-F4FD-4D0C78A6BC2F}"/>
                    </a:ext>
                  </a:extLst>
                </p:cNvPr>
                <p:cNvSpPr txBox="1"/>
                <p:nvPr/>
              </p:nvSpPr>
              <p:spPr>
                <a:xfrm>
                  <a:off x="2134" y="6736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57" name="文本框 245">
                  <a:extLst>
                    <a:ext uri="{FF2B5EF4-FFF2-40B4-BE49-F238E27FC236}">
                      <a16:creationId xmlns:a16="http://schemas.microsoft.com/office/drawing/2014/main" id="{DADCCA72-CD6E-E89D-F4FD-4D0C78A6BC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6736"/>
                  <a:ext cx="723" cy="582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8" name="文本框 246">
              <a:extLst>
                <a:ext uri="{FF2B5EF4-FFF2-40B4-BE49-F238E27FC236}">
                  <a16:creationId xmlns:a16="http://schemas.microsoft.com/office/drawing/2014/main" id="{8866D204-E39A-3801-D70A-FB5D6CE002BB}"/>
                </a:ext>
              </a:extLst>
            </p:cNvPr>
            <p:cNvSpPr txBox="1"/>
            <p:nvPr/>
          </p:nvSpPr>
          <p:spPr>
            <a:xfrm rot="16200000">
              <a:off x="2138" y="6075"/>
              <a:ext cx="5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...</a:t>
              </a:r>
              <a:endParaRPr lang="zh-CN" altLang="en-US" dirty="0"/>
            </a:p>
          </p:txBody>
        </p:sp>
      </p:grpSp>
      <p:sp>
        <p:nvSpPr>
          <p:cNvPr id="259" name="object 38">
            <a:extLst>
              <a:ext uri="{FF2B5EF4-FFF2-40B4-BE49-F238E27FC236}">
                <a16:creationId xmlns:a16="http://schemas.microsoft.com/office/drawing/2014/main" id="{ED0D4F97-A9C9-C1C6-7048-814315AA9292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289221" y="4495831"/>
            <a:ext cx="2354580" cy="343535"/>
          </a:xfrm>
          <a:custGeom>
            <a:avLst/>
            <a:gdLst/>
            <a:ahLst/>
            <a:cxnLst/>
            <a:rect l="l" t="t" r="r" b="b"/>
            <a:pathLst>
              <a:path w="1917700" h="280035">
                <a:moveTo>
                  <a:pt x="1917599" y="279599"/>
                </a:moveTo>
                <a:lnTo>
                  <a:pt x="0" y="279599"/>
                </a:lnTo>
                <a:lnTo>
                  <a:pt x="0" y="0"/>
                </a:lnTo>
                <a:lnTo>
                  <a:pt x="1917599" y="0"/>
                </a:lnTo>
                <a:lnTo>
                  <a:pt x="1917599" y="2795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dirty="0" err="1">
                <a:latin typeface="+mn-ea"/>
              </a:rPr>
              <a:t>多头自注意力</a:t>
            </a:r>
            <a:endParaRPr dirty="0">
              <a:latin typeface="+mn-ea"/>
            </a:endParaRPr>
          </a:p>
        </p:txBody>
      </p:sp>
      <p:sp>
        <p:nvSpPr>
          <p:cNvPr id="260" name="object 38">
            <a:extLst>
              <a:ext uri="{FF2B5EF4-FFF2-40B4-BE49-F238E27FC236}">
                <a16:creationId xmlns:a16="http://schemas.microsoft.com/office/drawing/2014/main" id="{45DE2293-0939-72A2-1EF0-014B6E543FB2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289221" y="3025806"/>
            <a:ext cx="2354580" cy="343535"/>
          </a:xfrm>
          <a:custGeom>
            <a:avLst/>
            <a:gdLst/>
            <a:ahLst/>
            <a:cxnLst/>
            <a:rect l="l" t="t" r="r" b="b"/>
            <a:pathLst>
              <a:path w="1917700" h="280035">
                <a:moveTo>
                  <a:pt x="1917599" y="279599"/>
                </a:moveTo>
                <a:lnTo>
                  <a:pt x="0" y="279599"/>
                </a:lnTo>
                <a:lnTo>
                  <a:pt x="0" y="0"/>
                </a:lnTo>
                <a:lnTo>
                  <a:pt x="1917599" y="0"/>
                </a:lnTo>
                <a:lnTo>
                  <a:pt x="1917599" y="2795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dirty="0" err="1">
                <a:latin typeface="+mn-ea"/>
              </a:rPr>
              <a:t>多头自注意力</a:t>
            </a:r>
            <a:endParaRPr dirty="0">
              <a:latin typeface="+mn-ea"/>
            </a:endParaRPr>
          </a:p>
        </p:txBody>
      </p:sp>
      <p:sp>
        <p:nvSpPr>
          <p:cNvPr id="261" name="object 38">
            <a:extLst>
              <a:ext uri="{FF2B5EF4-FFF2-40B4-BE49-F238E27FC236}">
                <a16:creationId xmlns:a16="http://schemas.microsoft.com/office/drawing/2014/main" id="{DDF3E55C-D7B8-9C53-83B2-A837B2A09DCB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289221" y="5027326"/>
            <a:ext cx="2354580" cy="343535"/>
          </a:xfrm>
          <a:custGeom>
            <a:avLst/>
            <a:gdLst/>
            <a:ahLst/>
            <a:cxnLst/>
            <a:rect l="l" t="t" r="r" b="b"/>
            <a:pathLst>
              <a:path w="1917700" h="280035">
                <a:moveTo>
                  <a:pt x="1917599" y="279599"/>
                </a:moveTo>
                <a:lnTo>
                  <a:pt x="0" y="279599"/>
                </a:lnTo>
                <a:lnTo>
                  <a:pt x="0" y="0"/>
                </a:lnTo>
                <a:lnTo>
                  <a:pt x="1917599" y="0"/>
                </a:lnTo>
                <a:lnTo>
                  <a:pt x="1917599" y="2795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dirty="0" err="1">
                <a:latin typeface="+mn-ea"/>
              </a:rPr>
              <a:t>多头自注意力</a:t>
            </a:r>
            <a:endParaRPr dirty="0">
              <a:latin typeface="+mn-ea"/>
            </a:endParaRPr>
          </a:p>
        </p:txBody>
      </p:sp>
      <p:cxnSp>
        <p:nvCxnSpPr>
          <p:cNvPr id="262" name="直接箭头连接符 335">
            <a:extLst>
              <a:ext uri="{FF2B5EF4-FFF2-40B4-BE49-F238E27FC236}">
                <a16:creationId xmlns:a16="http://schemas.microsoft.com/office/drawing/2014/main" id="{0E9997E9-8821-E3B4-E32F-7C53699FD031}"/>
              </a:ext>
            </a:extLst>
          </p:cNvPr>
          <p:cNvCxnSpPr>
            <a:cxnSpLocks/>
          </p:cNvCxnSpPr>
          <p:nvPr/>
        </p:nvCxnSpPr>
        <p:spPr>
          <a:xfrm flipV="1">
            <a:off x="2462701" y="5335301"/>
            <a:ext cx="6985" cy="3282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接箭头连接符 336">
            <a:extLst>
              <a:ext uri="{FF2B5EF4-FFF2-40B4-BE49-F238E27FC236}">
                <a16:creationId xmlns:a16="http://schemas.microsoft.com/office/drawing/2014/main" id="{E4DC6918-383C-622F-6F57-2A4D8D0AC0E3}"/>
              </a:ext>
            </a:extLst>
          </p:cNvPr>
          <p:cNvCxnSpPr/>
          <p:nvPr/>
        </p:nvCxnSpPr>
        <p:spPr>
          <a:xfrm flipV="1">
            <a:off x="2469686" y="2697511"/>
            <a:ext cx="6985" cy="3282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接箭头连接符 337">
            <a:extLst>
              <a:ext uri="{FF2B5EF4-FFF2-40B4-BE49-F238E27FC236}">
                <a16:creationId xmlns:a16="http://schemas.microsoft.com/office/drawing/2014/main" id="{9602E5AB-BABD-8071-11B0-43BA6B286023}"/>
              </a:ext>
            </a:extLst>
          </p:cNvPr>
          <p:cNvCxnSpPr/>
          <p:nvPr/>
        </p:nvCxnSpPr>
        <p:spPr>
          <a:xfrm flipV="1">
            <a:off x="2469686" y="4792376"/>
            <a:ext cx="0" cy="2317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接箭头连接符 338">
            <a:extLst>
              <a:ext uri="{FF2B5EF4-FFF2-40B4-BE49-F238E27FC236}">
                <a16:creationId xmlns:a16="http://schemas.microsoft.com/office/drawing/2014/main" id="{EE7068F4-ACC7-96C1-F196-490CB9EFC325}"/>
              </a:ext>
            </a:extLst>
          </p:cNvPr>
          <p:cNvCxnSpPr/>
          <p:nvPr/>
        </p:nvCxnSpPr>
        <p:spPr>
          <a:xfrm flipH="1" flipV="1">
            <a:off x="2459526" y="4215796"/>
            <a:ext cx="3175" cy="2692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肘形连接符 340">
            <a:extLst>
              <a:ext uri="{FF2B5EF4-FFF2-40B4-BE49-F238E27FC236}">
                <a16:creationId xmlns:a16="http://schemas.microsoft.com/office/drawing/2014/main" id="{F3DCD4FB-5D82-6F5F-F6C1-99A4E6C2C2F6}"/>
              </a:ext>
            </a:extLst>
          </p:cNvPr>
          <p:cNvCxnSpPr/>
          <p:nvPr/>
        </p:nvCxnSpPr>
        <p:spPr>
          <a:xfrm>
            <a:off x="647236" y="4268501"/>
            <a:ext cx="681355" cy="393065"/>
          </a:xfrm>
          <a:prstGeom prst="bentConnector3">
            <a:avLst>
              <a:gd name="adj1" fmla="val 4892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7" name="组合 353">
            <a:extLst>
              <a:ext uri="{FF2B5EF4-FFF2-40B4-BE49-F238E27FC236}">
                <a16:creationId xmlns:a16="http://schemas.microsoft.com/office/drawing/2014/main" id="{1C46263D-079C-1A0B-077B-ECF6FFAA5AD3}"/>
              </a:ext>
            </a:extLst>
          </p:cNvPr>
          <p:cNvGrpSpPr/>
          <p:nvPr/>
        </p:nvGrpSpPr>
        <p:grpSpPr>
          <a:xfrm>
            <a:off x="640886" y="3194716"/>
            <a:ext cx="680720" cy="2066290"/>
            <a:chOff x="3057" y="4559"/>
            <a:chExt cx="1072" cy="3254"/>
          </a:xfrm>
        </p:grpSpPr>
        <p:cxnSp>
          <p:nvCxnSpPr>
            <p:cNvPr id="268" name="肘形连接符 339">
              <a:extLst>
                <a:ext uri="{FF2B5EF4-FFF2-40B4-BE49-F238E27FC236}">
                  <a16:creationId xmlns:a16="http://schemas.microsoft.com/office/drawing/2014/main" id="{C9380AB5-F24E-5C1A-5AAB-AD9AA525D0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7" y="5936"/>
              <a:ext cx="1072" cy="30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9" name="组合 352">
              <a:extLst>
                <a:ext uri="{FF2B5EF4-FFF2-40B4-BE49-F238E27FC236}">
                  <a16:creationId xmlns:a16="http://schemas.microsoft.com/office/drawing/2014/main" id="{7726AB15-BA08-EB48-7E5B-EB9E71CEA24C}"/>
                </a:ext>
              </a:extLst>
            </p:cNvPr>
            <p:cNvGrpSpPr/>
            <p:nvPr/>
          </p:nvGrpSpPr>
          <p:grpSpPr>
            <a:xfrm>
              <a:off x="3580" y="4559"/>
              <a:ext cx="524" cy="3254"/>
              <a:chOff x="3580" y="4559"/>
              <a:chExt cx="524" cy="3254"/>
            </a:xfrm>
          </p:grpSpPr>
          <p:cxnSp>
            <p:nvCxnSpPr>
              <p:cNvPr id="270" name="直接连接符 348">
                <a:extLst>
                  <a:ext uri="{FF2B5EF4-FFF2-40B4-BE49-F238E27FC236}">
                    <a16:creationId xmlns:a16="http://schemas.microsoft.com/office/drawing/2014/main" id="{56DF7EE0-C313-461F-0B20-E4011828982F}"/>
                  </a:ext>
                </a:extLst>
              </p:cNvPr>
              <p:cNvCxnSpPr/>
              <p:nvPr/>
            </p:nvCxnSpPr>
            <p:spPr>
              <a:xfrm>
                <a:off x="3592" y="6845"/>
                <a:ext cx="0" cy="96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1" name="组合 351">
                <a:extLst>
                  <a:ext uri="{FF2B5EF4-FFF2-40B4-BE49-F238E27FC236}">
                    <a16:creationId xmlns:a16="http://schemas.microsoft.com/office/drawing/2014/main" id="{BD3C5775-68AA-1805-A020-894E827E1420}"/>
                  </a:ext>
                </a:extLst>
              </p:cNvPr>
              <p:cNvGrpSpPr/>
              <p:nvPr/>
            </p:nvGrpSpPr>
            <p:grpSpPr>
              <a:xfrm>
                <a:off x="3580" y="4559"/>
                <a:ext cx="524" cy="1364"/>
                <a:chOff x="3580" y="4559"/>
                <a:chExt cx="524" cy="1364"/>
              </a:xfrm>
            </p:grpSpPr>
            <p:cxnSp>
              <p:nvCxnSpPr>
                <p:cNvPr id="273" name="直接连接符 347">
                  <a:extLst>
                    <a:ext uri="{FF2B5EF4-FFF2-40B4-BE49-F238E27FC236}">
                      <a16:creationId xmlns:a16="http://schemas.microsoft.com/office/drawing/2014/main" id="{21A12B40-2DB7-AE65-DD64-907319E16203}"/>
                    </a:ext>
                  </a:extLst>
                </p:cNvPr>
                <p:cNvCxnSpPr/>
                <p:nvPr/>
              </p:nvCxnSpPr>
              <p:spPr>
                <a:xfrm flipH="1" flipV="1">
                  <a:off x="3580" y="4559"/>
                  <a:ext cx="12" cy="136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直接箭头连接符 349">
                  <a:extLst>
                    <a:ext uri="{FF2B5EF4-FFF2-40B4-BE49-F238E27FC236}">
                      <a16:creationId xmlns:a16="http://schemas.microsoft.com/office/drawing/2014/main" id="{87ECE049-3C67-477F-3870-B910554187AB}"/>
                    </a:ext>
                  </a:extLst>
                </p:cNvPr>
                <p:cNvCxnSpPr/>
                <p:nvPr/>
              </p:nvCxnSpPr>
              <p:spPr>
                <a:xfrm flipV="1">
                  <a:off x="3592" y="4563"/>
                  <a:ext cx="513" cy="1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2" name="直接箭头连接符 350">
                <a:extLst>
                  <a:ext uri="{FF2B5EF4-FFF2-40B4-BE49-F238E27FC236}">
                    <a16:creationId xmlns:a16="http://schemas.microsoft.com/office/drawing/2014/main" id="{6174CA63-C3ED-1334-01B2-7F94B95D3B6D}"/>
                  </a:ext>
                </a:extLst>
              </p:cNvPr>
              <p:cNvCxnSpPr/>
              <p:nvPr/>
            </p:nvCxnSpPr>
            <p:spPr>
              <a:xfrm flipV="1">
                <a:off x="3592" y="7783"/>
                <a:ext cx="513" cy="1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75" name="直接箭头连接符 355">
            <a:extLst>
              <a:ext uri="{FF2B5EF4-FFF2-40B4-BE49-F238E27FC236}">
                <a16:creationId xmlns:a16="http://schemas.microsoft.com/office/drawing/2014/main" id="{266709AF-ECAC-63AA-9B08-57331D9291EA}"/>
              </a:ext>
            </a:extLst>
          </p:cNvPr>
          <p:cNvCxnSpPr>
            <a:cxnSpLocks/>
          </p:cNvCxnSpPr>
          <p:nvPr/>
        </p:nvCxnSpPr>
        <p:spPr>
          <a:xfrm flipV="1">
            <a:off x="6651161" y="1216056"/>
            <a:ext cx="3810" cy="1822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接箭头连接符 356">
            <a:extLst>
              <a:ext uri="{FF2B5EF4-FFF2-40B4-BE49-F238E27FC236}">
                <a16:creationId xmlns:a16="http://schemas.microsoft.com/office/drawing/2014/main" id="{34A94CA1-748A-76E7-5E1B-4C84EBB1952D}"/>
              </a:ext>
            </a:extLst>
          </p:cNvPr>
          <p:cNvCxnSpPr/>
          <p:nvPr/>
        </p:nvCxnSpPr>
        <p:spPr>
          <a:xfrm flipV="1">
            <a:off x="6643541" y="1595151"/>
            <a:ext cx="0" cy="1841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接箭头连接符 357">
            <a:extLst>
              <a:ext uri="{FF2B5EF4-FFF2-40B4-BE49-F238E27FC236}">
                <a16:creationId xmlns:a16="http://schemas.microsoft.com/office/drawing/2014/main" id="{36854F95-4B95-E25A-28D8-D5BD201C25CA}"/>
              </a:ext>
            </a:extLst>
          </p:cNvPr>
          <p:cNvCxnSpPr/>
          <p:nvPr/>
        </p:nvCxnSpPr>
        <p:spPr>
          <a:xfrm flipH="1" flipV="1">
            <a:off x="6641001" y="1966626"/>
            <a:ext cx="2540" cy="1574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直接箭头连接符 359">
            <a:extLst>
              <a:ext uri="{FF2B5EF4-FFF2-40B4-BE49-F238E27FC236}">
                <a16:creationId xmlns:a16="http://schemas.microsoft.com/office/drawing/2014/main" id="{00097929-F8E7-DC31-73A1-42FC59BA789E}"/>
              </a:ext>
            </a:extLst>
          </p:cNvPr>
          <p:cNvCxnSpPr/>
          <p:nvPr/>
        </p:nvCxnSpPr>
        <p:spPr>
          <a:xfrm flipH="1" flipV="1">
            <a:off x="6639731" y="2278411"/>
            <a:ext cx="3810" cy="2101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直接箭头连接符 360">
            <a:extLst>
              <a:ext uri="{FF2B5EF4-FFF2-40B4-BE49-F238E27FC236}">
                <a16:creationId xmlns:a16="http://schemas.microsoft.com/office/drawing/2014/main" id="{0DB65D4C-A27E-A4F6-9D6D-5ABD5B1E4256}"/>
              </a:ext>
            </a:extLst>
          </p:cNvPr>
          <p:cNvCxnSpPr/>
          <p:nvPr/>
        </p:nvCxnSpPr>
        <p:spPr>
          <a:xfrm flipV="1">
            <a:off x="6643541" y="2668301"/>
            <a:ext cx="0" cy="1778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肘形连接符 361">
            <a:extLst>
              <a:ext uri="{FF2B5EF4-FFF2-40B4-BE49-F238E27FC236}">
                <a16:creationId xmlns:a16="http://schemas.microsoft.com/office/drawing/2014/main" id="{9FBA9A1D-2AA3-DEA1-149E-3B28C195C5FB}"/>
              </a:ext>
            </a:extLst>
          </p:cNvPr>
          <p:cNvCxnSpPr>
            <a:endCxn id="164" idx="1"/>
          </p:cNvCxnSpPr>
          <p:nvPr/>
        </p:nvCxnSpPr>
        <p:spPr>
          <a:xfrm rot="16200000" flipV="1">
            <a:off x="6341916" y="2461291"/>
            <a:ext cx="565785" cy="37465"/>
          </a:xfrm>
          <a:prstGeom prst="bentConnector4">
            <a:avLst>
              <a:gd name="adj1" fmla="val -1683"/>
              <a:gd name="adj2" fmla="val 282033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1" name="object 126">
            <a:extLst>
              <a:ext uri="{FF2B5EF4-FFF2-40B4-BE49-F238E27FC236}">
                <a16:creationId xmlns:a16="http://schemas.microsoft.com/office/drawing/2014/main" id="{432A7F8A-4207-1DA8-1282-F15C454890A5}"/>
              </a:ext>
            </a:extLst>
          </p:cNvPr>
          <p:cNvPicPr/>
          <p:nvPr>
            <p:custDataLst>
              <p:tags r:id="rId15"/>
            </p:custDataLst>
          </p:nvPr>
        </p:nvPicPr>
        <p:blipFill>
          <a:blip r:embed="rId30" cstate="print"/>
          <a:stretch>
            <a:fillRect/>
          </a:stretch>
        </p:blipFill>
        <p:spPr>
          <a:xfrm>
            <a:off x="6569881" y="3204876"/>
            <a:ext cx="177800" cy="185420"/>
          </a:xfrm>
          <a:prstGeom prst="rect">
            <a:avLst/>
          </a:prstGeom>
        </p:spPr>
      </p:pic>
      <p:sp>
        <p:nvSpPr>
          <p:cNvPr id="282" name="object 144">
            <a:extLst>
              <a:ext uri="{FF2B5EF4-FFF2-40B4-BE49-F238E27FC236}">
                <a16:creationId xmlns:a16="http://schemas.microsoft.com/office/drawing/2014/main" id="{AA07D6E3-4921-B25A-3574-5927C4DACC85}"/>
              </a:ext>
            </a:extLst>
          </p:cNvPr>
          <p:cNvSpPr txBox="1"/>
          <p:nvPr/>
        </p:nvSpPr>
        <p:spPr>
          <a:xfrm>
            <a:off x="6553371" y="3212496"/>
            <a:ext cx="189865" cy="1778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 algn="ctr">
              <a:spcBef>
                <a:spcPts val="135"/>
              </a:spcBef>
            </a:pPr>
            <a:r>
              <a:rPr sz="1050">
                <a:latin typeface="Arial" panose="020B0604020202020204"/>
                <a:cs typeface="Arial" panose="020B0604020202020204"/>
              </a:rPr>
              <a:t>+</a:t>
            </a:r>
          </a:p>
        </p:txBody>
      </p:sp>
      <p:cxnSp>
        <p:nvCxnSpPr>
          <p:cNvPr id="283" name="直接箭头连接符 365">
            <a:extLst>
              <a:ext uri="{FF2B5EF4-FFF2-40B4-BE49-F238E27FC236}">
                <a16:creationId xmlns:a16="http://schemas.microsoft.com/office/drawing/2014/main" id="{38B42D43-BEFD-F07B-AF00-E7CBDAFFC9F3}"/>
              </a:ext>
            </a:extLst>
          </p:cNvPr>
          <p:cNvCxnSpPr>
            <a:stCxn id="282" idx="0"/>
          </p:cNvCxnSpPr>
          <p:nvPr/>
        </p:nvCxnSpPr>
        <p:spPr>
          <a:xfrm flipV="1">
            <a:off x="6648621" y="3042951"/>
            <a:ext cx="1270" cy="1695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接箭头连接符 366">
            <a:extLst>
              <a:ext uri="{FF2B5EF4-FFF2-40B4-BE49-F238E27FC236}">
                <a16:creationId xmlns:a16="http://schemas.microsoft.com/office/drawing/2014/main" id="{3AD1E60D-548F-F78A-9A29-EF3686344AF0}"/>
              </a:ext>
            </a:extLst>
          </p:cNvPr>
          <p:cNvCxnSpPr>
            <a:stCxn id="171" idx="0"/>
            <a:endCxn id="282" idx="2"/>
          </p:cNvCxnSpPr>
          <p:nvPr/>
        </p:nvCxnSpPr>
        <p:spPr>
          <a:xfrm flipH="1" flipV="1">
            <a:off x="6648304" y="3390296"/>
            <a:ext cx="3175" cy="1555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肘形连接符 367">
            <a:extLst>
              <a:ext uri="{FF2B5EF4-FFF2-40B4-BE49-F238E27FC236}">
                <a16:creationId xmlns:a16="http://schemas.microsoft.com/office/drawing/2014/main" id="{7C48D87A-4C54-0A94-5C81-591374988EC0}"/>
              </a:ext>
            </a:extLst>
          </p:cNvPr>
          <p:cNvCxnSpPr>
            <a:cxnSpLocks/>
            <a:endCxn id="171" idx="2"/>
          </p:cNvCxnSpPr>
          <p:nvPr/>
        </p:nvCxnSpPr>
        <p:spPr>
          <a:xfrm flipV="1">
            <a:off x="5191931" y="4006881"/>
            <a:ext cx="1459865" cy="18732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直接箭头连接符 368">
            <a:extLst>
              <a:ext uri="{FF2B5EF4-FFF2-40B4-BE49-F238E27FC236}">
                <a16:creationId xmlns:a16="http://schemas.microsoft.com/office/drawing/2014/main" id="{CABE069A-2927-6FFC-610E-EA283471332E}"/>
              </a:ext>
            </a:extLst>
          </p:cNvPr>
          <p:cNvCxnSpPr/>
          <p:nvPr/>
        </p:nvCxnSpPr>
        <p:spPr>
          <a:xfrm flipH="1" flipV="1">
            <a:off x="6040291" y="4020851"/>
            <a:ext cx="3810" cy="1816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肘形连接符 373">
            <a:extLst>
              <a:ext uri="{FF2B5EF4-FFF2-40B4-BE49-F238E27FC236}">
                <a16:creationId xmlns:a16="http://schemas.microsoft.com/office/drawing/2014/main" id="{5DAA6B4E-5D16-EDF0-422F-5AF5E259E950}"/>
              </a:ext>
            </a:extLst>
          </p:cNvPr>
          <p:cNvCxnSpPr/>
          <p:nvPr/>
        </p:nvCxnSpPr>
        <p:spPr>
          <a:xfrm rot="16200000">
            <a:off x="7059466" y="4112926"/>
            <a:ext cx="311150" cy="127000"/>
          </a:xfrm>
          <a:prstGeom prst="bentConnector3">
            <a:avLst>
              <a:gd name="adj1" fmla="val 4367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接连接符 375">
            <a:extLst>
              <a:ext uri="{FF2B5EF4-FFF2-40B4-BE49-F238E27FC236}">
                <a16:creationId xmlns:a16="http://schemas.microsoft.com/office/drawing/2014/main" id="{ECD8453C-27ED-BAE5-2784-01459DC3A23A}"/>
              </a:ext>
            </a:extLst>
          </p:cNvPr>
          <p:cNvCxnSpPr/>
          <p:nvPr/>
        </p:nvCxnSpPr>
        <p:spPr>
          <a:xfrm>
            <a:off x="7278541" y="4194206"/>
            <a:ext cx="4762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肘形连接符 376">
            <a:extLst>
              <a:ext uri="{FF2B5EF4-FFF2-40B4-BE49-F238E27FC236}">
                <a16:creationId xmlns:a16="http://schemas.microsoft.com/office/drawing/2014/main" id="{3D50FDFF-A094-07B5-527A-F98346DEAEC2}"/>
              </a:ext>
            </a:extLst>
          </p:cNvPr>
          <p:cNvCxnSpPr>
            <a:endCxn id="282" idx="3"/>
          </p:cNvCxnSpPr>
          <p:nvPr/>
        </p:nvCxnSpPr>
        <p:spPr>
          <a:xfrm rot="10800000">
            <a:off x="6743236" y="3301396"/>
            <a:ext cx="1010920" cy="883920"/>
          </a:xfrm>
          <a:prstGeom prst="bentConnector3">
            <a:avLst>
              <a:gd name="adj1" fmla="val 56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直接箭头连接符 378">
            <a:extLst>
              <a:ext uri="{FF2B5EF4-FFF2-40B4-BE49-F238E27FC236}">
                <a16:creationId xmlns:a16="http://schemas.microsoft.com/office/drawing/2014/main" id="{56AA3B4F-F1D3-FAC7-58F2-0A3242398F50}"/>
              </a:ext>
            </a:extLst>
          </p:cNvPr>
          <p:cNvCxnSpPr>
            <a:stCxn id="159" idx="0"/>
            <a:endCxn id="172" idx="2"/>
          </p:cNvCxnSpPr>
          <p:nvPr/>
        </p:nvCxnSpPr>
        <p:spPr>
          <a:xfrm flipH="1" flipV="1">
            <a:off x="6651479" y="4543635"/>
            <a:ext cx="3175" cy="1128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直接箭头连接符 379">
            <a:extLst>
              <a:ext uri="{FF2B5EF4-FFF2-40B4-BE49-F238E27FC236}">
                <a16:creationId xmlns:a16="http://schemas.microsoft.com/office/drawing/2014/main" id="{F00F7CD8-95F1-F5E9-F044-AD70F374F91B}"/>
              </a:ext>
            </a:extLst>
          </p:cNvPr>
          <p:cNvCxnSpPr>
            <a:stCxn id="157" idx="0"/>
            <a:endCxn id="159" idx="2"/>
          </p:cNvCxnSpPr>
          <p:nvPr/>
        </p:nvCxnSpPr>
        <p:spPr>
          <a:xfrm flipV="1">
            <a:off x="6652114" y="4834921"/>
            <a:ext cx="2540" cy="3301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接箭头连接符 380">
            <a:extLst>
              <a:ext uri="{FF2B5EF4-FFF2-40B4-BE49-F238E27FC236}">
                <a16:creationId xmlns:a16="http://schemas.microsoft.com/office/drawing/2014/main" id="{36332496-06C0-4E6B-0677-F2400F17CA82}"/>
              </a:ext>
            </a:extLst>
          </p:cNvPr>
          <p:cNvCxnSpPr>
            <a:cxnSpLocks/>
          </p:cNvCxnSpPr>
          <p:nvPr/>
        </p:nvCxnSpPr>
        <p:spPr>
          <a:xfrm flipV="1">
            <a:off x="6648621" y="5875051"/>
            <a:ext cx="6350" cy="2266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直接箭头连接符 381">
            <a:extLst>
              <a:ext uri="{FF2B5EF4-FFF2-40B4-BE49-F238E27FC236}">
                <a16:creationId xmlns:a16="http://schemas.microsoft.com/office/drawing/2014/main" id="{9CB70C27-B4B8-338C-0407-55B889FD8EAB}"/>
              </a:ext>
            </a:extLst>
          </p:cNvPr>
          <p:cNvCxnSpPr>
            <a:cxnSpLocks/>
          </p:cNvCxnSpPr>
          <p:nvPr/>
        </p:nvCxnSpPr>
        <p:spPr>
          <a:xfrm flipH="1" flipV="1">
            <a:off x="6648303" y="5489597"/>
            <a:ext cx="6668" cy="3009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直接连接符 382">
            <a:extLst>
              <a:ext uri="{FF2B5EF4-FFF2-40B4-BE49-F238E27FC236}">
                <a16:creationId xmlns:a16="http://schemas.microsoft.com/office/drawing/2014/main" id="{61C55341-1A34-2BC9-FA38-8A005593FEE4}"/>
              </a:ext>
            </a:extLst>
          </p:cNvPr>
          <p:cNvCxnSpPr/>
          <p:nvPr/>
        </p:nvCxnSpPr>
        <p:spPr>
          <a:xfrm flipH="1">
            <a:off x="5602141" y="5614701"/>
            <a:ext cx="1047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肘形连接符 383">
            <a:extLst>
              <a:ext uri="{FF2B5EF4-FFF2-40B4-BE49-F238E27FC236}">
                <a16:creationId xmlns:a16="http://schemas.microsoft.com/office/drawing/2014/main" id="{5036841A-457C-7B29-19F9-95DCA82E467B}"/>
              </a:ext>
            </a:extLst>
          </p:cNvPr>
          <p:cNvCxnSpPr/>
          <p:nvPr/>
        </p:nvCxnSpPr>
        <p:spPr>
          <a:xfrm flipV="1">
            <a:off x="5602141" y="4756816"/>
            <a:ext cx="1000125" cy="857885"/>
          </a:xfrm>
          <a:prstGeom prst="bentConnector3">
            <a:avLst>
              <a:gd name="adj1" fmla="val 50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文本框 230">
            <a:extLst>
              <a:ext uri="{FF2B5EF4-FFF2-40B4-BE49-F238E27FC236}">
                <a16:creationId xmlns:a16="http://schemas.microsoft.com/office/drawing/2014/main" id="{CA0C650F-1735-11E3-0C76-305F99E8549B}"/>
              </a:ext>
            </a:extLst>
          </p:cNvPr>
          <p:cNvSpPr txBox="1"/>
          <p:nvPr/>
        </p:nvSpPr>
        <p:spPr>
          <a:xfrm>
            <a:off x="921873" y="2009806"/>
            <a:ext cx="30175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[START]    I    brought  books  [END]</a:t>
            </a:r>
          </a:p>
        </p:txBody>
      </p:sp>
      <p:grpSp>
        <p:nvGrpSpPr>
          <p:cNvPr id="297" name="组合 247">
            <a:extLst>
              <a:ext uri="{FF2B5EF4-FFF2-40B4-BE49-F238E27FC236}">
                <a16:creationId xmlns:a16="http://schemas.microsoft.com/office/drawing/2014/main" id="{0F75F058-191A-AA79-EAEF-AE236188A81D}"/>
              </a:ext>
            </a:extLst>
          </p:cNvPr>
          <p:cNvGrpSpPr/>
          <p:nvPr/>
        </p:nvGrpSpPr>
        <p:grpSpPr>
          <a:xfrm>
            <a:off x="4638434" y="3143415"/>
            <a:ext cx="459105" cy="2107565"/>
            <a:chOff x="2134" y="3999"/>
            <a:chExt cx="723" cy="3319"/>
          </a:xfrm>
          <a:solidFill>
            <a:schemeClr val="accent5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8" name="文本框 242">
                  <a:extLst>
                    <a:ext uri="{FF2B5EF4-FFF2-40B4-BE49-F238E27FC236}">
                      <a16:creationId xmlns:a16="http://schemas.microsoft.com/office/drawing/2014/main" id="{5C5E55D3-AE3E-97A4-2427-B56CCCE3D169}"/>
                    </a:ext>
                  </a:extLst>
                </p:cNvPr>
                <p:cNvSpPr txBox="1"/>
                <p:nvPr/>
              </p:nvSpPr>
              <p:spPr>
                <a:xfrm>
                  <a:off x="2134" y="3999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98" name="文本框 242">
                  <a:extLst>
                    <a:ext uri="{FF2B5EF4-FFF2-40B4-BE49-F238E27FC236}">
                      <a16:creationId xmlns:a16="http://schemas.microsoft.com/office/drawing/2014/main" id="{5C5E55D3-AE3E-97A4-2427-B56CCCE3D1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3999"/>
                  <a:ext cx="723" cy="582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9" name="文本框 243">
                  <a:extLst>
                    <a:ext uri="{FF2B5EF4-FFF2-40B4-BE49-F238E27FC236}">
                      <a16:creationId xmlns:a16="http://schemas.microsoft.com/office/drawing/2014/main" id="{06DB3F6D-EB9B-D92F-40A5-1B87F6E895FD}"/>
                    </a:ext>
                  </a:extLst>
                </p:cNvPr>
                <p:cNvSpPr txBox="1"/>
                <p:nvPr/>
              </p:nvSpPr>
              <p:spPr>
                <a:xfrm>
                  <a:off x="2134" y="4698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99" name="文本框 243">
                  <a:extLst>
                    <a:ext uri="{FF2B5EF4-FFF2-40B4-BE49-F238E27FC236}">
                      <a16:creationId xmlns:a16="http://schemas.microsoft.com/office/drawing/2014/main" id="{06DB3F6D-EB9B-D92F-40A5-1B87F6E895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4698"/>
                  <a:ext cx="723" cy="582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0" name="文本框 244">
                  <a:extLst>
                    <a:ext uri="{FF2B5EF4-FFF2-40B4-BE49-F238E27FC236}">
                      <a16:creationId xmlns:a16="http://schemas.microsoft.com/office/drawing/2014/main" id="{2F9758DB-6732-C89A-209B-AA6C583905B8}"/>
                    </a:ext>
                  </a:extLst>
                </p:cNvPr>
                <p:cNvSpPr txBox="1"/>
                <p:nvPr/>
              </p:nvSpPr>
              <p:spPr>
                <a:xfrm>
                  <a:off x="2134" y="5393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0,2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300" name="文本框 244">
                  <a:extLst>
                    <a:ext uri="{FF2B5EF4-FFF2-40B4-BE49-F238E27FC236}">
                      <a16:creationId xmlns:a16="http://schemas.microsoft.com/office/drawing/2014/main" id="{2F9758DB-6732-C89A-209B-AA6C583905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5393"/>
                  <a:ext cx="723" cy="582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1" name="文本框 245">
                  <a:extLst>
                    <a:ext uri="{FF2B5EF4-FFF2-40B4-BE49-F238E27FC236}">
                      <a16:creationId xmlns:a16="http://schemas.microsoft.com/office/drawing/2014/main" id="{1AF0C6CB-4A8A-6D52-D319-E1E0D4462955}"/>
                    </a:ext>
                  </a:extLst>
                </p:cNvPr>
                <p:cNvSpPr txBox="1"/>
                <p:nvPr/>
              </p:nvSpPr>
              <p:spPr>
                <a:xfrm>
                  <a:off x="2134" y="6736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01" name="文本框 245">
                  <a:extLst>
                    <a:ext uri="{FF2B5EF4-FFF2-40B4-BE49-F238E27FC236}">
                      <a16:creationId xmlns:a16="http://schemas.microsoft.com/office/drawing/2014/main" id="{1AF0C6CB-4A8A-6D52-D319-E1E0D44629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6736"/>
                  <a:ext cx="723" cy="582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2" name="文本框 246">
              <a:extLst>
                <a:ext uri="{FF2B5EF4-FFF2-40B4-BE49-F238E27FC236}">
                  <a16:creationId xmlns:a16="http://schemas.microsoft.com/office/drawing/2014/main" id="{1C170136-885D-CA26-1B3F-C8EEA1AAB946}"/>
                </a:ext>
              </a:extLst>
            </p:cNvPr>
            <p:cNvSpPr txBox="1"/>
            <p:nvPr/>
          </p:nvSpPr>
          <p:spPr>
            <a:xfrm rot="16200000">
              <a:off x="2138" y="6075"/>
              <a:ext cx="5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...</a:t>
              </a:r>
              <a:endParaRPr lang="zh-CN" altLang="en-US"/>
            </a:p>
          </p:txBody>
        </p:sp>
      </p:grpSp>
      <p:grpSp>
        <p:nvGrpSpPr>
          <p:cNvPr id="303" name="组合 229">
            <a:extLst>
              <a:ext uri="{FF2B5EF4-FFF2-40B4-BE49-F238E27FC236}">
                <a16:creationId xmlns:a16="http://schemas.microsoft.com/office/drawing/2014/main" id="{046B5DEE-C0D9-82FC-4C4F-818F8B8F46A0}"/>
              </a:ext>
            </a:extLst>
          </p:cNvPr>
          <p:cNvGrpSpPr/>
          <p:nvPr/>
        </p:nvGrpSpPr>
        <p:grpSpPr>
          <a:xfrm>
            <a:off x="5427198" y="6097128"/>
            <a:ext cx="2481580" cy="316230"/>
            <a:chOff x="3838" y="7960"/>
            <a:chExt cx="3908" cy="498"/>
          </a:xfrm>
          <a:solidFill>
            <a:schemeClr val="accent6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4" name="文本框 224">
                  <a:extLst>
                    <a:ext uri="{FF2B5EF4-FFF2-40B4-BE49-F238E27FC236}">
                      <a16:creationId xmlns:a16="http://schemas.microsoft.com/office/drawing/2014/main" id="{47271E5D-C9AA-BADF-8536-1BADA937D8F2}"/>
                    </a:ext>
                  </a:extLst>
                </p:cNvPr>
                <p:cNvSpPr txBox="1"/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04" name="文本框 224">
                  <a:extLst>
                    <a:ext uri="{FF2B5EF4-FFF2-40B4-BE49-F238E27FC236}">
                      <a16:creationId xmlns:a16="http://schemas.microsoft.com/office/drawing/2014/main" id="{47271E5D-C9AA-BADF-8536-1BADA937D8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5" name="文本框 225">
                  <a:extLst>
                    <a:ext uri="{FF2B5EF4-FFF2-40B4-BE49-F238E27FC236}">
                      <a16:creationId xmlns:a16="http://schemas.microsoft.com/office/drawing/2014/main" id="{FB83E87E-F3C9-AB70-8A01-0BFC3F84A7B9}"/>
                    </a:ext>
                  </a:extLst>
                </p:cNvPr>
                <p:cNvSpPr txBox="1"/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05" name="文本框 225">
                  <a:extLst>
                    <a:ext uri="{FF2B5EF4-FFF2-40B4-BE49-F238E27FC236}">
                      <a16:creationId xmlns:a16="http://schemas.microsoft.com/office/drawing/2014/main" id="{FB83E87E-F3C9-AB70-8A01-0BFC3F84A7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6" name="文本框 226">
                  <a:extLst>
                    <a:ext uri="{FF2B5EF4-FFF2-40B4-BE49-F238E27FC236}">
                      <a16:creationId xmlns:a16="http://schemas.microsoft.com/office/drawing/2014/main" id="{A42B6DC6-E039-8836-0702-F5B86D93E193}"/>
                    </a:ext>
                  </a:extLst>
                </p:cNvPr>
                <p:cNvSpPr txBox="1"/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06" name="文本框 226">
                  <a:extLst>
                    <a:ext uri="{FF2B5EF4-FFF2-40B4-BE49-F238E27FC236}">
                      <a16:creationId xmlns:a16="http://schemas.microsoft.com/office/drawing/2014/main" id="{A42B6DC6-E039-8836-0702-F5B86D93E1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7" name="文本框 227">
                  <a:extLst>
                    <a:ext uri="{FF2B5EF4-FFF2-40B4-BE49-F238E27FC236}">
                      <a16:creationId xmlns:a16="http://schemas.microsoft.com/office/drawing/2014/main" id="{4394AD06-EE7B-E042-E54F-1FA62B35A758}"/>
                    </a:ext>
                  </a:extLst>
                </p:cNvPr>
                <p:cNvSpPr txBox="1"/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07" name="文本框 227">
                  <a:extLst>
                    <a:ext uri="{FF2B5EF4-FFF2-40B4-BE49-F238E27FC236}">
                      <a16:creationId xmlns:a16="http://schemas.microsoft.com/office/drawing/2014/main" id="{4394AD06-EE7B-E042-E54F-1FA62B35A7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8" name="文本框 228">
                  <a:extLst>
                    <a:ext uri="{FF2B5EF4-FFF2-40B4-BE49-F238E27FC236}">
                      <a16:creationId xmlns:a16="http://schemas.microsoft.com/office/drawing/2014/main" id="{2D313AC0-E318-D021-2E01-72B6A1C31109}"/>
                    </a:ext>
                  </a:extLst>
                </p:cNvPr>
                <p:cNvSpPr txBox="1"/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08" name="文本框 228">
                  <a:extLst>
                    <a:ext uri="{FF2B5EF4-FFF2-40B4-BE49-F238E27FC236}">
                      <a16:creationId xmlns:a16="http://schemas.microsoft.com/office/drawing/2014/main" id="{2D313AC0-E318-D021-2E01-72B6A1C311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9" name="组合 229">
            <a:extLst>
              <a:ext uri="{FF2B5EF4-FFF2-40B4-BE49-F238E27FC236}">
                <a16:creationId xmlns:a16="http://schemas.microsoft.com/office/drawing/2014/main" id="{263E908B-7894-01A6-D629-95F9291FF5D2}"/>
              </a:ext>
            </a:extLst>
          </p:cNvPr>
          <p:cNvGrpSpPr/>
          <p:nvPr/>
        </p:nvGrpSpPr>
        <p:grpSpPr>
          <a:xfrm>
            <a:off x="5405291" y="863314"/>
            <a:ext cx="2481580" cy="316230"/>
            <a:chOff x="3838" y="7960"/>
            <a:chExt cx="3908" cy="498"/>
          </a:xfrm>
          <a:solidFill>
            <a:schemeClr val="accent6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0" name="文本框 224">
                  <a:extLst>
                    <a:ext uri="{FF2B5EF4-FFF2-40B4-BE49-F238E27FC236}">
                      <a16:creationId xmlns:a16="http://schemas.microsoft.com/office/drawing/2014/main" id="{46940C69-BC0E-4112-FEA1-D283ED8C8CC0}"/>
                    </a:ext>
                  </a:extLst>
                </p:cNvPr>
                <p:cNvSpPr txBox="1"/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0" name="文本框 224">
                  <a:extLst>
                    <a:ext uri="{FF2B5EF4-FFF2-40B4-BE49-F238E27FC236}">
                      <a16:creationId xmlns:a16="http://schemas.microsoft.com/office/drawing/2014/main" id="{46940C69-BC0E-4112-FEA1-D283ED8C8C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1" name="文本框 225">
                  <a:extLst>
                    <a:ext uri="{FF2B5EF4-FFF2-40B4-BE49-F238E27FC236}">
                      <a16:creationId xmlns:a16="http://schemas.microsoft.com/office/drawing/2014/main" id="{06D49676-6500-362C-30D0-18BEAD2B3B18}"/>
                    </a:ext>
                  </a:extLst>
                </p:cNvPr>
                <p:cNvSpPr txBox="1"/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1" name="文本框 225">
                  <a:extLst>
                    <a:ext uri="{FF2B5EF4-FFF2-40B4-BE49-F238E27FC236}">
                      <a16:creationId xmlns:a16="http://schemas.microsoft.com/office/drawing/2014/main" id="{06D49676-6500-362C-30D0-18BEAD2B3B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2" name="文本框 226">
                  <a:extLst>
                    <a:ext uri="{FF2B5EF4-FFF2-40B4-BE49-F238E27FC236}">
                      <a16:creationId xmlns:a16="http://schemas.microsoft.com/office/drawing/2014/main" id="{C252FA7F-9719-68FB-CFE7-94BFD303BAF1}"/>
                    </a:ext>
                  </a:extLst>
                </p:cNvPr>
                <p:cNvSpPr txBox="1"/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2" name="文本框 226">
                  <a:extLst>
                    <a:ext uri="{FF2B5EF4-FFF2-40B4-BE49-F238E27FC236}">
                      <a16:creationId xmlns:a16="http://schemas.microsoft.com/office/drawing/2014/main" id="{C252FA7F-9719-68FB-CFE7-94BFD303BA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3" name="文本框 227">
                  <a:extLst>
                    <a:ext uri="{FF2B5EF4-FFF2-40B4-BE49-F238E27FC236}">
                      <a16:creationId xmlns:a16="http://schemas.microsoft.com/office/drawing/2014/main" id="{06A015F4-863B-24D9-2159-26EE1C9A129E}"/>
                    </a:ext>
                  </a:extLst>
                </p:cNvPr>
                <p:cNvSpPr txBox="1"/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3" name="文本框 227">
                  <a:extLst>
                    <a:ext uri="{FF2B5EF4-FFF2-40B4-BE49-F238E27FC236}">
                      <a16:creationId xmlns:a16="http://schemas.microsoft.com/office/drawing/2014/main" id="{06A015F4-863B-24D9-2159-26EE1C9A12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4" name="文本框 228">
                  <a:extLst>
                    <a:ext uri="{FF2B5EF4-FFF2-40B4-BE49-F238E27FC236}">
                      <a16:creationId xmlns:a16="http://schemas.microsoft.com/office/drawing/2014/main" id="{ADCAF8AF-0B15-167C-CD5C-7B821C33CD48}"/>
                    </a:ext>
                  </a:extLst>
                </p:cNvPr>
                <p:cNvSpPr txBox="1"/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4" name="文本框 228">
                  <a:extLst>
                    <a:ext uri="{FF2B5EF4-FFF2-40B4-BE49-F238E27FC236}">
                      <a16:creationId xmlns:a16="http://schemas.microsoft.com/office/drawing/2014/main" id="{ADCAF8AF-0B15-167C-CD5C-7B821C33CD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6" name="object 105">
            <a:extLst>
              <a:ext uri="{FF2B5EF4-FFF2-40B4-BE49-F238E27FC236}">
                <a16:creationId xmlns:a16="http://schemas.microsoft.com/office/drawing/2014/main" id="{CF753B1B-A3CD-2764-BD6B-2F427A47A1A4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667680" y="5671984"/>
            <a:ext cx="1968233" cy="217539"/>
          </a:xfrm>
          <a:custGeom>
            <a:avLst/>
            <a:gdLst/>
            <a:ahLst/>
            <a:cxnLst/>
            <a:rect l="l" t="t" r="r" b="b"/>
            <a:pathLst>
              <a:path w="1602739" h="177164">
                <a:moveTo>
                  <a:pt x="1602599" y="176699"/>
                </a:moveTo>
                <a:lnTo>
                  <a:pt x="0" y="176699"/>
                </a:lnTo>
                <a:lnTo>
                  <a:pt x="0" y="0"/>
                </a:lnTo>
                <a:lnTo>
                  <a:pt x="1602599" y="0"/>
                </a:lnTo>
                <a:lnTo>
                  <a:pt x="1602599" y="1766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sz="1400" dirty="0" err="1"/>
              <a:t>位置编码</a:t>
            </a:r>
            <a:endParaRPr lang="en-US" sz="1400" dirty="0"/>
          </a:p>
        </p:txBody>
      </p:sp>
      <p:sp>
        <p:nvSpPr>
          <p:cNvPr id="151" name="object 95">
            <a:extLst>
              <a:ext uri="{FF2B5EF4-FFF2-40B4-BE49-F238E27FC236}">
                <a16:creationId xmlns:a16="http://schemas.microsoft.com/office/drawing/2014/main" id="{E716F9A2-C188-798D-58CD-BAD37515015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341156" y="1677066"/>
            <a:ext cx="2653665" cy="4296410"/>
          </a:xfrm>
          <a:custGeom>
            <a:avLst/>
            <a:gdLst/>
            <a:ahLst/>
            <a:cxnLst/>
            <a:rect l="l" t="t" r="r" b="b"/>
            <a:pathLst>
              <a:path w="2160904" h="3498850">
                <a:moveTo>
                  <a:pt x="2160299" y="3498299"/>
                </a:moveTo>
                <a:lnTo>
                  <a:pt x="0" y="3498299"/>
                </a:lnTo>
                <a:lnTo>
                  <a:pt x="0" y="0"/>
                </a:lnTo>
                <a:lnTo>
                  <a:pt x="2160299" y="0"/>
                </a:lnTo>
                <a:lnTo>
                  <a:pt x="2160299" y="3498299"/>
                </a:lnTo>
                <a:close/>
              </a:path>
            </a:pathLst>
          </a:custGeom>
          <a:solidFill>
            <a:srgbClr val="FAE4EF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object 81"/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解码器</a:t>
            </a:r>
            <a:endParaRPr lang="en-US" dirty="0"/>
          </a:p>
        </p:txBody>
      </p:sp>
      <p:sp>
        <p:nvSpPr>
          <p:cNvPr id="102" name="object 102"/>
          <p:cNvSpPr txBox="1"/>
          <p:nvPr/>
        </p:nvSpPr>
        <p:spPr>
          <a:xfrm>
            <a:off x="8231354" y="6406629"/>
            <a:ext cx="3772747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spc="-13">
                <a:solidFill>
                  <a:srgbClr val="999999"/>
                </a:solidFill>
                <a:latin typeface="Arial"/>
                <a:cs typeface="Arial"/>
              </a:rPr>
              <a:t>Vaswani</a:t>
            </a:r>
            <a:r>
              <a:rPr sz="1200" spc="-4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et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al,</a:t>
            </a:r>
            <a:r>
              <a:rPr sz="1200" spc="-27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“Attention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is</a:t>
            </a:r>
            <a:r>
              <a:rPr sz="1200" spc="-27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all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you</a:t>
            </a:r>
            <a:r>
              <a:rPr sz="1200" spc="-27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need”,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NeurIPS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 spc="-27">
                <a:solidFill>
                  <a:srgbClr val="999999"/>
                </a:solidFill>
                <a:latin typeface="Arial"/>
                <a:cs typeface="Arial"/>
              </a:rPr>
              <a:t>2017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8" name="object 2">
            <a:extLst>
              <a:ext uri="{FF2B5EF4-FFF2-40B4-BE49-F238E27FC236}">
                <a16:creationId xmlns:a16="http://schemas.microsoft.com/office/drawing/2014/main" id="{1B1F1EF1-FC76-11C8-B620-56AE5B067433}"/>
              </a:ext>
            </a:extLst>
          </p:cNvPr>
          <p:cNvSpPr txBox="1"/>
          <p:nvPr/>
        </p:nvSpPr>
        <p:spPr>
          <a:xfrm>
            <a:off x="8948899" y="2927218"/>
            <a:ext cx="3009900" cy="59174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lang="zh-CN" altLang="en-US" sz="1867" spc="-13">
                <a:latin typeface="Arial"/>
                <a:cs typeface="Arial"/>
              </a:rPr>
              <a:t>多头注意力模块关注 </a:t>
            </a:r>
            <a:r>
              <a:rPr lang="en-US" sz="1867" spc="-13">
                <a:latin typeface="Arial"/>
                <a:cs typeface="Arial"/>
              </a:rPr>
              <a:t>Transformer </a:t>
            </a:r>
            <a:r>
              <a:rPr lang="zh-CN" altLang="en-US" sz="1867" spc="-13">
                <a:latin typeface="Arial"/>
                <a:cs typeface="Arial"/>
              </a:rPr>
              <a:t>编码器的输出。</a:t>
            </a:r>
            <a:endParaRPr sz="1867">
              <a:latin typeface="Arial"/>
              <a:cs typeface="Arial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25EC56F4-BF63-FA1D-7C18-01E4E43B8C20}"/>
              </a:ext>
            </a:extLst>
          </p:cNvPr>
          <p:cNvSpPr txBox="1"/>
          <p:nvPr/>
        </p:nvSpPr>
        <p:spPr>
          <a:xfrm>
            <a:off x="8907445" y="4019683"/>
            <a:ext cx="2881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为什么编码器的输入可以作为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和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呢？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0B6D5DC3-06FF-8C9A-EEE6-B17F629762D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405291" y="2980721"/>
            <a:ext cx="2566670" cy="2734310"/>
          </a:xfrm>
          <a:custGeom>
            <a:avLst/>
            <a:gdLst/>
            <a:ahLst/>
            <a:cxnLst/>
            <a:rect l="l" t="t" r="r" b="b"/>
            <a:pathLst>
              <a:path w="2090420" h="2226310">
                <a:moveTo>
                  <a:pt x="2090099" y="2226299"/>
                </a:moveTo>
                <a:lnTo>
                  <a:pt x="0" y="2226299"/>
                </a:lnTo>
                <a:lnTo>
                  <a:pt x="0" y="0"/>
                </a:lnTo>
                <a:lnTo>
                  <a:pt x="2090099" y="0"/>
                </a:lnTo>
                <a:lnTo>
                  <a:pt x="2090099" y="2226299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338107FC-3FB0-A656-4D7D-71C255771BD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183811" y="2834671"/>
            <a:ext cx="2566670" cy="2734310"/>
          </a:xfrm>
          <a:custGeom>
            <a:avLst/>
            <a:gdLst/>
            <a:ahLst/>
            <a:cxnLst/>
            <a:rect l="l" t="t" r="r" b="b"/>
            <a:pathLst>
              <a:path w="2090420" h="2226310">
                <a:moveTo>
                  <a:pt x="0" y="0"/>
                </a:moveTo>
                <a:lnTo>
                  <a:pt x="2090099" y="0"/>
                </a:lnTo>
                <a:lnTo>
                  <a:pt x="2090099" y="2226299"/>
                </a:lnTo>
                <a:lnTo>
                  <a:pt x="0" y="2226299"/>
                </a:lnTo>
                <a:lnTo>
                  <a:pt x="0" y="0"/>
                </a:lnTo>
                <a:close/>
              </a:path>
            </a:pathLst>
          </a:custGeom>
          <a:solidFill>
            <a:srgbClr val="FAE4EF"/>
          </a:solidFill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6" name="object 38">
            <a:extLst>
              <a:ext uri="{FF2B5EF4-FFF2-40B4-BE49-F238E27FC236}">
                <a16:creationId xmlns:a16="http://schemas.microsoft.com/office/drawing/2014/main" id="{AEEE6D74-3EF7-EB9F-011B-85B231404ED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289221" y="3885596"/>
            <a:ext cx="2354580" cy="343535"/>
          </a:xfrm>
          <a:custGeom>
            <a:avLst/>
            <a:gdLst/>
            <a:ahLst/>
            <a:cxnLst/>
            <a:rect l="l" t="t" r="r" b="b"/>
            <a:pathLst>
              <a:path w="1917700" h="280035">
                <a:moveTo>
                  <a:pt x="1917599" y="279599"/>
                </a:moveTo>
                <a:lnTo>
                  <a:pt x="0" y="279599"/>
                </a:lnTo>
                <a:lnTo>
                  <a:pt x="0" y="0"/>
                </a:lnTo>
                <a:lnTo>
                  <a:pt x="1917599" y="0"/>
                </a:lnTo>
                <a:lnTo>
                  <a:pt x="1917599" y="2795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dirty="0" err="1">
                <a:latin typeface="+mn-ea"/>
              </a:rPr>
              <a:t>多头自注意力</a:t>
            </a:r>
            <a:endParaRPr dirty="0">
              <a:latin typeface="+mn-ea"/>
            </a:endParaRPr>
          </a:p>
        </p:txBody>
      </p:sp>
      <p:sp>
        <p:nvSpPr>
          <p:cNvPr id="119" name="object 44">
            <a:extLst>
              <a:ext uri="{FF2B5EF4-FFF2-40B4-BE49-F238E27FC236}">
                <a16:creationId xmlns:a16="http://schemas.microsoft.com/office/drawing/2014/main" id="{A55AD305-46C5-7122-89E4-0A41D6E272D2}"/>
              </a:ext>
            </a:extLst>
          </p:cNvPr>
          <p:cNvSpPr txBox="1"/>
          <p:nvPr/>
        </p:nvSpPr>
        <p:spPr>
          <a:xfrm>
            <a:off x="2597321" y="3545871"/>
            <a:ext cx="358775" cy="29400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>
              <a:spcBef>
                <a:spcPts val="135"/>
              </a:spcBef>
            </a:pPr>
            <a:r>
              <a:rPr>
                <a:latin typeface="Arial" panose="020B0604020202020204"/>
                <a:cs typeface="Arial" panose="020B0604020202020204"/>
              </a:rPr>
              <a:t>x</a:t>
            </a:r>
            <a:r>
              <a:rPr spc="-20">
                <a:latin typeface="Arial" panose="020B0604020202020204"/>
                <a:cs typeface="Arial" panose="020B0604020202020204"/>
              </a:rPr>
              <a:t> </a:t>
            </a:r>
            <a:r>
              <a:rPr spc="-80">
                <a:latin typeface="Arial" panose="020B0604020202020204"/>
                <a:cs typeface="Arial" panose="020B0604020202020204"/>
              </a:rPr>
              <a:t>N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20" name="object 95">
            <a:extLst>
              <a:ext uri="{FF2B5EF4-FFF2-40B4-BE49-F238E27FC236}">
                <a16:creationId xmlns:a16="http://schemas.microsoft.com/office/drawing/2014/main" id="{4D66A08F-8F32-92C9-816F-BEE3ED877F6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341156" y="1677066"/>
            <a:ext cx="2653665" cy="4296410"/>
          </a:xfrm>
          <a:custGeom>
            <a:avLst/>
            <a:gdLst/>
            <a:ahLst/>
            <a:cxnLst/>
            <a:rect l="l" t="t" r="r" b="b"/>
            <a:pathLst>
              <a:path w="2160904" h="3498850">
                <a:moveTo>
                  <a:pt x="2160299" y="3498299"/>
                </a:moveTo>
                <a:lnTo>
                  <a:pt x="0" y="3498299"/>
                </a:lnTo>
                <a:lnTo>
                  <a:pt x="0" y="0"/>
                </a:lnTo>
                <a:lnTo>
                  <a:pt x="2160299" y="0"/>
                </a:lnTo>
                <a:lnTo>
                  <a:pt x="2160299" y="3498299"/>
                </a:lnTo>
                <a:close/>
              </a:path>
            </a:pathLst>
          </a:custGeom>
          <a:solidFill>
            <a:srgbClr val="FAE4EF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  <p:grpSp>
        <p:nvGrpSpPr>
          <p:cNvPr id="121" name="object 115">
            <a:extLst>
              <a:ext uri="{FF2B5EF4-FFF2-40B4-BE49-F238E27FC236}">
                <a16:creationId xmlns:a16="http://schemas.microsoft.com/office/drawing/2014/main" id="{0301F922-A3CB-7B18-F457-434F9DF40985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661831" y="5043836"/>
            <a:ext cx="1979930" cy="461645"/>
            <a:chOff x="4585187" y="3514343"/>
            <a:chExt cx="1612265" cy="375920"/>
          </a:xfrm>
          <a:solidFill>
            <a:srgbClr val="EED6F2"/>
          </a:solidFill>
        </p:grpSpPr>
        <p:sp>
          <p:nvSpPr>
            <p:cNvPr id="122" name="object 116">
              <a:extLst>
                <a:ext uri="{FF2B5EF4-FFF2-40B4-BE49-F238E27FC236}">
                  <a16:creationId xmlns:a16="http://schemas.microsoft.com/office/drawing/2014/main" id="{5085EE5D-A955-E127-A739-64EF99D163BD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4589950" y="3519105"/>
              <a:ext cx="1602740" cy="366395"/>
            </a:xfrm>
            <a:custGeom>
              <a:avLst/>
              <a:gdLst/>
              <a:ahLst/>
              <a:cxnLst/>
              <a:rect l="l" t="t" r="r" b="b"/>
              <a:pathLst>
                <a:path w="1602739" h="366395">
                  <a:moveTo>
                    <a:pt x="1602599" y="366299"/>
                  </a:moveTo>
                  <a:lnTo>
                    <a:pt x="0" y="366299"/>
                  </a:lnTo>
                  <a:lnTo>
                    <a:pt x="0" y="0"/>
                  </a:lnTo>
                  <a:lnTo>
                    <a:pt x="1602599" y="0"/>
                  </a:lnTo>
                  <a:lnTo>
                    <a:pt x="1602599" y="36629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2000"/>
            </a:p>
          </p:txBody>
        </p:sp>
        <p:sp>
          <p:nvSpPr>
            <p:cNvPr id="123" name="object 117">
              <a:extLst>
                <a:ext uri="{FF2B5EF4-FFF2-40B4-BE49-F238E27FC236}">
                  <a16:creationId xmlns:a16="http://schemas.microsoft.com/office/drawing/2014/main" id="{57BEC762-D991-4CF8-7EF8-DBBDA9DBA1F2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4589950" y="3519105"/>
              <a:ext cx="1602740" cy="366395"/>
            </a:xfrm>
            <a:custGeom>
              <a:avLst/>
              <a:gdLst/>
              <a:ahLst/>
              <a:cxnLst/>
              <a:rect l="l" t="t" r="r" b="b"/>
              <a:pathLst>
                <a:path w="1602739" h="366395">
                  <a:moveTo>
                    <a:pt x="0" y="0"/>
                  </a:moveTo>
                  <a:lnTo>
                    <a:pt x="1602599" y="0"/>
                  </a:lnTo>
                  <a:lnTo>
                    <a:pt x="1602599" y="366299"/>
                  </a:lnTo>
                  <a:lnTo>
                    <a:pt x="0" y="36629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sp>
        <p:nvSpPr>
          <p:cNvPr id="124" name="object 118">
            <a:extLst>
              <a:ext uri="{FF2B5EF4-FFF2-40B4-BE49-F238E27FC236}">
                <a16:creationId xmlns:a16="http://schemas.microsoft.com/office/drawing/2014/main" id="{27DA37E1-6D0C-DE6A-62DC-B410A8BA7D46}"/>
              </a:ext>
            </a:extLst>
          </p:cNvPr>
          <p:cNvSpPr txBox="1"/>
          <p:nvPr/>
        </p:nvSpPr>
        <p:spPr>
          <a:xfrm>
            <a:off x="5830106" y="5165112"/>
            <a:ext cx="1644015" cy="2325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09880" marR="6985" indent="-294005" algn="ctr">
              <a:spcBef>
                <a:spcPts val="135"/>
              </a:spcBef>
            </a:pPr>
            <a:r>
              <a:rPr lang="en-US" sz="1400" dirty="0" err="1">
                <a:latin typeface="Arial" panose="020B0604020202020204"/>
                <a:cs typeface="Arial" panose="020B0604020202020204"/>
              </a:rPr>
              <a:t>掩码多头注意力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25" name="object 126">
            <a:extLst>
              <a:ext uri="{FF2B5EF4-FFF2-40B4-BE49-F238E27FC236}">
                <a16:creationId xmlns:a16="http://schemas.microsoft.com/office/drawing/2014/main" id="{220E182D-DBF5-E042-07EE-5441587E26C8}"/>
              </a:ext>
            </a:extLst>
          </p:cNvPr>
          <p:cNvPicPr/>
          <p:nvPr>
            <p:custDataLst>
              <p:tags r:id="rId6"/>
            </p:custDataLst>
          </p:nvPr>
        </p:nvPicPr>
        <p:blipFill>
          <a:blip r:embed="rId31" cstate="print"/>
          <a:stretch>
            <a:fillRect/>
          </a:stretch>
        </p:blipFill>
        <p:spPr>
          <a:xfrm>
            <a:off x="6565436" y="4672361"/>
            <a:ext cx="177800" cy="185420"/>
          </a:xfrm>
          <a:prstGeom prst="rect">
            <a:avLst/>
          </a:prstGeom>
        </p:spPr>
      </p:pic>
      <p:sp>
        <p:nvSpPr>
          <p:cNvPr id="126" name="object 127">
            <a:extLst>
              <a:ext uri="{FF2B5EF4-FFF2-40B4-BE49-F238E27FC236}">
                <a16:creationId xmlns:a16="http://schemas.microsoft.com/office/drawing/2014/main" id="{F18FB08A-8375-C445-4ED9-97DFDEAE52BD}"/>
              </a:ext>
            </a:extLst>
          </p:cNvPr>
          <p:cNvSpPr txBox="1"/>
          <p:nvPr/>
        </p:nvSpPr>
        <p:spPr>
          <a:xfrm>
            <a:off x="6602266" y="4656486"/>
            <a:ext cx="104775" cy="17843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>
              <a:spcBef>
                <a:spcPts val="135"/>
              </a:spcBef>
            </a:pPr>
            <a:r>
              <a:rPr sz="1050">
                <a:latin typeface="Arial" panose="020B0604020202020204"/>
                <a:cs typeface="Arial" panose="020B0604020202020204"/>
              </a:rPr>
              <a:t>+</a:t>
            </a:r>
          </a:p>
        </p:txBody>
      </p:sp>
      <p:sp>
        <p:nvSpPr>
          <p:cNvPr id="127" name="object 132">
            <a:extLst>
              <a:ext uri="{FF2B5EF4-FFF2-40B4-BE49-F238E27FC236}">
                <a16:creationId xmlns:a16="http://schemas.microsoft.com/office/drawing/2014/main" id="{2D389170-EF23-B13A-C478-40363BDE693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667546" y="2850546"/>
            <a:ext cx="1967865" cy="192405"/>
          </a:xfrm>
          <a:custGeom>
            <a:avLst/>
            <a:gdLst/>
            <a:ahLst/>
            <a:cxnLst/>
            <a:rect l="l" t="t" r="r" b="b"/>
            <a:pathLst>
              <a:path w="1602739" h="156844">
                <a:moveTo>
                  <a:pt x="1602599" y="156299"/>
                </a:moveTo>
                <a:lnTo>
                  <a:pt x="0" y="156299"/>
                </a:lnTo>
                <a:lnTo>
                  <a:pt x="0" y="0"/>
                </a:lnTo>
                <a:lnTo>
                  <a:pt x="1602599" y="0"/>
                </a:lnTo>
                <a:lnTo>
                  <a:pt x="1602599" y="1562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sz="1400" dirty="0" err="1"/>
              <a:t>归一化</a:t>
            </a:r>
            <a:endParaRPr lang="en-US" sz="1400" dirty="0"/>
          </a:p>
        </p:txBody>
      </p:sp>
      <p:sp>
        <p:nvSpPr>
          <p:cNvPr id="192" name="object 136">
            <a:extLst>
              <a:ext uri="{FF2B5EF4-FFF2-40B4-BE49-F238E27FC236}">
                <a16:creationId xmlns:a16="http://schemas.microsoft.com/office/drawing/2014/main" id="{165DDE5B-BF2B-8415-A5C8-296A4BD1DD5D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667680" y="1776899"/>
            <a:ext cx="1968233" cy="192764"/>
          </a:xfrm>
          <a:custGeom>
            <a:avLst/>
            <a:gdLst/>
            <a:ahLst/>
            <a:cxnLst/>
            <a:rect l="l" t="t" r="r" b="b"/>
            <a:pathLst>
              <a:path w="1602739" h="156844">
                <a:moveTo>
                  <a:pt x="1602599" y="156299"/>
                </a:moveTo>
                <a:lnTo>
                  <a:pt x="0" y="156299"/>
                </a:lnTo>
                <a:lnTo>
                  <a:pt x="0" y="0"/>
                </a:lnTo>
                <a:lnTo>
                  <a:pt x="1602599" y="0"/>
                </a:lnTo>
                <a:lnTo>
                  <a:pt x="1602599" y="1562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sz="1400" dirty="0" err="1">
                <a:latin typeface="Arial" panose="020B0604020202020204"/>
                <a:cs typeface="Arial" panose="020B0604020202020204"/>
              </a:rPr>
              <a:t>归一化</a:t>
            </a:r>
            <a:endParaRPr sz="2000" dirty="0"/>
          </a:p>
        </p:txBody>
      </p:sp>
      <p:sp>
        <p:nvSpPr>
          <p:cNvPr id="193" name="object 140">
            <a:extLst>
              <a:ext uri="{FF2B5EF4-FFF2-40B4-BE49-F238E27FC236}">
                <a16:creationId xmlns:a16="http://schemas.microsoft.com/office/drawing/2014/main" id="{19B158A0-9C51-55FA-248E-938561AD2C3D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656596" y="2471590"/>
            <a:ext cx="1968233" cy="192763"/>
          </a:xfrm>
          <a:custGeom>
            <a:avLst/>
            <a:gdLst/>
            <a:ahLst/>
            <a:cxnLst/>
            <a:rect l="l" t="t" r="r" b="b"/>
            <a:pathLst>
              <a:path w="1602739" h="156844">
                <a:moveTo>
                  <a:pt x="1602599" y="156299"/>
                </a:moveTo>
                <a:lnTo>
                  <a:pt x="0" y="156299"/>
                </a:lnTo>
                <a:lnTo>
                  <a:pt x="0" y="0"/>
                </a:lnTo>
                <a:lnTo>
                  <a:pt x="1602599" y="0"/>
                </a:lnTo>
                <a:lnTo>
                  <a:pt x="1602599" y="1562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sz="1400" dirty="0" err="1"/>
              <a:t>前馈网络</a:t>
            </a:r>
            <a:endParaRPr lang="en-US" sz="1400" dirty="0"/>
          </a:p>
        </p:txBody>
      </p:sp>
      <p:pic>
        <p:nvPicPr>
          <p:cNvPr id="194" name="object 143">
            <a:extLst>
              <a:ext uri="{FF2B5EF4-FFF2-40B4-BE49-F238E27FC236}">
                <a16:creationId xmlns:a16="http://schemas.microsoft.com/office/drawing/2014/main" id="{08881E3F-CDD9-2750-9C2C-20CF603DC1DF}"/>
              </a:ext>
            </a:extLst>
          </p:cNvPr>
          <p:cNvPicPr/>
          <p:nvPr>
            <p:custDataLst>
              <p:tags r:id="rId10"/>
            </p:custDataLst>
          </p:nvPr>
        </p:nvPicPr>
        <p:blipFill>
          <a:blip r:embed="rId32" cstate="print"/>
          <a:stretch>
            <a:fillRect/>
          </a:stretch>
        </p:blipFill>
        <p:spPr>
          <a:xfrm>
            <a:off x="6569246" y="2124106"/>
            <a:ext cx="178435" cy="185420"/>
          </a:xfrm>
          <a:prstGeom prst="rect">
            <a:avLst/>
          </a:prstGeom>
        </p:spPr>
      </p:pic>
      <p:sp>
        <p:nvSpPr>
          <p:cNvPr id="195" name="object 144">
            <a:extLst>
              <a:ext uri="{FF2B5EF4-FFF2-40B4-BE49-F238E27FC236}">
                <a16:creationId xmlns:a16="http://schemas.microsoft.com/office/drawing/2014/main" id="{5AF5F40A-7C38-4027-391C-0CBBF356CD42}"/>
              </a:ext>
            </a:extLst>
          </p:cNvPr>
          <p:cNvSpPr txBox="1"/>
          <p:nvPr/>
        </p:nvSpPr>
        <p:spPr>
          <a:xfrm>
            <a:off x="6606076" y="2108231"/>
            <a:ext cx="104775" cy="1778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 algn="ctr">
              <a:spcBef>
                <a:spcPts val="135"/>
              </a:spcBef>
            </a:pPr>
            <a:r>
              <a:rPr sz="1050">
                <a:latin typeface="Arial" panose="020B0604020202020204"/>
                <a:cs typeface="Arial" panose="020B0604020202020204"/>
              </a:rPr>
              <a:t>+</a:t>
            </a:r>
          </a:p>
        </p:txBody>
      </p:sp>
      <p:grpSp>
        <p:nvGrpSpPr>
          <p:cNvPr id="196" name="object 194">
            <a:extLst>
              <a:ext uri="{FF2B5EF4-FFF2-40B4-BE49-F238E27FC236}">
                <a16:creationId xmlns:a16="http://schemas.microsoft.com/office/drawing/2014/main" id="{4CAEDD83-047F-AF47-40BD-C8E85AD31271}"/>
              </a:ext>
            </a:extLst>
          </p:cNvPr>
          <p:cNvGrpSpPr/>
          <p:nvPr/>
        </p:nvGrpSpPr>
        <p:grpSpPr>
          <a:xfrm>
            <a:off x="5661831" y="1407191"/>
            <a:ext cx="1979930" cy="204470"/>
            <a:chOff x="4585187" y="552491"/>
            <a:chExt cx="1612265" cy="166370"/>
          </a:xfrm>
        </p:grpSpPr>
        <p:sp>
          <p:nvSpPr>
            <p:cNvPr id="197" name="object 195">
              <a:extLst>
                <a:ext uri="{FF2B5EF4-FFF2-40B4-BE49-F238E27FC236}">
                  <a16:creationId xmlns:a16="http://schemas.microsoft.com/office/drawing/2014/main" id="{E7C45EB8-8E18-493E-7630-3BA001FC9E58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4589950" y="557254"/>
              <a:ext cx="1602740" cy="156845"/>
            </a:xfrm>
            <a:custGeom>
              <a:avLst/>
              <a:gdLst/>
              <a:ahLst/>
              <a:cxnLst/>
              <a:rect l="l" t="t" r="r" b="b"/>
              <a:pathLst>
                <a:path w="1602739" h="156845">
                  <a:moveTo>
                    <a:pt x="1602599" y="156299"/>
                  </a:moveTo>
                  <a:lnTo>
                    <a:pt x="0" y="156299"/>
                  </a:lnTo>
                  <a:lnTo>
                    <a:pt x="0" y="0"/>
                  </a:lnTo>
                  <a:lnTo>
                    <a:pt x="1602599" y="0"/>
                  </a:lnTo>
                  <a:lnTo>
                    <a:pt x="1602599" y="156299"/>
                  </a:lnTo>
                  <a:close/>
                </a:path>
              </a:pathLst>
            </a:custGeom>
            <a:solidFill>
              <a:srgbClr val="EED6F2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400" dirty="0" err="1"/>
                <a:t>Softmax</a:t>
              </a:r>
              <a:endParaRPr lang="en-US" sz="1400" dirty="0"/>
            </a:p>
          </p:txBody>
        </p:sp>
        <p:sp>
          <p:nvSpPr>
            <p:cNvPr id="198" name="object 196">
              <a:extLst>
                <a:ext uri="{FF2B5EF4-FFF2-40B4-BE49-F238E27FC236}">
                  <a16:creationId xmlns:a16="http://schemas.microsoft.com/office/drawing/2014/main" id="{191648DA-05F1-A16B-DCB2-8559BE857360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4589950" y="557254"/>
              <a:ext cx="1602740" cy="156845"/>
            </a:xfrm>
            <a:custGeom>
              <a:avLst/>
              <a:gdLst/>
              <a:ahLst/>
              <a:cxnLst/>
              <a:rect l="l" t="t" r="r" b="b"/>
              <a:pathLst>
                <a:path w="1602739" h="156845">
                  <a:moveTo>
                    <a:pt x="0" y="0"/>
                  </a:moveTo>
                  <a:lnTo>
                    <a:pt x="1602599" y="0"/>
                  </a:lnTo>
                  <a:lnTo>
                    <a:pt x="1602599" y="156299"/>
                  </a:lnTo>
                  <a:lnTo>
                    <a:pt x="0" y="156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grpSp>
        <p:nvGrpSpPr>
          <p:cNvPr id="199" name="object 198">
            <a:extLst>
              <a:ext uri="{FF2B5EF4-FFF2-40B4-BE49-F238E27FC236}">
                <a16:creationId xmlns:a16="http://schemas.microsoft.com/office/drawing/2014/main" id="{445A4901-2A85-E9A7-78B7-897BCADE7EB4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5667546" y="3568096"/>
            <a:ext cx="1968500" cy="449580"/>
            <a:chOff x="4589950" y="2312741"/>
            <a:chExt cx="1602740" cy="366395"/>
          </a:xfrm>
          <a:solidFill>
            <a:srgbClr val="EED6F2"/>
          </a:solidFill>
        </p:grpSpPr>
        <p:sp>
          <p:nvSpPr>
            <p:cNvPr id="200" name="object 202">
              <a:extLst>
                <a:ext uri="{FF2B5EF4-FFF2-40B4-BE49-F238E27FC236}">
                  <a16:creationId xmlns:a16="http://schemas.microsoft.com/office/drawing/2014/main" id="{A23F3A88-704D-F9B1-268C-29F7DFCB36E3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4589950" y="2312741"/>
              <a:ext cx="1602740" cy="366395"/>
            </a:xfrm>
            <a:custGeom>
              <a:avLst/>
              <a:gdLst/>
              <a:ahLst/>
              <a:cxnLst/>
              <a:rect l="l" t="t" r="r" b="b"/>
              <a:pathLst>
                <a:path w="1602739" h="366394">
                  <a:moveTo>
                    <a:pt x="1602599" y="366299"/>
                  </a:moveTo>
                  <a:lnTo>
                    <a:pt x="0" y="366299"/>
                  </a:lnTo>
                  <a:lnTo>
                    <a:pt x="0" y="0"/>
                  </a:lnTo>
                  <a:lnTo>
                    <a:pt x="1602599" y="0"/>
                  </a:lnTo>
                  <a:lnTo>
                    <a:pt x="1602599" y="36629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2000"/>
            </a:p>
          </p:txBody>
        </p:sp>
        <p:sp>
          <p:nvSpPr>
            <p:cNvPr id="201" name="object 203">
              <a:extLst>
                <a:ext uri="{FF2B5EF4-FFF2-40B4-BE49-F238E27FC236}">
                  <a16:creationId xmlns:a16="http://schemas.microsoft.com/office/drawing/2014/main" id="{54E3F091-4241-2692-80FF-D9EBBDFDD186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4589950" y="2312741"/>
              <a:ext cx="1602740" cy="366395"/>
            </a:xfrm>
            <a:custGeom>
              <a:avLst/>
              <a:gdLst/>
              <a:ahLst/>
              <a:cxnLst/>
              <a:rect l="l" t="t" r="r" b="b"/>
              <a:pathLst>
                <a:path w="1602739" h="366394">
                  <a:moveTo>
                    <a:pt x="0" y="0"/>
                  </a:moveTo>
                  <a:lnTo>
                    <a:pt x="1602599" y="0"/>
                  </a:lnTo>
                  <a:lnTo>
                    <a:pt x="1602599" y="366299"/>
                  </a:lnTo>
                  <a:lnTo>
                    <a:pt x="0" y="36629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sp>
        <p:nvSpPr>
          <p:cNvPr id="202" name="object 204">
            <a:extLst>
              <a:ext uri="{FF2B5EF4-FFF2-40B4-BE49-F238E27FC236}">
                <a16:creationId xmlns:a16="http://schemas.microsoft.com/office/drawing/2014/main" id="{7AF6E0F6-BA55-ECF4-FADF-5AA7E4089CA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778671" y="3545871"/>
            <a:ext cx="1745615" cy="4608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>
              <a:spcBef>
                <a:spcPts val="135"/>
              </a:spcBef>
            </a:pPr>
            <a:r>
              <a:rPr lang="en-US" sz="1400" dirty="0" err="1">
                <a:latin typeface="Arial" panose="020B0604020202020204"/>
                <a:cs typeface="Arial" panose="020B0604020202020204"/>
              </a:rPr>
              <a:t>交叉多头注意力</a:t>
            </a:r>
            <a:endParaRPr lang="en-US" sz="1400" dirty="0">
              <a:latin typeface="Arial" panose="020B0604020202020204"/>
              <a:cs typeface="Arial" panose="020B0604020202020204"/>
            </a:endParaRPr>
          </a:p>
          <a:p>
            <a:pPr>
              <a:spcBef>
                <a:spcPts val="135"/>
              </a:spcBef>
            </a:pPr>
            <a:r>
              <a:rPr lang="zh-CN" altLang="en-US" sz="1400" spc="-67" dirty="0">
                <a:latin typeface="Arial" panose="020B0604020202020204"/>
                <a:cs typeface="Arial" panose="020B0604020202020204"/>
              </a:rPr>
              <a:t>     </a:t>
            </a:r>
            <a:r>
              <a:rPr lang="en-US" sz="1400" spc="-67" dirty="0">
                <a:latin typeface="Arial" panose="020B0604020202020204"/>
                <a:cs typeface="Arial" panose="020B0604020202020204"/>
              </a:rPr>
              <a:t>K</a:t>
            </a:r>
            <a:r>
              <a:rPr lang="zh-CN" altLang="en-US" sz="1400" spc="-67" dirty="0">
                <a:latin typeface="Arial" panose="020B0604020202020204"/>
                <a:cs typeface="Arial" panose="020B0604020202020204"/>
              </a:rPr>
              <a:t>            </a:t>
            </a:r>
            <a:r>
              <a:rPr lang="en-US" altLang="zh-CN" sz="1400" spc="-67" dirty="0">
                <a:latin typeface="Arial" panose="020B0604020202020204"/>
                <a:cs typeface="Arial" panose="020B0604020202020204"/>
              </a:rPr>
              <a:t>V</a:t>
            </a:r>
            <a:r>
              <a:rPr lang="zh-CN" altLang="en-US" sz="1400" spc="-67" dirty="0">
                <a:latin typeface="Arial" panose="020B0604020202020204"/>
                <a:cs typeface="Arial" panose="020B0604020202020204"/>
              </a:rPr>
              <a:t>            </a:t>
            </a:r>
            <a:r>
              <a:rPr lang="en-US" altLang="zh-CN" sz="1400" spc="-67" dirty="0">
                <a:latin typeface="Arial" panose="020B0604020202020204"/>
                <a:cs typeface="Arial" panose="020B0604020202020204"/>
              </a:rPr>
              <a:t>Q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3" name="object 212">
            <a:extLst>
              <a:ext uri="{FF2B5EF4-FFF2-40B4-BE49-F238E27FC236}">
                <a16:creationId xmlns:a16="http://schemas.microsoft.com/office/drawing/2014/main" id="{D092963E-452F-0A77-CB52-A7C1AF98E0E8}"/>
              </a:ext>
            </a:extLst>
          </p:cNvPr>
          <p:cNvSpPr txBox="1"/>
          <p:nvPr/>
        </p:nvSpPr>
        <p:spPr>
          <a:xfrm>
            <a:off x="5667546" y="4328191"/>
            <a:ext cx="1967865" cy="215444"/>
          </a:xfrm>
          <a:prstGeom prst="rect">
            <a:avLst/>
          </a:prstGeom>
          <a:solidFill>
            <a:srgbClr val="EED6F2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dirty="0" err="1">
                <a:latin typeface="Arial" panose="020B0604020202020204"/>
                <a:cs typeface="Arial" panose="020B0604020202020204"/>
              </a:rPr>
              <a:t>归一化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4" name="object 224">
            <a:extLst>
              <a:ext uri="{FF2B5EF4-FFF2-40B4-BE49-F238E27FC236}">
                <a16:creationId xmlns:a16="http://schemas.microsoft.com/office/drawing/2014/main" id="{E03E4FAF-626D-32F9-C8D5-2F945642EC1C}"/>
              </a:ext>
            </a:extLst>
          </p:cNvPr>
          <p:cNvSpPr/>
          <p:nvPr/>
        </p:nvSpPr>
        <p:spPr>
          <a:xfrm>
            <a:off x="3615861" y="1680876"/>
            <a:ext cx="1740535" cy="4283710"/>
          </a:xfrm>
          <a:custGeom>
            <a:avLst/>
            <a:gdLst/>
            <a:ahLst/>
            <a:cxnLst/>
            <a:rect l="l" t="t" r="r" b="b"/>
            <a:pathLst>
              <a:path w="1417320" h="3488690">
                <a:moveTo>
                  <a:pt x="17224" y="2733599"/>
                </a:moveTo>
                <a:lnTo>
                  <a:pt x="1402024" y="0"/>
                </a:lnTo>
              </a:path>
              <a:path w="1417320" h="3488690">
                <a:moveTo>
                  <a:pt x="0" y="2994274"/>
                </a:moveTo>
                <a:lnTo>
                  <a:pt x="1416899" y="3488374"/>
                </a:lnTo>
              </a:path>
            </a:pathLst>
          </a:custGeom>
          <a:ln w="19049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205" name="文本框 76">
            <a:extLst>
              <a:ext uri="{FF2B5EF4-FFF2-40B4-BE49-F238E27FC236}">
                <a16:creationId xmlns:a16="http://schemas.microsoft.com/office/drawing/2014/main" id="{1EE9A900-81FB-7651-2D91-F86CF5709A82}"/>
              </a:ext>
            </a:extLst>
          </p:cNvPr>
          <p:cNvSpPr txBox="1"/>
          <p:nvPr/>
        </p:nvSpPr>
        <p:spPr>
          <a:xfrm rot="16200000">
            <a:off x="2215051" y="3471576"/>
            <a:ext cx="363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...</a:t>
            </a:r>
            <a:endParaRPr lang="zh-CN" altLang="en-US"/>
          </a:p>
        </p:txBody>
      </p:sp>
      <p:grpSp>
        <p:nvGrpSpPr>
          <p:cNvPr id="206" name="组合 229">
            <a:extLst>
              <a:ext uri="{FF2B5EF4-FFF2-40B4-BE49-F238E27FC236}">
                <a16:creationId xmlns:a16="http://schemas.microsoft.com/office/drawing/2014/main" id="{A8817A82-A8D5-2647-DBF4-9B19867A211F}"/>
              </a:ext>
            </a:extLst>
          </p:cNvPr>
          <p:cNvGrpSpPr/>
          <p:nvPr/>
        </p:nvGrpSpPr>
        <p:grpSpPr>
          <a:xfrm>
            <a:off x="1219371" y="5720111"/>
            <a:ext cx="2481580" cy="316230"/>
            <a:chOff x="3838" y="7960"/>
            <a:chExt cx="3908" cy="498"/>
          </a:xfrm>
          <a:solidFill>
            <a:schemeClr val="accent6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文本框 224">
                  <a:extLst>
                    <a:ext uri="{FF2B5EF4-FFF2-40B4-BE49-F238E27FC236}">
                      <a16:creationId xmlns:a16="http://schemas.microsoft.com/office/drawing/2014/main" id="{70EDB877-F002-C643-BAB4-3115F7A238AF}"/>
                    </a:ext>
                  </a:extLst>
                </p:cNvPr>
                <p:cNvSpPr txBox="1"/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07" name="文本框 224">
                  <a:extLst>
                    <a:ext uri="{FF2B5EF4-FFF2-40B4-BE49-F238E27FC236}">
                      <a16:creationId xmlns:a16="http://schemas.microsoft.com/office/drawing/2014/main" id="{70EDB877-F002-C643-BAB4-3115F7A238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文本框 225">
                  <a:extLst>
                    <a:ext uri="{FF2B5EF4-FFF2-40B4-BE49-F238E27FC236}">
                      <a16:creationId xmlns:a16="http://schemas.microsoft.com/office/drawing/2014/main" id="{42419466-5BA3-4120-FC89-85050E84B1DF}"/>
                    </a:ext>
                  </a:extLst>
                </p:cNvPr>
                <p:cNvSpPr txBox="1"/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08" name="文本框 225">
                  <a:extLst>
                    <a:ext uri="{FF2B5EF4-FFF2-40B4-BE49-F238E27FC236}">
                      <a16:creationId xmlns:a16="http://schemas.microsoft.com/office/drawing/2014/main" id="{42419466-5BA3-4120-FC89-85050E84B1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文本框 226">
                  <a:extLst>
                    <a:ext uri="{FF2B5EF4-FFF2-40B4-BE49-F238E27FC236}">
                      <a16:creationId xmlns:a16="http://schemas.microsoft.com/office/drawing/2014/main" id="{79700D15-F5E4-0373-02C2-E145E57DA70D}"/>
                    </a:ext>
                  </a:extLst>
                </p:cNvPr>
                <p:cNvSpPr txBox="1"/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09" name="文本框 226">
                  <a:extLst>
                    <a:ext uri="{FF2B5EF4-FFF2-40B4-BE49-F238E27FC236}">
                      <a16:creationId xmlns:a16="http://schemas.microsoft.com/office/drawing/2014/main" id="{79700D15-F5E4-0373-02C2-E145E57DA7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文本框 227">
                  <a:extLst>
                    <a:ext uri="{FF2B5EF4-FFF2-40B4-BE49-F238E27FC236}">
                      <a16:creationId xmlns:a16="http://schemas.microsoft.com/office/drawing/2014/main" id="{C665C250-F627-0F66-ED9B-35E37AE13F53}"/>
                    </a:ext>
                  </a:extLst>
                </p:cNvPr>
                <p:cNvSpPr txBox="1"/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0" name="文本框 227">
                  <a:extLst>
                    <a:ext uri="{FF2B5EF4-FFF2-40B4-BE49-F238E27FC236}">
                      <a16:creationId xmlns:a16="http://schemas.microsoft.com/office/drawing/2014/main" id="{C665C250-F627-0F66-ED9B-35E37AE13F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文本框 228">
                  <a:extLst>
                    <a:ext uri="{FF2B5EF4-FFF2-40B4-BE49-F238E27FC236}">
                      <a16:creationId xmlns:a16="http://schemas.microsoft.com/office/drawing/2014/main" id="{BCD3C690-BAFB-3F7D-9933-36EF5E25C50E}"/>
                    </a:ext>
                  </a:extLst>
                </p:cNvPr>
                <p:cNvSpPr txBox="1"/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1" name="文本框 228">
                  <a:extLst>
                    <a:ext uri="{FF2B5EF4-FFF2-40B4-BE49-F238E27FC236}">
                      <a16:creationId xmlns:a16="http://schemas.microsoft.com/office/drawing/2014/main" id="{BCD3C690-BAFB-3F7D-9933-36EF5E25C5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2" name="文本框 230">
            <a:extLst>
              <a:ext uri="{FF2B5EF4-FFF2-40B4-BE49-F238E27FC236}">
                <a16:creationId xmlns:a16="http://schemas.microsoft.com/office/drawing/2014/main" id="{B8951D8D-2CC9-6FE6-8318-E36CA7D7B59A}"/>
              </a:ext>
            </a:extLst>
          </p:cNvPr>
          <p:cNvSpPr txBox="1"/>
          <p:nvPr/>
        </p:nvSpPr>
        <p:spPr>
          <a:xfrm>
            <a:off x="913301" y="6167786"/>
            <a:ext cx="30175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[START]    I    brought  books  [END]</a:t>
            </a:r>
          </a:p>
        </p:txBody>
      </p:sp>
      <p:grpSp>
        <p:nvGrpSpPr>
          <p:cNvPr id="213" name="组合 231">
            <a:extLst>
              <a:ext uri="{FF2B5EF4-FFF2-40B4-BE49-F238E27FC236}">
                <a16:creationId xmlns:a16="http://schemas.microsoft.com/office/drawing/2014/main" id="{F6B8D462-4404-FB2A-56C1-71E706F5556A}"/>
              </a:ext>
            </a:extLst>
          </p:cNvPr>
          <p:cNvGrpSpPr/>
          <p:nvPr/>
        </p:nvGrpSpPr>
        <p:grpSpPr>
          <a:xfrm>
            <a:off x="1219371" y="2365406"/>
            <a:ext cx="2481580" cy="316230"/>
            <a:chOff x="3838" y="7960"/>
            <a:chExt cx="3908" cy="498"/>
          </a:xfrm>
          <a:solidFill>
            <a:schemeClr val="accent6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文本框 233">
                  <a:extLst>
                    <a:ext uri="{FF2B5EF4-FFF2-40B4-BE49-F238E27FC236}">
                      <a16:creationId xmlns:a16="http://schemas.microsoft.com/office/drawing/2014/main" id="{2C874D97-354A-D575-0641-F574BBC9B2C0}"/>
                    </a:ext>
                  </a:extLst>
                </p:cNvPr>
                <p:cNvSpPr txBox="1"/>
                <p:nvPr>
                  <p:custDataLst>
                    <p:tags r:id="rId18"/>
                  </p:custDataLst>
                </p:nvPr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4" name="文本框 233">
                  <a:extLst>
                    <a:ext uri="{FF2B5EF4-FFF2-40B4-BE49-F238E27FC236}">
                      <a16:creationId xmlns:a16="http://schemas.microsoft.com/office/drawing/2014/main" id="{2C874D97-354A-D575-0641-F574BBC9B2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38"/>
                  </p:custDataLst>
                </p:nvPr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文本框 234">
                  <a:extLst>
                    <a:ext uri="{FF2B5EF4-FFF2-40B4-BE49-F238E27FC236}">
                      <a16:creationId xmlns:a16="http://schemas.microsoft.com/office/drawing/2014/main" id="{7C3A9BC9-B85C-757E-5FC9-221B0DD16E9C}"/>
                    </a:ext>
                  </a:extLst>
                </p:cNvPr>
                <p:cNvSpPr txBox="1"/>
                <p:nvPr>
                  <p:custDataLst>
                    <p:tags r:id="rId19"/>
                  </p:custDataLst>
                </p:nvPr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5" name="文本框 234">
                  <a:extLst>
                    <a:ext uri="{FF2B5EF4-FFF2-40B4-BE49-F238E27FC236}">
                      <a16:creationId xmlns:a16="http://schemas.microsoft.com/office/drawing/2014/main" id="{7C3A9BC9-B85C-757E-5FC9-221B0DD16E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40"/>
                  </p:custDataLst>
                </p:nvPr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文本框 235">
                  <a:extLst>
                    <a:ext uri="{FF2B5EF4-FFF2-40B4-BE49-F238E27FC236}">
                      <a16:creationId xmlns:a16="http://schemas.microsoft.com/office/drawing/2014/main" id="{1BC35136-3452-ABEE-4912-8EBB94F3CFCB}"/>
                    </a:ext>
                  </a:extLst>
                </p:cNvPr>
                <p:cNvSpPr txBox="1"/>
                <p:nvPr>
                  <p:custDataLst>
                    <p:tags r:id="rId20"/>
                  </p:custDataLst>
                </p:nvPr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6" name="文本框 235">
                  <a:extLst>
                    <a:ext uri="{FF2B5EF4-FFF2-40B4-BE49-F238E27FC236}">
                      <a16:creationId xmlns:a16="http://schemas.microsoft.com/office/drawing/2014/main" id="{1BC35136-3452-ABEE-4912-8EBB94F3CF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42"/>
                  </p:custDataLst>
                </p:nvPr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文本框 236">
                  <a:extLst>
                    <a:ext uri="{FF2B5EF4-FFF2-40B4-BE49-F238E27FC236}">
                      <a16:creationId xmlns:a16="http://schemas.microsoft.com/office/drawing/2014/main" id="{4F46F3A5-8BDD-CE12-5F85-7C34716C32EA}"/>
                    </a:ext>
                  </a:extLst>
                </p:cNvPr>
                <p:cNvSpPr txBox="1"/>
                <p:nvPr>
                  <p:custDataLst>
                    <p:tags r:id="rId21"/>
                  </p:custDataLst>
                </p:nvPr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7" name="文本框 236">
                  <a:extLst>
                    <a:ext uri="{FF2B5EF4-FFF2-40B4-BE49-F238E27FC236}">
                      <a16:creationId xmlns:a16="http://schemas.microsoft.com/office/drawing/2014/main" id="{4F46F3A5-8BDD-CE12-5F85-7C34716C32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44"/>
                  </p:custDataLst>
                </p:nvPr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8" name="文本框 237">
                  <a:extLst>
                    <a:ext uri="{FF2B5EF4-FFF2-40B4-BE49-F238E27FC236}">
                      <a16:creationId xmlns:a16="http://schemas.microsoft.com/office/drawing/2014/main" id="{B8CA784D-1C2B-EC7A-88AC-D00FD4F1E5DE}"/>
                    </a:ext>
                  </a:extLst>
                </p:cNvPr>
                <p:cNvSpPr txBox="1"/>
                <p:nvPr>
                  <p:custDataLst>
                    <p:tags r:id="rId22"/>
                  </p:custDataLst>
                </p:nvPr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8" name="文本框 237">
                  <a:extLst>
                    <a:ext uri="{FF2B5EF4-FFF2-40B4-BE49-F238E27FC236}">
                      <a16:creationId xmlns:a16="http://schemas.microsoft.com/office/drawing/2014/main" id="{B8CA784D-1C2B-EC7A-88AC-D00FD4F1E5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46"/>
                  </p:custDataLst>
                </p:nvPr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9" name="object 32">
            <a:extLst>
              <a:ext uri="{FF2B5EF4-FFF2-40B4-BE49-F238E27FC236}">
                <a16:creationId xmlns:a16="http://schemas.microsoft.com/office/drawing/2014/main" id="{E1F15E35-6BF2-6046-9FC5-FA495C29401D}"/>
              </a:ext>
            </a:extLst>
          </p:cNvPr>
          <p:cNvSpPr txBox="1"/>
          <p:nvPr/>
        </p:nvSpPr>
        <p:spPr>
          <a:xfrm rot="16200000">
            <a:off x="4031769" y="2568494"/>
            <a:ext cx="266098" cy="90487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7145" algn="ctr">
              <a:lnSpc>
                <a:spcPts val="2195"/>
              </a:lnSpc>
            </a:pPr>
            <a:r>
              <a:rPr lang="en-US" dirty="0" err="1">
                <a:latin typeface="Arial" panose="020B0604020202020204"/>
                <a:cs typeface="Arial" panose="020B0604020202020204"/>
              </a:rPr>
              <a:t>解码器</a:t>
            </a:r>
            <a:endParaRPr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20" name="组合 247">
            <a:extLst>
              <a:ext uri="{FF2B5EF4-FFF2-40B4-BE49-F238E27FC236}">
                <a16:creationId xmlns:a16="http://schemas.microsoft.com/office/drawing/2014/main" id="{894D1253-669A-9239-AC85-9562BB01CAC0}"/>
              </a:ext>
            </a:extLst>
          </p:cNvPr>
          <p:cNvGrpSpPr/>
          <p:nvPr/>
        </p:nvGrpSpPr>
        <p:grpSpPr>
          <a:xfrm>
            <a:off x="137331" y="3204876"/>
            <a:ext cx="459105" cy="2107565"/>
            <a:chOff x="2134" y="3999"/>
            <a:chExt cx="723" cy="3319"/>
          </a:xfrm>
          <a:solidFill>
            <a:schemeClr val="accent5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文本框 242">
                  <a:extLst>
                    <a:ext uri="{FF2B5EF4-FFF2-40B4-BE49-F238E27FC236}">
                      <a16:creationId xmlns:a16="http://schemas.microsoft.com/office/drawing/2014/main" id="{FD20BA38-DC4A-47B7-CF03-AF1D2F57FDA6}"/>
                    </a:ext>
                  </a:extLst>
                </p:cNvPr>
                <p:cNvSpPr txBox="1"/>
                <p:nvPr/>
              </p:nvSpPr>
              <p:spPr>
                <a:xfrm>
                  <a:off x="2134" y="3999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21" name="文本框 242">
                  <a:extLst>
                    <a:ext uri="{FF2B5EF4-FFF2-40B4-BE49-F238E27FC236}">
                      <a16:creationId xmlns:a16="http://schemas.microsoft.com/office/drawing/2014/main" id="{FD20BA38-DC4A-47B7-CF03-AF1D2F57FD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3999"/>
                  <a:ext cx="723" cy="582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文本框 243">
                  <a:extLst>
                    <a:ext uri="{FF2B5EF4-FFF2-40B4-BE49-F238E27FC236}">
                      <a16:creationId xmlns:a16="http://schemas.microsoft.com/office/drawing/2014/main" id="{269DE8B0-CC0D-D736-3304-83E2A952019E}"/>
                    </a:ext>
                  </a:extLst>
                </p:cNvPr>
                <p:cNvSpPr txBox="1"/>
                <p:nvPr/>
              </p:nvSpPr>
              <p:spPr>
                <a:xfrm>
                  <a:off x="2134" y="4698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22" name="文本框 243">
                  <a:extLst>
                    <a:ext uri="{FF2B5EF4-FFF2-40B4-BE49-F238E27FC236}">
                      <a16:creationId xmlns:a16="http://schemas.microsoft.com/office/drawing/2014/main" id="{269DE8B0-CC0D-D736-3304-83E2A95201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4698"/>
                  <a:ext cx="723" cy="582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文本框 244">
                  <a:extLst>
                    <a:ext uri="{FF2B5EF4-FFF2-40B4-BE49-F238E27FC236}">
                      <a16:creationId xmlns:a16="http://schemas.microsoft.com/office/drawing/2014/main" id="{327848D2-5F45-FFA2-6C45-09D8CEBB8EC8}"/>
                    </a:ext>
                  </a:extLst>
                </p:cNvPr>
                <p:cNvSpPr txBox="1"/>
                <p:nvPr/>
              </p:nvSpPr>
              <p:spPr>
                <a:xfrm>
                  <a:off x="2134" y="5393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0,2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23" name="文本框 244">
                  <a:extLst>
                    <a:ext uri="{FF2B5EF4-FFF2-40B4-BE49-F238E27FC236}">
                      <a16:creationId xmlns:a16="http://schemas.microsoft.com/office/drawing/2014/main" id="{327848D2-5F45-FFA2-6C45-09D8CEBB8E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5393"/>
                  <a:ext cx="723" cy="582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文本框 245">
                  <a:extLst>
                    <a:ext uri="{FF2B5EF4-FFF2-40B4-BE49-F238E27FC236}">
                      <a16:creationId xmlns:a16="http://schemas.microsoft.com/office/drawing/2014/main" id="{08BE2996-4875-563C-1C77-AAFE86309548}"/>
                    </a:ext>
                  </a:extLst>
                </p:cNvPr>
                <p:cNvSpPr txBox="1"/>
                <p:nvPr/>
              </p:nvSpPr>
              <p:spPr>
                <a:xfrm>
                  <a:off x="2134" y="6736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24" name="文本框 245">
                  <a:extLst>
                    <a:ext uri="{FF2B5EF4-FFF2-40B4-BE49-F238E27FC236}">
                      <a16:creationId xmlns:a16="http://schemas.microsoft.com/office/drawing/2014/main" id="{08BE2996-4875-563C-1C77-AAFE863095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6736"/>
                  <a:ext cx="723" cy="582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5" name="文本框 246">
              <a:extLst>
                <a:ext uri="{FF2B5EF4-FFF2-40B4-BE49-F238E27FC236}">
                  <a16:creationId xmlns:a16="http://schemas.microsoft.com/office/drawing/2014/main" id="{6A2388A9-0D6E-0047-0783-685F2A2947E3}"/>
                </a:ext>
              </a:extLst>
            </p:cNvPr>
            <p:cNvSpPr txBox="1"/>
            <p:nvPr/>
          </p:nvSpPr>
          <p:spPr>
            <a:xfrm rot="16200000">
              <a:off x="2138" y="6075"/>
              <a:ext cx="5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...</a:t>
              </a:r>
              <a:endParaRPr lang="zh-CN" altLang="en-US" dirty="0"/>
            </a:p>
          </p:txBody>
        </p:sp>
      </p:grpSp>
      <p:sp>
        <p:nvSpPr>
          <p:cNvPr id="226" name="object 38">
            <a:extLst>
              <a:ext uri="{FF2B5EF4-FFF2-40B4-BE49-F238E27FC236}">
                <a16:creationId xmlns:a16="http://schemas.microsoft.com/office/drawing/2014/main" id="{775CCE6A-FD24-6B8C-D0A9-BAC2E60881FA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289221" y="4495831"/>
            <a:ext cx="2354580" cy="343535"/>
          </a:xfrm>
          <a:custGeom>
            <a:avLst/>
            <a:gdLst/>
            <a:ahLst/>
            <a:cxnLst/>
            <a:rect l="l" t="t" r="r" b="b"/>
            <a:pathLst>
              <a:path w="1917700" h="280035">
                <a:moveTo>
                  <a:pt x="1917599" y="279599"/>
                </a:moveTo>
                <a:lnTo>
                  <a:pt x="0" y="279599"/>
                </a:lnTo>
                <a:lnTo>
                  <a:pt x="0" y="0"/>
                </a:lnTo>
                <a:lnTo>
                  <a:pt x="1917599" y="0"/>
                </a:lnTo>
                <a:lnTo>
                  <a:pt x="1917599" y="2795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dirty="0" err="1">
                <a:latin typeface="+mn-ea"/>
              </a:rPr>
              <a:t>多头自注意力</a:t>
            </a:r>
            <a:endParaRPr dirty="0">
              <a:latin typeface="+mn-ea"/>
            </a:endParaRPr>
          </a:p>
        </p:txBody>
      </p:sp>
      <p:sp>
        <p:nvSpPr>
          <p:cNvPr id="227" name="object 38">
            <a:extLst>
              <a:ext uri="{FF2B5EF4-FFF2-40B4-BE49-F238E27FC236}">
                <a16:creationId xmlns:a16="http://schemas.microsoft.com/office/drawing/2014/main" id="{8582F391-A104-4DDD-DE9A-17E471375F71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289221" y="3025806"/>
            <a:ext cx="2354580" cy="343535"/>
          </a:xfrm>
          <a:custGeom>
            <a:avLst/>
            <a:gdLst/>
            <a:ahLst/>
            <a:cxnLst/>
            <a:rect l="l" t="t" r="r" b="b"/>
            <a:pathLst>
              <a:path w="1917700" h="280035">
                <a:moveTo>
                  <a:pt x="1917599" y="279599"/>
                </a:moveTo>
                <a:lnTo>
                  <a:pt x="0" y="279599"/>
                </a:lnTo>
                <a:lnTo>
                  <a:pt x="0" y="0"/>
                </a:lnTo>
                <a:lnTo>
                  <a:pt x="1917599" y="0"/>
                </a:lnTo>
                <a:lnTo>
                  <a:pt x="1917599" y="2795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dirty="0" err="1">
                <a:latin typeface="+mn-ea"/>
              </a:rPr>
              <a:t>多头自注意力</a:t>
            </a:r>
            <a:endParaRPr dirty="0">
              <a:latin typeface="+mn-ea"/>
            </a:endParaRPr>
          </a:p>
        </p:txBody>
      </p:sp>
      <p:sp>
        <p:nvSpPr>
          <p:cNvPr id="230" name="object 38">
            <a:extLst>
              <a:ext uri="{FF2B5EF4-FFF2-40B4-BE49-F238E27FC236}">
                <a16:creationId xmlns:a16="http://schemas.microsoft.com/office/drawing/2014/main" id="{347F4D2E-C203-B1CF-6919-C50051ED23E7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289221" y="5027326"/>
            <a:ext cx="2354580" cy="343535"/>
          </a:xfrm>
          <a:custGeom>
            <a:avLst/>
            <a:gdLst/>
            <a:ahLst/>
            <a:cxnLst/>
            <a:rect l="l" t="t" r="r" b="b"/>
            <a:pathLst>
              <a:path w="1917700" h="280035">
                <a:moveTo>
                  <a:pt x="1917599" y="279599"/>
                </a:moveTo>
                <a:lnTo>
                  <a:pt x="0" y="279599"/>
                </a:lnTo>
                <a:lnTo>
                  <a:pt x="0" y="0"/>
                </a:lnTo>
                <a:lnTo>
                  <a:pt x="1917599" y="0"/>
                </a:lnTo>
                <a:lnTo>
                  <a:pt x="1917599" y="2795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dirty="0" err="1">
                <a:latin typeface="+mn-ea"/>
              </a:rPr>
              <a:t>多头自注意力</a:t>
            </a:r>
            <a:endParaRPr dirty="0">
              <a:latin typeface="+mn-ea"/>
            </a:endParaRPr>
          </a:p>
        </p:txBody>
      </p:sp>
      <p:cxnSp>
        <p:nvCxnSpPr>
          <p:cNvPr id="231" name="直接箭头连接符 335">
            <a:extLst>
              <a:ext uri="{FF2B5EF4-FFF2-40B4-BE49-F238E27FC236}">
                <a16:creationId xmlns:a16="http://schemas.microsoft.com/office/drawing/2014/main" id="{61DA522D-DA7C-59CD-4337-E1869BAC1034}"/>
              </a:ext>
            </a:extLst>
          </p:cNvPr>
          <p:cNvCxnSpPr>
            <a:cxnSpLocks/>
          </p:cNvCxnSpPr>
          <p:nvPr/>
        </p:nvCxnSpPr>
        <p:spPr>
          <a:xfrm flipV="1">
            <a:off x="2462701" y="5335301"/>
            <a:ext cx="6985" cy="3282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箭头连接符 336">
            <a:extLst>
              <a:ext uri="{FF2B5EF4-FFF2-40B4-BE49-F238E27FC236}">
                <a16:creationId xmlns:a16="http://schemas.microsoft.com/office/drawing/2014/main" id="{48661AA8-DFEF-B69D-5271-C9C6B1EBB766}"/>
              </a:ext>
            </a:extLst>
          </p:cNvPr>
          <p:cNvCxnSpPr/>
          <p:nvPr/>
        </p:nvCxnSpPr>
        <p:spPr>
          <a:xfrm flipV="1">
            <a:off x="2469686" y="2697511"/>
            <a:ext cx="6985" cy="3282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箭头连接符 337">
            <a:extLst>
              <a:ext uri="{FF2B5EF4-FFF2-40B4-BE49-F238E27FC236}">
                <a16:creationId xmlns:a16="http://schemas.microsoft.com/office/drawing/2014/main" id="{F87463E2-A123-A142-4667-AED48B504E9D}"/>
              </a:ext>
            </a:extLst>
          </p:cNvPr>
          <p:cNvCxnSpPr/>
          <p:nvPr/>
        </p:nvCxnSpPr>
        <p:spPr>
          <a:xfrm flipV="1">
            <a:off x="2469686" y="4792376"/>
            <a:ext cx="0" cy="2317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箭头连接符 338">
            <a:extLst>
              <a:ext uri="{FF2B5EF4-FFF2-40B4-BE49-F238E27FC236}">
                <a16:creationId xmlns:a16="http://schemas.microsoft.com/office/drawing/2014/main" id="{1F5F10F2-C7C2-2B13-2D8B-038CFDC97BA2}"/>
              </a:ext>
            </a:extLst>
          </p:cNvPr>
          <p:cNvCxnSpPr/>
          <p:nvPr/>
        </p:nvCxnSpPr>
        <p:spPr>
          <a:xfrm flipH="1" flipV="1">
            <a:off x="2459526" y="4215796"/>
            <a:ext cx="3175" cy="2692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肘形连接符 340">
            <a:extLst>
              <a:ext uri="{FF2B5EF4-FFF2-40B4-BE49-F238E27FC236}">
                <a16:creationId xmlns:a16="http://schemas.microsoft.com/office/drawing/2014/main" id="{39CD37A4-A7B1-6CD2-032C-06889747606B}"/>
              </a:ext>
            </a:extLst>
          </p:cNvPr>
          <p:cNvCxnSpPr/>
          <p:nvPr/>
        </p:nvCxnSpPr>
        <p:spPr>
          <a:xfrm>
            <a:off x="647236" y="4268501"/>
            <a:ext cx="681355" cy="393065"/>
          </a:xfrm>
          <a:prstGeom prst="bentConnector3">
            <a:avLst>
              <a:gd name="adj1" fmla="val 4892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6" name="组合 353">
            <a:extLst>
              <a:ext uri="{FF2B5EF4-FFF2-40B4-BE49-F238E27FC236}">
                <a16:creationId xmlns:a16="http://schemas.microsoft.com/office/drawing/2014/main" id="{4E42AACC-17B4-B3B3-18C0-385BDBD3A791}"/>
              </a:ext>
            </a:extLst>
          </p:cNvPr>
          <p:cNvGrpSpPr/>
          <p:nvPr/>
        </p:nvGrpSpPr>
        <p:grpSpPr>
          <a:xfrm>
            <a:off x="640886" y="3194716"/>
            <a:ext cx="680720" cy="2066290"/>
            <a:chOff x="3057" y="4559"/>
            <a:chExt cx="1072" cy="3254"/>
          </a:xfrm>
        </p:grpSpPr>
        <p:cxnSp>
          <p:nvCxnSpPr>
            <p:cNvPr id="237" name="肘形连接符 339">
              <a:extLst>
                <a:ext uri="{FF2B5EF4-FFF2-40B4-BE49-F238E27FC236}">
                  <a16:creationId xmlns:a16="http://schemas.microsoft.com/office/drawing/2014/main" id="{D14FACC1-5DD7-4ADB-28BB-02F306F5BD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7" y="5936"/>
              <a:ext cx="1072" cy="30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8" name="组合 352">
              <a:extLst>
                <a:ext uri="{FF2B5EF4-FFF2-40B4-BE49-F238E27FC236}">
                  <a16:creationId xmlns:a16="http://schemas.microsoft.com/office/drawing/2014/main" id="{A77CF312-487B-319B-EB9E-EE0EF38275E9}"/>
                </a:ext>
              </a:extLst>
            </p:cNvPr>
            <p:cNvGrpSpPr/>
            <p:nvPr/>
          </p:nvGrpSpPr>
          <p:grpSpPr>
            <a:xfrm>
              <a:off x="3580" y="4559"/>
              <a:ext cx="524" cy="3254"/>
              <a:chOff x="3580" y="4559"/>
              <a:chExt cx="524" cy="3254"/>
            </a:xfrm>
          </p:grpSpPr>
          <p:cxnSp>
            <p:nvCxnSpPr>
              <p:cNvPr id="239" name="直接连接符 348">
                <a:extLst>
                  <a:ext uri="{FF2B5EF4-FFF2-40B4-BE49-F238E27FC236}">
                    <a16:creationId xmlns:a16="http://schemas.microsoft.com/office/drawing/2014/main" id="{6F26494A-9A64-5550-F8BF-CFC34394C02D}"/>
                  </a:ext>
                </a:extLst>
              </p:cNvPr>
              <p:cNvCxnSpPr/>
              <p:nvPr/>
            </p:nvCxnSpPr>
            <p:spPr>
              <a:xfrm>
                <a:off x="3592" y="6845"/>
                <a:ext cx="0" cy="96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0" name="组合 351">
                <a:extLst>
                  <a:ext uri="{FF2B5EF4-FFF2-40B4-BE49-F238E27FC236}">
                    <a16:creationId xmlns:a16="http://schemas.microsoft.com/office/drawing/2014/main" id="{C7A91470-C9DE-984F-583C-14CA04AF7D00}"/>
                  </a:ext>
                </a:extLst>
              </p:cNvPr>
              <p:cNvGrpSpPr/>
              <p:nvPr/>
            </p:nvGrpSpPr>
            <p:grpSpPr>
              <a:xfrm>
                <a:off x="3580" y="4559"/>
                <a:ext cx="524" cy="1364"/>
                <a:chOff x="3580" y="4559"/>
                <a:chExt cx="524" cy="1364"/>
              </a:xfrm>
            </p:grpSpPr>
            <p:cxnSp>
              <p:nvCxnSpPr>
                <p:cNvPr id="242" name="直接连接符 347">
                  <a:extLst>
                    <a:ext uri="{FF2B5EF4-FFF2-40B4-BE49-F238E27FC236}">
                      <a16:creationId xmlns:a16="http://schemas.microsoft.com/office/drawing/2014/main" id="{52A5BBF9-481A-1468-8E23-20EEB8A171C1}"/>
                    </a:ext>
                  </a:extLst>
                </p:cNvPr>
                <p:cNvCxnSpPr/>
                <p:nvPr/>
              </p:nvCxnSpPr>
              <p:spPr>
                <a:xfrm flipH="1" flipV="1">
                  <a:off x="3580" y="4559"/>
                  <a:ext cx="12" cy="136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直接箭头连接符 349">
                  <a:extLst>
                    <a:ext uri="{FF2B5EF4-FFF2-40B4-BE49-F238E27FC236}">
                      <a16:creationId xmlns:a16="http://schemas.microsoft.com/office/drawing/2014/main" id="{0F4928F0-0820-BAF9-BC37-8F05BE5A87F6}"/>
                    </a:ext>
                  </a:extLst>
                </p:cNvPr>
                <p:cNvCxnSpPr/>
                <p:nvPr/>
              </p:nvCxnSpPr>
              <p:spPr>
                <a:xfrm flipV="1">
                  <a:off x="3592" y="4563"/>
                  <a:ext cx="513" cy="1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1" name="直接箭头连接符 350">
                <a:extLst>
                  <a:ext uri="{FF2B5EF4-FFF2-40B4-BE49-F238E27FC236}">
                    <a16:creationId xmlns:a16="http://schemas.microsoft.com/office/drawing/2014/main" id="{AF0822E0-7D85-A94A-A1C5-74DFD5998432}"/>
                  </a:ext>
                </a:extLst>
              </p:cNvPr>
              <p:cNvCxnSpPr/>
              <p:nvPr/>
            </p:nvCxnSpPr>
            <p:spPr>
              <a:xfrm flipV="1">
                <a:off x="3592" y="7783"/>
                <a:ext cx="513" cy="1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44" name="直接箭头连接符 355">
            <a:extLst>
              <a:ext uri="{FF2B5EF4-FFF2-40B4-BE49-F238E27FC236}">
                <a16:creationId xmlns:a16="http://schemas.microsoft.com/office/drawing/2014/main" id="{CF413CF3-3B62-B36A-3596-4E48D6B3F6FE}"/>
              </a:ext>
            </a:extLst>
          </p:cNvPr>
          <p:cNvCxnSpPr>
            <a:cxnSpLocks/>
          </p:cNvCxnSpPr>
          <p:nvPr/>
        </p:nvCxnSpPr>
        <p:spPr>
          <a:xfrm flipV="1">
            <a:off x="6651161" y="1216056"/>
            <a:ext cx="3810" cy="1822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箭头连接符 356">
            <a:extLst>
              <a:ext uri="{FF2B5EF4-FFF2-40B4-BE49-F238E27FC236}">
                <a16:creationId xmlns:a16="http://schemas.microsoft.com/office/drawing/2014/main" id="{C740464A-AA54-8BA8-4DCE-108CE5099218}"/>
              </a:ext>
            </a:extLst>
          </p:cNvPr>
          <p:cNvCxnSpPr/>
          <p:nvPr/>
        </p:nvCxnSpPr>
        <p:spPr>
          <a:xfrm flipV="1">
            <a:off x="6643541" y="1595151"/>
            <a:ext cx="0" cy="1841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箭头连接符 357">
            <a:extLst>
              <a:ext uri="{FF2B5EF4-FFF2-40B4-BE49-F238E27FC236}">
                <a16:creationId xmlns:a16="http://schemas.microsoft.com/office/drawing/2014/main" id="{D9FCBB20-10E8-39A2-9E41-F71A8A342EE4}"/>
              </a:ext>
            </a:extLst>
          </p:cNvPr>
          <p:cNvCxnSpPr/>
          <p:nvPr/>
        </p:nvCxnSpPr>
        <p:spPr>
          <a:xfrm flipH="1" flipV="1">
            <a:off x="6641001" y="1966626"/>
            <a:ext cx="2540" cy="1574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箭头连接符 359">
            <a:extLst>
              <a:ext uri="{FF2B5EF4-FFF2-40B4-BE49-F238E27FC236}">
                <a16:creationId xmlns:a16="http://schemas.microsoft.com/office/drawing/2014/main" id="{B13045E9-A0B3-8CF5-9A5E-E8AA444A82A5}"/>
              </a:ext>
            </a:extLst>
          </p:cNvPr>
          <p:cNvCxnSpPr/>
          <p:nvPr/>
        </p:nvCxnSpPr>
        <p:spPr>
          <a:xfrm flipH="1" flipV="1">
            <a:off x="6639731" y="2278411"/>
            <a:ext cx="3810" cy="2101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箭头连接符 360">
            <a:extLst>
              <a:ext uri="{FF2B5EF4-FFF2-40B4-BE49-F238E27FC236}">
                <a16:creationId xmlns:a16="http://schemas.microsoft.com/office/drawing/2014/main" id="{93FE1660-A95F-A9F5-1646-6E8A0B6E5338}"/>
              </a:ext>
            </a:extLst>
          </p:cNvPr>
          <p:cNvCxnSpPr/>
          <p:nvPr/>
        </p:nvCxnSpPr>
        <p:spPr>
          <a:xfrm flipV="1">
            <a:off x="6643541" y="2668301"/>
            <a:ext cx="0" cy="1778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肘形连接符 361">
            <a:extLst>
              <a:ext uri="{FF2B5EF4-FFF2-40B4-BE49-F238E27FC236}">
                <a16:creationId xmlns:a16="http://schemas.microsoft.com/office/drawing/2014/main" id="{7ACC7C85-241F-A3A5-7583-E57857FA8F4C}"/>
              </a:ext>
            </a:extLst>
          </p:cNvPr>
          <p:cNvCxnSpPr>
            <a:endCxn id="195" idx="1"/>
          </p:cNvCxnSpPr>
          <p:nvPr/>
        </p:nvCxnSpPr>
        <p:spPr>
          <a:xfrm rot="16200000" flipV="1">
            <a:off x="6341916" y="2461291"/>
            <a:ext cx="565785" cy="37465"/>
          </a:xfrm>
          <a:prstGeom prst="bentConnector4">
            <a:avLst>
              <a:gd name="adj1" fmla="val -1683"/>
              <a:gd name="adj2" fmla="val 282033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0" name="object 126">
            <a:extLst>
              <a:ext uri="{FF2B5EF4-FFF2-40B4-BE49-F238E27FC236}">
                <a16:creationId xmlns:a16="http://schemas.microsoft.com/office/drawing/2014/main" id="{FC3DD827-4F5E-DD25-9FBB-3296C453EFCE}"/>
              </a:ext>
            </a:extLst>
          </p:cNvPr>
          <p:cNvPicPr/>
          <p:nvPr>
            <p:custDataLst>
              <p:tags r:id="rId16"/>
            </p:custDataLst>
          </p:nvPr>
        </p:nvPicPr>
        <p:blipFill>
          <a:blip r:embed="rId31" cstate="print"/>
          <a:stretch>
            <a:fillRect/>
          </a:stretch>
        </p:blipFill>
        <p:spPr>
          <a:xfrm>
            <a:off x="6569881" y="3204876"/>
            <a:ext cx="177800" cy="185420"/>
          </a:xfrm>
          <a:prstGeom prst="rect">
            <a:avLst/>
          </a:prstGeom>
        </p:spPr>
      </p:pic>
      <p:sp>
        <p:nvSpPr>
          <p:cNvPr id="251" name="object 144">
            <a:extLst>
              <a:ext uri="{FF2B5EF4-FFF2-40B4-BE49-F238E27FC236}">
                <a16:creationId xmlns:a16="http://schemas.microsoft.com/office/drawing/2014/main" id="{D49BD70A-7BF9-7B7D-670E-4ECE988FDF8A}"/>
              </a:ext>
            </a:extLst>
          </p:cNvPr>
          <p:cNvSpPr txBox="1"/>
          <p:nvPr/>
        </p:nvSpPr>
        <p:spPr>
          <a:xfrm>
            <a:off x="6553371" y="3212496"/>
            <a:ext cx="189865" cy="1778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 algn="ctr">
              <a:spcBef>
                <a:spcPts val="135"/>
              </a:spcBef>
            </a:pPr>
            <a:r>
              <a:rPr sz="1050">
                <a:latin typeface="Arial" panose="020B0604020202020204"/>
                <a:cs typeface="Arial" panose="020B0604020202020204"/>
              </a:rPr>
              <a:t>+</a:t>
            </a:r>
          </a:p>
        </p:txBody>
      </p:sp>
      <p:cxnSp>
        <p:nvCxnSpPr>
          <p:cNvPr id="252" name="直接箭头连接符 365">
            <a:extLst>
              <a:ext uri="{FF2B5EF4-FFF2-40B4-BE49-F238E27FC236}">
                <a16:creationId xmlns:a16="http://schemas.microsoft.com/office/drawing/2014/main" id="{3C770C0C-890E-2F07-4031-73C7BCBAD7DF}"/>
              </a:ext>
            </a:extLst>
          </p:cNvPr>
          <p:cNvCxnSpPr>
            <a:stCxn id="251" idx="0"/>
          </p:cNvCxnSpPr>
          <p:nvPr/>
        </p:nvCxnSpPr>
        <p:spPr>
          <a:xfrm flipV="1">
            <a:off x="6648621" y="3042951"/>
            <a:ext cx="1270" cy="1695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接箭头连接符 366">
            <a:extLst>
              <a:ext uri="{FF2B5EF4-FFF2-40B4-BE49-F238E27FC236}">
                <a16:creationId xmlns:a16="http://schemas.microsoft.com/office/drawing/2014/main" id="{56B8F6B5-411D-7A05-F026-7EEBABC573A9}"/>
              </a:ext>
            </a:extLst>
          </p:cNvPr>
          <p:cNvCxnSpPr>
            <a:stCxn id="202" idx="0"/>
            <a:endCxn id="251" idx="2"/>
          </p:cNvCxnSpPr>
          <p:nvPr/>
        </p:nvCxnSpPr>
        <p:spPr>
          <a:xfrm flipH="1" flipV="1">
            <a:off x="6648304" y="3390296"/>
            <a:ext cx="3175" cy="1555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肘形连接符 367">
            <a:extLst>
              <a:ext uri="{FF2B5EF4-FFF2-40B4-BE49-F238E27FC236}">
                <a16:creationId xmlns:a16="http://schemas.microsoft.com/office/drawing/2014/main" id="{F5B0C239-929E-C655-E0F8-E4ED24118091}"/>
              </a:ext>
            </a:extLst>
          </p:cNvPr>
          <p:cNvCxnSpPr>
            <a:cxnSpLocks/>
            <a:endCxn id="202" idx="2"/>
          </p:cNvCxnSpPr>
          <p:nvPr/>
        </p:nvCxnSpPr>
        <p:spPr>
          <a:xfrm flipV="1">
            <a:off x="5191931" y="4006881"/>
            <a:ext cx="1459865" cy="18732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368">
            <a:extLst>
              <a:ext uri="{FF2B5EF4-FFF2-40B4-BE49-F238E27FC236}">
                <a16:creationId xmlns:a16="http://schemas.microsoft.com/office/drawing/2014/main" id="{1BAD1075-0576-1620-0665-23C80E1C1BC7}"/>
              </a:ext>
            </a:extLst>
          </p:cNvPr>
          <p:cNvCxnSpPr/>
          <p:nvPr/>
        </p:nvCxnSpPr>
        <p:spPr>
          <a:xfrm flipH="1" flipV="1">
            <a:off x="6040291" y="4020851"/>
            <a:ext cx="3810" cy="1816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肘形连接符 373">
            <a:extLst>
              <a:ext uri="{FF2B5EF4-FFF2-40B4-BE49-F238E27FC236}">
                <a16:creationId xmlns:a16="http://schemas.microsoft.com/office/drawing/2014/main" id="{D888FCDA-80B5-9916-B8EA-4A9A77D9FEC5}"/>
              </a:ext>
            </a:extLst>
          </p:cNvPr>
          <p:cNvCxnSpPr/>
          <p:nvPr/>
        </p:nvCxnSpPr>
        <p:spPr>
          <a:xfrm rot="16200000">
            <a:off x="7059466" y="4112926"/>
            <a:ext cx="311150" cy="127000"/>
          </a:xfrm>
          <a:prstGeom prst="bentConnector3">
            <a:avLst>
              <a:gd name="adj1" fmla="val 4367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接连接符 375">
            <a:extLst>
              <a:ext uri="{FF2B5EF4-FFF2-40B4-BE49-F238E27FC236}">
                <a16:creationId xmlns:a16="http://schemas.microsoft.com/office/drawing/2014/main" id="{8AEACAC7-7E7C-D70E-A287-2709FAFE5D83}"/>
              </a:ext>
            </a:extLst>
          </p:cNvPr>
          <p:cNvCxnSpPr/>
          <p:nvPr/>
        </p:nvCxnSpPr>
        <p:spPr>
          <a:xfrm>
            <a:off x="7278541" y="4194206"/>
            <a:ext cx="4762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肘形连接符 376">
            <a:extLst>
              <a:ext uri="{FF2B5EF4-FFF2-40B4-BE49-F238E27FC236}">
                <a16:creationId xmlns:a16="http://schemas.microsoft.com/office/drawing/2014/main" id="{EB8C5752-9ADE-615F-6428-343A3B163E59}"/>
              </a:ext>
            </a:extLst>
          </p:cNvPr>
          <p:cNvCxnSpPr>
            <a:endCxn id="251" idx="3"/>
          </p:cNvCxnSpPr>
          <p:nvPr/>
        </p:nvCxnSpPr>
        <p:spPr>
          <a:xfrm rot="10800000">
            <a:off x="6743236" y="3301396"/>
            <a:ext cx="1010920" cy="883920"/>
          </a:xfrm>
          <a:prstGeom prst="bentConnector3">
            <a:avLst>
              <a:gd name="adj1" fmla="val 56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箭头连接符 378">
            <a:extLst>
              <a:ext uri="{FF2B5EF4-FFF2-40B4-BE49-F238E27FC236}">
                <a16:creationId xmlns:a16="http://schemas.microsoft.com/office/drawing/2014/main" id="{D02D079D-6ED3-D52D-1028-E85C8A173A5F}"/>
              </a:ext>
            </a:extLst>
          </p:cNvPr>
          <p:cNvCxnSpPr>
            <a:stCxn id="126" idx="0"/>
            <a:endCxn id="203" idx="2"/>
          </p:cNvCxnSpPr>
          <p:nvPr/>
        </p:nvCxnSpPr>
        <p:spPr>
          <a:xfrm flipH="1" flipV="1">
            <a:off x="6651479" y="4543635"/>
            <a:ext cx="3175" cy="1128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接箭头连接符 379">
            <a:extLst>
              <a:ext uri="{FF2B5EF4-FFF2-40B4-BE49-F238E27FC236}">
                <a16:creationId xmlns:a16="http://schemas.microsoft.com/office/drawing/2014/main" id="{76321908-2D12-0E56-170A-9E907D704F7F}"/>
              </a:ext>
            </a:extLst>
          </p:cNvPr>
          <p:cNvCxnSpPr>
            <a:stCxn id="124" idx="0"/>
            <a:endCxn id="126" idx="2"/>
          </p:cNvCxnSpPr>
          <p:nvPr/>
        </p:nvCxnSpPr>
        <p:spPr>
          <a:xfrm flipV="1">
            <a:off x="6652114" y="4834921"/>
            <a:ext cx="2540" cy="3301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接箭头连接符 380">
            <a:extLst>
              <a:ext uri="{FF2B5EF4-FFF2-40B4-BE49-F238E27FC236}">
                <a16:creationId xmlns:a16="http://schemas.microsoft.com/office/drawing/2014/main" id="{6E08408B-173F-D35D-4F76-6A84A37C0BC2}"/>
              </a:ext>
            </a:extLst>
          </p:cNvPr>
          <p:cNvCxnSpPr>
            <a:cxnSpLocks/>
          </p:cNvCxnSpPr>
          <p:nvPr/>
        </p:nvCxnSpPr>
        <p:spPr>
          <a:xfrm flipV="1">
            <a:off x="6648621" y="5875051"/>
            <a:ext cx="6350" cy="2266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接箭头连接符 381">
            <a:extLst>
              <a:ext uri="{FF2B5EF4-FFF2-40B4-BE49-F238E27FC236}">
                <a16:creationId xmlns:a16="http://schemas.microsoft.com/office/drawing/2014/main" id="{D81DD44A-E91F-98CC-3232-81572413138E}"/>
              </a:ext>
            </a:extLst>
          </p:cNvPr>
          <p:cNvCxnSpPr>
            <a:cxnSpLocks/>
          </p:cNvCxnSpPr>
          <p:nvPr/>
        </p:nvCxnSpPr>
        <p:spPr>
          <a:xfrm flipH="1" flipV="1">
            <a:off x="6648303" y="5489597"/>
            <a:ext cx="6668" cy="3009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接连接符 382">
            <a:extLst>
              <a:ext uri="{FF2B5EF4-FFF2-40B4-BE49-F238E27FC236}">
                <a16:creationId xmlns:a16="http://schemas.microsoft.com/office/drawing/2014/main" id="{64DE1AC7-F657-EF88-B73C-1A5BBC9D7EE8}"/>
              </a:ext>
            </a:extLst>
          </p:cNvPr>
          <p:cNvCxnSpPr/>
          <p:nvPr/>
        </p:nvCxnSpPr>
        <p:spPr>
          <a:xfrm flipH="1">
            <a:off x="5602141" y="5614701"/>
            <a:ext cx="1047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肘形连接符 383">
            <a:extLst>
              <a:ext uri="{FF2B5EF4-FFF2-40B4-BE49-F238E27FC236}">
                <a16:creationId xmlns:a16="http://schemas.microsoft.com/office/drawing/2014/main" id="{B83BB3A7-00AE-DCC6-27A6-3C7F5A476911}"/>
              </a:ext>
            </a:extLst>
          </p:cNvPr>
          <p:cNvCxnSpPr/>
          <p:nvPr/>
        </p:nvCxnSpPr>
        <p:spPr>
          <a:xfrm flipV="1">
            <a:off x="5602141" y="4756816"/>
            <a:ext cx="1000125" cy="857885"/>
          </a:xfrm>
          <a:prstGeom prst="bentConnector3">
            <a:avLst>
              <a:gd name="adj1" fmla="val 50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文本框 230">
            <a:extLst>
              <a:ext uri="{FF2B5EF4-FFF2-40B4-BE49-F238E27FC236}">
                <a16:creationId xmlns:a16="http://schemas.microsoft.com/office/drawing/2014/main" id="{6B673892-AABE-83AA-60E4-8A76F69305C8}"/>
              </a:ext>
            </a:extLst>
          </p:cNvPr>
          <p:cNvSpPr txBox="1"/>
          <p:nvPr/>
        </p:nvSpPr>
        <p:spPr>
          <a:xfrm>
            <a:off x="921873" y="2009806"/>
            <a:ext cx="30175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[START]    I    brought  books  [END]</a:t>
            </a:r>
          </a:p>
        </p:txBody>
      </p:sp>
      <p:grpSp>
        <p:nvGrpSpPr>
          <p:cNvPr id="266" name="组合 247">
            <a:extLst>
              <a:ext uri="{FF2B5EF4-FFF2-40B4-BE49-F238E27FC236}">
                <a16:creationId xmlns:a16="http://schemas.microsoft.com/office/drawing/2014/main" id="{B8A1BA62-CC69-53AC-355B-0F9C66691C36}"/>
              </a:ext>
            </a:extLst>
          </p:cNvPr>
          <p:cNvGrpSpPr/>
          <p:nvPr/>
        </p:nvGrpSpPr>
        <p:grpSpPr>
          <a:xfrm>
            <a:off x="4638434" y="3143415"/>
            <a:ext cx="459105" cy="2107565"/>
            <a:chOff x="2134" y="3999"/>
            <a:chExt cx="723" cy="3319"/>
          </a:xfrm>
          <a:solidFill>
            <a:schemeClr val="accent5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文本框 242">
                  <a:extLst>
                    <a:ext uri="{FF2B5EF4-FFF2-40B4-BE49-F238E27FC236}">
                      <a16:creationId xmlns:a16="http://schemas.microsoft.com/office/drawing/2014/main" id="{2D706A19-87AC-3DA2-C468-EA9917267787}"/>
                    </a:ext>
                  </a:extLst>
                </p:cNvPr>
                <p:cNvSpPr txBox="1"/>
                <p:nvPr/>
              </p:nvSpPr>
              <p:spPr>
                <a:xfrm>
                  <a:off x="2134" y="3999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7" name="文本框 242">
                  <a:extLst>
                    <a:ext uri="{FF2B5EF4-FFF2-40B4-BE49-F238E27FC236}">
                      <a16:creationId xmlns:a16="http://schemas.microsoft.com/office/drawing/2014/main" id="{2D706A19-87AC-3DA2-C468-EA99172677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3999"/>
                  <a:ext cx="723" cy="582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文本框 243">
                  <a:extLst>
                    <a:ext uri="{FF2B5EF4-FFF2-40B4-BE49-F238E27FC236}">
                      <a16:creationId xmlns:a16="http://schemas.microsoft.com/office/drawing/2014/main" id="{DFA223E8-608F-7432-45FB-761271CF86B2}"/>
                    </a:ext>
                  </a:extLst>
                </p:cNvPr>
                <p:cNvSpPr txBox="1"/>
                <p:nvPr/>
              </p:nvSpPr>
              <p:spPr>
                <a:xfrm>
                  <a:off x="2134" y="4698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68" name="文本框 243">
                  <a:extLst>
                    <a:ext uri="{FF2B5EF4-FFF2-40B4-BE49-F238E27FC236}">
                      <a16:creationId xmlns:a16="http://schemas.microsoft.com/office/drawing/2014/main" id="{DFA223E8-608F-7432-45FB-761271CF86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4698"/>
                  <a:ext cx="723" cy="582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文本框 244">
                  <a:extLst>
                    <a:ext uri="{FF2B5EF4-FFF2-40B4-BE49-F238E27FC236}">
                      <a16:creationId xmlns:a16="http://schemas.microsoft.com/office/drawing/2014/main" id="{2AEA1ABB-E84D-FBFC-BC26-37B43F2E3F56}"/>
                    </a:ext>
                  </a:extLst>
                </p:cNvPr>
                <p:cNvSpPr txBox="1"/>
                <p:nvPr/>
              </p:nvSpPr>
              <p:spPr>
                <a:xfrm>
                  <a:off x="2134" y="5393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0,2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69" name="文本框 244">
                  <a:extLst>
                    <a:ext uri="{FF2B5EF4-FFF2-40B4-BE49-F238E27FC236}">
                      <a16:creationId xmlns:a16="http://schemas.microsoft.com/office/drawing/2014/main" id="{2AEA1ABB-E84D-FBFC-BC26-37B43F2E3F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5393"/>
                  <a:ext cx="723" cy="582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文本框 245">
                  <a:extLst>
                    <a:ext uri="{FF2B5EF4-FFF2-40B4-BE49-F238E27FC236}">
                      <a16:creationId xmlns:a16="http://schemas.microsoft.com/office/drawing/2014/main" id="{ED64A46A-F8E7-A883-11A2-9C95ABE93797}"/>
                    </a:ext>
                  </a:extLst>
                </p:cNvPr>
                <p:cNvSpPr txBox="1"/>
                <p:nvPr/>
              </p:nvSpPr>
              <p:spPr>
                <a:xfrm>
                  <a:off x="2134" y="6736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70" name="文本框 245">
                  <a:extLst>
                    <a:ext uri="{FF2B5EF4-FFF2-40B4-BE49-F238E27FC236}">
                      <a16:creationId xmlns:a16="http://schemas.microsoft.com/office/drawing/2014/main" id="{ED64A46A-F8E7-A883-11A2-9C95ABE937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6736"/>
                  <a:ext cx="723" cy="582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1" name="文本框 246">
              <a:extLst>
                <a:ext uri="{FF2B5EF4-FFF2-40B4-BE49-F238E27FC236}">
                  <a16:creationId xmlns:a16="http://schemas.microsoft.com/office/drawing/2014/main" id="{AD80663D-BD05-45DC-B1F4-7F90E6BDD7EB}"/>
                </a:ext>
              </a:extLst>
            </p:cNvPr>
            <p:cNvSpPr txBox="1"/>
            <p:nvPr/>
          </p:nvSpPr>
          <p:spPr>
            <a:xfrm rot="16200000">
              <a:off x="2138" y="6075"/>
              <a:ext cx="5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...</a:t>
              </a:r>
              <a:endParaRPr lang="zh-CN" altLang="en-US"/>
            </a:p>
          </p:txBody>
        </p:sp>
      </p:grpSp>
      <p:grpSp>
        <p:nvGrpSpPr>
          <p:cNvPr id="272" name="组合 229">
            <a:extLst>
              <a:ext uri="{FF2B5EF4-FFF2-40B4-BE49-F238E27FC236}">
                <a16:creationId xmlns:a16="http://schemas.microsoft.com/office/drawing/2014/main" id="{DD7D5798-33B1-A15B-7E9C-3CD4395FCAB4}"/>
              </a:ext>
            </a:extLst>
          </p:cNvPr>
          <p:cNvGrpSpPr/>
          <p:nvPr/>
        </p:nvGrpSpPr>
        <p:grpSpPr>
          <a:xfrm>
            <a:off x="5427198" y="6097128"/>
            <a:ext cx="2481580" cy="316230"/>
            <a:chOff x="3838" y="7960"/>
            <a:chExt cx="3908" cy="498"/>
          </a:xfrm>
          <a:solidFill>
            <a:schemeClr val="accent6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3" name="文本框 224">
                  <a:extLst>
                    <a:ext uri="{FF2B5EF4-FFF2-40B4-BE49-F238E27FC236}">
                      <a16:creationId xmlns:a16="http://schemas.microsoft.com/office/drawing/2014/main" id="{E782EF5F-A98E-3303-A864-58E6D1B6C1D2}"/>
                    </a:ext>
                  </a:extLst>
                </p:cNvPr>
                <p:cNvSpPr txBox="1"/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73" name="文本框 224">
                  <a:extLst>
                    <a:ext uri="{FF2B5EF4-FFF2-40B4-BE49-F238E27FC236}">
                      <a16:creationId xmlns:a16="http://schemas.microsoft.com/office/drawing/2014/main" id="{E782EF5F-A98E-3303-A864-58E6D1B6C1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文本框 225">
                  <a:extLst>
                    <a:ext uri="{FF2B5EF4-FFF2-40B4-BE49-F238E27FC236}">
                      <a16:creationId xmlns:a16="http://schemas.microsoft.com/office/drawing/2014/main" id="{C724EDA3-E15E-9AFF-89DE-3DA251C211A9}"/>
                    </a:ext>
                  </a:extLst>
                </p:cNvPr>
                <p:cNvSpPr txBox="1"/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74" name="文本框 225">
                  <a:extLst>
                    <a:ext uri="{FF2B5EF4-FFF2-40B4-BE49-F238E27FC236}">
                      <a16:creationId xmlns:a16="http://schemas.microsoft.com/office/drawing/2014/main" id="{C724EDA3-E15E-9AFF-89DE-3DA251C211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5" name="文本框 226">
                  <a:extLst>
                    <a:ext uri="{FF2B5EF4-FFF2-40B4-BE49-F238E27FC236}">
                      <a16:creationId xmlns:a16="http://schemas.microsoft.com/office/drawing/2014/main" id="{AEB90C55-0CC5-B177-2AEE-CCA9533F1603}"/>
                    </a:ext>
                  </a:extLst>
                </p:cNvPr>
                <p:cNvSpPr txBox="1"/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75" name="文本框 226">
                  <a:extLst>
                    <a:ext uri="{FF2B5EF4-FFF2-40B4-BE49-F238E27FC236}">
                      <a16:creationId xmlns:a16="http://schemas.microsoft.com/office/drawing/2014/main" id="{AEB90C55-0CC5-B177-2AEE-CCA9533F16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6" name="文本框 227">
                  <a:extLst>
                    <a:ext uri="{FF2B5EF4-FFF2-40B4-BE49-F238E27FC236}">
                      <a16:creationId xmlns:a16="http://schemas.microsoft.com/office/drawing/2014/main" id="{AB9A3F1D-5D34-4EB6-BFED-A4B994B066C0}"/>
                    </a:ext>
                  </a:extLst>
                </p:cNvPr>
                <p:cNvSpPr txBox="1"/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76" name="文本框 227">
                  <a:extLst>
                    <a:ext uri="{FF2B5EF4-FFF2-40B4-BE49-F238E27FC236}">
                      <a16:creationId xmlns:a16="http://schemas.microsoft.com/office/drawing/2014/main" id="{AB9A3F1D-5D34-4EB6-BFED-A4B994B066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7" name="文本框 228">
                  <a:extLst>
                    <a:ext uri="{FF2B5EF4-FFF2-40B4-BE49-F238E27FC236}">
                      <a16:creationId xmlns:a16="http://schemas.microsoft.com/office/drawing/2014/main" id="{A1D5A214-4DD2-6FCC-719A-934A699A0ED9}"/>
                    </a:ext>
                  </a:extLst>
                </p:cNvPr>
                <p:cNvSpPr txBox="1"/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77" name="文本框 228">
                  <a:extLst>
                    <a:ext uri="{FF2B5EF4-FFF2-40B4-BE49-F238E27FC236}">
                      <a16:creationId xmlns:a16="http://schemas.microsoft.com/office/drawing/2014/main" id="{A1D5A214-4DD2-6FCC-719A-934A699A0E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8" name="组合 229">
            <a:extLst>
              <a:ext uri="{FF2B5EF4-FFF2-40B4-BE49-F238E27FC236}">
                <a16:creationId xmlns:a16="http://schemas.microsoft.com/office/drawing/2014/main" id="{D54651B3-9048-5139-199D-F12279C79A19}"/>
              </a:ext>
            </a:extLst>
          </p:cNvPr>
          <p:cNvGrpSpPr/>
          <p:nvPr/>
        </p:nvGrpSpPr>
        <p:grpSpPr>
          <a:xfrm>
            <a:off x="5405291" y="863314"/>
            <a:ext cx="2481580" cy="316230"/>
            <a:chOff x="3838" y="7960"/>
            <a:chExt cx="3908" cy="498"/>
          </a:xfrm>
          <a:solidFill>
            <a:schemeClr val="accent6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9" name="文本框 224">
                  <a:extLst>
                    <a:ext uri="{FF2B5EF4-FFF2-40B4-BE49-F238E27FC236}">
                      <a16:creationId xmlns:a16="http://schemas.microsoft.com/office/drawing/2014/main" id="{1E7A5AA5-157A-B442-1E7B-AD28E689F565}"/>
                    </a:ext>
                  </a:extLst>
                </p:cNvPr>
                <p:cNvSpPr txBox="1"/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79" name="文本框 224">
                  <a:extLst>
                    <a:ext uri="{FF2B5EF4-FFF2-40B4-BE49-F238E27FC236}">
                      <a16:creationId xmlns:a16="http://schemas.microsoft.com/office/drawing/2014/main" id="{1E7A5AA5-157A-B442-1E7B-AD28E689F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0" name="文本框 225">
                  <a:extLst>
                    <a:ext uri="{FF2B5EF4-FFF2-40B4-BE49-F238E27FC236}">
                      <a16:creationId xmlns:a16="http://schemas.microsoft.com/office/drawing/2014/main" id="{67D2F0F8-CC95-9190-E7B8-B32111CBC4EA}"/>
                    </a:ext>
                  </a:extLst>
                </p:cNvPr>
                <p:cNvSpPr txBox="1"/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80" name="文本框 225">
                  <a:extLst>
                    <a:ext uri="{FF2B5EF4-FFF2-40B4-BE49-F238E27FC236}">
                      <a16:creationId xmlns:a16="http://schemas.microsoft.com/office/drawing/2014/main" id="{67D2F0F8-CC95-9190-E7B8-B32111CBC4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1" name="文本框 226">
                  <a:extLst>
                    <a:ext uri="{FF2B5EF4-FFF2-40B4-BE49-F238E27FC236}">
                      <a16:creationId xmlns:a16="http://schemas.microsoft.com/office/drawing/2014/main" id="{377C005D-789C-6366-CAEA-B74F83192F72}"/>
                    </a:ext>
                  </a:extLst>
                </p:cNvPr>
                <p:cNvSpPr txBox="1"/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81" name="文本框 226">
                  <a:extLst>
                    <a:ext uri="{FF2B5EF4-FFF2-40B4-BE49-F238E27FC236}">
                      <a16:creationId xmlns:a16="http://schemas.microsoft.com/office/drawing/2014/main" id="{377C005D-789C-6366-CAEA-B74F83192F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2" name="文本框 227">
                  <a:extLst>
                    <a:ext uri="{FF2B5EF4-FFF2-40B4-BE49-F238E27FC236}">
                      <a16:creationId xmlns:a16="http://schemas.microsoft.com/office/drawing/2014/main" id="{AABFE208-BC1E-8A3C-9643-17E2FE87293B}"/>
                    </a:ext>
                  </a:extLst>
                </p:cNvPr>
                <p:cNvSpPr txBox="1"/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82" name="文本框 227">
                  <a:extLst>
                    <a:ext uri="{FF2B5EF4-FFF2-40B4-BE49-F238E27FC236}">
                      <a16:creationId xmlns:a16="http://schemas.microsoft.com/office/drawing/2014/main" id="{AABFE208-BC1E-8A3C-9643-17E2FE8729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3" name="文本框 228">
                  <a:extLst>
                    <a:ext uri="{FF2B5EF4-FFF2-40B4-BE49-F238E27FC236}">
                      <a16:creationId xmlns:a16="http://schemas.microsoft.com/office/drawing/2014/main" id="{C18E34F0-1230-5C4F-F4F9-31F8F5FA7907}"/>
                    </a:ext>
                  </a:extLst>
                </p:cNvPr>
                <p:cNvSpPr txBox="1"/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83" name="文本框 228">
                  <a:extLst>
                    <a:ext uri="{FF2B5EF4-FFF2-40B4-BE49-F238E27FC236}">
                      <a16:creationId xmlns:a16="http://schemas.microsoft.com/office/drawing/2014/main" id="{C18E34F0-1230-5C4F-F4F9-31F8F5FA79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4" name="object 105">
            <a:extLst>
              <a:ext uri="{FF2B5EF4-FFF2-40B4-BE49-F238E27FC236}">
                <a16:creationId xmlns:a16="http://schemas.microsoft.com/office/drawing/2014/main" id="{FF58BCE9-2A3E-878E-45BE-C878D1374A74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667680" y="5671984"/>
            <a:ext cx="1968233" cy="217539"/>
          </a:xfrm>
          <a:custGeom>
            <a:avLst/>
            <a:gdLst/>
            <a:ahLst/>
            <a:cxnLst/>
            <a:rect l="l" t="t" r="r" b="b"/>
            <a:pathLst>
              <a:path w="1602739" h="177164">
                <a:moveTo>
                  <a:pt x="1602599" y="176699"/>
                </a:moveTo>
                <a:lnTo>
                  <a:pt x="0" y="176699"/>
                </a:lnTo>
                <a:lnTo>
                  <a:pt x="0" y="0"/>
                </a:lnTo>
                <a:lnTo>
                  <a:pt x="1602599" y="0"/>
                </a:lnTo>
                <a:lnTo>
                  <a:pt x="1602599" y="1766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sz="1400" dirty="0" err="1"/>
              <a:t>位置编码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object 81"/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解码器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20F1A-079B-1F5E-8842-B85B6358C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196"/>
            <a:ext cx="4745190" cy="4797767"/>
          </a:xfrm>
        </p:spPr>
        <p:txBody>
          <a:bodyPr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/>
              <a:t>现有的输出（查询）决定了不同输入上下文向量𝑐</a:t>
            </a:r>
            <a:r>
              <a:rPr lang="en-US" altLang="zh-CN"/>
              <a:t>𝑡</a:t>
            </a:r>
            <a:r>
              <a:rPr lang="zh-CN" altLang="en-US"/>
              <a:t>的重要性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zh-CN" altLang="en-US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/>
              <a:t>上下文向量（值）的信息被整合以获得输出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endParaRPr lang="zh-CN" altLang="en-US"/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/>
              <a:t>来自编码器的信息被整合到解码过程中</a:t>
            </a:r>
            <a:endParaRPr lang="en-US" altLang="en-US"/>
          </a:p>
        </p:txBody>
      </p:sp>
      <p:sp>
        <p:nvSpPr>
          <p:cNvPr id="102" name="object 102"/>
          <p:cNvSpPr txBox="1"/>
          <p:nvPr/>
        </p:nvSpPr>
        <p:spPr>
          <a:xfrm>
            <a:off x="8228313" y="6620507"/>
            <a:ext cx="3772747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spc="-13">
                <a:solidFill>
                  <a:srgbClr val="999999"/>
                </a:solidFill>
                <a:latin typeface="Arial"/>
                <a:cs typeface="Arial"/>
              </a:rPr>
              <a:t>Vaswani</a:t>
            </a:r>
            <a:r>
              <a:rPr sz="1200" spc="-4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et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al,</a:t>
            </a:r>
            <a:r>
              <a:rPr sz="1200" spc="-27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“Attention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is</a:t>
            </a:r>
            <a:r>
              <a:rPr sz="1200" spc="-27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all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you</a:t>
            </a:r>
            <a:r>
              <a:rPr sz="1200" spc="-27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need”,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NeurIPS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 spc="-27">
                <a:solidFill>
                  <a:srgbClr val="999999"/>
                </a:solidFill>
                <a:latin typeface="Arial"/>
                <a:cs typeface="Arial"/>
              </a:rPr>
              <a:t>2017</a:t>
            </a:r>
            <a:endParaRPr sz="12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16ADBC-E5E0-A94B-1D9D-35AA296A49B6}"/>
                  </a:ext>
                </a:extLst>
              </p:cNvPr>
              <p:cNvSpPr txBox="1"/>
              <p:nvPr/>
            </p:nvSpPr>
            <p:spPr>
              <a:xfrm>
                <a:off x="5889357" y="5020330"/>
                <a:ext cx="2067560" cy="8712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16ADBC-E5E0-A94B-1D9D-35AA296A4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357" y="5020330"/>
                <a:ext cx="2067560" cy="871201"/>
              </a:xfrm>
              <a:prstGeom prst="rect">
                <a:avLst/>
              </a:prstGeom>
              <a:blipFill>
                <a:blip r:embed="rId82"/>
                <a:stretch>
                  <a:fillRect l="-4878" t="-95652" b="-1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E6050B-C66A-3A38-2789-0128613F1B94}"/>
                  </a:ext>
                </a:extLst>
              </p:cNvPr>
              <p:cNvSpPr txBox="1"/>
              <p:nvPr/>
            </p:nvSpPr>
            <p:spPr>
              <a:xfrm>
                <a:off x="5366028" y="4134682"/>
                <a:ext cx="2539999" cy="6973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E6050B-C66A-3A38-2789-0128613F1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028" y="4134682"/>
                <a:ext cx="2539999" cy="697370"/>
              </a:xfrm>
              <a:prstGeom prst="rect">
                <a:avLst/>
              </a:prstGeom>
              <a:blipFill>
                <a:blip r:embed="rId83"/>
                <a:stretch>
                  <a:fillRect t="-16071" b="-8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2A3AB85-8C5B-21F3-34B0-90957F715687}"/>
                  </a:ext>
                </a:extLst>
              </p:cNvPr>
              <p:cNvSpPr txBox="1"/>
              <p:nvPr/>
            </p:nvSpPr>
            <p:spPr>
              <a:xfrm>
                <a:off x="5041669" y="3136720"/>
                <a:ext cx="3214225" cy="9025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2A3AB85-8C5B-21F3-34B0-90957F715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669" y="3136720"/>
                <a:ext cx="3214225" cy="902555"/>
              </a:xfrm>
              <a:prstGeom prst="rect">
                <a:avLst/>
              </a:prstGeom>
              <a:blipFill>
                <a:blip r:embed="rId84"/>
                <a:stretch>
                  <a:fillRect t="-91667" b="-14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B40D2A2C-96ED-89CA-C430-AD6A0F9DDB7C}"/>
                  </a:ext>
                </a:extLst>
              </p:cNvPr>
              <p:cNvSpPr txBox="1"/>
              <p:nvPr/>
            </p:nvSpPr>
            <p:spPr>
              <a:xfrm>
                <a:off x="6082393" y="2228471"/>
                <a:ext cx="1305870" cy="8318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altLang="zh-CN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B40D2A2C-96ED-89CA-C430-AD6A0F9DD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393" y="2228471"/>
                <a:ext cx="1305870" cy="831894"/>
              </a:xfrm>
              <a:prstGeom prst="rect">
                <a:avLst/>
              </a:prstGeom>
              <a:blipFill>
                <a:blip r:embed="rId85"/>
                <a:stretch>
                  <a:fillRect l="-3883" t="-1515" r="-971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E679ECE-C3C0-723D-9B57-8BAD095F6623}"/>
              </a:ext>
            </a:extLst>
          </p:cNvPr>
          <p:cNvSpPr txBox="1"/>
          <p:nvPr/>
        </p:nvSpPr>
        <p:spPr>
          <a:xfrm>
            <a:off x="5684612" y="1155128"/>
            <a:ext cx="2881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为什么编码器的输入可以作为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和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呢？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430916A4-5A4C-8F8E-1C7C-112D3F105B6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945744" y="2962430"/>
            <a:ext cx="2566670" cy="2734310"/>
          </a:xfrm>
          <a:custGeom>
            <a:avLst/>
            <a:gdLst/>
            <a:ahLst/>
            <a:cxnLst/>
            <a:rect l="l" t="t" r="r" b="b"/>
            <a:pathLst>
              <a:path w="2090420" h="2226310">
                <a:moveTo>
                  <a:pt x="2090099" y="2226299"/>
                </a:moveTo>
                <a:lnTo>
                  <a:pt x="0" y="2226299"/>
                </a:lnTo>
                <a:lnTo>
                  <a:pt x="0" y="0"/>
                </a:lnTo>
                <a:lnTo>
                  <a:pt x="2090099" y="0"/>
                </a:lnTo>
                <a:lnTo>
                  <a:pt x="2090099" y="2226299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8" name="object 95">
            <a:extLst>
              <a:ext uri="{FF2B5EF4-FFF2-40B4-BE49-F238E27FC236}">
                <a16:creationId xmlns:a16="http://schemas.microsoft.com/office/drawing/2014/main" id="{ECE3DDF3-198D-A4D0-3CA5-FD0010E248D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881609" y="1658775"/>
            <a:ext cx="2653665" cy="4296410"/>
          </a:xfrm>
          <a:custGeom>
            <a:avLst/>
            <a:gdLst/>
            <a:ahLst/>
            <a:cxnLst/>
            <a:rect l="l" t="t" r="r" b="b"/>
            <a:pathLst>
              <a:path w="2160904" h="3498850">
                <a:moveTo>
                  <a:pt x="2160299" y="3498299"/>
                </a:moveTo>
                <a:lnTo>
                  <a:pt x="0" y="3498299"/>
                </a:lnTo>
                <a:lnTo>
                  <a:pt x="0" y="0"/>
                </a:lnTo>
                <a:lnTo>
                  <a:pt x="2160299" y="0"/>
                </a:lnTo>
                <a:lnTo>
                  <a:pt x="2160299" y="3498299"/>
                </a:lnTo>
                <a:close/>
              </a:path>
            </a:pathLst>
          </a:custGeom>
          <a:solidFill>
            <a:srgbClr val="FAE4EF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  <p:grpSp>
        <p:nvGrpSpPr>
          <p:cNvPr id="9" name="object 115">
            <a:extLst>
              <a:ext uri="{FF2B5EF4-FFF2-40B4-BE49-F238E27FC236}">
                <a16:creationId xmlns:a16="http://schemas.microsoft.com/office/drawing/2014/main" id="{92D2D15A-DB91-FEF0-4ABD-57674B980D90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9202284" y="5025545"/>
            <a:ext cx="1979930" cy="461645"/>
            <a:chOff x="4585187" y="3514343"/>
            <a:chExt cx="1612265" cy="375920"/>
          </a:xfrm>
          <a:solidFill>
            <a:srgbClr val="EED6F2"/>
          </a:solidFill>
        </p:grpSpPr>
        <p:sp>
          <p:nvSpPr>
            <p:cNvPr id="10" name="object 116">
              <a:extLst>
                <a:ext uri="{FF2B5EF4-FFF2-40B4-BE49-F238E27FC236}">
                  <a16:creationId xmlns:a16="http://schemas.microsoft.com/office/drawing/2014/main" id="{16D5D9A7-67B7-E485-FF2D-19B4490BBAB9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4589950" y="3519105"/>
              <a:ext cx="1602740" cy="366395"/>
            </a:xfrm>
            <a:custGeom>
              <a:avLst/>
              <a:gdLst/>
              <a:ahLst/>
              <a:cxnLst/>
              <a:rect l="l" t="t" r="r" b="b"/>
              <a:pathLst>
                <a:path w="1602739" h="366395">
                  <a:moveTo>
                    <a:pt x="1602599" y="366299"/>
                  </a:moveTo>
                  <a:lnTo>
                    <a:pt x="0" y="366299"/>
                  </a:lnTo>
                  <a:lnTo>
                    <a:pt x="0" y="0"/>
                  </a:lnTo>
                  <a:lnTo>
                    <a:pt x="1602599" y="0"/>
                  </a:lnTo>
                  <a:lnTo>
                    <a:pt x="1602599" y="36629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2000"/>
            </a:p>
          </p:txBody>
        </p:sp>
        <p:sp>
          <p:nvSpPr>
            <p:cNvPr id="11" name="object 117">
              <a:extLst>
                <a:ext uri="{FF2B5EF4-FFF2-40B4-BE49-F238E27FC236}">
                  <a16:creationId xmlns:a16="http://schemas.microsoft.com/office/drawing/2014/main" id="{86C4A28C-4A0B-6CA7-65B3-73E38EB6B8BE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4589950" y="3519105"/>
              <a:ext cx="1602740" cy="366395"/>
            </a:xfrm>
            <a:custGeom>
              <a:avLst/>
              <a:gdLst/>
              <a:ahLst/>
              <a:cxnLst/>
              <a:rect l="l" t="t" r="r" b="b"/>
              <a:pathLst>
                <a:path w="1602739" h="366395">
                  <a:moveTo>
                    <a:pt x="0" y="0"/>
                  </a:moveTo>
                  <a:lnTo>
                    <a:pt x="1602599" y="0"/>
                  </a:lnTo>
                  <a:lnTo>
                    <a:pt x="1602599" y="366299"/>
                  </a:lnTo>
                  <a:lnTo>
                    <a:pt x="0" y="36629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sp>
        <p:nvSpPr>
          <p:cNvPr id="12" name="object 118">
            <a:extLst>
              <a:ext uri="{FF2B5EF4-FFF2-40B4-BE49-F238E27FC236}">
                <a16:creationId xmlns:a16="http://schemas.microsoft.com/office/drawing/2014/main" id="{576A7857-8C57-BD8E-406E-503318054324}"/>
              </a:ext>
            </a:extLst>
          </p:cNvPr>
          <p:cNvSpPr txBox="1"/>
          <p:nvPr/>
        </p:nvSpPr>
        <p:spPr>
          <a:xfrm>
            <a:off x="9370559" y="5146821"/>
            <a:ext cx="1644015" cy="2325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09880" marR="6985" indent="-294005" algn="ctr">
              <a:spcBef>
                <a:spcPts val="135"/>
              </a:spcBef>
            </a:pPr>
            <a:r>
              <a:rPr lang="en-US" sz="1400" dirty="0" err="1">
                <a:latin typeface="Arial" panose="020B0604020202020204"/>
                <a:cs typeface="Arial" panose="020B0604020202020204"/>
              </a:rPr>
              <a:t>掩码多头注意力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3" name="object 126">
            <a:extLst>
              <a:ext uri="{FF2B5EF4-FFF2-40B4-BE49-F238E27FC236}">
                <a16:creationId xmlns:a16="http://schemas.microsoft.com/office/drawing/2014/main" id="{BB0D19F2-D295-24E0-D21F-F2E49F491146}"/>
              </a:ext>
            </a:extLst>
          </p:cNvPr>
          <p:cNvPicPr/>
          <p:nvPr>
            <p:custDataLst>
              <p:tags r:id="rId4"/>
            </p:custDataLst>
          </p:nvPr>
        </p:nvPicPr>
        <p:blipFill>
          <a:blip r:embed="rId86" cstate="print"/>
          <a:stretch>
            <a:fillRect/>
          </a:stretch>
        </p:blipFill>
        <p:spPr>
          <a:xfrm>
            <a:off x="10105889" y="4654070"/>
            <a:ext cx="177800" cy="185420"/>
          </a:xfrm>
          <a:prstGeom prst="rect">
            <a:avLst/>
          </a:prstGeom>
        </p:spPr>
      </p:pic>
      <p:sp>
        <p:nvSpPr>
          <p:cNvPr id="14" name="object 127">
            <a:extLst>
              <a:ext uri="{FF2B5EF4-FFF2-40B4-BE49-F238E27FC236}">
                <a16:creationId xmlns:a16="http://schemas.microsoft.com/office/drawing/2014/main" id="{8195BE36-1877-B0E2-060A-BE9F8D5D40E6}"/>
              </a:ext>
            </a:extLst>
          </p:cNvPr>
          <p:cNvSpPr txBox="1"/>
          <p:nvPr/>
        </p:nvSpPr>
        <p:spPr>
          <a:xfrm>
            <a:off x="10142719" y="4638195"/>
            <a:ext cx="104775" cy="17843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>
              <a:spcBef>
                <a:spcPts val="135"/>
              </a:spcBef>
            </a:pPr>
            <a:r>
              <a:rPr sz="1050">
                <a:latin typeface="Arial" panose="020B0604020202020204"/>
                <a:cs typeface="Arial" panose="020B0604020202020204"/>
              </a:rPr>
              <a:t>+</a:t>
            </a:r>
          </a:p>
        </p:txBody>
      </p:sp>
      <p:sp>
        <p:nvSpPr>
          <p:cNvPr id="15" name="object 132">
            <a:extLst>
              <a:ext uri="{FF2B5EF4-FFF2-40B4-BE49-F238E27FC236}">
                <a16:creationId xmlns:a16="http://schemas.microsoft.com/office/drawing/2014/main" id="{A1B3472E-959A-2C04-DA31-1CEEAE17329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9207999" y="2832255"/>
            <a:ext cx="1967865" cy="192405"/>
          </a:xfrm>
          <a:custGeom>
            <a:avLst/>
            <a:gdLst/>
            <a:ahLst/>
            <a:cxnLst/>
            <a:rect l="l" t="t" r="r" b="b"/>
            <a:pathLst>
              <a:path w="1602739" h="156844">
                <a:moveTo>
                  <a:pt x="1602599" y="156299"/>
                </a:moveTo>
                <a:lnTo>
                  <a:pt x="0" y="156299"/>
                </a:lnTo>
                <a:lnTo>
                  <a:pt x="0" y="0"/>
                </a:lnTo>
                <a:lnTo>
                  <a:pt x="1602599" y="0"/>
                </a:lnTo>
                <a:lnTo>
                  <a:pt x="1602599" y="1562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sz="1400" dirty="0" err="1"/>
              <a:t>归一化</a:t>
            </a:r>
            <a:endParaRPr lang="en-US" sz="1400" dirty="0"/>
          </a:p>
        </p:txBody>
      </p:sp>
      <p:sp>
        <p:nvSpPr>
          <p:cNvPr id="16" name="object 136">
            <a:extLst>
              <a:ext uri="{FF2B5EF4-FFF2-40B4-BE49-F238E27FC236}">
                <a16:creationId xmlns:a16="http://schemas.microsoft.com/office/drawing/2014/main" id="{02DC805E-9F81-40B3-6F1F-881E5D2BC84F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9208133" y="1758608"/>
            <a:ext cx="1968233" cy="192764"/>
          </a:xfrm>
          <a:custGeom>
            <a:avLst/>
            <a:gdLst/>
            <a:ahLst/>
            <a:cxnLst/>
            <a:rect l="l" t="t" r="r" b="b"/>
            <a:pathLst>
              <a:path w="1602739" h="156844">
                <a:moveTo>
                  <a:pt x="1602599" y="156299"/>
                </a:moveTo>
                <a:lnTo>
                  <a:pt x="0" y="156299"/>
                </a:lnTo>
                <a:lnTo>
                  <a:pt x="0" y="0"/>
                </a:lnTo>
                <a:lnTo>
                  <a:pt x="1602599" y="0"/>
                </a:lnTo>
                <a:lnTo>
                  <a:pt x="1602599" y="1562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sz="1400" dirty="0" err="1">
                <a:latin typeface="Arial" panose="020B0604020202020204"/>
                <a:cs typeface="Arial" panose="020B0604020202020204"/>
              </a:rPr>
              <a:t>归一化</a:t>
            </a:r>
            <a:endParaRPr sz="2000" dirty="0"/>
          </a:p>
        </p:txBody>
      </p:sp>
      <p:sp>
        <p:nvSpPr>
          <p:cNvPr id="17" name="object 140">
            <a:extLst>
              <a:ext uri="{FF2B5EF4-FFF2-40B4-BE49-F238E27FC236}">
                <a16:creationId xmlns:a16="http://schemas.microsoft.com/office/drawing/2014/main" id="{A969A181-49D1-129A-BEBA-8FAA89EE42A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197049" y="2453299"/>
            <a:ext cx="1968233" cy="192763"/>
          </a:xfrm>
          <a:custGeom>
            <a:avLst/>
            <a:gdLst/>
            <a:ahLst/>
            <a:cxnLst/>
            <a:rect l="l" t="t" r="r" b="b"/>
            <a:pathLst>
              <a:path w="1602739" h="156844">
                <a:moveTo>
                  <a:pt x="1602599" y="156299"/>
                </a:moveTo>
                <a:lnTo>
                  <a:pt x="0" y="156299"/>
                </a:lnTo>
                <a:lnTo>
                  <a:pt x="0" y="0"/>
                </a:lnTo>
                <a:lnTo>
                  <a:pt x="1602599" y="0"/>
                </a:lnTo>
                <a:lnTo>
                  <a:pt x="1602599" y="1562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sz="1400" dirty="0" err="1"/>
              <a:t>前馈网络</a:t>
            </a:r>
            <a:endParaRPr lang="en-US" sz="1400" dirty="0"/>
          </a:p>
        </p:txBody>
      </p:sp>
      <p:pic>
        <p:nvPicPr>
          <p:cNvPr id="18" name="object 143">
            <a:extLst>
              <a:ext uri="{FF2B5EF4-FFF2-40B4-BE49-F238E27FC236}">
                <a16:creationId xmlns:a16="http://schemas.microsoft.com/office/drawing/2014/main" id="{04B59A8C-5DEF-91A3-A7FA-7843F897C8C2}"/>
              </a:ext>
            </a:extLst>
          </p:cNvPr>
          <p:cNvPicPr/>
          <p:nvPr>
            <p:custDataLst>
              <p:tags r:id="rId8"/>
            </p:custDataLst>
          </p:nvPr>
        </p:nvPicPr>
        <p:blipFill>
          <a:blip r:embed="rId87" cstate="print"/>
          <a:stretch>
            <a:fillRect/>
          </a:stretch>
        </p:blipFill>
        <p:spPr>
          <a:xfrm>
            <a:off x="10109699" y="2105815"/>
            <a:ext cx="178435" cy="185420"/>
          </a:xfrm>
          <a:prstGeom prst="rect">
            <a:avLst/>
          </a:prstGeom>
        </p:spPr>
      </p:pic>
      <p:sp>
        <p:nvSpPr>
          <p:cNvPr id="19" name="object 144">
            <a:extLst>
              <a:ext uri="{FF2B5EF4-FFF2-40B4-BE49-F238E27FC236}">
                <a16:creationId xmlns:a16="http://schemas.microsoft.com/office/drawing/2014/main" id="{1B5B3685-8C2D-8D72-1490-F3BA994B7035}"/>
              </a:ext>
            </a:extLst>
          </p:cNvPr>
          <p:cNvSpPr txBox="1"/>
          <p:nvPr/>
        </p:nvSpPr>
        <p:spPr>
          <a:xfrm>
            <a:off x="10146529" y="2089940"/>
            <a:ext cx="104775" cy="1778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 algn="ctr">
              <a:spcBef>
                <a:spcPts val="135"/>
              </a:spcBef>
            </a:pPr>
            <a:r>
              <a:rPr sz="1050">
                <a:latin typeface="Arial" panose="020B0604020202020204"/>
                <a:cs typeface="Arial" panose="020B0604020202020204"/>
              </a:rPr>
              <a:t>+</a:t>
            </a:r>
          </a:p>
        </p:txBody>
      </p:sp>
      <p:grpSp>
        <p:nvGrpSpPr>
          <p:cNvPr id="20" name="object 194">
            <a:extLst>
              <a:ext uri="{FF2B5EF4-FFF2-40B4-BE49-F238E27FC236}">
                <a16:creationId xmlns:a16="http://schemas.microsoft.com/office/drawing/2014/main" id="{68FB84EA-F618-5267-9B5E-8A820338D14E}"/>
              </a:ext>
            </a:extLst>
          </p:cNvPr>
          <p:cNvGrpSpPr/>
          <p:nvPr/>
        </p:nvGrpSpPr>
        <p:grpSpPr>
          <a:xfrm>
            <a:off x="9202284" y="1388900"/>
            <a:ext cx="1979930" cy="204470"/>
            <a:chOff x="4585187" y="552491"/>
            <a:chExt cx="1612265" cy="166370"/>
          </a:xfrm>
        </p:grpSpPr>
        <p:sp>
          <p:nvSpPr>
            <p:cNvPr id="21" name="object 195">
              <a:extLst>
                <a:ext uri="{FF2B5EF4-FFF2-40B4-BE49-F238E27FC236}">
                  <a16:creationId xmlns:a16="http://schemas.microsoft.com/office/drawing/2014/main" id="{D3A44E7E-ECDF-CDAF-3137-6D50F111EA4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4589950" y="557254"/>
              <a:ext cx="1602740" cy="156845"/>
            </a:xfrm>
            <a:custGeom>
              <a:avLst/>
              <a:gdLst/>
              <a:ahLst/>
              <a:cxnLst/>
              <a:rect l="l" t="t" r="r" b="b"/>
              <a:pathLst>
                <a:path w="1602739" h="156845">
                  <a:moveTo>
                    <a:pt x="1602599" y="156299"/>
                  </a:moveTo>
                  <a:lnTo>
                    <a:pt x="0" y="156299"/>
                  </a:lnTo>
                  <a:lnTo>
                    <a:pt x="0" y="0"/>
                  </a:lnTo>
                  <a:lnTo>
                    <a:pt x="1602599" y="0"/>
                  </a:lnTo>
                  <a:lnTo>
                    <a:pt x="1602599" y="156299"/>
                  </a:lnTo>
                  <a:close/>
                </a:path>
              </a:pathLst>
            </a:custGeom>
            <a:solidFill>
              <a:srgbClr val="EED6F2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400" dirty="0" err="1"/>
                <a:t>Softmax</a:t>
              </a:r>
              <a:endParaRPr lang="en-US" sz="1400" dirty="0"/>
            </a:p>
          </p:txBody>
        </p:sp>
        <p:sp>
          <p:nvSpPr>
            <p:cNvPr id="22" name="object 196">
              <a:extLst>
                <a:ext uri="{FF2B5EF4-FFF2-40B4-BE49-F238E27FC236}">
                  <a16:creationId xmlns:a16="http://schemas.microsoft.com/office/drawing/2014/main" id="{1B0F471D-7D5B-67B8-9CF0-58DE683DE654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4589950" y="557254"/>
              <a:ext cx="1602740" cy="156845"/>
            </a:xfrm>
            <a:custGeom>
              <a:avLst/>
              <a:gdLst/>
              <a:ahLst/>
              <a:cxnLst/>
              <a:rect l="l" t="t" r="r" b="b"/>
              <a:pathLst>
                <a:path w="1602739" h="156845">
                  <a:moveTo>
                    <a:pt x="0" y="0"/>
                  </a:moveTo>
                  <a:lnTo>
                    <a:pt x="1602599" y="0"/>
                  </a:lnTo>
                  <a:lnTo>
                    <a:pt x="1602599" y="156299"/>
                  </a:lnTo>
                  <a:lnTo>
                    <a:pt x="0" y="156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grpSp>
        <p:nvGrpSpPr>
          <p:cNvPr id="23" name="object 198">
            <a:extLst>
              <a:ext uri="{FF2B5EF4-FFF2-40B4-BE49-F238E27FC236}">
                <a16:creationId xmlns:a16="http://schemas.microsoft.com/office/drawing/2014/main" id="{0148D1B2-3ABD-F605-3B73-5FF63871DA1F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9207999" y="3549805"/>
            <a:ext cx="1968500" cy="449580"/>
            <a:chOff x="4589950" y="2312741"/>
            <a:chExt cx="1602740" cy="366395"/>
          </a:xfrm>
          <a:solidFill>
            <a:srgbClr val="EED6F2"/>
          </a:solidFill>
        </p:grpSpPr>
        <p:sp>
          <p:nvSpPr>
            <p:cNvPr id="24" name="object 202">
              <a:extLst>
                <a:ext uri="{FF2B5EF4-FFF2-40B4-BE49-F238E27FC236}">
                  <a16:creationId xmlns:a16="http://schemas.microsoft.com/office/drawing/2014/main" id="{B70CEABE-39D7-C0A9-7DCA-A0EE43CD44D1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4589950" y="2312741"/>
              <a:ext cx="1602740" cy="366395"/>
            </a:xfrm>
            <a:custGeom>
              <a:avLst/>
              <a:gdLst/>
              <a:ahLst/>
              <a:cxnLst/>
              <a:rect l="l" t="t" r="r" b="b"/>
              <a:pathLst>
                <a:path w="1602739" h="366394">
                  <a:moveTo>
                    <a:pt x="1602599" y="366299"/>
                  </a:moveTo>
                  <a:lnTo>
                    <a:pt x="0" y="366299"/>
                  </a:lnTo>
                  <a:lnTo>
                    <a:pt x="0" y="0"/>
                  </a:lnTo>
                  <a:lnTo>
                    <a:pt x="1602599" y="0"/>
                  </a:lnTo>
                  <a:lnTo>
                    <a:pt x="1602599" y="36629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2000"/>
            </a:p>
          </p:txBody>
        </p:sp>
        <p:sp>
          <p:nvSpPr>
            <p:cNvPr id="25" name="object 203">
              <a:extLst>
                <a:ext uri="{FF2B5EF4-FFF2-40B4-BE49-F238E27FC236}">
                  <a16:creationId xmlns:a16="http://schemas.microsoft.com/office/drawing/2014/main" id="{4115196D-8158-22B8-ECF7-6A50814CDE0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4589950" y="2312741"/>
              <a:ext cx="1602740" cy="366395"/>
            </a:xfrm>
            <a:custGeom>
              <a:avLst/>
              <a:gdLst/>
              <a:ahLst/>
              <a:cxnLst/>
              <a:rect l="l" t="t" r="r" b="b"/>
              <a:pathLst>
                <a:path w="1602739" h="366394">
                  <a:moveTo>
                    <a:pt x="0" y="0"/>
                  </a:moveTo>
                  <a:lnTo>
                    <a:pt x="1602599" y="0"/>
                  </a:lnTo>
                  <a:lnTo>
                    <a:pt x="1602599" y="366299"/>
                  </a:lnTo>
                  <a:lnTo>
                    <a:pt x="0" y="36629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sp>
        <p:nvSpPr>
          <p:cNvPr id="26" name="object 204">
            <a:extLst>
              <a:ext uri="{FF2B5EF4-FFF2-40B4-BE49-F238E27FC236}">
                <a16:creationId xmlns:a16="http://schemas.microsoft.com/office/drawing/2014/main" id="{937B8572-0A88-F58F-8278-A95D4F6A6BE7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9319124" y="3527580"/>
            <a:ext cx="1745615" cy="4608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>
              <a:spcBef>
                <a:spcPts val="135"/>
              </a:spcBef>
            </a:pPr>
            <a:r>
              <a:rPr lang="en-US" sz="1400" dirty="0" err="1">
                <a:latin typeface="Arial" panose="020B0604020202020204"/>
                <a:cs typeface="Arial" panose="020B0604020202020204"/>
              </a:rPr>
              <a:t>交叉多头注意力</a:t>
            </a:r>
            <a:endParaRPr lang="en-US" sz="1400" dirty="0">
              <a:latin typeface="Arial" panose="020B0604020202020204"/>
              <a:cs typeface="Arial" panose="020B0604020202020204"/>
            </a:endParaRPr>
          </a:p>
          <a:p>
            <a:pPr>
              <a:spcBef>
                <a:spcPts val="135"/>
              </a:spcBef>
            </a:pPr>
            <a:r>
              <a:rPr lang="zh-CN" altLang="en-US" sz="1400" spc="-67" dirty="0">
                <a:latin typeface="Arial" panose="020B0604020202020204"/>
                <a:cs typeface="Arial" panose="020B0604020202020204"/>
              </a:rPr>
              <a:t>     </a:t>
            </a:r>
            <a:r>
              <a:rPr lang="en-US" sz="1400" spc="-67" dirty="0">
                <a:latin typeface="Arial" panose="020B0604020202020204"/>
                <a:cs typeface="Arial" panose="020B0604020202020204"/>
              </a:rPr>
              <a:t>K</a:t>
            </a:r>
            <a:r>
              <a:rPr lang="zh-CN" altLang="en-US" sz="1400" spc="-67" dirty="0">
                <a:latin typeface="Arial" panose="020B0604020202020204"/>
                <a:cs typeface="Arial" panose="020B0604020202020204"/>
              </a:rPr>
              <a:t>            </a:t>
            </a:r>
            <a:r>
              <a:rPr lang="en-US" altLang="zh-CN" sz="1400" spc="-67" dirty="0">
                <a:latin typeface="Arial" panose="020B0604020202020204"/>
                <a:cs typeface="Arial" panose="020B0604020202020204"/>
              </a:rPr>
              <a:t>V</a:t>
            </a:r>
            <a:r>
              <a:rPr lang="zh-CN" altLang="en-US" sz="1400" spc="-67" dirty="0">
                <a:latin typeface="Arial" panose="020B0604020202020204"/>
                <a:cs typeface="Arial" panose="020B0604020202020204"/>
              </a:rPr>
              <a:t>            </a:t>
            </a:r>
            <a:r>
              <a:rPr lang="en-US" altLang="zh-CN" sz="1400" spc="-67" dirty="0">
                <a:latin typeface="Arial" panose="020B0604020202020204"/>
                <a:cs typeface="Arial" panose="020B0604020202020204"/>
              </a:rPr>
              <a:t>Q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12">
            <a:extLst>
              <a:ext uri="{FF2B5EF4-FFF2-40B4-BE49-F238E27FC236}">
                <a16:creationId xmlns:a16="http://schemas.microsoft.com/office/drawing/2014/main" id="{D41ABF14-C2D4-6F93-BB6C-2EC65DDF611A}"/>
              </a:ext>
            </a:extLst>
          </p:cNvPr>
          <p:cNvSpPr txBox="1"/>
          <p:nvPr/>
        </p:nvSpPr>
        <p:spPr>
          <a:xfrm>
            <a:off x="9207999" y="4309900"/>
            <a:ext cx="1967865" cy="215444"/>
          </a:xfrm>
          <a:prstGeom prst="rect">
            <a:avLst/>
          </a:prstGeom>
          <a:solidFill>
            <a:srgbClr val="EED6F2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dirty="0" err="1">
                <a:latin typeface="Arial" panose="020B0604020202020204"/>
                <a:cs typeface="Arial" panose="020B0604020202020204"/>
              </a:rPr>
              <a:t>归一化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cxnSp>
        <p:nvCxnSpPr>
          <p:cNvPr id="28" name="直接箭头连接符 355">
            <a:extLst>
              <a:ext uri="{FF2B5EF4-FFF2-40B4-BE49-F238E27FC236}">
                <a16:creationId xmlns:a16="http://schemas.microsoft.com/office/drawing/2014/main" id="{D71C5242-F016-C7E6-5BDE-62AF1C5D70AC}"/>
              </a:ext>
            </a:extLst>
          </p:cNvPr>
          <p:cNvCxnSpPr>
            <a:cxnSpLocks/>
          </p:cNvCxnSpPr>
          <p:nvPr/>
        </p:nvCxnSpPr>
        <p:spPr>
          <a:xfrm flipV="1">
            <a:off x="10191614" y="1197765"/>
            <a:ext cx="3810" cy="1822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356">
            <a:extLst>
              <a:ext uri="{FF2B5EF4-FFF2-40B4-BE49-F238E27FC236}">
                <a16:creationId xmlns:a16="http://schemas.microsoft.com/office/drawing/2014/main" id="{4A001AE6-C8F0-C5BC-CBE3-0F4189242495}"/>
              </a:ext>
            </a:extLst>
          </p:cNvPr>
          <p:cNvCxnSpPr/>
          <p:nvPr/>
        </p:nvCxnSpPr>
        <p:spPr>
          <a:xfrm flipV="1">
            <a:off x="10183994" y="1576860"/>
            <a:ext cx="0" cy="1841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357">
            <a:extLst>
              <a:ext uri="{FF2B5EF4-FFF2-40B4-BE49-F238E27FC236}">
                <a16:creationId xmlns:a16="http://schemas.microsoft.com/office/drawing/2014/main" id="{BBF49918-E5C6-092C-43DC-36AEA8959F28}"/>
              </a:ext>
            </a:extLst>
          </p:cNvPr>
          <p:cNvCxnSpPr/>
          <p:nvPr/>
        </p:nvCxnSpPr>
        <p:spPr>
          <a:xfrm flipH="1" flipV="1">
            <a:off x="10181454" y="1948335"/>
            <a:ext cx="2540" cy="1574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59">
            <a:extLst>
              <a:ext uri="{FF2B5EF4-FFF2-40B4-BE49-F238E27FC236}">
                <a16:creationId xmlns:a16="http://schemas.microsoft.com/office/drawing/2014/main" id="{6D2764F7-5976-0174-1E42-6C99F4D4EC4E}"/>
              </a:ext>
            </a:extLst>
          </p:cNvPr>
          <p:cNvCxnSpPr/>
          <p:nvPr/>
        </p:nvCxnSpPr>
        <p:spPr>
          <a:xfrm flipH="1" flipV="1">
            <a:off x="10180184" y="2260120"/>
            <a:ext cx="3810" cy="2101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60">
            <a:extLst>
              <a:ext uri="{FF2B5EF4-FFF2-40B4-BE49-F238E27FC236}">
                <a16:creationId xmlns:a16="http://schemas.microsoft.com/office/drawing/2014/main" id="{DF22FB00-CF12-BB7C-0CD4-5E482E53060C}"/>
              </a:ext>
            </a:extLst>
          </p:cNvPr>
          <p:cNvCxnSpPr/>
          <p:nvPr/>
        </p:nvCxnSpPr>
        <p:spPr>
          <a:xfrm flipV="1">
            <a:off x="10183994" y="2650010"/>
            <a:ext cx="0" cy="1778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肘形连接符 361">
            <a:extLst>
              <a:ext uri="{FF2B5EF4-FFF2-40B4-BE49-F238E27FC236}">
                <a16:creationId xmlns:a16="http://schemas.microsoft.com/office/drawing/2014/main" id="{3B1B42A8-8D17-E0FB-B35B-E746525C169B}"/>
              </a:ext>
            </a:extLst>
          </p:cNvPr>
          <p:cNvCxnSpPr>
            <a:endCxn id="19" idx="1"/>
          </p:cNvCxnSpPr>
          <p:nvPr/>
        </p:nvCxnSpPr>
        <p:spPr>
          <a:xfrm rot="16200000" flipV="1">
            <a:off x="9882369" y="2443000"/>
            <a:ext cx="565785" cy="37465"/>
          </a:xfrm>
          <a:prstGeom prst="bentConnector4">
            <a:avLst>
              <a:gd name="adj1" fmla="val -1683"/>
              <a:gd name="adj2" fmla="val 282033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object 126">
            <a:extLst>
              <a:ext uri="{FF2B5EF4-FFF2-40B4-BE49-F238E27FC236}">
                <a16:creationId xmlns:a16="http://schemas.microsoft.com/office/drawing/2014/main" id="{744C1E8F-61CA-D470-AD39-E1003C00D005}"/>
              </a:ext>
            </a:extLst>
          </p:cNvPr>
          <p:cNvPicPr/>
          <p:nvPr>
            <p:custDataLst>
              <p:tags r:id="rId11"/>
            </p:custDataLst>
          </p:nvPr>
        </p:nvPicPr>
        <p:blipFill>
          <a:blip r:embed="rId86" cstate="print"/>
          <a:stretch>
            <a:fillRect/>
          </a:stretch>
        </p:blipFill>
        <p:spPr>
          <a:xfrm>
            <a:off x="10110334" y="3186585"/>
            <a:ext cx="177800" cy="185420"/>
          </a:xfrm>
          <a:prstGeom prst="rect">
            <a:avLst/>
          </a:prstGeom>
        </p:spPr>
      </p:pic>
      <p:sp>
        <p:nvSpPr>
          <p:cNvPr id="35" name="object 144">
            <a:extLst>
              <a:ext uri="{FF2B5EF4-FFF2-40B4-BE49-F238E27FC236}">
                <a16:creationId xmlns:a16="http://schemas.microsoft.com/office/drawing/2014/main" id="{82646D88-B159-2073-51CE-498CC597E506}"/>
              </a:ext>
            </a:extLst>
          </p:cNvPr>
          <p:cNvSpPr txBox="1"/>
          <p:nvPr/>
        </p:nvSpPr>
        <p:spPr>
          <a:xfrm>
            <a:off x="10093824" y="3194205"/>
            <a:ext cx="189865" cy="1778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 algn="ctr">
              <a:spcBef>
                <a:spcPts val="135"/>
              </a:spcBef>
            </a:pPr>
            <a:r>
              <a:rPr sz="1050">
                <a:latin typeface="Arial" panose="020B0604020202020204"/>
                <a:cs typeface="Arial" panose="020B0604020202020204"/>
              </a:rPr>
              <a:t>+</a:t>
            </a:r>
          </a:p>
        </p:txBody>
      </p:sp>
      <p:cxnSp>
        <p:nvCxnSpPr>
          <p:cNvPr id="36" name="直接箭头连接符 365">
            <a:extLst>
              <a:ext uri="{FF2B5EF4-FFF2-40B4-BE49-F238E27FC236}">
                <a16:creationId xmlns:a16="http://schemas.microsoft.com/office/drawing/2014/main" id="{B95356F6-F0BE-0B54-6661-8B2B82E4BDBF}"/>
              </a:ext>
            </a:extLst>
          </p:cNvPr>
          <p:cNvCxnSpPr>
            <a:stCxn id="35" idx="0"/>
          </p:cNvCxnSpPr>
          <p:nvPr/>
        </p:nvCxnSpPr>
        <p:spPr>
          <a:xfrm flipV="1">
            <a:off x="10189074" y="3024660"/>
            <a:ext cx="1270" cy="1695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6">
            <a:extLst>
              <a:ext uri="{FF2B5EF4-FFF2-40B4-BE49-F238E27FC236}">
                <a16:creationId xmlns:a16="http://schemas.microsoft.com/office/drawing/2014/main" id="{D5813316-4E4B-D45B-2417-520999B01B00}"/>
              </a:ext>
            </a:extLst>
          </p:cNvPr>
          <p:cNvCxnSpPr>
            <a:stCxn id="26" idx="0"/>
            <a:endCxn id="35" idx="2"/>
          </p:cNvCxnSpPr>
          <p:nvPr/>
        </p:nvCxnSpPr>
        <p:spPr>
          <a:xfrm flipH="1" flipV="1">
            <a:off x="10188757" y="3372005"/>
            <a:ext cx="3175" cy="1555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67">
            <a:extLst>
              <a:ext uri="{FF2B5EF4-FFF2-40B4-BE49-F238E27FC236}">
                <a16:creationId xmlns:a16="http://schemas.microsoft.com/office/drawing/2014/main" id="{F4C34B17-EB3C-ED9E-22C9-0B78F97ACB78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8732384" y="3988590"/>
            <a:ext cx="1459865" cy="18732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68">
            <a:extLst>
              <a:ext uri="{FF2B5EF4-FFF2-40B4-BE49-F238E27FC236}">
                <a16:creationId xmlns:a16="http://schemas.microsoft.com/office/drawing/2014/main" id="{FDFA5431-3B6E-3396-48E1-646D10E1D22B}"/>
              </a:ext>
            </a:extLst>
          </p:cNvPr>
          <p:cNvCxnSpPr/>
          <p:nvPr/>
        </p:nvCxnSpPr>
        <p:spPr>
          <a:xfrm flipH="1" flipV="1">
            <a:off x="9580744" y="4002560"/>
            <a:ext cx="3810" cy="1816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肘形连接符 373">
            <a:extLst>
              <a:ext uri="{FF2B5EF4-FFF2-40B4-BE49-F238E27FC236}">
                <a16:creationId xmlns:a16="http://schemas.microsoft.com/office/drawing/2014/main" id="{B507193E-E0CF-7DE9-C8FB-A0B2EE25B83F}"/>
              </a:ext>
            </a:extLst>
          </p:cNvPr>
          <p:cNvCxnSpPr/>
          <p:nvPr/>
        </p:nvCxnSpPr>
        <p:spPr>
          <a:xfrm rot="16200000">
            <a:off x="10599919" y="4094635"/>
            <a:ext cx="311150" cy="127000"/>
          </a:xfrm>
          <a:prstGeom prst="bentConnector3">
            <a:avLst>
              <a:gd name="adj1" fmla="val 4367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375">
            <a:extLst>
              <a:ext uri="{FF2B5EF4-FFF2-40B4-BE49-F238E27FC236}">
                <a16:creationId xmlns:a16="http://schemas.microsoft.com/office/drawing/2014/main" id="{285A6AF1-401E-D86E-62AA-FDE7C6089DA6}"/>
              </a:ext>
            </a:extLst>
          </p:cNvPr>
          <p:cNvCxnSpPr/>
          <p:nvPr/>
        </p:nvCxnSpPr>
        <p:spPr>
          <a:xfrm>
            <a:off x="10818994" y="4175915"/>
            <a:ext cx="4762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肘形连接符 376">
            <a:extLst>
              <a:ext uri="{FF2B5EF4-FFF2-40B4-BE49-F238E27FC236}">
                <a16:creationId xmlns:a16="http://schemas.microsoft.com/office/drawing/2014/main" id="{83FA332E-9B31-33B5-D861-714795CD6828}"/>
              </a:ext>
            </a:extLst>
          </p:cNvPr>
          <p:cNvCxnSpPr>
            <a:endCxn id="35" idx="3"/>
          </p:cNvCxnSpPr>
          <p:nvPr/>
        </p:nvCxnSpPr>
        <p:spPr>
          <a:xfrm rot="10800000">
            <a:off x="10283689" y="3283105"/>
            <a:ext cx="1010920" cy="883920"/>
          </a:xfrm>
          <a:prstGeom prst="bentConnector3">
            <a:avLst>
              <a:gd name="adj1" fmla="val 56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378">
            <a:extLst>
              <a:ext uri="{FF2B5EF4-FFF2-40B4-BE49-F238E27FC236}">
                <a16:creationId xmlns:a16="http://schemas.microsoft.com/office/drawing/2014/main" id="{0D6E7591-295E-FB41-EDF8-2D20ADC6098A}"/>
              </a:ext>
            </a:extLst>
          </p:cNvPr>
          <p:cNvCxnSpPr>
            <a:stCxn id="14" idx="0"/>
            <a:endCxn id="27" idx="2"/>
          </p:cNvCxnSpPr>
          <p:nvPr/>
        </p:nvCxnSpPr>
        <p:spPr>
          <a:xfrm flipH="1" flipV="1">
            <a:off x="10191932" y="4525344"/>
            <a:ext cx="3175" cy="1128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379">
            <a:extLst>
              <a:ext uri="{FF2B5EF4-FFF2-40B4-BE49-F238E27FC236}">
                <a16:creationId xmlns:a16="http://schemas.microsoft.com/office/drawing/2014/main" id="{81599A57-4EF6-7266-C8C1-E7C7B847D169}"/>
              </a:ext>
            </a:extLst>
          </p:cNvPr>
          <p:cNvCxnSpPr>
            <a:stCxn id="12" idx="0"/>
            <a:endCxn id="14" idx="2"/>
          </p:cNvCxnSpPr>
          <p:nvPr/>
        </p:nvCxnSpPr>
        <p:spPr>
          <a:xfrm flipV="1">
            <a:off x="10192567" y="4816630"/>
            <a:ext cx="2540" cy="3301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380">
            <a:extLst>
              <a:ext uri="{FF2B5EF4-FFF2-40B4-BE49-F238E27FC236}">
                <a16:creationId xmlns:a16="http://schemas.microsoft.com/office/drawing/2014/main" id="{DEE4C1F1-A9ED-3A93-E1EA-5FBC23401CF6}"/>
              </a:ext>
            </a:extLst>
          </p:cNvPr>
          <p:cNvCxnSpPr>
            <a:cxnSpLocks/>
          </p:cNvCxnSpPr>
          <p:nvPr/>
        </p:nvCxnSpPr>
        <p:spPr>
          <a:xfrm flipV="1">
            <a:off x="10189074" y="5856760"/>
            <a:ext cx="6350" cy="2266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381">
            <a:extLst>
              <a:ext uri="{FF2B5EF4-FFF2-40B4-BE49-F238E27FC236}">
                <a16:creationId xmlns:a16="http://schemas.microsoft.com/office/drawing/2014/main" id="{5EE0D042-C47D-15AE-7D6B-FB2734F8ABE8}"/>
              </a:ext>
            </a:extLst>
          </p:cNvPr>
          <p:cNvCxnSpPr>
            <a:cxnSpLocks/>
          </p:cNvCxnSpPr>
          <p:nvPr/>
        </p:nvCxnSpPr>
        <p:spPr>
          <a:xfrm flipH="1" flipV="1">
            <a:off x="10188756" y="5471306"/>
            <a:ext cx="6668" cy="3009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382">
            <a:extLst>
              <a:ext uri="{FF2B5EF4-FFF2-40B4-BE49-F238E27FC236}">
                <a16:creationId xmlns:a16="http://schemas.microsoft.com/office/drawing/2014/main" id="{ABD2604D-43D1-ABEE-7168-50EAD7CA2E87}"/>
              </a:ext>
            </a:extLst>
          </p:cNvPr>
          <p:cNvCxnSpPr/>
          <p:nvPr/>
        </p:nvCxnSpPr>
        <p:spPr>
          <a:xfrm flipH="1">
            <a:off x="9142594" y="5596410"/>
            <a:ext cx="1047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肘形连接符 383">
            <a:extLst>
              <a:ext uri="{FF2B5EF4-FFF2-40B4-BE49-F238E27FC236}">
                <a16:creationId xmlns:a16="http://schemas.microsoft.com/office/drawing/2014/main" id="{F2A84AE0-46BF-5E0B-6A02-2F6A6257220B}"/>
              </a:ext>
            </a:extLst>
          </p:cNvPr>
          <p:cNvCxnSpPr/>
          <p:nvPr/>
        </p:nvCxnSpPr>
        <p:spPr>
          <a:xfrm flipV="1">
            <a:off x="9142594" y="4738525"/>
            <a:ext cx="1000125" cy="857885"/>
          </a:xfrm>
          <a:prstGeom prst="bentConnector3">
            <a:avLst>
              <a:gd name="adj1" fmla="val 50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247">
            <a:extLst>
              <a:ext uri="{FF2B5EF4-FFF2-40B4-BE49-F238E27FC236}">
                <a16:creationId xmlns:a16="http://schemas.microsoft.com/office/drawing/2014/main" id="{FD1F36CF-ED8D-B175-4FA0-82C657A198C9}"/>
              </a:ext>
            </a:extLst>
          </p:cNvPr>
          <p:cNvGrpSpPr/>
          <p:nvPr/>
        </p:nvGrpSpPr>
        <p:grpSpPr>
          <a:xfrm>
            <a:off x="8178887" y="3125124"/>
            <a:ext cx="459105" cy="2107565"/>
            <a:chOff x="2134" y="3999"/>
            <a:chExt cx="723" cy="3319"/>
          </a:xfrm>
          <a:solidFill>
            <a:schemeClr val="accent5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242">
                  <a:extLst>
                    <a:ext uri="{FF2B5EF4-FFF2-40B4-BE49-F238E27FC236}">
                      <a16:creationId xmlns:a16="http://schemas.microsoft.com/office/drawing/2014/main" id="{22315BB6-71AF-52EC-5FAC-B788EE3BB10A}"/>
                    </a:ext>
                  </a:extLst>
                </p:cNvPr>
                <p:cNvSpPr txBox="1"/>
                <p:nvPr/>
              </p:nvSpPr>
              <p:spPr>
                <a:xfrm>
                  <a:off x="2134" y="3999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0" name="文本框 242">
                  <a:extLst>
                    <a:ext uri="{FF2B5EF4-FFF2-40B4-BE49-F238E27FC236}">
                      <a16:creationId xmlns:a16="http://schemas.microsoft.com/office/drawing/2014/main" id="{22315BB6-71AF-52EC-5FAC-B788EE3BB1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3999"/>
                  <a:ext cx="723" cy="582"/>
                </a:xfrm>
                <a:prstGeom prst="rect">
                  <a:avLst/>
                </a:prstGeom>
                <a:blipFill>
                  <a:blip r:embed="rId88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243">
                  <a:extLst>
                    <a:ext uri="{FF2B5EF4-FFF2-40B4-BE49-F238E27FC236}">
                      <a16:creationId xmlns:a16="http://schemas.microsoft.com/office/drawing/2014/main" id="{7CAF21C1-E7D3-8326-772A-7493A5C10BDC}"/>
                    </a:ext>
                  </a:extLst>
                </p:cNvPr>
                <p:cNvSpPr txBox="1"/>
                <p:nvPr/>
              </p:nvSpPr>
              <p:spPr>
                <a:xfrm>
                  <a:off x="2134" y="4698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1" name="文本框 243">
                  <a:extLst>
                    <a:ext uri="{FF2B5EF4-FFF2-40B4-BE49-F238E27FC236}">
                      <a16:creationId xmlns:a16="http://schemas.microsoft.com/office/drawing/2014/main" id="{7CAF21C1-E7D3-8326-772A-7493A5C10B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4698"/>
                  <a:ext cx="723" cy="582"/>
                </a:xfrm>
                <a:prstGeom prst="rect">
                  <a:avLst/>
                </a:prstGeom>
                <a:blipFill>
                  <a:blip r:embed="rId89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244">
                  <a:extLst>
                    <a:ext uri="{FF2B5EF4-FFF2-40B4-BE49-F238E27FC236}">
                      <a16:creationId xmlns:a16="http://schemas.microsoft.com/office/drawing/2014/main" id="{A7675CBE-208A-EBFB-20CD-71C1EC839E6A}"/>
                    </a:ext>
                  </a:extLst>
                </p:cNvPr>
                <p:cNvSpPr txBox="1"/>
                <p:nvPr/>
              </p:nvSpPr>
              <p:spPr>
                <a:xfrm>
                  <a:off x="2134" y="5393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0,2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2" name="文本框 244">
                  <a:extLst>
                    <a:ext uri="{FF2B5EF4-FFF2-40B4-BE49-F238E27FC236}">
                      <a16:creationId xmlns:a16="http://schemas.microsoft.com/office/drawing/2014/main" id="{A7675CBE-208A-EBFB-20CD-71C1EC839E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5393"/>
                  <a:ext cx="723" cy="582"/>
                </a:xfrm>
                <a:prstGeom prst="rect">
                  <a:avLst/>
                </a:prstGeom>
                <a:blipFill>
                  <a:blip r:embed="rId90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245">
                  <a:extLst>
                    <a:ext uri="{FF2B5EF4-FFF2-40B4-BE49-F238E27FC236}">
                      <a16:creationId xmlns:a16="http://schemas.microsoft.com/office/drawing/2014/main" id="{48DA2247-4DA0-0EF1-C802-414DC68DFDAD}"/>
                    </a:ext>
                  </a:extLst>
                </p:cNvPr>
                <p:cNvSpPr txBox="1"/>
                <p:nvPr/>
              </p:nvSpPr>
              <p:spPr>
                <a:xfrm>
                  <a:off x="2134" y="6736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245">
                  <a:extLst>
                    <a:ext uri="{FF2B5EF4-FFF2-40B4-BE49-F238E27FC236}">
                      <a16:creationId xmlns:a16="http://schemas.microsoft.com/office/drawing/2014/main" id="{48DA2247-4DA0-0EF1-C802-414DC68DFD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6736"/>
                  <a:ext cx="723" cy="582"/>
                </a:xfrm>
                <a:prstGeom prst="rect">
                  <a:avLst/>
                </a:prstGeom>
                <a:blipFill>
                  <a:blip r:embed="rId91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文本框 246">
              <a:extLst>
                <a:ext uri="{FF2B5EF4-FFF2-40B4-BE49-F238E27FC236}">
                  <a16:creationId xmlns:a16="http://schemas.microsoft.com/office/drawing/2014/main" id="{298013D3-B170-0526-257A-AB4DAFDE0F57}"/>
                </a:ext>
              </a:extLst>
            </p:cNvPr>
            <p:cNvSpPr txBox="1"/>
            <p:nvPr/>
          </p:nvSpPr>
          <p:spPr>
            <a:xfrm rot="16200000">
              <a:off x="2138" y="6075"/>
              <a:ext cx="5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...</a:t>
              </a:r>
              <a:endParaRPr lang="zh-CN" altLang="en-US"/>
            </a:p>
          </p:txBody>
        </p:sp>
      </p:grpSp>
      <p:grpSp>
        <p:nvGrpSpPr>
          <p:cNvPr id="55" name="组合 229">
            <a:extLst>
              <a:ext uri="{FF2B5EF4-FFF2-40B4-BE49-F238E27FC236}">
                <a16:creationId xmlns:a16="http://schemas.microsoft.com/office/drawing/2014/main" id="{3E7D324D-183D-E829-259C-585655ACD1E6}"/>
              </a:ext>
            </a:extLst>
          </p:cNvPr>
          <p:cNvGrpSpPr/>
          <p:nvPr/>
        </p:nvGrpSpPr>
        <p:grpSpPr>
          <a:xfrm>
            <a:off x="8967651" y="6078837"/>
            <a:ext cx="2481580" cy="316230"/>
            <a:chOff x="3838" y="7960"/>
            <a:chExt cx="3908" cy="498"/>
          </a:xfrm>
          <a:solidFill>
            <a:schemeClr val="accent6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224">
                  <a:extLst>
                    <a:ext uri="{FF2B5EF4-FFF2-40B4-BE49-F238E27FC236}">
                      <a16:creationId xmlns:a16="http://schemas.microsoft.com/office/drawing/2014/main" id="{F74ABD8B-7C0E-F68D-D448-39184AB0B651}"/>
                    </a:ext>
                  </a:extLst>
                </p:cNvPr>
                <p:cNvSpPr txBox="1"/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6" name="文本框 224">
                  <a:extLst>
                    <a:ext uri="{FF2B5EF4-FFF2-40B4-BE49-F238E27FC236}">
                      <a16:creationId xmlns:a16="http://schemas.microsoft.com/office/drawing/2014/main" id="{F74ABD8B-7C0E-F68D-D448-39184AB0B6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blipFill>
                  <a:blip r:embed="rId92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225">
                  <a:extLst>
                    <a:ext uri="{FF2B5EF4-FFF2-40B4-BE49-F238E27FC236}">
                      <a16:creationId xmlns:a16="http://schemas.microsoft.com/office/drawing/2014/main" id="{C85D3C7B-DE75-E29B-EAA2-EFDAD1E8824E}"/>
                    </a:ext>
                  </a:extLst>
                </p:cNvPr>
                <p:cNvSpPr txBox="1"/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7" name="文本框 225">
                  <a:extLst>
                    <a:ext uri="{FF2B5EF4-FFF2-40B4-BE49-F238E27FC236}">
                      <a16:creationId xmlns:a16="http://schemas.microsoft.com/office/drawing/2014/main" id="{C85D3C7B-DE75-E29B-EAA2-EFDAD1E882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blipFill>
                  <a:blip r:embed="rId93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226">
                  <a:extLst>
                    <a:ext uri="{FF2B5EF4-FFF2-40B4-BE49-F238E27FC236}">
                      <a16:creationId xmlns:a16="http://schemas.microsoft.com/office/drawing/2014/main" id="{B0BE5398-D5DD-396E-45E7-23A0D4042C9E}"/>
                    </a:ext>
                  </a:extLst>
                </p:cNvPr>
                <p:cNvSpPr txBox="1"/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8" name="文本框 226">
                  <a:extLst>
                    <a:ext uri="{FF2B5EF4-FFF2-40B4-BE49-F238E27FC236}">
                      <a16:creationId xmlns:a16="http://schemas.microsoft.com/office/drawing/2014/main" id="{B0BE5398-D5DD-396E-45E7-23A0D4042C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blipFill>
                  <a:blip r:embed="rId94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227">
                  <a:extLst>
                    <a:ext uri="{FF2B5EF4-FFF2-40B4-BE49-F238E27FC236}">
                      <a16:creationId xmlns:a16="http://schemas.microsoft.com/office/drawing/2014/main" id="{BB2DE9E2-0AEB-94E3-4A54-EEEE29127E2A}"/>
                    </a:ext>
                  </a:extLst>
                </p:cNvPr>
                <p:cNvSpPr txBox="1"/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9" name="文本框 227">
                  <a:extLst>
                    <a:ext uri="{FF2B5EF4-FFF2-40B4-BE49-F238E27FC236}">
                      <a16:creationId xmlns:a16="http://schemas.microsoft.com/office/drawing/2014/main" id="{BB2DE9E2-0AEB-94E3-4A54-EEEE29127E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blipFill>
                  <a:blip r:embed="rId95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228">
                  <a:extLst>
                    <a:ext uri="{FF2B5EF4-FFF2-40B4-BE49-F238E27FC236}">
                      <a16:creationId xmlns:a16="http://schemas.microsoft.com/office/drawing/2014/main" id="{EA055A38-2E95-D3AB-F14F-BC521A9B4713}"/>
                    </a:ext>
                  </a:extLst>
                </p:cNvPr>
                <p:cNvSpPr txBox="1"/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0" name="文本框 228">
                  <a:extLst>
                    <a:ext uri="{FF2B5EF4-FFF2-40B4-BE49-F238E27FC236}">
                      <a16:creationId xmlns:a16="http://schemas.microsoft.com/office/drawing/2014/main" id="{EA055A38-2E95-D3AB-F14F-BC521A9B47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blipFill>
                  <a:blip r:embed="rId96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1" name="组合 229">
            <a:extLst>
              <a:ext uri="{FF2B5EF4-FFF2-40B4-BE49-F238E27FC236}">
                <a16:creationId xmlns:a16="http://schemas.microsoft.com/office/drawing/2014/main" id="{8AEECF16-C067-8BE9-C830-EC6B0BABC867}"/>
              </a:ext>
            </a:extLst>
          </p:cNvPr>
          <p:cNvGrpSpPr/>
          <p:nvPr/>
        </p:nvGrpSpPr>
        <p:grpSpPr>
          <a:xfrm>
            <a:off x="8945744" y="845023"/>
            <a:ext cx="2481580" cy="316230"/>
            <a:chOff x="3838" y="7960"/>
            <a:chExt cx="3908" cy="498"/>
          </a:xfrm>
          <a:solidFill>
            <a:schemeClr val="accent6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224">
                  <a:extLst>
                    <a:ext uri="{FF2B5EF4-FFF2-40B4-BE49-F238E27FC236}">
                      <a16:creationId xmlns:a16="http://schemas.microsoft.com/office/drawing/2014/main" id="{C2543E05-AA9E-8C42-EE85-A473179A1580}"/>
                    </a:ext>
                  </a:extLst>
                </p:cNvPr>
                <p:cNvSpPr txBox="1"/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2" name="文本框 224">
                  <a:extLst>
                    <a:ext uri="{FF2B5EF4-FFF2-40B4-BE49-F238E27FC236}">
                      <a16:creationId xmlns:a16="http://schemas.microsoft.com/office/drawing/2014/main" id="{C2543E05-AA9E-8C42-EE85-A473179A1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blipFill>
                  <a:blip r:embed="rId97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225">
                  <a:extLst>
                    <a:ext uri="{FF2B5EF4-FFF2-40B4-BE49-F238E27FC236}">
                      <a16:creationId xmlns:a16="http://schemas.microsoft.com/office/drawing/2014/main" id="{0B67D4B9-2D91-4E62-C278-8CB4CA341DCF}"/>
                    </a:ext>
                  </a:extLst>
                </p:cNvPr>
                <p:cNvSpPr txBox="1"/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3" name="文本框 225">
                  <a:extLst>
                    <a:ext uri="{FF2B5EF4-FFF2-40B4-BE49-F238E27FC236}">
                      <a16:creationId xmlns:a16="http://schemas.microsoft.com/office/drawing/2014/main" id="{0B67D4B9-2D91-4E62-C278-8CB4CA341D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blipFill>
                  <a:blip r:embed="rId98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226">
                  <a:extLst>
                    <a:ext uri="{FF2B5EF4-FFF2-40B4-BE49-F238E27FC236}">
                      <a16:creationId xmlns:a16="http://schemas.microsoft.com/office/drawing/2014/main" id="{59DC3C5B-5D01-BDA7-432E-4544C15E2975}"/>
                    </a:ext>
                  </a:extLst>
                </p:cNvPr>
                <p:cNvSpPr txBox="1"/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4" name="文本框 226">
                  <a:extLst>
                    <a:ext uri="{FF2B5EF4-FFF2-40B4-BE49-F238E27FC236}">
                      <a16:creationId xmlns:a16="http://schemas.microsoft.com/office/drawing/2014/main" id="{59DC3C5B-5D01-BDA7-432E-4544C15E29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blipFill>
                  <a:blip r:embed="rId99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227">
                  <a:extLst>
                    <a:ext uri="{FF2B5EF4-FFF2-40B4-BE49-F238E27FC236}">
                      <a16:creationId xmlns:a16="http://schemas.microsoft.com/office/drawing/2014/main" id="{5E0313A2-1FD1-98BA-989F-620714AE7182}"/>
                    </a:ext>
                  </a:extLst>
                </p:cNvPr>
                <p:cNvSpPr txBox="1"/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5" name="文本框 227">
                  <a:extLst>
                    <a:ext uri="{FF2B5EF4-FFF2-40B4-BE49-F238E27FC236}">
                      <a16:creationId xmlns:a16="http://schemas.microsoft.com/office/drawing/2014/main" id="{5E0313A2-1FD1-98BA-989F-620714AE71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blipFill>
                  <a:blip r:embed="rId100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228">
                  <a:extLst>
                    <a:ext uri="{FF2B5EF4-FFF2-40B4-BE49-F238E27FC236}">
                      <a16:creationId xmlns:a16="http://schemas.microsoft.com/office/drawing/2014/main" id="{E29D2F6D-58FD-985F-9041-5F7B65362AB4}"/>
                    </a:ext>
                  </a:extLst>
                </p:cNvPr>
                <p:cNvSpPr txBox="1"/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6" name="文本框 228">
                  <a:extLst>
                    <a:ext uri="{FF2B5EF4-FFF2-40B4-BE49-F238E27FC236}">
                      <a16:creationId xmlns:a16="http://schemas.microsoft.com/office/drawing/2014/main" id="{E29D2F6D-58FD-985F-9041-5F7B65362A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blipFill>
                  <a:blip r:embed="rId101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object 105">
            <a:extLst>
              <a:ext uri="{FF2B5EF4-FFF2-40B4-BE49-F238E27FC236}">
                <a16:creationId xmlns:a16="http://schemas.microsoft.com/office/drawing/2014/main" id="{A37FCB22-0682-ECF2-065C-8A9C2137F219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9208133" y="5653693"/>
            <a:ext cx="1968233" cy="217539"/>
          </a:xfrm>
          <a:custGeom>
            <a:avLst/>
            <a:gdLst/>
            <a:ahLst/>
            <a:cxnLst/>
            <a:rect l="l" t="t" r="r" b="b"/>
            <a:pathLst>
              <a:path w="1602739" h="177164">
                <a:moveTo>
                  <a:pt x="1602599" y="176699"/>
                </a:moveTo>
                <a:lnTo>
                  <a:pt x="0" y="176699"/>
                </a:lnTo>
                <a:lnTo>
                  <a:pt x="0" y="0"/>
                </a:lnTo>
                <a:lnTo>
                  <a:pt x="1602599" y="0"/>
                </a:lnTo>
                <a:lnTo>
                  <a:pt x="1602599" y="1766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sz="1400" dirty="0" err="1"/>
              <a:t>位置编码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7820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77646" y="960997"/>
            <a:ext cx="322072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spc="-13">
                <a:latin typeface="Arial"/>
                <a:cs typeface="Arial"/>
              </a:rPr>
              <a:t>Transformer</a:t>
            </a:r>
            <a:r>
              <a:rPr sz="1867" b="1" spc="-40">
                <a:latin typeface="Arial"/>
                <a:cs typeface="Arial"/>
              </a:rPr>
              <a:t> </a:t>
            </a:r>
            <a:r>
              <a:rPr lang="en-US" sz="1867" b="1" spc="-40" err="1">
                <a:latin typeface="Arial"/>
                <a:cs typeface="Arial"/>
              </a:rPr>
              <a:t>解码器</a:t>
            </a:r>
            <a:r>
              <a:rPr sz="1867" b="1" spc="-13">
                <a:latin typeface="Arial"/>
                <a:cs typeface="Arial"/>
              </a:rPr>
              <a:t>:</a:t>
            </a:r>
            <a:endParaRPr sz="1867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77646" y="1529955"/>
            <a:ext cx="2983653" cy="89189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lang="zh-CN" altLang="en-US" sz="1867" b="1">
                <a:latin typeface="Arial"/>
                <a:cs typeface="Arial"/>
              </a:rPr>
              <a:t>输入：</a:t>
            </a:r>
            <a:r>
              <a:rPr lang="zh-CN" altLang="en-US" sz="1867">
                <a:latin typeface="Arial"/>
                <a:cs typeface="Arial"/>
              </a:rPr>
              <a:t>向量集</a:t>
            </a:r>
            <a:r>
              <a:rPr lang="en-US" sz="1867">
                <a:latin typeface="Arial"/>
                <a:cs typeface="Arial"/>
              </a:rPr>
              <a:t>x </a:t>
            </a:r>
            <a:r>
              <a:rPr lang="zh-CN" altLang="en-US" sz="1867">
                <a:latin typeface="Arial"/>
                <a:cs typeface="Arial"/>
              </a:rPr>
              <a:t>和上下文向量 </a:t>
            </a:r>
            <a:r>
              <a:rPr lang="en-US" sz="1867">
                <a:latin typeface="Arial"/>
                <a:cs typeface="Arial"/>
              </a:rPr>
              <a:t>c。</a:t>
            </a:r>
          </a:p>
          <a:p>
            <a:pPr marL="16933" marR="6773">
              <a:spcBef>
                <a:spcPts val="133"/>
              </a:spcBef>
            </a:pPr>
            <a:r>
              <a:rPr lang="zh-CN" altLang="en-US" sz="1867" b="1">
                <a:latin typeface="Arial"/>
                <a:cs typeface="Arial"/>
              </a:rPr>
              <a:t>输出：</a:t>
            </a:r>
            <a:r>
              <a:rPr lang="zh-CN" altLang="en-US" sz="1867">
                <a:latin typeface="Arial"/>
                <a:cs typeface="Arial"/>
              </a:rPr>
              <a:t>向量 </a:t>
            </a:r>
            <a:r>
              <a:rPr lang="en-US" sz="1867">
                <a:latin typeface="Arial"/>
                <a:cs typeface="Arial"/>
              </a:rPr>
              <a:t>y。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77647" y="2667876"/>
            <a:ext cx="2827020" cy="59174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lang="zh-CN" altLang="en-US" sz="1867">
                <a:latin typeface="Arial"/>
                <a:cs typeface="Arial"/>
              </a:rPr>
              <a:t>掩码自注意力仅与过去的输入进行交互。</a:t>
            </a:r>
            <a:endParaRPr sz="186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77646" y="3521315"/>
            <a:ext cx="3056467" cy="8790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lang="zh-CN" altLang="en-US" sz="1867" spc="-13">
                <a:latin typeface="Arial"/>
                <a:cs typeface="Arial"/>
              </a:rPr>
              <a:t>多头注意力模块不是自注意力模块。它关注编码器的输出。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77646" y="4659237"/>
            <a:ext cx="3313853" cy="59174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lang="zh-CN" altLang="en-US" sz="1867">
                <a:latin typeface="Arial"/>
                <a:cs typeface="Arial"/>
              </a:rPr>
              <a:t>高度可扩展、高度可并行，但内存使用率高。</a:t>
            </a:r>
            <a:endParaRPr sz="1867">
              <a:latin typeface="Arial"/>
              <a:cs typeface="Arial"/>
            </a:endParaRPr>
          </a:p>
        </p:txBody>
      </p:sp>
      <p:sp>
        <p:nvSpPr>
          <p:cNvPr id="81" name="object 81"/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解码器</a:t>
            </a:r>
            <a:endParaRPr lang="en-US"/>
          </a:p>
        </p:txBody>
      </p:sp>
      <p:sp>
        <p:nvSpPr>
          <p:cNvPr id="102" name="object 102"/>
          <p:cNvSpPr txBox="1"/>
          <p:nvPr/>
        </p:nvSpPr>
        <p:spPr>
          <a:xfrm>
            <a:off x="8231354" y="6406629"/>
            <a:ext cx="3772747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spc="-13">
                <a:solidFill>
                  <a:srgbClr val="999999"/>
                </a:solidFill>
                <a:latin typeface="Arial"/>
                <a:cs typeface="Arial"/>
              </a:rPr>
              <a:t>Vaswani</a:t>
            </a:r>
            <a:r>
              <a:rPr sz="1200" spc="-4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et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al,</a:t>
            </a:r>
            <a:r>
              <a:rPr sz="1200" spc="-27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“Attention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is</a:t>
            </a:r>
            <a:r>
              <a:rPr sz="1200" spc="-27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all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you</a:t>
            </a:r>
            <a:r>
              <a:rPr sz="1200" spc="-27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need”,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>
                <a:solidFill>
                  <a:srgbClr val="999999"/>
                </a:solidFill>
                <a:latin typeface="Arial"/>
                <a:cs typeface="Arial"/>
              </a:rPr>
              <a:t>NeurIPS</a:t>
            </a:r>
            <a:r>
              <a:rPr sz="12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200" spc="-27">
                <a:solidFill>
                  <a:srgbClr val="999999"/>
                </a:solidFill>
                <a:latin typeface="Arial"/>
                <a:cs typeface="Arial"/>
              </a:rPr>
              <a:t>2017</a:t>
            </a:r>
            <a:endParaRPr sz="1200">
              <a:latin typeface="Arial"/>
              <a:cs typeface="Arial"/>
            </a:endParaRPr>
          </a:p>
        </p:txBody>
      </p:sp>
      <p:sp>
        <p:nvSpPr>
          <p:cNvPr id="614" name="object 8">
            <a:extLst>
              <a:ext uri="{FF2B5EF4-FFF2-40B4-BE49-F238E27FC236}">
                <a16:creationId xmlns:a16="http://schemas.microsoft.com/office/drawing/2014/main" id="{AAA242D5-88C5-9A25-9BC1-BB1D7137F26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405291" y="2980721"/>
            <a:ext cx="2566670" cy="2734310"/>
          </a:xfrm>
          <a:custGeom>
            <a:avLst/>
            <a:gdLst/>
            <a:ahLst/>
            <a:cxnLst/>
            <a:rect l="l" t="t" r="r" b="b"/>
            <a:pathLst>
              <a:path w="2090420" h="2226310">
                <a:moveTo>
                  <a:pt x="2090099" y="2226299"/>
                </a:moveTo>
                <a:lnTo>
                  <a:pt x="0" y="2226299"/>
                </a:lnTo>
                <a:lnTo>
                  <a:pt x="0" y="0"/>
                </a:lnTo>
                <a:lnTo>
                  <a:pt x="2090099" y="0"/>
                </a:lnTo>
                <a:lnTo>
                  <a:pt x="2090099" y="2226299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615" name="object 9">
            <a:extLst>
              <a:ext uri="{FF2B5EF4-FFF2-40B4-BE49-F238E27FC236}">
                <a16:creationId xmlns:a16="http://schemas.microsoft.com/office/drawing/2014/main" id="{FC299566-0155-D55F-782B-FC2E0538A42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183811" y="2834671"/>
            <a:ext cx="2566670" cy="2734310"/>
          </a:xfrm>
          <a:custGeom>
            <a:avLst/>
            <a:gdLst/>
            <a:ahLst/>
            <a:cxnLst/>
            <a:rect l="l" t="t" r="r" b="b"/>
            <a:pathLst>
              <a:path w="2090420" h="2226310">
                <a:moveTo>
                  <a:pt x="0" y="0"/>
                </a:moveTo>
                <a:lnTo>
                  <a:pt x="2090099" y="0"/>
                </a:lnTo>
                <a:lnTo>
                  <a:pt x="2090099" y="2226299"/>
                </a:lnTo>
                <a:lnTo>
                  <a:pt x="0" y="2226299"/>
                </a:lnTo>
                <a:lnTo>
                  <a:pt x="0" y="0"/>
                </a:lnTo>
                <a:close/>
              </a:path>
            </a:pathLst>
          </a:custGeom>
          <a:solidFill>
            <a:srgbClr val="FAE4EF"/>
          </a:solidFill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536" name="object 38">
            <a:extLst>
              <a:ext uri="{FF2B5EF4-FFF2-40B4-BE49-F238E27FC236}">
                <a16:creationId xmlns:a16="http://schemas.microsoft.com/office/drawing/2014/main" id="{31A1BF7A-F5F1-D43D-704B-6791410602E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289221" y="3885596"/>
            <a:ext cx="2354580" cy="343535"/>
          </a:xfrm>
          <a:custGeom>
            <a:avLst/>
            <a:gdLst/>
            <a:ahLst/>
            <a:cxnLst/>
            <a:rect l="l" t="t" r="r" b="b"/>
            <a:pathLst>
              <a:path w="1917700" h="280035">
                <a:moveTo>
                  <a:pt x="1917599" y="279599"/>
                </a:moveTo>
                <a:lnTo>
                  <a:pt x="0" y="279599"/>
                </a:lnTo>
                <a:lnTo>
                  <a:pt x="0" y="0"/>
                </a:lnTo>
                <a:lnTo>
                  <a:pt x="1917599" y="0"/>
                </a:lnTo>
                <a:lnTo>
                  <a:pt x="1917599" y="2795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dirty="0" err="1">
                <a:latin typeface="+mn-ea"/>
              </a:rPr>
              <a:t>多头自注意力</a:t>
            </a:r>
            <a:endParaRPr dirty="0">
              <a:latin typeface="+mn-ea"/>
            </a:endParaRPr>
          </a:p>
        </p:txBody>
      </p:sp>
      <p:sp>
        <p:nvSpPr>
          <p:cNvPr id="537" name="object 44">
            <a:extLst>
              <a:ext uri="{FF2B5EF4-FFF2-40B4-BE49-F238E27FC236}">
                <a16:creationId xmlns:a16="http://schemas.microsoft.com/office/drawing/2014/main" id="{A6E52A0A-5D7A-DBC2-AE55-479C87B18184}"/>
              </a:ext>
            </a:extLst>
          </p:cNvPr>
          <p:cNvSpPr txBox="1"/>
          <p:nvPr/>
        </p:nvSpPr>
        <p:spPr>
          <a:xfrm>
            <a:off x="2597321" y="3545871"/>
            <a:ext cx="358775" cy="29400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>
              <a:spcBef>
                <a:spcPts val="135"/>
              </a:spcBef>
            </a:pPr>
            <a:r>
              <a:rPr>
                <a:latin typeface="Arial" panose="020B0604020202020204"/>
                <a:cs typeface="Arial" panose="020B0604020202020204"/>
              </a:rPr>
              <a:t>x</a:t>
            </a:r>
            <a:r>
              <a:rPr spc="-20">
                <a:latin typeface="Arial" panose="020B0604020202020204"/>
                <a:cs typeface="Arial" panose="020B0604020202020204"/>
              </a:rPr>
              <a:t> </a:t>
            </a:r>
            <a:r>
              <a:rPr spc="-80">
                <a:latin typeface="Arial" panose="020B0604020202020204"/>
                <a:cs typeface="Arial" panose="020B0604020202020204"/>
              </a:rPr>
              <a:t>N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538" name="object 95">
            <a:extLst>
              <a:ext uri="{FF2B5EF4-FFF2-40B4-BE49-F238E27FC236}">
                <a16:creationId xmlns:a16="http://schemas.microsoft.com/office/drawing/2014/main" id="{D29F34FD-A818-F5D5-BC96-06F0C91CDED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341156" y="1677066"/>
            <a:ext cx="2653665" cy="4296410"/>
          </a:xfrm>
          <a:custGeom>
            <a:avLst/>
            <a:gdLst/>
            <a:ahLst/>
            <a:cxnLst/>
            <a:rect l="l" t="t" r="r" b="b"/>
            <a:pathLst>
              <a:path w="2160904" h="3498850">
                <a:moveTo>
                  <a:pt x="2160299" y="3498299"/>
                </a:moveTo>
                <a:lnTo>
                  <a:pt x="0" y="3498299"/>
                </a:lnTo>
                <a:lnTo>
                  <a:pt x="0" y="0"/>
                </a:lnTo>
                <a:lnTo>
                  <a:pt x="2160299" y="0"/>
                </a:lnTo>
                <a:lnTo>
                  <a:pt x="2160299" y="3498299"/>
                </a:lnTo>
                <a:close/>
              </a:path>
            </a:pathLst>
          </a:custGeom>
          <a:solidFill>
            <a:srgbClr val="FAE4EF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  <p:grpSp>
        <p:nvGrpSpPr>
          <p:cNvPr id="540" name="object 115">
            <a:extLst>
              <a:ext uri="{FF2B5EF4-FFF2-40B4-BE49-F238E27FC236}">
                <a16:creationId xmlns:a16="http://schemas.microsoft.com/office/drawing/2014/main" id="{6CA41E08-DBE2-0DFC-3C3D-83BED5B38045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661831" y="5043836"/>
            <a:ext cx="1979930" cy="461645"/>
            <a:chOff x="4585187" y="3514343"/>
            <a:chExt cx="1612265" cy="375920"/>
          </a:xfrm>
          <a:solidFill>
            <a:srgbClr val="EED6F2"/>
          </a:solidFill>
        </p:grpSpPr>
        <p:sp>
          <p:nvSpPr>
            <p:cNvPr id="610" name="object 116">
              <a:extLst>
                <a:ext uri="{FF2B5EF4-FFF2-40B4-BE49-F238E27FC236}">
                  <a16:creationId xmlns:a16="http://schemas.microsoft.com/office/drawing/2014/main" id="{0405C393-BFCF-F662-7400-296BEFB85FB4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4589950" y="3519105"/>
              <a:ext cx="1602740" cy="366395"/>
            </a:xfrm>
            <a:custGeom>
              <a:avLst/>
              <a:gdLst/>
              <a:ahLst/>
              <a:cxnLst/>
              <a:rect l="l" t="t" r="r" b="b"/>
              <a:pathLst>
                <a:path w="1602739" h="366395">
                  <a:moveTo>
                    <a:pt x="1602599" y="366299"/>
                  </a:moveTo>
                  <a:lnTo>
                    <a:pt x="0" y="366299"/>
                  </a:lnTo>
                  <a:lnTo>
                    <a:pt x="0" y="0"/>
                  </a:lnTo>
                  <a:lnTo>
                    <a:pt x="1602599" y="0"/>
                  </a:lnTo>
                  <a:lnTo>
                    <a:pt x="1602599" y="36629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2000"/>
            </a:p>
          </p:txBody>
        </p:sp>
        <p:sp>
          <p:nvSpPr>
            <p:cNvPr id="611" name="object 117">
              <a:extLst>
                <a:ext uri="{FF2B5EF4-FFF2-40B4-BE49-F238E27FC236}">
                  <a16:creationId xmlns:a16="http://schemas.microsoft.com/office/drawing/2014/main" id="{163E21DD-4663-68D0-5901-544A5F46B5AF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4589950" y="3519105"/>
              <a:ext cx="1602740" cy="366395"/>
            </a:xfrm>
            <a:custGeom>
              <a:avLst/>
              <a:gdLst/>
              <a:ahLst/>
              <a:cxnLst/>
              <a:rect l="l" t="t" r="r" b="b"/>
              <a:pathLst>
                <a:path w="1602739" h="366395">
                  <a:moveTo>
                    <a:pt x="0" y="0"/>
                  </a:moveTo>
                  <a:lnTo>
                    <a:pt x="1602599" y="0"/>
                  </a:lnTo>
                  <a:lnTo>
                    <a:pt x="1602599" y="366299"/>
                  </a:lnTo>
                  <a:lnTo>
                    <a:pt x="0" y="36629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sp>
        <p:nvSpPr>
          <p:cNvPr id="541" name="object 118">
            <a:extLst>
              <a:ext uri="{FF2B5EF4-FFF2-40B4-BE49-F238E27FC236}">
                <a16:creationId xmlns:a16="http://schemas.microsoft.com/office/drawing/2014/main" id="{AF828570-BB70-F544-8834-68FE47A16872}"/>
              </a:ext>
            </a:extLst>
          </p:cNvPr>
          <p:cNvSpPr txBox="1"/>
          <p:nvPr/>
        </p:nvSpPr>
        <p:spPr>
          <a:xfrm>
            <a:off x="5830106" y="5165112"/>
            <a:ext cx="1644015" cy="2325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09880" marR="6985" indent="-294005" algn="ctr">
              <a:spcBef>
                <a:spcPts val="135"/>
              </a:spcBef>
            </a:pPr>
            <a:r>
              <a:rPr lang="en-US" sz="1400" dirty="0" err="1">
                <a:latin typeface="Arial" panose="020B0604020202020204"/>
                <a:cs typeface="Arial" panose="020B0604020202020204"/>
              </a:rPr>
              <a:t>掩码多头注意力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42" name="object 126">
            <a:extLst>
              <a:ext uri="{FF2B5EF4-FFF2-40B4-BE49-F238E27FC236}">
                <a16:creationId xmlns:a16="http://schemas.microsoft.com/office/drawing/2014/main" id="{FD8A3B93-EFF1-2187-F343-3E47390D1AA4}"/>
              </a:ext>
            </a:extLst>
          </p:cNvPr>
          <p:cNvPicPr/>
          <p:nvPr>
            <p:custDataLst>
              <p:tags r:id="rId6"/>
            </p:custDataLst>
          </p:nvPr>
        </p:nvPicPr>
        <p:blipFill>
          <a:blip r:embed="rId31" cstate="print"/>
          <a:stretch>
            <a:fillRect/>
          </a:stretch>
        </p:blipFill>
        <p:spPr>
          <a:xfrm>
            <a:off x="6565436" y="4672361"/>
            <a:ext cx="177800" cy="185420"/>
          </a:xfrm>
          <a:prstGeom prst="rect">
            <a:avLst/>
          </a:prstGeom>
        </p:spPr>
      </p:pic>
      <p:sp>
        <p:nvSpPr>
          <p:cNvPr id="543" name="object 127">
            <a:extLst>
              <a:ext uri="{FF2B5EF4-FFF2-40B4-BE49-F238E27FC236}">
                <a16:creationId xmlns:a16="http://schemas.microsoft.com/office/drawing/2014/main" id="{7E95AF69-434A-27BF-44DA-ABD69C2C1BDB}"/>
              </a:ext>
            </a:extLst>
          </p:cNvPr>
          <p:cNvSpPr txBox="1"/>
          <p:nvPr/>
        </p:nvSpPr>
        <p:spPr>
          <a:xfrm>
            <a:off x="6602266" y="4656486"/>
            <a:ext cx="104775" cy="17843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>
              <a:spcBef>
                <a:spcPts val="135"/>
              </a:spcBef>
            </a:pPr>
            <a:r>
              <a:rPr sz="1050">
                <a:latin typeface="Arial" panose="020B0604020202020204"/>
                <a:cs typeface="Arial" panose="020B0604020202020204"/>
              </a:rPr>
              <a:t>+</a:t>
            </a:r>
          </a:p>
        </p:txBody>
      </p:sp>
      <p:sp>
        <p:nvSpPr>
          <p:cNvPr id="608" name="object 132">
            <a:extLst>
              <a:ext uri="{FF2B5EF4-FFF2-40B4-BE49-F238E27FC236}">
                <a16:creationId xmlns:a16="http://schemas.microsoft.com/office/drawing/2014/main" id="{A19E0170-E0F3-5D53-3773-63684C39814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667546" y="2850546"/>
            <a:ext cx="1967865" cy="192405"/>
          </a:xfrm>
          <a:custGeom>
            <a:avLst/>
            <a:gdLst/>
            <a:ahLst/>
            <a:cxnLst/>
            <a:rect l="l" t="t" r="r" b="b"/>
            <a:pathLst>
              <a:path w="1602739" h="156844">
                <a:moveTo>
                  <a:pt x="1602599" y="156299"/>
                </a:moveTo>
                <a:lnTo>
                  <a:pt x="0" y="156299"/>
                </a:lnTo>
                <a:lnTo>
                  <a:pt x="0" y="0"/>
                </a:lnTo>
                <a:lnTo>
                  <a:pt x="1602599" y="0"/>
                </a:lnTo>
                <a:lnTo>
                  <a:pt x="1602599" y="1562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sz="1400" dirty="0" err="1"/>
              <a:t>归一化</a:t>
            </a:r>
            <a:endParaRPr lang="en-US" sz="1400" dirty="0"/>
          </a:p>
        </p:txBody>
      </p:sp>
      <p:sp>
        <p:nvSpPr>
          <p:cNvPr id="606" name="object 136">
            <a:extLst>
              <a:ext uri="{FF2B5EF4-FFF2-40B4-BE49-F238E27FC236}">
                <a16:creationId xmlns:a16="http://schemas.microsoft.com/office/drawing/2014/main" id="{40DD13A3-0CDA-5738-E8E5-0797AA50AD3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667680" y="1776899"/>
            <a:ext cx="1968233" cy="192764"/>
          </a:xfrm>
          <a:custGeom>
            <a:avLst/>
            <a:gdLst/>
            <a:ahLst/>
            <a:cxnLst/>
            <a:rect l="l" t="t" r="r" b="b"/>
            <a:pathLst>
              <a:path w="1602739" h="156844">
                <a:moveTo>
                  <a:pt x="1602599" y="156299"/>
                </a:moveTo>
                <a:lnTo>
                  <a:pt x="0" y="156299"/>
                </a:lnTo>
                <a:lnTo>
                  <a:pt x="0" y="0"/>
                </a:lnTo>
                <a:lnTo>
                  <a:pt x="1602599" y="0"/>
                </a:lnTo>
                <a:lnTo>
                  <a:pt x="1602599" y="1562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sz="1400" dirty="0" err="1">
                <a:latin typeface="Arial" panose="020B0604020202020204"/>
                <a:cs typeface="Arial" panose="020B0604020202020204"/>
              </a:rPr>
              <a:t>归一化</a:t>
            </a:r>
            <a:endParaRPr sz="2000" dirty="0"/>
          </a:p>
        </p:txBody>
      </p:sp>
      <p:sp>
        <p:nvSpPr>
          <p:cNvPr id="604" name="object 140">
            <a:extLst>
              <a:ext uri="{FF2B5EF4-FFF2-40B4-BE49-F238E27FC236}">
                <a16:creationId xmlns:a16="http://schemas.microsoft.com/office/drawing/2014/main" id="{CE9F13E3-BF1B-879C-8CA6-3FE88BF7C3B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656596" y="2471590"/>
            <a:ext cx="1968233" cy="192763"/>
          </a:xfrm>
          <a:custGeom>
            <a:avLst/>
            <a:gdLst/>
            <a:ahLst/>
            <a:cxnLst/>
            <a:rect l="l" t="t" r="r" b="b"/>
            <a:pathLst>
              <a:path w="1602739" h="156844">
                <a:moveTo>
                  <a:pt x="1602599" y="156299"/>
                </a:moveTo>
                <a:lnTo>
                  <a:pt x="0" y="156299"/>
                </a:lnTo>
                <a:lnTo>
                  <a:pt x="0" y="0"/>
                </a:lnTo>
                <a:lnTo>
                  <a:pt x="1602599" y="0"/>
                </a:lnTo>
                <a:lnTo>
                  <a:pt x="1602599" y="1562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sz="1400" dirty="0" err="1"/>
              <a:t>前馈网络</a:t>
            </a:r>
            <a:endParaRPr lang="en-US" sz="1400" dirty="0"/>
          </a:p>
        </p:txBody>
      </p:sp>
      <p:pic>
        <p:nvPicPr>
          <p:cNvPr id="547" name="object 143">
            <a:extLst>
              <a:ext uri="{FF2B5EF4-FFF2-40B4-BE49-F238E27FC236}">
                <a16:creationId xmlns:a16="http://schemas.microsoft.com/office/drawing/2014/main" id="{0D127267-F72A-D692-6F46-CC8CA53FAAB3}"/>
              </a:ext>
            </a:extLst>
          </p:cNvPr>
          <p:cNvPicPr/>
          <p:nvPr>
            <p:custDataLst>
              <p:tags r:id="rId10"/>
            </p:custDataLst>
          </p:nvPr>
        </p:nvPicPr>
        <p:blipFill>
          <a:blip r:embed="rId32" cstate="print"/>
          <a:stretch>
            <a:fillRect/>
          </a:stretch>
        </p:blipFill>
        <p:spPr>
          <a:xfrm>
            <a:off x="6569246" y="2124106"/>
            <a:ext cx="178435" cy="185420"/>
          </a:xfrm>
          <a:prstGeom prst="rect">
            <a:avLst/>
          </a:prstGeom>
        </p:spPr>
      </p:pic>
      <p:sp>
        <p:nvSpPr>
          <p:cNvPr id="548" name="object 144">
            <a:extLst>
              <a:ext uri="{FF2B5EF4-FFF2-40B4-BE49-F238E27FC236}">
                <a16:creationId xmlns:a16="http://schemas.microsoft.com/office/drawing/2014/main" id="{D7B199AF-B4BF-4FF0-52AE-BFA2D4363E68}"/>
              </a:ext>
            </a:extLst>
          </p:cNvPr>
          <p:cNvSpPr txBox="1"/>
          <p:nvPr/>
        </p:nvSpPr>
        <p:spPr>
          <a:xfrm>
            <a:off x="6606076" y="2108231"/>
            <a:ext cx="104775" cy="1778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 algn="ctr">
              <a:spcBef>
                <a:spcPts val="135"/>
              </a:spcBef>
            </a:pPr>
            <a:r>
              <a:rPr sz="1050">
                <a:latin typeface="Arial" panose="020B0604020202020204"/>
                <a:cs typeface="Arial" panose="020B0604020202020204"/>
              </a:rPr>
              <a:t>+</a:t>
            </a:r>
          </a:p>
        </p:txBody>
      </p:sp>
      <p:grpSp>
        <p:nvGrpSpPr>
          <p:cNvPr id="549" name="object 194">
            <a:extLst>
              <a:ext uri="{FF2B5EF4-FFF2-40B4-BE49-F238E27FC236}">
                <a16:creationId xmlns:a16="http://schemas.microsoft.com/office/drawing/2014/main" id="{280C5E11-716E-A013-54E1-FBE0D0C8C15B}"/>
              </a:ext>
            </a:extLst>
          </p:cNvPr>
          <p:cNvGrpSpPr/>
          <p:nvPr/>
        </p:nvGrpSpPr>
        <p:grpSpPr>
          <a:xfrm>
            <a:off x="5661831" y="1407191"/>
            <a:ext cx="1979930" cy="204470"/>
            <a:chOff x="4585187" y="552491"/>
            <a:chExt cx="1612265" cy="166370"/>
          </a:xfrm>
        </p:grpSpPr>
        <p:sp>
          <p:nvSpPr>
            <p:cNvPr id="602" name="object 195">
              <a:extLst>
                <a:ext uri="{FF2B5EF4-FFF2-40B4-BE49-F238E27FC236}">
                  <a16:creationId xmlns:a16="http://schemas.microsoft.com/office/drawing/2014/main" id="{2D94BAE2-FABE-80B8-88FD-7B0FA2C422FB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4589950" y="557254"/>
              <a:ext cx="1602740" cy="156845"/>
            </a:xfrm>
            <a:custGeom>
              <a:avLst/>
              <a:gdLst/>
              <a:ahLst/>
              <a:cxnLst/>
              <a:rect l="l" t="t" r="r" b="b"/>
              <a:pathLst>
                <a:path w="1602739" h="156845">
                  <a:moveTo>
                    <a:pt x="1602599" y="156299"/>
                  </a:moveTo>
                  <a:lnTo>
                    <a:pt x="0" y="156299"/>
                  </a:lnTo>
                  <a:lnTo>
                    <a:pt x="0" y="0"/>
                  </a:lnTo>
                  <a:lnTo>
                    <a:pt x="1602599" y="0"/>
                  </a:lnTo>
                  <a:lnTo>
                    <a:pt x="1602599" y="156299"/>
                  </a:lnTo>
                  <a:close/>
                </a:path>
              </a:pathLst>
            </a:custGeom>
            <a:solidFill>
              <a:srgbClr val="EED6F2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400" dirty="0" err="1"/>
                <a:t>Softmax</a:t>
              </a:r>
              <a:endParaRPr lang="en-US" sz="1400" dirty="0"/>
            </a:p>
          </p:txBody>
        </p:sp>
        <p:sp>
          <p:nvSpPr>
            <p:cNvPr id="603" name="object 196">
              <a:extLst>
                <a:ext uri="{FF2B5EF4-FFF2-40B4-BE49-F238E27FC236}">
                  <a16:creationId xmlns:a16="http://schemas.microsoft.com/office/drawing/2014/main" id="{E22F942C-861F-B392-6DF5-BFF56992026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4589950" y="557254"/>
              <a:ext cx="1602740" cy="156845"/>
            </a:xfrm>
            <a:custGeom>
              <a:avLst/>
              <a:gdLst/>
              <a:ahLst/>
              <a:cxnLst/>
              <a:rect l="l" t="t" r="r" b="b"/>
              <a:pathLst>
                <a:path w="1602739" h="156845">
                  <a:moveTo>
                    <a:pt x="0" y="0"/>
                  </a:moveTo>
                  <a:lnTo>
                    <a:pt x="1602599" y="0"/>
                  </a:lnTo>
                  <a:lnTo>
                    <a:pt x="1602599" y="156299"/>
                  </a:lnTo>
                  <a:lnTo>
                    <a:pt x="0" y="156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grpSp>
        <p:nvGrpSpPr>
          <p:cNvPr id="550" name="object 198">
            <a:extLst>
              <a:ext uri="{FF2B5EF4-FFF2-40B4-BE49-F238E27FC236}">
                <a16:creationId xmlns:a16="http://schemas.microsoft.com/office/drawing/2014/main" id="{F6F7AAA8-71AB-FF6A-161F-7929DE545213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5667546" y="3568096"/>
            <a:ext cx="1968500" cy="449580"/>
            <a:chOff x="4589950" y="2312741"/>
            <a:chExt cx="1602740" cy="366395"/>
          </a:xfrm>
          <a:solidFill>
            <a:srgbClr val="EED6F2"/>
          </a:solidFill>
        </p:grpSpPr>
        <p:sp>
          <p:nvSpPr>
            <p:cNvPr id="600" name="object 202">
              <a:extLst>
                <a:ext uri="{FF2B5EF4-FFF2-40B4-BE49-F238E27FC236}">
                  <a16:creationId xmlns:a16="http://schemas.microsoft.com/office/drawing/2014/main" id="{14F93F5D-18B5-C126-22F7-977E5F66D3EC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4589950" y="2312741"/>
              <a:ext cx="1602740" cy="366395"/>
            </a:xfrm>
            <a:custGeom>
              <a:avLst/>
              <a:gdLst/>
              <a:ahLst/>
              <a:cxnLst/>
              <a:rect l="l" t="t" r="r" b="b"/>
              <a:pathLst>
                <a:path w="1602739" h="366394">
                  <a:moveTo>
                    <a:pt x="1602599" y="366299"/>
                  </a:moveTo>
                  <a:lnTo>
                    <a:pt x="0" y="366299"/>
                  </a:lnTo>
                  <a:lnTo>
                    <a:pt x="0" y="0"/>
                  </a:lnTo>
                  <a:lnTo>
                    <a:pt x="1602599" y="0"/>
                  </a:lnTo>
                  <a:lnTo>
                    <a:pt x="1602599" y="36629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2000"/>
            </a:p>
          </p:txBody>
        </p:sp>
        <p:sp>
          <p:nvSpPr>
            <p:cNvPr id="601" name="object 203">
              <a:extLst>
                <a:ext uri="{FF2B5EF4-FFF2-40B4-BE49-F238E27FC236}">
                  <a16:creationId xmlns:a16="http://schemas.microsoft.com/office/drawing/2014/main" id="{FF8A7455-518C-B00E-E0B6-425F83A432EF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4589950" y="2312741"/>
              <a:ext cx="1602740" cy="366395"/>
            </a:xfrm>
            <a:custGeom>
              <a:avLst/>
              <a:gdLst/>
              <a:ahLst/>
              <a:cxnLst/>
              <a:rect l="l" t="t" r="r" b="b"/>
              <a:pathLst>
                <a:path w="1602739" h="366394">
                  <a:moveTo>
                    <a:pt x="0" y="0"/>
                  </a:moveTo>
                  <a:lnTo>
                    <a:pt x="1602599" y="0"/>
                  </a:lnTo>
                  <a:lnTo>
                    <a:pt x="1602599" y="366299"/>
                  </a:lnTo>
                  <a:lnTo>
                    <a:pt x="0" y="36629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sp>
        <p:nvSpPr>
          <p:cNvPr id="551" name="object 204">
            <a:extLst>
              <a:ext uri="{FF2B5EF4-FFF2-40B4-BE49-F238E27FC236}">
                <a16:creationId xmlns:a16="http://schemas.microsoft.com/office/drawing/2014/main" id="{702615B6-0BDE-2E68-148A-B0CACFF0DD6F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778671" y="3545871"/>
            <a:ext cx="1745615" cy="4608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>
              <a:spcBef>
                <a:spcPts val="135"/>
              </a:spcBef>
            </a:pPr>
            <a:r>
              <a:rPr lang="en-US" sz="1400" dirty="0" err="1">
                <a:latin typeface="Arial" panose="020B0604020202020204"/>
                <a:cs typeface="Arial" panose="020B0604020202020204"/>
              </a:rPr>
              <a:t>交叉多头注意力</a:t>
            </a:r>
            <a:endParaRPr lang="en-US" sz="1400" dirty="0">
              <a:latin typeface="Arial" panose="020B0604020202020204"/>
              <a:cs typeface="Arial" panose="020B0604020202020204"/>
            </a:endParaRPr>
          </a:p>
          <a:p>
            <a:pPr>
              <a:spcBef>
                <a:spcPts val="135"/>
              </a:spcBef>
            </a:pPr>
            <a:r>
              <a:rPr lang="zh-CN" altLang="en-US" sz="1400" spc="-67" dirty="0">
                <a:latin typeface="Arial" panose="020B0604020202020204"/>
                <a:cs typeface="Arial" panose="020B0604020202020204"/>
              </a:rPr>
              <a:t>     </a:t>
            </a:r>
            <a:r>
              <a:rPr lang="en-US" sz="1400" spc="-67" dirty="0">
                <a:latin typeface="Arial" panose="020B0604020202020204"/>
                <a:cs typeface="Arial" panose="020B0604020202020204"/>
              </a:rPr>
              <a:t>K</a:t>
            </a:r>
            <a:r>
              <a:rPr lang="zh-CN" altLang="en-US" sz="1400" spc="-67" dirty="0">
                <a:latin typeface="Arial" panose="020B0604020202020204"/>
                <a:cs typeface="Arial" panose="020B0604020202020204"/>
              </a:rPr>
              <a:t>            </a:t>
            </a:r>
            <a:r>
              <a:rPr lang="en-US" altLang="zh-CN" sz="1400" spc="-67" dirty="0">
                <a:latin typeface="Arial" panose="020B0604020202020204"/>
                <a:cs typeface="Arial" panose="020B0604020202020204"/>
              </a:rPr>
              <a:t>V</a:t>
            </a:r>
            <a:r>
              <a:rPr lang="zh-CN" altLang="en-US" sz="1400" spc="-67" dirty="0">
                <a:latin typeface="Arial" panose="020B0604020202020204"/>
                <a:cs typeface="Arial" panose="020B0604020202020204"/>
              </a:rPr>
              <a:t>            </a:t>
            </a:r>
            <a:r>
              <a:rPr lang="en-US" altLang="zh-CN" sz="1400" spc="-67" dirty="0">
                <a:latin typeface="Arial" panose="020B0604020202020204"/>
                <a:cs typeface="Arial" panose="020B0604020202020204"/>
              </a:rPr>
              <a:t>Q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52" name="object 212">
            <a:extLst>
              <a:ext uri="{FF2B5EF4-FFF2-40B4-BE49-F238E27FC236}">
                <a16:creationId xmlns:a16="http://schemas.microsoft.com/office/drawing/2014/main" id="{56663C63-D966-9C7D-5157-3044A8DFF25B}"/>
              </a:ext>
            </a:extLst>
          </p:cNvPr>
          <p:cNvSpPr txBox="1"/>
          <p:nvPr/>
        </p:nvSpPr>
        <p:spPr>
          <a:xfrm>
            <a:off x="5667546" y="4328191"/>
            <a:ext cx="1967865" cy="215444"/>
          </a:xfrm>
          <a:prstGeom prst="rect">
            <a:avLst/>
          </a:prstGeom>
          <a:solidFill>
            <a:srgbClr val="EED6F2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dirty="0" err="1">
                <a:latin typeface="Arial" panose="020B0604020202020204"/>
                <a:cs typeface="Arial" panose="020B0604020202020204"/>
              </a:rPr>
              <a:t>归一化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53" name="object 224">
            <a:extLst>
              <a:ext uri="{FF2B5EF4-FFF2-40B4-BE49-F238E27FC236}">
                <a16:creationId xmlns:a16="http://schemas.microsoft.com/office/drawing/2014/main" id="{3FA82D2D-4CC7-99D5-86D3-8B1CAA7BB506}"/>
              </a:ext>
            </a:extLst>
          </p:cNvPr>
          <p:cNvSpPr/>
          <p:nvPr/>
        </p:nvSpPr>
        <p:spPr>
          <a:xfrm>
            <a:off x="3615861" y="1680876"/>
            <a:ext cx="1740535" cy="4283710"/>
          </a:xfrm>
          <a:custGeom>
            <a:avLst/>
            <a:gdLst/>
            <a:ahLst/>
            <a:cxnLst/>
            <a:rect l="l" t="t" r="r" b="b"/>
            <a:pathLst>
              <a:path w="1417320" h="3488690">
                <a:moveTo>
                  <a:pt x="17224" y="2733599"/>
                </a:moveTo>
                <a:lnTo>
                  <a:pt x="1402024" y="0"/>
                </a:lnTo>
              </a:path>
              <a:path w="1417320" h="3488690">
                <a:moveTo>
                  <a:pt x="0" y="2994274"/>
                </a:moveTo>
                <a:lnTo>
                  <a:pt x="1416899" y="3488374"/>
                </a:lnTo>
              </a:path>
            </a:pathLst>
          </a:custGeom>
          <a:ln w="19049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554" name="文本框 76">
            <a:extLst>
              <a:ext uri="{FF2B5EF4-FFF2-40B4-BE49-F238E27FC236}">
                <a16:creationId xmlns:a16="http://schemas.microsoft.com/office/drawing/2014/main" id="{A33A2CCF-ADA3-0026-B9AE-73809B5821A4}"/>
              </a:ext>
            </a:extLst>
          </p:cNvPr>
          <p:cNvSpPr txBox="1"/>
          <p:nvPr/>
        </p:nvSpPr>
        <p:spPr>
          <a:xfrm rot="16200000">
            <a:off x="2215051" y="3471576"/>
            <a:ext cx="363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...</a:t>
            </a:r>
            <a:endParaRPr lang="zh-CN" altLang="en-US"/>
          </a:p>
        </p:txBody>
      </p:sp>
      <p:grpSp>
        <p:nvGrpSpPr>
          <p:cNvPr id="555" name="组合 229">
            <a:extLst>
              <a:ext uri="{FF2B5EF4-FFF2-40B4-BE49-F238E27FC236}">
                <a16:creationId xmlns:a16="http://schemas.microsoft.com/office/drawing/2014/main" id="{F5292558-6046-51FA-FD03-8627620F6F72}"/>
              </a:ext>
            </a:extLst>
          </p:cNvPr>
          <p:cNvGrpSpPr/>
          <p:nvPr/>
        </p:nvGrpSpPr>
        <p:grpSpPr>
          <a:xfrm>
            <a:off x="1219371" y="5720111"/>
            <a:ext cx="2481580" cy="316230"/>
            <a:chOff x="3838" y="7960"/>
            <a:chExt cx="3908" cy="498"/>
          </a:xfrm>
          <a:solidFill>
            <a:schemeClr val="accent6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5" name="文本框 224">
                  <a:extLst>
                    <a:ext uri="{FF2B5EF4-FFF2-40B4-BE49-F238E27FC236}">
                      <a16:creationId xmlns:a16="http://schemas.microsoft.com/office/drawing/2014/main" id="{D2E382DB-3DA6-A44D-618E-636A615CF048}"/>
                    </a:ext>
                  </a:extLst>
                </p:cNvPr>
                <p:cNvSpPr txBox="1"/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95" name="文本框 224">
                  <a:extLst>
                    <a:ext uri="{FF2B5EF4-FFF2-40B4-BE49-F238E27FC236}">
                      <a16:creationId xmlns:a16="http://schemas.microsoft.com/office/drawing/2014/main" id="{D2E382DB-3DA6-A44D-618E-636A615CF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6" name="文本框 225">
                  <a:extLst>
                    <a:ext uri="{FF2B5EF4-FFF2-40B4-BE49-F238E27FC236}">
                      <a16:creationId xmlns:a16="http://schemas.microsoft.com/office/drawing/2014/main" id="{48C6A8DB-902B-2A30-1712-1FCAFBF48762}"/>
                    </a:ext>
                  </a:extLst>
                </p:cNvPr>
                <p:cNvSpPr txBox="1"/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96" name="文本框 225">
                  <a:extLst>
                    <a:ext uri="{FF2B5EF4-FFF2-40B4-BE49-F238E27FC236}">
                      <a16:creationId xmlns:a16="http://schemas.microsoft.com/office/drawing/2014/main" id="{48C6A8DB-902B-2A30-1712-1FCAFBF487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7" name="文本框 226">
                  <a:extLst>
                    <a:ext uri="{FF2B5EF4-FFF2-40B4-BE49-F238E27FC236}">
                      <a16:creationId xmlns:a16="http://schemas.microsoft.com/office/drawing/2014/main" id="{7EC6A26C-0F50-0304-2873-3E89BD46DBE9}"/>
                    </a:ext>
                  </a:extLst>
                </p:cNvPr>
                <p:cNvSpPr txBox="1"/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97" name="文本框 226">
                  <a:extLst>
                    <a:ext uri="{FF2B5EF4-FFF2-40B4-BE49-F238E27FC236}">
                      <a16:creationId xmlns:a16="http://schemas.microsoft.com/office/drawing/2014/main" id="{7EC6A26C-0F50-0304-2873-3E89BD46DB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8" name="文本框 227">
                  <a:extLst>
                    <a:ext uri="{FF2B5EF4-FFF2-40B4-BE49-F238E27FC236}">
                      <a16:creationId xmlns:a16="http://schemas.microsoft.com/office/drawing/2014/main" id="{554D3DF9-898B-52D5-0C40-31EC86137182}"/>
                    </a:ext>
                  </a:extLst>
                </p:cNvPr>
                <p:cNvSpPr txBox="1"/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98" name="文本框 227">
                  <a:extLst>
                    <a:ext uri="{FF2B5EF4-FFF2-40B4-BE49-F238E27FC236}">
                      <a16:creationId xmlns:a16="http://schemas.microsoft.com/office/drawing/2014/main" id="{554D3DF9-898B-52D5-0C40-31EC861371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9" name="文本框 228">
                  <a:extLst>
                    <a:ext uri="{FF2B5EF4-FFF2-40B4-BE49-F238E27FC236}">
                      <a16:creationId xmlns:a16="http://schemas.microsoft.com/office/drawing/2014/main" id="{FDE13511-FB07-ABB2-0FF4-C42A8E6A04A2}"/>
                    </a:ext>
                  </a:extLst>
                </p:cNvPr>
                <p:cNvSpPr txBox="1"/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99" name="文本框 228">
                  <a:extLst>
                    <a:ext uri="{FF2B5EF4-FFF2-40B4-BE49-F238E27FC236}">
                      <a16:creationId xmlns:a16="http://schemas.microsoft.com/office/drawing/2014/main" id="{FDE13511-FB07-ABB2-0FF4-C42A8E6A04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56" name="文本框 230">
            <a:extLst>
              <a:ext uri="{FF2B5EF4-FFF2-40B4-BE49-F238E27FC236}">
                <a16:creationId xmlns:a16="http://schemas.microsoft.com/office/drawing/2014/main" id="{863C1378-AA38-6F42-9B8E-89F21C180D06}"/>
              </a:ext>
            </a:extLst>
          </p:cNvPr>
          <p:cNvSpPr txBox="1"/>
          <p:nvPr/>
        </p:nvSpPr>
        <p:spPr>
          <a:xfrm>
            <a:off x="913301" y="6167786"/>
            <a:ext cx="30175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[START]    I    brought  books  [END]</a:t>
            </a:r>
          </a:p>
        </p:txBody>
      </p:sp>
      <p:grpSp>
        <p:nvGrpSpPr>
          <p:cNvPr id="557" name="组合 231">
            <a:extLst>
              <a:ext uri="{FF2B5EF4-FFF2-40B4-BE49-F238E27FC236}">
                <a16:creationId xmlns:a16="http://schemas.microsoft.com/office/drawing/2014/main" id="{579A13BA-8EDA-5B64-9F15-257AFB68355A}"/>
              </a:ext>
            </a:extLst>
          </p:cNvPr>
          <p:cNvGrpSpPr/>
          <p:nvPr/>
        </p:nvGrpSpPr>
        <p:grpSpPr>
          <a:xfrm>
            <a:off x="1219371" y="2365406"/>
            <a:ext cx="2481580" cy="316230"/>
            <a:chOff x="3838" y="7960"/>
            <a:chExt cx="3908" cy="498"/>
          </a:xfrm>
          <a:solidFill>
            <a:schemeClr val="accent6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9" name="文本框 233">
                  <a:extLst>
                    <a:ext uri="{FF2B5EF4-FFF2-40B4-BE49-F238E27FC236}">
                      <a16:creationId xmlns:a16="http://schemas.microsoft.com/office/drawing/2014/main" id="{D3DD765F-5EAE-578E-9B52-C7169BB43610}"/>
                    </a:ext>
                  </a:extLst>
                </p:cNvPr>
                <p:cNvSpPr txBox="1"/>
                <p:nvPr>
                  <p:custDataLst>
                    <p:tags r:id="rId18"/>
                  </p:custDataLst>
                </p:nvPr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89" name="文本框 233">
                  <a:extLst>
                    <a:ext uri="{FF2B5EF4-FFF2-40B4-BE49-F238E27FC236}">
                      <a16:creationId xmlns:a16="http://schemas.microsoft.com/office/drawing/2014/main" id="{D3DD765F-5EAE-578E-9B52-C7169BB436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38"/>
                  </p:custDataLst>
                </p:nvPr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0" name="文本框 234">
                  <a:extLst>
                    <a:ext uri="{FF2B5EF4-FFF2-40B4-BE49-F238E27FC236}">
                      <a16:creationId xmlns:a16="http://schemas.microsoft.com/office/drawing/2014/main" id="{67EBB59D-C95B-442E-5967-9E77437A0D03}"/>
                    </a:ext>
                  </a:extLst>
                </p:cNvPr>
                <p:cNvSpPr txBox="1"/>
                <p:nvPr>
                  <p:custDataLst>
                    <p:tags r:id="rId19"/>
                  </p:custDataLst>
                </p:nvPr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90" name="文本框 234">
                  <a:extLst>
                    <a:ext uri="{FF2B5EF4-FFF2-40B4-BE49-F238E27FC236}">
                      <a16:creationId xmlns:a16="http://schemas.microsoft.com/office/drawing/2014/main" id="{67EBB59D-C95B-442E-5967-9E77437A0D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40"/>
                  </p:custDataLst>
                </p:nvPr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1" name="文本框 235">
                  <a:extLst>
                    <a:ext uri="{FF2B5EF4-FFF2-40B4-BE49-F238E27FC236}">
                      <a16:creationId xmlns:a16="http://schemas.microsoft.com/office/drawing/2014/main" id="{1DD13F01-2370-C93B-34D4-FD6EE982491D}"/>
                    </a:ext>
                  </a:extLst>
                </p:cNvPr>
                <p:cNvSpPr txBox="1"/>
                <p:nvPr>
                  <p:custDataLst>
                    <p:tags r:id="rId20"/>
                  </p:custDataLst>
                </p:nvPr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91" name="文本框 235">
                  <a:extLst>
                    <a:ext uri="{FF2B5EF4-FFF2-40B4-BE49-F238E27FC236}">
                      <a16:creationId xmlns:a16="http://schemas.microsoft.com/office/drawing/2014/main" id="{1DD13F01-2370-C93B-34D4-FD6EE98249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42"/>
                  </p:custDataLst>
                </p:nvPr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2" name="文本框 236">
                  <a:extLst>
                    <a:ext uri="{FF2B5EF4-FFF2-40B4-BE49-F238E27FC236}">
                      <a16:creationId xmlns:a16="http://schemas.microsoft.com/office/drawing/2014/main" id="{689E0949-F36A-570A-2A7A-29D1F8F0E373}"/>
                    </a:ext>
                  </a:extLst>
                </p:cNvPr>
                <p:cNvSpPr txBox="1"/>
                <p:nvPr>
                  <p:custDataLst>
                    <p:tags r:id="rId21"/>
                  </p:custDataLst>
                </p:nvPr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92" name="文本框 236">
                  <a:extLst>
                    <a:ext uri="{FF2B5EF4-FFF2-40B4-BE49-F238E27FC236}">
                      <a16:creationId xmlns:a16="http://schemas.microsoft.com/office/drawing/2014/main" id="{689E0949-F36A-570A-2A7A-29D1F8F0E3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44"/>
                  </p:custDataLst>
                </p:nvPr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3" name="文本框 237">
                  <a:extLst>
                    <a:ext uri="{FF2B5EF4-FFF2-40B4-BE49-F238E27FC236}">
                      <a16:creationId xmlns:a16="http://schemas.microsoft.com/office/drawing/2014/main" id="{7100EC1F-74A2-6BE7-F8DF-9B5E099379E6}"/>
                    </a:ext>
                  </a:extLst>
                </p:cNvPr>
                <p:cNvSpPr txBox="1"/>
                <p:nvPr>
                  <p:custDataLst>
                    <p:tags r:id="rId22"/>
                  </p:custDataLst>
                </p:nvPr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93" name="文本框 237">
                  <a:extLst>
                    <a:ext uri="{FF2B5EF4-FFF2-40B4-BE49-F238E27FC236}">
                      <a16:creationId xmlns:a16="http://schemas.microsoft.com/office/drawing/2014/main" id="{7100EC1F-74A2-6BE7-F8DF-9B5E099379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46"/>
                  </p:custDataLst>
                </p:nvPr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59" name="object 32">
            <a:extLst>
              <a:ext uri="{FF2B5EF4-FFF2-40B4-BE49-F238E27FC236}">
                <a16:creationId xmlns:a16="http://schemas.microsoft.com/office/drawing/2014/main" id="{C4552554-F941-B868-D68D-9FAFB7A3CDE2}"/>
              </a:ext>
            </a:extLst>
          </p:cNvPr>
          <p:cNvSpPr txBox="1"/>
          <p:nvPr/>
        </p:nvSpPr>
        <p:spPr>
          <a:xfrm rot="16200000">
            <a:off x="4031769" y="2568494"/>
            <a:ext cx="266098" cy="90487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7145" algn="ctr">
              <a:lnSpc>
                <a:spcPts val="2195"/>
              </a:lnSpc>
            </a:pPr>
            <a:r>
              <a:rPr lang="en-US" dirty="0" err="1">
                <a:latin typeface="Arial" panose="020B0604020202020204"/>
                <a:cs typeface="Arial" panose="020B0604020202020204"/>
              </a:rPr>
              <a:t>解码器</a:t>
            </a:r>
            <a:endParaRPr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60" name="组合 247">
            <a:extLst>
              <a:ext uri="{FF2B5EF4-FFF2-40B4-BE49-F238E27FC236}">
                <a16:creationId xmlns:a16="http://schemas.microsoft.com/office/drawing/2014/main" id="{F4A04DB5-C3BA-806B-714A-B80353B8372E}"/>
              </a:ext>
            </a:extLst>
          </p:cNvPr>
          <p:cNvGrpSpPr/>
          <p:nvPr/>
        </p:nvGrpSpPr>
        <p:grpSpPr>
          <a:xfrm>
            <a:off x="137331" y="3204876"/>
            <a:ext cx="459105" cy="2107565"/>
            <a:chOff x="2134" y="3999"/>
            <a:chExt cx="723" cy="3319"/>
          </a:xfrm>
          <a:solidFill>
            <a:schemeClr val="accent5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3" name="文本框 242">
                  <a:extLst>
                    <a:ext uri="{FF2B5EF4-FFF2-40B4-BE49-F238E27FC236}">
                      <a16:creationId xmlns:a16="http://schemas.microsoft.com/office/drawing/2014/main" id="{8F058DE1-1DB8-67D2-0FF0-EB5220709F4A}"/>
                    </a:ext>
                  </a:extLst>
                </p:cNvPr>
                <p:cNvSpPr txBox="1"/>
                <p:nvPr/>
              </p:nvSpPr>
              <p:spPr>
                <a:xfrm>
                  <a:off x="2134" y="3999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3" name="文本框 242">
                  <a:extLst>
                    <a:ext uri="{FF2B5EF4-FFF2-40B4-BE49-F238E27FC236}">
                      <a16:creationId xmlns:a16="http://schemas.microsoft.com/office/drawing/2014/main" id="{8F058DE1-1DB8-67D2-0FF0-EB5220709F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3999"/>
                  <a:ext cx="723" cy="582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4" name="文本框 243">
                  <a:extLst>
                    <a:ext uri="{FF2B5EF4-FFF2-40B4-BE49-F238E27FC236}">
                      <a16:creationId xmlns:a16="http://schemas.microsoft.com/office/drawing/2014/main" id="{024E3ABC-8381-460A-EDBA-5B5A4A1969E5}"/>
                    </a:ext>
                  </a:extLst>
                </p:cNvPr>
                <p:cNvSpPr txBox="1"/>
                <p:nvPr/>
              </p:nvSpPr>
              <p:spPr>
                <a:xfrm>
                  <a:off x="2134" y="4698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84" name="文本框 243">
                  <a:extLst>
                    <a:ext uri="{FF2B5EF4-FFF2-40B4-BE49-F238E27FC236}">
                      <a16:creationId xmlns:a16="http://schemas.microsoft.com/office/drawing/2014/main" id="{024E3ABC-8381-460A-EDBA-5B5A4A1969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4698"/>
                  <a:ext cx="723" cy="582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5" name="文本框 244">
                  <a:extLst>
                    <a:ext uri="{FF2B5EF4-FFF2-40B4-BE49-F238E27FC236}">
                      <a16:creationId xmlns:a16="http://schemas.microsoft.com/office/drawing/2014/main" id="{58203C60-A701-924A-2646-8F181B49DAB5}"/>
                    </a:ext>
                  </a:extLst>
                </p:cNvPr>
                <p:cNvSpPr txBox="1"/>
                <p:nvPr/>
              </p:nvSpPr>
              <p:spPr>
                <a:xfrm>
                  <a:off x="2134" y="5393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0,2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85" name="文本框 244">
                  <a:extLst>
                    <a:ext uri="{FF2B5EF4-FFF2-40B4-BE49-F238E27FC236}">
                      <a16:creationId xmlns:a16="http://schemas.microsoft.com/office/drawing/2014/main" id="{58203C60-A701-924A-2646-8F181B49DA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5393"/>
                  <a:ext cx="723" cy="582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6" name="文本框 245">
                  <a:extLst>
                    <a:ext uri="{FF2B5EF4-FFF2-40B4-BE49-F238E27FC236}">
                      <a16:creationId xmlns:a16="http://schemas.microsoft.com/office/drawing/2014/main" id="{D0F981A9-3D48-5F89-ACC1-959092540BD6}"/>
                    </a:ext>
                  </a:extLst>
                </p:cNvPr>
                <p:cNvSpPr txBox="1"/>
                <p:nvPr/>
              </p:nvSpPr>
              <p:spPr>
                <a:xfrm>
                  <a:off x="2134" y="6736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6" name="文本框 245">
                  <a:extLst>
                    <a:ext uri="{FF2B5EF4-FFF2-40B4-BE49-F238E27FC236}">
                      <a16:creationId xmlns:a16="http://schemas.microsoft.com/office/drawing/2014/main" id="{D0F981A9-3D48-5F89-ACC1-959092540B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6736"/>
                  <a:ext cx="723" cy="582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7" name="文本框 246">
              <a:extLst>
                <a:ext uri="{FF2B5EF4-FFF2-40B4-BE49-F238E27FC236}">
                  <a16:creationId xmlns:a16="http://schemas.microsoft.com/office/drawing/2014/main" id="{0EEB252D-A473-2E74-39E1-82A4A8F59263}"/>
                </a:ext>
              </a:extLst>
            </p:cNvPr>
            <p:cNvSpPr txBox="1"/>
            <p:nvPr/>
          </p:nvSpPr>
          <p:spPr>
            <a:xfrm rot="16200000">
              <a:off x="2138" y="6075"/>
              <a:ext cx="5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...</a:t>
              </a:r>
              <a:endParaRPr lang="zh-CN" altLang="en-US" dirty="0"/>
            </a:p>
          </p:txBody>
        </p:sp>
      </p:grpSp>
      <p:sp>
        <p:nvSpPr>
          <p:cNvPr id="450" name="object 38">
            <a:extLst>
              <a:ext uri="{FF2B5EF4-FFF2-40B4-BE49-F238E27FC236}">
                <a16:creationId xmlns:a16="http://schemas.microsoft.com/office/drawing/2014/main" id="{CFA0D7DD-7565-AB4F-3B72-5048FD351D49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289221" y="4495831"/>
            <a:ext cx="2354580" cy="343535"/>
          </a:xfrm>
          <a:custGeom>
            <a:avLst/>
            <a:gdLst/>
            <a:ahLst/>
            <a:cxnLst/>
            <a:rect l="l" t="t" r="r" b="b"/>
            <a:pathLst>
              <a:path w="1917700" h="280035">
                <a:moveTo>
                  <a:pt x="1917599" y="279599"/>
                </a:moveTo>
                <a:lnTo>
                  <a:pt x="0" y="279599"/>
                </a:lnTo>
                <a:lnTo>
                  <a:pt x="0" y="0"/>
                </a:lnTo>
                <a:lnTo>
                  <a:pt x="1917599" y="0"/>
                </a:lnTo>
                <a:lnTo>
                  <a:pt x="1917599" y="2795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dirty="0" err="1">
                <a:latin typeface="+mn-ea"/>
              </a:rPr>
              <a:t>多头自注意力</a:t>
            </a:r>
            <a:endParaRPr dirty="0">
              <a:latin typeface="+mn-ea"/>
            </a:endParaRPr>
          </a:p>
        </p:txBody>
      </p:sp>
      <p:sp>
        <p:nvSpPr>
          <p:cNvPr id="451" name="object 38">
            <a:extLst>
              <a:ext uri="{FF2B5EF4-FFF2-40B4-BE49-F238E27FC236}">
                <a16:creationId xmlns:a16="http://schemas.microsoft.com/office/drawing/2014/main" id="{96575871-BCB5-3C51-9762-5FB676C23371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289221" y="3025806"/>
            <a:ext cx="2354580" cy="343535"/>
          </a:xfrm>
          <a:custGeom>
            <a:avLst/>
            <a:gdLst/>
            <a:ahLst/>
            <a:cxnLst/>
            <a:rect l="l" t="t" r="r" b="b"/>
            <a:pathLst>
              <a:path w="1917700" h="280035">
                <a:moveTo>
                  <a:pt x="1917599" y="279599"/>
                </a:moveTo>
                <a:lnTo>
                  <a:pt x="0" y="279599"/>
                </a:lnTo>
                <a:lnTo>
                  <a:pt x="0" y="0"/>
                </a:lnTo>
                <a:lnTo>
                  <a:pt x="1917599" y="0"/>
                </a:lnTo>
                <a:lnTo>
                  <a:pt x="1917599" y="2795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dirty="0" err="1">
                <a:latin typeface="+mn-ea"/>
              </a:rPr>
              <a:t>多头自注意力</a:t>
            </a:r>
            <a:endParaRPr dirty="0">
              <a:latin typeface="+mn-ea"/>
            </a:endParaRPr>
          </a:p>
        </p:txBody>
      </p:sp>
      <p:sp>
        <p:nvSpPr>
          <p:cNvPr id="115" name="object 38">
            <a:extLst>
              <a:ext uri="{FF2B5EF4-FFF2-40B4-BE49-F238E27FC236}">
                <a16:creationId xmlns:a16="http://schemas.microsoft.com/office/drawing/2014/main" id="{D32FA104-C5CD-2A1A-6757-85B9194AAE9B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289221" y="5027326"/>
            <a:ext cx="2354580" cy="343535"/>
          </a:xfrm>
          <a:custGeom>
            <a:avLst/>
            <a:gdLst/>
            <a:ahLst/>
            <a:cxnLst/>
            <a:rect l="l" t="t" r="r" b="b"/>
            <a:pathLst>
              <a:path w="1917700" h="280035">
                <a:moveTo>
                  <a:pt x="1917599" y="279599"/>
                </a:moveTo>
                <a:lnTo>
                  <a:pt x="0" y="279599"/>
                </a:lnTo>
                <a:lnTo>
                  <a:pt x="0" y="0"/>
                </a:lnTo>
                <a:lnTo>
                  <a:pt x="1917599" y="0"/>
                </a:lnTo>
                <a:lnTo>
                  <a:pt x="1917599" y="2795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dirty="0" err="1">
                <a:latin typeface="+mn-ea"/>
              </a:rPr>
              <a:t>多头自注意力</a:t>
            </a:r>
            <a:endParaRPr dirty="0">
              <a:latin typeface="+mn-ea"/>
            </a:endParaRPr>
          </a:p>
        </p:txBody>
      </p:sp>
      <p:cxnSp>
        <p:nvCxnSpPr>
          <p:cNvPr id="116" name="直接箭头连接符 335">
            <a:extLst>
              <a:ext uri="{FF2B5EF4-FFF2-40B4-BE49-F238E27FC236}">
                <a16:creationId xmlns:a16="http://schemas.microsoft.com/office/drawing/2014/main" id="{0E450EDF-691A-27DD-9704-5883BE12E3A4}"/>
              </a:ext>
            </a:extLst>
          </p:cNvPr>
          <p:cNvCxnSpPr>
            <a:cxnSpLocks/>
          </p:cNvCxnSpPr>
          <p:nvPr/>
        </p:nvCxnSpPr>
        <p:spPr>
          <a:xfrm flipV="1">
            <a:off x="2462701" y="5335301"/>
            <a:ext cx="6985" cy="3282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336">
            <a:extLst>
              <a:ext uri="{FF2B5EF4-FFF2-40B4-BE49-F238E27FC236}">
                <a16:creationId xmlns:a16="http://schemas.microsoft.com/office/drawing/2014/main" id="{7FF8A376-B399-53C6-EF05-5BBE3B99AEF6}"/>
              </a:ext>
            </a:extLst>
          </p:cNvPr>
          <p:cNvCxnSpPr/>
          <p:nvPr/>
        </p:nvCxnSpPr>
        <p:spPr>
          <a:xfrm flipV="1">
            <a:off x="2469686" y="2697511"/>
            <a:ext cx="6985" cy="3282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337">
            <a:extLst>
              <a:ext uri="{FF2B5EF4-FFF2-40B4-BE49-F238E27FC236}">
                <a16:creationId xmlns:a16="http://schemas.microsoft.com/office/drawing/2014/main" id="{2D838193-84CA-61D8-D49C-CA73E0BBECE3}"/>
              </a:ext>
            </a:extLst>
          </p:cNvPr>
          <p:cNvCxnSpPr/>
          <p:nvPr/>
        </p:nvCxnSpPr>
        <p:spPr>
          <a:xfrm flipV="1">
            <a:off x="2469686" y="4792376"/>
            <a:ext cx="0" cy="2317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338">
            <a:extLst>
              <a:ext uri="{FF2B5EF4-FFF2-40B4-BE49-F238E27FC236}">
                <a16:creationId xmlns:a16="http://schemas.microsoft.com/office/drawing/2014/main" id="{278ED4E9-B047-CB27-9208-BA06FABA6BD6}"/>
              </a:ext>
            </a:extLst>
          </p:cNvPr>
          <p:cNvCxnSpPr/>
          <p:nvPr/>
        </p:nvCxnSpPr>
        <p:spPr>
          <a:xfrm flipH="1" flipV="1">
            <a:off x="2459526" y="4215796"/>
            <a:ext cx="3175" cy="2692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肘形连接符 340">
            <a:extLst>
              <a:ext uri="{FF2B5EF4-FFF2-40B4-BE49-F238E27FC236}">
                <a16:creationId xmlns:a16="http://schemas.microsoft.com/office/drawing/2014/main" id="{870A8BD0-018E-E5E6-D6CE-A97A5FF8BE89}"/>
              </a:ext>
            </a:extLst>
          </p:cNvPr>
          <p:cNvCxnSpPr/>
          <p:nvPr/>
        </p:nvCxnSpPr>
        <p:spPr>
          <a:xfrm>
            <a:off x="647236" y="4268501"/>
            <a:ext cx="681355" cy="393065"/>
          </a:xfrm>
          <a:prstGeom prst="bentConnector3">
            <a:avLst>
              <a:gd name="adj1" fmla="val 4892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组合 353">
            <a:extLst>
              <a:ext uri="{FF2B5EF4-FFF2-40B4-BE49-F238E27FC236}">
                <a16:creationId xmlns:a16="http://schemas.microsoft.com/office/drawing/2014/main" id="{4E493CC9-103B-EB7D-35CB-573CAC235A57}"/>
              </a:ext>
            </a:extLst>
          </p:cNvPr>
          <p:cNvGrpSpPr/>
          <p:nvPr/>
        </p:nvGrpSpPr>
        <p:grpSpPr>
          <a:xfrm>
            <a:off x="640886" y="3194716"/>
            <a:ext cx="680720" cy="2066290"/>
            <a:chOff x="3057" y="4559"/>
            <a:chExt cx="1072" cy="3254"/>
          </a:xfrm>
        </p:grpSpPr>
        <p:cxnSp>
          <p:nvCxnSpPr>
            <p:cNvPr id="528" name="肘形连接符 339">
              <a:extLst>
                <a:ext uri="{FF2B5EF4-FFF2-40B4-BE49-F238E27FC236}">
                  <a16:creationId xmlns:a16="http://schemas.microsoft.com/office/drawing/2014/main" id="{3F8D3CB8-0163-DC0F-DE5B-7503598A82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7" y="5936"/>
              <a:ext cx="1072" cy="30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9" name="组合 352">
              <a:extLst>
                <a:ext uri="{FF2B5EF4-FFF2-40B4-BE49-F238E27FC236}">
                  <a16:creationId xmlns:a16="http://schemas.microsoft.com/office/drawing/2014/main" id="{205540D7-AE0A-DC1B-7C6F-C4AD22539A19}"/>
                </a:ext>
              </a:extLst>
            </p:cNvPr>
            <p:cNvGrpSpPr/>
            <p:nvPr/>
          </p:nvGrpSpPr>
          <p:grpSpPr>
            <a:xfrm>
              <a:off x="3580" y="4559"/>
              <a:ext cx="524" cy="3254"/>
              <a:chOff x="3580" y="4559"/>
              <a:chExt cx="524" cy="3254"/>
            </a:xfrm>
          </p:grpSpPr>
          <p:cxnSp>
            <p:nvCxnSpPr>
              <p:cNvPr id="530" name="直接连接符 348">
                <a:extLst>
                  <a:ext uri="{FF2B5EF4-FFF2-40B4-BE49-F238E27FC236}">
                    <a16:creationId xmlns:a16="http://schemas.microsoft.com/office/drawing/2014/main" id="{8E553E45-1E8F-AB38-A897-2915CEA77326}"/>
                  </a:ext>
                </a:extLst>
              </p:cNvPr>
              <p:cNvCxnSpPr/>
              <p:nvPr/>
            </p:nvCxnSpPr>
            <p:spPr>
              <a:xfrm>
                <a:off x="3592" y="6845"/>
                <a:ext cx="0" cy="96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1" name="组合 351">
                <a:extLst>
                  <a:ext uri="{FF2B5EF4-FFF2-40B4-BE49-F238E27FC236}">
                    <a16:creationId xmlns:a16="http://schemas.microsoft.com/office/drawing/2014/main" id="{8E7FC0B7-C6DE-0813-803A-849ECA4404CB}"/>
                  </a:ext>
                </a:extLst>
              </p:cNvPr>
              <p:cNvGrpSpPr/>
              <p:nvPr/>
            </p:nvGrpSpPr>
            <p:grpSpPr>
              <a:xfrm>
                <a:off x="3580" y="4559"/>
                <a:ext cx="524" cy="1364"/>
                <a:chOff x="3580" y="4559"/>
                <a:chExt cx="524" cy="1364"/>
              </a:xfrm>
            </p:grpSpPr>
            <p:cxnSp>
              <p:nvCxnSpPr>
                <p:cNvPr id="533" name="直接连接符 347">
                  <a:extLst>
                    <a:ext uri="{FF2B5EF4-FFF2-40B4-BE49-F238E27FC236}">
                      <a16:creationId xmlns:a16="http://schemas.microsoft.com/office/drawing/2014/main" id="{ECBAFDF3-3B37-0D8E-6E4A-440B63F7C0FC}"/>
                    </a:ext>
                  </a:extLst>
                </p:cNvPr>
                <p:cNvCxnSpPr/>
                <p:nvPr/>
              </p:nvCxnSpPr>
              <p:spPr>
                <a:xfrm flipH="1" flipV="1">
                  <a:off x="3580" y="4559"/>
                  <a:ext cx="12" cy="136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4" name="直接箭头连接符 349">
                  <a:extLst>
                    <a:ext uri="{FF2B5EF4-FFF2-40B4-BE49-F238E27FC236}">
                      <a16:creationId xmlns:a16="http://schemas.microsoft.com/office/drawing/2014/main" id="{23E3FB5C-F025-4361-B816-A1A07B076D14}"/>
                    </a:ext>
                  </a:extLst>
                </p:cNvPr>
                <p:cNvCxnSpPr/>
                <p:nvPr/>
              </p:nvCxnSpPr>
              <p:spPr>
                <a:xfrm flipV="1">
                  <a:off x="3592" y="4563"/>
                  <a:ext cx="513" cy="1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2" name="直接箭头连接符 350">
                <a:extLst>
                  <a:ext uri="{FF2B5EF4-FFF2-40B4-BE49-F238E27FC236}">
                    <a16:creationId xmlns:a16="http://schemas.microsoft.com/office/drawing/2014/main" id="{B6137A13-9083-8D00-53AC-F389F5D3BD9F}"/>
                  </a:ext>
                </a:extLst>
              </p:cNvPr>
              <p:cNvCxnSpPr/>
              <p:nvPr/>
            </p:nvCxnSpPr>
            <p:spPr>
              <a:xfrm flipV="1">
                <a:off x="3592" y="7783"/>
                <a:ext cx="513" cy="1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2" name="直接箭头连接符 355">
            <a:extLst>
              <a:ext uri="{FF2B5EF4-FFF2-40B4-BE49-F238E27FC236}">
                <a16:creationId xmlns:a16="http://schemas.microsoft.com/office/drawing/2014/main" id="{4621857D-5A80-3FDC-A96C-A45C44B50511}"/>
              </a:ext>
            </a:extLst>
          </p:cNvPr>
          <p:cNvCxnSpPr>
            <a:cxnSpLocks/>
          </p:cNvCxnSpPr>
          <p:nvPr/>
        </p:nvCxnSpPr>
        <p:spPr>
          <a:xfrm flipV="1">
            <a:off x="6651161" y="1216056"/>
            <a:ext cx="3810" cy="1822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356">
            <a:extLst>
              <a:ext uri="{FF2B5EF4-FFF2-40B4-BE49-F238E27FC236}">
                <a16:creationId xmlns:a16="http://schemas.microsoft.com/office/drawing/2014/main" id="{3DA086C5-F74C-AEBC-6F17-B41D987B74F3}"/>
              </a:ext>
            </a:extLst>
          </p:cNvPr>
          <p:cNvCxnSpPr/>
          <p:nvPr/>
        </p:nvCxnSpPr>
        <p:spPr>
          <a:xfrm flipV="1">
            <a:off x="6643541" y="1595151"/>
            <a:ext cx="0" cy="1841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357">
            <a:extLst>
              <a:ext uri="{FF2B5EF4-FFF2-40B4-BE49-F238E27FC236}">
                <a16:creationId xmlns:a16="http://schemas.microsoft.com/office/drawing/2014/main" id="{19137937-8F7C-A226-709F-6F6B7BE19350}"/>
              </a:ext>
            </a:extLst>
          </p:cNvPr>
          <p:cNvCxnSpPr/>
          <p:nvPr/>
        </p:nvCxnSpPr>
        <p:spPr>
          <a:xfrm flipH="1" flipV="1">
            <a:off x="6641001" y="1966626"/>
            <a:ext cx="2540" cy="1574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359">
            <a:extLst>
              <a:ext uri="{FF2B5EF4-FFF2-40B4-BE49-F238E27FC236}">
                <a16:creationId xmlns:a16="http://schemas.microsoft.com/office/drawing/2014/main" id="{445B208C-915B-8F16-269A-7488AF1AB309}"/>
              </a:ext>
            </a:extLst>
          </p:cNvPr>
          <p:cNvCxnSpPr/>
          <p:nvPr/>
        </p:nvCxnSpPr>
        <p:spPr>
          <a:xfrm flipH="1" flipV="1">
            <a:off x="6639731" y="2278411"/>
            <a:ext cx="3810" cy="2101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360">
            <a:extLst>
              <a:ext uri="{FF2B5EF4-FFF2-40B4-BE49-F238E27FC236}">
                <a16:creationId xmlns:a16="http://schemas.microsoft.com/office/drawing/2014/main" id="{068B7A89-80E0-1944-E411-29BD3D1AA5A9}"/>
              </a:ext>
            </a:extLst>
          </p:cNvPr>
          <p:cNvCxnSpPr/>
          <p:nvPr/>
        </p:nvCxnSpPr>
        <p:spPr>
          <a:xfrm flipV="1">
            <a:off x="6643541" y="2668301"/>
            <a:ext cx="0" cy="1778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肘形连接符 361">
            <a:extLst>
              <a:ext uri="{FF2B5EF4-FFF2-40B4-BE49-F238E27FC236}">
                <a16:creationId xmlns:a16="http://schemas.microsoft.com/office/drawing/2014/main" id="{45F26FD5-5321-6855-254C-48C56B08B862}"/>
              </a:ext>
            </a:extLst>
          </p:cNvPr>
          <p:cNvCxnSpPr>
            <a:endCxn id="548" idx="1"/>
          </p:cNvCxnSpPr>
          <p:nvPr/>
        </p:nvCxnSpPr>
        <p:spPr>
          <a:xfrm rot="16200000" flipV="1">
            <a:off x="6341916" y="2461291"/>
            <a:ext cx="565785" cy="37465"/>
          </a:xfrm>
          <a:prstGeom prst="bentConnector4">
            <a:avLst>
              <a:gd name="adj1" fmla="val -1683"/>
              <a:gd name="adj2" fmla="val 282033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" name="object 126">
            <a:extLst>
              <a:ext uri="{FF2B5EF4-FFF2-40B4-BE49-F238E27FC236}">
                <a16:creationId xmlns:a16="http://schemas.microsoft.com/office/drawing/2014/main" id="{A7F90D20-82AB-83DA-8A7A-3FE4C5A07A85}"/>
              </a:ext>
            </a:extLst>
          </p:cNvPr>
          <p:cNvPicPr/>
          <p:nvPr>
            <p:custDataLst>
              <p:tags r:id="rId16"/>
            </p:custDataLst>
          </p:nvPr>
        </p:nvPicPr>
        <p:blipFill>
          <a:blip r:embed="rId31" cstate="print"/>
          <a:stretch>
            <a:fillRect/>
          </a:stretch>
        </p:blipFill>
        <p:spPr>
          <a:xfrm>
            <a:off x="6569881" y="3204876"/>
            <a:ext cx="177800" cy="185420"/>
          </a:xfrm>
          <a:prstGeom prst="rect">
            <a:avLst/>
          </a:prstGeom>
        </p:spPr>
      </p:pic>
      <p:sp>
        <p:nvSpPr>
          <p:cNvPr id="513" name="object 144">
            <a:extLst>
              <a:ext uri="{FF2B5EF4-FFF2-40B4-BE49-F238E27FC236}">
                <a16:creationId xmlns:a16="http://schemas.microsoft.com/office/drawing/2014/main" id="{20D46E1D-533E-6F81-065D-1193742D2905}"/>
              </a:ext>
            </a:extLst>
          </p:cNvPr>
          <p:cNvSpPr txBox="1"/>
          <p:nvPr/>
        </p:nvSpPr>
        <p:spPr>
          <a:xfrm>
            <a:off x="6553371" y="3212496"/>
            <a:ext cx="189865" cy="1778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 algn="ctr">
              <a:spcBef>
                <a:spcPts val="135"/>
              </a:spcBef>
            </a:pPr>
            <a:r>
              <a:rPr sz="1050">
                <a:latin typeface="Arial" panose="020B0604020202020204"/>
                <a:cs typeface="Arial" panose="020B0604020202020204"/>
              </a:rPr>
              <a:t>+</a:t>
            </a:r>
          </a:p>
        </p:txBody>
      </p:sp>
      <p:cxnSp>
        <p:nvCxnSpPr>
          <p:cNvPr id="514" name="直接箭头连接符 365">
            <a:extLst>
              <a:ext uri="{FF2B5EF4-FFF2-40B4-BE49-F238E27FC236}">
                <a16:creationId xmlns:a16="http://schemas.microsoft.com/office/drawing/2014/main" id="{A2D10190-4788-A299-85E7-570BD44A2370}"/>
              </a:ext>
            </a:extLst>
          </p:cNvPr>
          <p:cNvCxnSpPr>
            <a:stCxn id="513" idx="0"/>
          </p:cNvCxnSpPr>
          <p:nvPr/>
        </p:nvCxnSpPr>
        <p:spPr>
          <a:xfrm flipV="1">
            <a:off x="6648621" y="3042951"/>
            <a:ext cx="1270" cy="1695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直接箭头连接符 366">
            <a:extLst>
              <a:ext uri="{FF2B5EF4-FFF2-40B4-BE49-F238E27FC236}">
                <a16:creationId xmlns:a16="http://schemas.microsoft.com/office/drawing/2014/main" id="{E7F9AF9F-E8C9-261D-A685-5D0E29165B23}"/>
              </a:ext>
            </a:extLst>
          </p:cNvPr>
          <p:cNvCxnSpPr>
            <a:stCxn id="551" idx="0"/>
            <a:endCxn id="513" idx="2"/>
          </p:cNvCxnSpPr>
          <p:nvPr/>
        </p:nvCxnSpPr>
        <p:spPr>
          <a:xfrm flipH="1" flipV="1">
            <a:off x="6648304" y="3390296"/>
            <a:ext cx="3175" cy="1555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肘形连接符 367">
            <a:extLst>
              <a:ext uri="{FF2B5EF4-FFF2-40B4-BE49-F238E27FC236}">
                <a16:creationId xmlns:a16="http://schemas.microsoft.com/office/drawing/2014/main" id="{B43C6024-0FB6-9B07-1565-CED2F74A0AE9}"/>
              </a:ext>
            </a:extLst>
          </p:cNvPr>
          <p:cNvCxnSpPr>
            <a:cxnSpLocks/>
            <a:endCxn id="551" idx="2"/>
          </p:cNvCxnSpPr>
          <p:nvPr/>
        </p:nvCxnSpPr>
        <p:spPr>
          <a:xfrm flipV="1">
            <a:off x="5191931" y="4006881"/>
            <a:ext cx="1459865" cy="18732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直接箭头连接符 368">
            <a:extLst>
              <a:ext uri="{FF2B5EF4-FFF2-40B4-BE49-F238E27FC236}">
                <a16:creationId xmlns:a16="http://schemas.microsoft.com/office/drawing/2014/main" id="{A881370F-ED20-E5AD-00A3-BBACC0F1F5DC}"/>
              </a:ext>
            </a:extLst>
          </p:cNvPr>
          <p:cNvCxnSpPr/>
          <p:nvPr/>
        </p:nvCxnSpPr>
        <p:spPr>
          <a:xfrm flipH="1" flipV="1">
            <a:off x="6040291" y="4020851"/>
            <a:ext cx="3810" cy="1816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7" name="肘形连接符 373">
            <a:extLst>
              <a:ext uri="{FF2B5EF4-FFF2-40B4-BE49-F238E27FC236}">
                <a16:creationId xmlns:a16="http://schemas.microsoft.com/office/drawing/2014/main" id="{B56A3183-FBB0-B8D1-3D73-B6AD4F268590}"/>
              </a:ext>
            </a:extLst>
          </p:cNvPr>
          <p:cNvCxnSpPr/>
          <p:nvPr/>
        </p:nvCxnSpPr>
        <p:spPr>
          <a:xfrm rot="16200000">
            <a:off x="7059466" y="4112926"/>
            <a:ext cx="311150" cy="127000"/>
          </a:xfrm>
          <a:prstGeom prst="bentConnector3">
            <a:avLst>
              <a:gd name="adj1" fmla="val 4367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直接连接符 375">
            <a:extLst>
              <a:ext uri="{FF2B5EF4-FFF2-40B4-BE49-F238E27FC236}">
                <a16:creationId xmlns:a16="http://schemas.microsoft.com/office/drawing/2014/main" id="{EE12E577-652E-3BC2-D39B-CBCB00822E13}"/>
              </a:ext>
            </a:extLst>
          </p:cNvPr>
          <p:cNvCxnSpPr/>
          <p:nvPr/>
        </p:nvCxnSpPr>
        <p:spPr>
          <a:xfrm>
            <a:off x="7278541" y="4194206"/>
            <a:ext cx="4762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肘形连接符 376">
            <a:extLst>
              <a:ext uri="{FF2B5EF4-FFF2-40B4-BE49-F238E27FC236}">
                <a16:creationId xmlns:a16="http://schemas.microsoft.com/office/drawing/2014/main" id="{791AF7C7-E189-0637-2281-8E0782097C16}"/>
              </a:ext>
            </a:extLst>
          </p:cNvPr>
          <p:cNvCxnSpPr>
            <a:endCxn id="513" idx="3"/>
          </p:cNvCxnSpPr>
          <p:nvPr/>
        </p:nvCxnSpPr>
        <p:spPr>
          <a:xfrm rot="10800000">
            <a:off x="6743236" y="3301396"/>
            <a:ext cx="1010920" cy="883920"/>
          </a:xfrm>
          <a:prstGeom prst="bentConnector3">
            <a:avLst>
              <a:gd name="adj1" fmla="val 56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直接箭头连接符 378">
            <a:extLst>
              <a:ext uri="{FF2B5EF4-FFF2-40B4-BE49-F238E27FC236}">
                <a16:creationId xmlns:a16="http://schemas.microsoft.com/office/drawing/2014/main" id="{A47542A7-0962-8C65-812C-80183ABDBF6F}"/>
              </a:ext>
            </a:extLst>
          </p:cNvPr>
          <p:cNvCxnSpPr>
            <a:stCxn id="543" idx="0"/>
            <a:endCxn id="552" idx="2"/>
          </p:cNvCxnSpPr>
          <p:nvPr/>
        </p:nvCxnSpPr>
        <p:spPr>
          <a:xfrm flipH="1" flipV="1">
            <a:off x="6651479" y="4543635"/>
            <a:ext cx="3175" cy="1128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1" name="直接箭头连接符 379">
            <a:extLst>
              <a:ext uri="{FF2B5EF4-FFF2-40B4-BE49-F238E27FC236}">
                <a16:creationId xmlns:a16="http://schemas.microsoft.com/office/drawing/2014/main" id="{CB7A219B-1B00-0D69-4A84-996D20767DCC}"/>
              </a:ext>
            </a:extLst>
          </p:cNvPr>
          <p:cNvCxnSpPr>
            <a:stCxn id="541" idx="0"/>
            <a:endCxn id="543" idx="2"/>
          </p:cNvCxnSpPr>
          <p:nvPr/>
        </p:nvCxnSpPr>
        <p:spPr>
          <a:xfrm flipV="1">
            <a:off x="6652114" y="4834921"/>
            <a:ext cx="2540" cy="3301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直接箭头连接符 380">
            <a:extLst>
              <a:ext uri="{FF2B5EF4-FFF2-40B4-BE49-F238E27FC236}">
                <a16:creationId xmlns:a16="http://schemas.microsoft.com/office/drawing/2014/main" id="{5536B4BB-60F1-E6B4-45F7-19E060D0B229}"/>
              </a:ext>
            </a:extLst>
          </p:cNvPr>
          <p:cNvCxnSpPr>
            <a:cxnSpLocks/>
          </p:cNvCxnSpPr>
          <p:nvPr/>
        </p:nvCxnSpPr>
        <p:spPr>
          <a:xfrm flipV="1">
            <a:off x="6648621" y="5875051"/>
            <a:ext cx="6350" cy="2266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直接箭头连接符 381">
            <a:extLst>
              <a:ext uri="{FF2B5EF4-FFF2-40B4-BE49-F238E27FC236}">
                <a16:creationId xmlns:a16="http://schemas.microsoft.com/office/drawing/2014/main" id="{1ABC9AF7-E28B-7A64-4591-CBF655A7B8E6}"/>
              </a:ext>
            </a:extLst>
          </p:cNvPr>
          <p:cNvCxnSpPr>
            <a:cxnSpLocks/>
          </p:cNvCxnSpPr>
          <p:nvPr/>
        </p:nvCxnSpPr>
        <p:spPr>
          <a:xfrm flipH="1" flipV="1">
            <a:off x="6648303" y="5489597"/>
            <a:ext cx="6668" cy="3009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直接连接符 382">
            <a:extLst>
              <a:ext uri="{FF2B5EF4-FFF2-40B4-BE49-F238E27FC236}">
                <a16:creationId xmlns:a16="http://schemas.microsoft.com/office/drawing/2014/main" id="{41D91D2D-A1D6-DF2C-0089-804049A40693}"/>
              </a:ext>
            </a:extLst>
          </p:cNvPr>
          <p:cNvCxnSpPr/>
          <p:nvPr/>
        </p:nvCxnSpPr>
        <p:spPr>
          <a:xfrm flipH="1">
            <a:off x="5602141" y="5614701"/>
            <a:ext cx="1047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肘形连接符 383">
            <a:extLst>
              <a:ext uri="{FF2B5EF4-FFF2-40B4-BE49-F238E27FC236}">
                <a16:creationId xmlns:a16="http://schemas.microsoft.com/office/drawing/2014/main" id="{BB686989-2FB8-26FB-8B23-F475DA79CAC3}"/>
              </a:ext>
            </a:extLst>
          </p:cNvPr>
          <p:cNvCxnSpPr/>
          <p:nvPr/>
        </p:nvCxnSpPr>
        <p:spPr>
          <a:xfrm flipV="1">
            <a:off x="5602141" y="4756816"/>
            <a:ext cx="1000125" cy="857885"/>
          </a:xfrm>
          <a:prstGeom prst="bentConnector3">
            <a:avLst>
              <a:gd name="adj1" fmla="val 50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6" name="文本框 230">
            <a:extLst>
              <a:ext uri="{FF2B5EF4-FFF2-40B4-BE49-F238E27FC236}">
                <a16:creationId xmlns:a16="http://schemas.microsoft.com/office/drawing/2014/main" id="{4BE0DE0F-E59D-D722-41BB-793A80F05A3E}"/>
              </a:ext>
            </a:extLst>
          </p:cNvPr>
          <p:cNvSpPr txBox="1"/>
          <p:nvPr/>
        </p:nvSpPr>
        <p:spPr>
          <a:xfrm>
            <a:off x="921873" y="2009806"/>
            <a:ext cx="30175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[START]    I    brought  books  [END]</a:t>
            </a:r>
          </a:p>
        </p:txBody>
      </p:sp>
      <p:grpSp>
        <p:nvGrpSpPr>
          <p:cNvPr id="617" name="组合 247">
            <a:extLst>
              <a:ext uri="{FF2B5EF4-FFF2-40B4-BE49-F238E27FC236}">
                <a16:creationId xmlns:a16="http://schemas.microsoft.com/office/drawing/2014/main" id="{FB81E3AF-24CF-9ECE-A439-AAC51F95C39C}"/>
              </a:ext>
            </a:extLst>
          </p:cNvPr>
          <p:cNvGrpSpPr/>
          <p:nvPr/>
        </p:nvGrpSpPr>
        <p:grpSpPr>
          <a:xfrm>
            <a:off x="4638434" y="3143415"/>
            <a:ext cx="459105" cy="2107565"/>
            <a:chOff x="2134" y="3999"/>
            <a:chExt cx="723" cy="3319"/>
          </a:xfrm>
          <a:solidFill>
            <a:schemeClr val="accent5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8" name="文本框 242">
                  <a:extLst>
                    <a:ext uri="{FF2B5EF4-FFF2-40B4-BE49-F238E27FC236}">
                      <a16:creationId xmlns:a16="http://schemas.microsoft.com/office/drawing/2014/main" id="{2CA52B82-FD50-5337-7A34-BDF3A7E67D77}"/>
                    </a:ext>
                  </a:extLst>
                </p:cNvPr>
                <p:cNvSpPr txBox="1"/>
                <p:nvPr/>
              </p:nvSpPr>
              <p:spPr>
                <a:xfrm>
                  <a:off x="2134" y="3999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8" name="文本框 242">
                  <a:extLst>
                    <a:ext uri="{FF2B5EF4-FFF2-40B4-BE49-F238E27FC236}">
                      <a16:creationId xmlns:a16="http://schemas.microsoft.com/office/drawing/2014/main" id="{2CA52B82-FD50-5337-7A34-BDF3A7E67D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3999"/>
                  <a:ext cx="723" cy="582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9" name="文本框 243">
                  <a:extLst>
                    <a:ext uri="{FF2B5EF4-FFF2-40B4-BE49-F238E27FC236}">
                      <a16:creationId xmlns:a16="http://schemas.microsoft.com/office/drawing/2014/main" id="{7C1970E7-2638-68C1-E6D4-B85AE3CE8FCC}"/>
                    </a:ext>
                  </a:extLst>
                </p:cNvPr>
                <p:cNvSpPr txBox="1"/>
                <p:nvPr/>
              </p:nvSpPr>
              <p:spPr>
                <a:xfrm>
                  <a:off x="2134" y="4698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619" name="文本框 243">
                  <a:extLst>
                    <a:ext uri="{FF2B5EF4-FFF2-40B4-BE49-F238E27FC236}">
                      <a16:creationId xmlns:a16="http://schemas.microsoft.com/office/drawing/2014/main" id="{7C1970E7-2638-68C1-E6D4-B85AE3CE8F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4698"/>
                  <a:ext cx="723" cy="582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0" name="文本框 244">
                  <a:extLst>
                    <a:ext uri="{FF2B5EF4-FFF2-40B4-BE49-F238E27FC236}">
                      <a16:creationId xmlns:a16="http://schemas.microsoft.com/office/drawing/2014/main" id="{A91765D1-57B3-FAED-1D9A-DC38BBA7570C}"/>
                    </a:ext>
                  </a:extLst>
                </p:cNvPr>
                <p:cNvSpPr txBox="1"/>
                <p:nvPr/>
              </p:nvSpPr>
              <p:spPr>
                <a:xfrm>
                  <a:off x="2134" y="5393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0,2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620" name="文本框 244">
                  <a:extLst>
                    <a:ext uri="{FF2B5EF4-FFF2-40B4-BE49-F238E27FC236}">
                      <a16:creationId xmlns:a16="http://schemas.microsoft.com/office/drawing/2014/main" id="{A91765D1-57B3-FAED-1D9A-DC38BBA757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5393"/>
                  <a:ext cx="723" cy="582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1" name="文本框 245">
                  <a:extLst>
                    <a:ext uri="{FF2B5EF4-FFF2-40B4-BE49-F238E27FC236}">
                      <a16:creationId xmlns:a16="http://schemas.microsoft.com/office/drawing/2014/main" id="{3DD4DF9C-B469-56B2-2CC6-2773E6DE93DA}"/>
                    </a:ext>
                  </a:extLst>
                </p:cNvPr>
                <p:cNvSpPr txBox="1"/>
                <p:nvPr/>
              </p:nvSpPr>
              <p:spPr>
                <a:xfrm>
                  <a:off x="2134" y="6736"/>
                  <a:ext cx="723" cy="582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21" name="文本框 245">
                  <a:extLst>
                    <a:ext uri="{FF2B5EF4-FFF2-40B4-BE49-F238E27FC236}">
                      <a16:creationId xmlns:a16="http://schemas.microsoft.com/office/drawing/2014/main" id="{3DD4DF9C-B469-56B2-2CC6-2773E6DE93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6736"/>
                  <a:ext cx="723" cy="582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2" name="文本框 246">
              <a:extLst>
                <a:ext uri="{FF2B5EF4-FFF2-40B4-BE49-F238E27FC236}">
                  <a16:creationId xmlns:a16="http://schemas.microsoft.com/office/drawing/2014/main" id="{DC66F851-30A4-723D-9802-26BF165CF4BF}"/>
                </a:ext>
              </a:extLst>
            </p:cNvPr>
            <p:cNvSpPr txBox="1"/>
            <p:nvPr/>
          </p:nvSpPr>
          <p:spPr>
            <a:xfrm rot="16200000">
              <a:off x="2138" y="6075"/>
              <a:ext cx="5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...</a:t>
              </a:r>
              <a:endParaRPr lang="zh-CN" altLang="en-US"/>
            </a:p>
          </p:txBody>
        </p:sp>
      </p:grpSp>
      <p:grpSp>
        <p:nvGrpSpPr>
          <p:cNvPr id="623" name="组合 229">
            <a:extLst>
              <a:ext uri="{FF2B5EF4-FFF2-40B4-BE49-F238E27FC236}">
                <a16:creationId xmlns:a16="http://schemas.microsoft.com/office/drawing/2014/main" id="{7D5420EF-44C5-C5B5-C383-AD35BFB25398}"/>
              </a:ext>
            </a:extLst>
          </p:cNvPr>
          <p:cNvGrpSpPr/>
          <p:nvPr/>
        </p:nvGrpSpPr>
        <p:grpSpPr>
          <a:xfrm>
            <a:off x="5427198" y="6097128"/>
            <a:ext cx="2481580" cy="316230"/>
            <a:chOff x="3838" y="7960"/>
            <a:chExt cx="3908" cy="498"/>
          </a:xfrm>
          <a:solidFill>
            <a:schemeClr val="accent6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4" name="文本框 224">
                  <a:extLst>
                    <a:ext uri="{FF2B5EF4-FFF2-40B4-BE49-F238E27FC236}">
                      <a16:creationId xmlns:a16="http://schemas.microsoft.com/office/drawing/2014/main" id="{B92E77F2-59C2-77B2-75C7-98ED4F523D21}"/>
                    </a:ext>
                  </a:extLst>
                </p:cNvPr>
                <p:cNvSpPr txBox="1"/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24" name="文本框 224">
                  <a:extLst>
                    <a:ext uri="{FF2B5EF4-FFF2-40B4-BE49-F238E27FC236}">
                      <a16:creationId xmlns:a16="http://schemas.microsoft.com/office/drawing/2014/main" id="{B92E77F2-59C2-77B2-75C7-98ED4F523D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5" name="文本框 225">
                  <a:extLst>
                    <a:ext uri="{FF2B5EF4-FFF2-40B4-BE49-F238E27FC236}">
                      <a16:creationId xmlns:a16="http://schemas.microsoft.com/office/drawing/2014/main" id="{450A7F50-674A-A689-FBC6-DD5700BC2673}"/>
                    </a:ext>
                  </a:extLst>
                </p:cNvPr>
                <p:cNvSpPr txBox="1"/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25" name="文本框 225">
                  <a:extLst>
                    <a:ext uri="{FF2B5EF4-FFF2-40B4-BE49-F238E27FC236}">
                      <a16:creationId xmlns:a16="http://schemas.microsoft.com/office/drawing/2014/main" id="{450A7F50-674A-A689-FBC6-DD5700BC26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6" name="文本框 226">
                  <a:extLst>
                    <a:ext uri="{FF2B5EF4-FFF2-40B4-BE49-F238E27FC236}">
                      <a16:creationId xmlns:a16="http://schemas.microsoft.com/office/drawing/2014/main" id="{AD5C9AD6-9C7B-A63C-CD5D-437D3AE19F08}"/>
                    </a:ext>
                  </a:extLst>
                </p:cNvPr>
                <p:cNvSpPr txBox="1"/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26" name="文本框 226">
                  <a:extLst>
                    <a:ext uri="{FF2B5EF4-FFF2-40B4-BE49-F238E27FC236}">
                      <a16:creationId xmlns:a16="http://schemas.microsoft.com/office/drawing/2014/main" id="{AD5C9AD6-9C7B-A63C-CD5D-437D3AE19F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7" name="文本框 227">
                  <a:extLst>
                    <a:ext uri="{FF2B5EF4-FFF2-40B4-BE49-F238E27FC236}">
                      <a16:creationId xmlns:a16="http://schemas.microsoft.com/office/drawing/2014/main" id="{1391504D-D138-B2DD-D140-19BE42B0B369}"/>
                    </a:ext>
                  </a:extLst>
                </p:cNvPr>
                <p:cNvSpPr txBox="1"/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27" name="文本框 227">
                  <a:extLst>
                    <a:ext uri="{FF2B5EF4-FFF2-40B4-BE49-F238E27FC236}">
                      <a16:creationId xmlns:a16="http://schemas.microsoft.com/office/drawing/2014/main" id="{1391504D-D138-B2DD-D140-19BE42B0B3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8" name="文本框 228">
                  <a:extLst>
                    <a:ext uri="{FF2B5EF4-FFF2-40B4-BE49-F238E27FC236}">
                      <a16:creationId xmlns:a16="http://schemas.microsoft.com/office/drawing/2014/main" id="{120C0E6A-A5B1-DA39-7F70-D061C58AA98B}"/>
                    </a:ext>
                  </a:extLst>
                </p:cNvPr>
                <p:cNvSpPr txBox="1"/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28" name="文本框 228">
                  <a:extLst>
                    <a:ext uri="{FF2B5EF4-FFF2-40B4-BE49-F238E27FC236}">
                      <a16:creationId xmlns:a16="http://schemas.microsoft.com/office/drawing/2014/main" id="{120C0E6A-A5B1-DA39-7F70-D061C58AA9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9" name="组合 229">
            <a:extLst>
              <a:ext uri="{FF2B5EF4-FFF2-40B4-BE49-F238E27FC236}">
                <a16:creationId xmlns:a16="http://schemas.microsoft.com/office/drawing/2014/main" id="{C163D161-6DA5-3F14-5F4B-0CCAE71F0B14}"/>
              </a:ext>
            </a:extLst>
          </p:cNvPr>
          <p:cNvGrpSpPr/>
          <p:nvPr/>
        </p:nvGrpSpPr>
        <p:grpSpPr>
          <a:xfrm>
            <a:off x="5405291" y="863314"/>
            <a:ext cx="2481580" cy="316230"/>
            <a:chOff x="3838" y="7960"/>
            <a:chExt cx="3908" cy="498"/>
          </a:xfrm>
          <a:solidFill>
            <a:schemeClr val="accent6">
              <a:lumMod val="40000"/>
              <a:lumOff val="6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0" name="文本框 224">
                  <a:extLst>
                    <a:ext uri="{FF2B5EF4-FFF2-40B4-BE49-F238E27FC236}">
                      <a16:creationId xmlns:a16="http://schemas.microsoft.com/office/drawing/2014/main" id="{F9E9D184-0240-13A4-FDCC-7468B5217902}"/>
                    </a:ext>
                  </a:extLst>
                </p:cNvPr>
                <p:cNvSpPr txBox="1"/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30" name="文本框 224">
                  <a:extLst>
                    <a:ext uri="{FF2B5EF4-FFF2-40B4-BE49-F238E27FC236}">
                      <a16:creationId xmlns:a16="http://schemas.microsoft.com/office/drawing/2014/main" id="{F9E9D184-0240-13A4-FDCC-7468B52179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8" y="7960"/>
                  <a:ext cx="571" cy="498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1" name="文本框 225">
                  <a:extLst>
                    <a:ext uri="{FF2B5EF4-FFF2-40B4-BE49-F238E27FC236}">
                      <a16:creationId xmlns:a16="http://schemas.microsoft.com/office/drawing/2014/main" id="{62B8DE60-955B-FB15-C971-CAE08609C5E5}"/>
                    </a:ext>
                  </a:extLst>
                </p:cNvPr>
                <p:cNvSpPr txBox="1"/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31" name="文本框 225">
                  <a:extLst>
                    <a:ext uri="{FF2B5EF4-FFF2-40B4-BE49-F238E27FC236}">
                      <a16:creationId xmlns:a16="http://schemas.microsoft.com/office/drawing/2014/main" id="{62B8DE60-955B-FB15-C971-CAE08609C5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5" y="7960"/>
                  <a:ext cx="571" cy="498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2" name="文本框 226">
                  <a:extLst>
                    <a:ext uri="{FF2B5EF4-FFF2-40B4-BE49-F238E27FC236}">
                      <a16:creationId xmlns:a16="http://schemas.microsoft.com/office/drawing/2014/main" id="{D7DBF23E-E0BB-6525-EEE8-D471FFE075F0}"/>
                    </a:ext>
                  </a:extLst>
                </p:cNvPr>
                <p:cNvSpPr txBox="1"/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32" name="文本框 226">
                  <a:extLst>
                    <a:ext uri="{FF2B5EF4-FFF2-40B4-BE49-F238E27FC236}">
                      <a16:creationId xmlns:a16="http://schemas.microsoft.com/office/drawing/2014/main" id="{D7DBF23E-E0BB-6525-EEE8-D471FFE075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0" y="7960"/>
                  <a:ext cx="571" cy="498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3" name="文本框 227">
                  <a:extLst>
                    <a:ext uri="{FF2B5EF4-FFF2-40B4-BE49-F238E27FC236}">
                      <a16:creationId xmlns:a16="http://schemas.microsoft.com/office/drawing/2014/main" id="{9A1CD831-20DA-5767-FA04-1F7AB2B6DFEF}"/>
                    </a:ext>
                  </a:extLst>
                </p:cNvPr>
                <p:cNvSpPr txBox="1"/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33" name="文本框 227">
                  <a:extLst>
                    <a:ext uri="{FF2B5EF4-FFF2-40B4-BE49-F238E27FC236}">
                      <a16:creationId xmlns:a16="http://schemas.microsoft.com/office/drawing/2014/main" id="{9A1CD831-20DA-5767-FA04-1F7AB2B6DF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6" y="7960"/>
                  <a:ext cx="571" cy="498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4" name="文本框 228">
                  <a:extLst>
                    <a:ext uri="{FF2B5EF4-FFF2-40B4-BE49-F238E27FC236}">
                      <a16:creationId xmlns:a16="http://schemas.microsoft.com/office/drawing/2014/main" id="{7BBE6D6A-004D-DA88-73AC-4041BE2BF5FA}"/>
                    </a:ext>
                  </a:extLst>
                </p:cNvPr>
                <p:cNvSpPr txBox="1"/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34" name="文本框 228">
                  <a:extLst>
                    <a:ext uri="{FF2B5EF4-FFF2-40B4-BE49-F238E27FC236}">
                      <a16:creationId xmlns:a16="http://schemas.microsoft.com/office/drawing/2014/main" id="{7BBE6D6A-004D-DA88-73AC-4041BE2BF5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5" y="7960"/>
                  <a:ext cx="571" cy="498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12" name="object 105">
            <a:extLst>
              <a:ext uri="{FF2B5EF4-FFF2-40B4-BE49-F238E27FC236}">
                <a16:creationId xmlns:a16="http://schemas.microsoft.com/office/drawing/2014/main" id="{DE1D96C0-9777-3554-2E86-D4A2770A03D5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667680" y="5671984"/>
            <a:ext cx="1968233" cy="217539"/>
          </a:xfrm>
          <a:custGeom>
            <a:avLst/>
            <a:gdLst/>
            <a:ahLst/>
            <a:cxnLst/>
            <a:rect l="l" t="t" r="r" b="b"/>
            <a:pathLst>
              <a:path w="1602739" h="177164">
                <a:moveTo>
                  <a:pt x="1602599" y="176699"/>
                </a:moveTo>
                <a:lnTo>
                  <a:pt x="0" y="176699"/>
                </a:lnTo>
                <a:lnTo>
                  <a:pt x="0" y="0"/>
                </a:lnTo>
                <a:lnTo>
                  <a:pt x="1602599" y="0"/>
                </a:lnTo>
                <a:lnTo>
                  <a:pt x="1602599" y="176699"/>
                </a:lnTo>
                <a:close/>
              </a:path>
            </a:pathLst>
          </a:custGeom>
          <a:solidFill>
            <a:srgbClr val="EED6F2"/>
          </a:solidFill>
          <a:ln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sz="1400" dirty="0" err="1"/>
              <a:t>位置编码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413963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B9F8E7-33EF-4944-A7CE-FD87595D7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解码器：逐层操作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CDE237-6F34-4E52-89E9-C0CBBB60C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708" y="1690688"/>
            <a:ext cx="8640584" cy="47469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0938F7-8D00-C31A-FA12-C69A59D19E63}"/>
              </a:ext>
            </a:extLst>
          </p:cNvPr>
          <p:cNvSpPr txBox="1"/>
          <p:nvPr/>
        </p:nvSpPr>
        <p:spPr>
          <a:xfrm>
            <a:off x="3207026" y="5904989"/>
            <a:ext cx="24878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I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BC24AE-6FE1-E3C5-FD34-FA832A002C19}"/>
              </a:ext>
            </a:extLst>
          </p:cNvPr>
          <p:cNvSpPr txBox="1"/>
          <p:nvPr/>
        </p:nvSpPr>
        <p:spPr>
          <a:xfrm>
            <a:off x="3613659" y="5903819"/>
            <a:ext cx="88998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bought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CCC28B-8FB0-0034-8DD9-2C5D56820E13}"/>
              </a:ext>
            </a:extLst>
          </p:cNvPr>
          <p:cNvSpPr txBox="1"/>
          <p:nvPr/>
        </p:nvSpPr>
        <p:spPr>
          <a:xfrm>
            <a:off x="4460179" y="5903819"/>
            <a:ext cx="80021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books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5F1A3B-0B80-6837-7ACA-1D742207C737}"/>
              </a:ext>
            </a:extLst>
          </p:cNvPr>
          <p:cNvSpPr/>
          <p:nvPr/>
        </p:nvSpPr>
        <p:spPr>
          <a:xfrm>
            <a:off x="7019778" y="1690687"/>
            <a:ext cx="2349305" cy="923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A189C8-3D05-1DBB-50E0-37FA9930B537}"/>
              </a:ext>
            </a:extLst>
          </p:cNvPr>
          <p:cNvSpPr txBox="1"/>
          <p:nvPr/>
        </p:nvSpPr>
        <p:spPr>
          <a:xfrm>
            <a:off x="7076340" y="171616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708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38780A-D752-4D85-9F1E-5B1989FC6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解码器：逐层操作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6C19F28-61AB-4196-B019-DDE213C9F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727" y="1644897"/>
            <a:ext cx="8824546" cy="48479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0FD08A-8534-C7F4-9CC9-FA97D4778CEA}"/>
              </a:ext>
            </a:extLst>
          </p:cNvPr>
          <p:cNvSpPr txBox="1"/>
          <p:nvPr/>
        </p:nvSpPr>
        <p:spPr>
          <a:xfrm>
            <a:off x="3207026" y="5904989"/>
            <a:ext cx="24878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I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DB41E-F219-3E21-36F3-652B9B2CDC44}"/>
              </a:ext>
            </a:extLst>
          </p:cNvPr>
          <p:cNvSpPr txBox="1"/>
          <p:nvPr/>
        </p:nvSpPr>
        <p:spPr>
          <a:xfrm>
            <a:off x="3613659" y="5903819"/>
            <a:ext cx="88998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bought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0415E8-8CBE-DF66-E745-1C1D08D7A8A2}"/>
              </a:ext>
            </a:extLst>
          </p:cNvPr>
          <p:cNvSpPr txBox="1"/>
          <p:nvPr/>
        </p:nvSpPr>
        <p:spPr>
          <a:xfrm>
            <a:off x="4460179" y="5903819"/>
            <a:ext cx="80021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books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86237E-F7A5-54E3-3D12-F7E2BAEB7A99}"/>
              </a:ext>
            </a:extLst>
          </p:cNvPr>
          <p:cNvSpPr/>
          <p:nvPr/>
        </p:nvSpPr>
        <p:spPr>
          <a:xfrm>
            <a:off x="7019779" y="1690687"/>
            <a:ext cx="3599454" cy="8696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06DE9A-E8F4-8B0C-8F5A-D33D3CEEBACB}"/>
              </a:ext>
            </a:extLst>
          </p:cNvPr>
          <p:cNvSpPr txBox="1"/>
          <p:nvPr/>
        </p:nvSpPr>
        <p:spPr>
          <a:xfrm>
            <a:off x="7076340" y="171616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我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140215-05A9-0E30-2163-A887FF20C7D5}"/>
              </a:ext>
            </a:extLst>
          </p:cNvPr>
          <p:cNvSpPr txBox="1"/>
          <p:nvPr/>
        </p:nvSpPr>
        <p:spPr>
          <a:xfrm>
            <a:off x="7645935" y="171616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买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AD2942-F083-24FD-9047-C14CB0A2751F}"/>
              </a:ext>
            </a:extLst>
          </p:cNvPr>
          <p:cNvSpPr/>
          <p:nvPr/>
        </p:nvSpPr>
        <p:spPr>
          <a:xfrm>
            <a:off x="6931604" y="5934672"/>
            <a:ext cx="2437479" cy="5582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8D5B5D-D8A4-9081-5666-48152EA8E3FB}"/>
              </a:ext>
            </a:extLst>
          </p:cNvPr>
          <p:cNvSpPr txBox="1"/>
          <p:nvPr/>
        </p:nvSpPr>
        <p:spPr>
          <a:xfrm>
            <a:off x="7014182" y="595569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我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A63538-CB5A-B986-6E77-BAFF921FA284}"/>
              </a:ext>
            </a:extLst>
          </p:cNvPr>
          <p:cNvSpPr txBox="1"/>
          <p:nvPr/>
        </p:nvSpPr>
        <p:spPr>
          <a:xfrm>
            <a:off x="7613522" y="594518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买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122107-562A-93EB-A708-BD3D9A872601}"/>
              </a:ext>
            </a:extLst>
          </p:cNvPr>
          <p:cNvSpPr txBox="1"/>
          <p:nvPr/>
        </p:nvSpPr>
        <p:spPr>
          <a:xfrm>
            <a:off x="8299760" y="171540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了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254439-8450-2FB2-BDFB-60981148EABA}"/>
              </a:ext>
            </a:extLst>
          </p:cNvPr>
          <p:cNvSpPr txBox="1"/>
          <p:nvPr/>
        </p:nvSpPr>
        <p:spPr>
          <a:xfrm>
            <a:off x="8259812" y="593467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了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4B9CA1-D04B-392B-679E-EE35D55336E8}"/>
              </a:ext>
            </a:extLst>
          </p:cNvPr>
          <p:cNvSpPr txBox="1"/>
          <p:nvPr/>
        </p:nvSpPr>
        <p:spPr>
          <a:xfrm>
            <a:off x="8867091" y="171540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书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27F993-1CE1-E275-0BD6-8F46D2629803}"/>
              </a:ext>
            </a:extLst>
          </p:cNvPr>
          <p:cNvSpPr txBox="1"/>
          <p:nvPr/>
        </p:nvSpPr>
        <p:spPr>
          <a:xfrm>
            <a:off x="8761576" y="593534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70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4" grpId="0"/>
      <p:bldP spid="15" grpId="0"/>
      <p:bldP spid="1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4">
            <a:extLst>
              <a:ext uri="{FF2B5EF4-FFF2-40B4-BE49-F238E27FC236}">
                <a16:creationId xmlns:a16="http://schemas.microsoft.com/office/drawing/2014/main" id="{FBEC8BF4-FB31-587C-F07A-2EB386257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936" y="1116769"/>
            <a:ext cx="4139984" cy="5060194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48E41FC-D316-D647-F489-5E8AA4586CA1}"/>
              </a:ext>
            </a:extLst>
          </p:cNvPr>
          <p:cNvSpPr/>
          <p:nvPr/>
        </p:nvSpPr>
        <p:spPr>
          <a:xfrm>
            <a:off x="9613900" y="2122072"/>
            <a:ext cx="1739900" cy="3251199"/>
          </a:xfrm>
          <a:prstGeom prst="roundRect">
            <a:avLst>
              <a:gd name="adj" fmla="val 8940"/>
            </a:avLst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6BE48D-9051-B131-2AED-9D1C31F8AB64}"/>
              </a:ext>
            </a:extLst>
          </p:cNvPr>
          <p:cNvSpPr txBox="1"/>
          <p:nvPr/>
        </p:nvSpPr>
        <p:spPr>
          <a:xfrm>
            <a:off x="10762572" y="1683862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latin typeface="SimHei" panose="02010609060101010101" pitchFamily="49" charset="-122"/>
                <a:ea typeface="SimHei" panose="02010609060101010101" pitchFamily="49" charset="-122"/>
                <a:cs typeface="Calibri" panose="020F0502020204030204" pitchFamily="34" charset="0"/>
              </a:rPr>
              <a:t>解码器</a:t>
            </a:r>
            <a:endParaRPr lang="en-US" sz="2000">
              <a:latin typeface="SimHei" panose="02010609060101010101" pitchFamily="49" charset="-122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01A2B-9842-B5B3-3903-4A59884AF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Transformer</a:t>
            </a:r>
            <a:r>
              <a:rPr lang="zh-CN" altLang="en-US"/>
              <a:t> 解码器的总结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BD44A-C586-85A3-2813-91D3E61E6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769"/>
            <a:ext cx="7414549" cy="5060194"/>
          </a:xfrm>
        </p:spPr>
        <p:txBody>
          <a:bodyPr vert="horz" lIns="91440" tIns="45720" rIns="91440" bIns="45720" rtlCol="0">
            <a:noAutofit/>
          </a:bodyPr>
          <a:lstStyle/>
          <a:p>
            <a:pPr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整体上采用与</a:t>
            </a:r>
            <a:r>
              <a:rPr lang="en-US" altLang="zh-CN" dirty="0"/>
              <a:t>Transformer</a:t>
            </a:r>
            <a:r>
              <a:rPr lang="zh-CN" altLang="en-US" dirty="0"/>
              <a:t>编码器类似的架构</a:t>
            </a:r>
            <a:endParaRPr lang="en-US" altLang="zh-CN" dirty="0"/>
          </a:p>
          <a:p>
            <a:pPr lvl="2"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输入包括位置编码与词向量</a:t>
            </a:r>
            <a:endParaRPr lang="en-US" altLang="zh-CN" dirty="0"/>
          </a:p>
          <a:p>
            <a:pPr lvl="2"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基于多头注意力计算不同内容的权重</a:t>
            </a:r>
            <a:endParaRPr lang="en-US" altLang="zh-CN" dirty="0"/>
          </a:p>
          <a:p>
            <a:pPr lvl="3"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使用掩码多头注意力计算上文内容的权重</a:t>
            </a:r>
            <a:endParaRPr lang="en-US" altLang="zh-CN" dirty="0"/>
          </a:p>
          <a:p>
            <a:pPr lvl="3"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使用交叉注意力融合编码器信息</a:t>
            </a:r>
            <a:endParaRPr lang="en-US" altLang="zh-CN" dirty="0"/>
          </a:p>
          <a:p>
            <a:pPr lvl="2"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包括前馈层，相加和归一化机制</a:t>
            </a:r>
            <a:endParaRPr lang="en-US" altLang="zh-CN" dirty="0"/>
          </a:p>
          <a:p>
            <a:pPr lvl="2"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通过</a:t>
            </a:r>
            <a:r>
              <a:rPr lang="en-US" altLang="zh-CN" dirty="0" err="1"/>
              <a:t>softmax</a:t>
            </a:r>
            <a:r>
              <a:rPr lang="zh-CN" altLang="en-US" dirty="0"/>
              <a:t>层预测输出</a:t>
            </a:r>
            <a:endParaRPr lang="en-US" altLang="zh-CN" dirty="0"/>
          </a:p>
          <a:p>
            <a:pPr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endParaRPr lang="en-US" altLang="en-US" dirty="0"/>
          </a:p>
          <a:p>
            <a:pPr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en-US" dirty="0" err="1"/>
              <a:t>通过堆叠实现层数的增加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0712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4FED7-ECDB-0838-374B-F00A0E81C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4">
            <a:extLst>
              <a:ext uri="{FF2B5EF4-FFF2-40B4-BE49-F238E27FC236}">
                <a16:creationId xmlns:a16="http://schemas.microsoft.com/office/drawing/2014/main" id="{AAF2B6FD-3AE1-5C32-F669-6AAC901F7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936" y="1116769"/>
            <a:ext cx="4139984" cy="5060194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E4ADB1C-42AA-1C81-978E-17AFD631EDB6}"/>
              </a:ext>
            </a:extLst>
          </p:cNvPr>
          <p:cNvSpPr/>
          <p:nvPr/>
        </p:nvSpPr>
        <p:spPr>
          <a:xfrm>
            <a:off x="9613900" y="2122072"/>
            <a:ext cx="1739900" cy="3251199"/>
          </a:xfrm>
          <a:prstGeom prst="roundRect">
            <a:avLst>
              <a:gd name="adj" fmla="val 8940"/>
            </a:avLst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0B32D9-1A21-BAFA-9FEF-8EC184716D61}"/>
              </a:ext>
            </a:extLst>
          </p:cNvPr>
          <p:cNvSpPr txBox="1"/>
          <p:nvPr/>
        </p:nvSpPr>
        <p:spPr>
          <a:xfrm>
            <a:off x="10762572" y="1683862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latin typeface="SimHei" panose="02010609060101010101" pitchFamily="49" charset="-122"/>
                <a:ea typeface="SimHei" panose="02010609060101010101" pitchFamily="49" charset="-122"/>
                <a:cs typeface="Calibri" panose="020F0502020204030204" pitchFamily="34" charset="0"/>
              </a:rPr>
              <a:t>解码器</a:t>
            </a:r>
            <a:endParaRPr lang="en-US" sz="2000">
              <a:latin typeface="SimHei" panose="02010609060101010101" pitchFamily="49" charset="-122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4072A-2347-DF9E-0EE7-2576A0C3A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Transformer</a:t>
            </a:r>
            <a:r>
              <a:rPr lang="zh-CN" altLang="en-US"/>
              <a:t> 解码器的总结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3BCCC-86C2-7408-6391-DD3C06359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769"/>
            <a:ext cx="7414549" cy="5060194"/>
          </a:xfrm>
        </p:spPr>
        <p:txBody>
          <a:bodyPr vert="horz" lIns="91440" tIns="45720" rIns="91440" bIns="45720" rtlCol="0">
            <a:noAutofit/>
          </a:bodyPr>
          <a:lstStyle/>
          <a:p>
            <a:pPr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dirty="0"/>
              <a:t>Transformer</a:t>
            </a:r>
            <a:r>
              <a:rPr lang="zh-CN" altLang="en-US" dirty="0"/>
              <a:t>解码器的独特之处</a:t>
            </a:r>
            <a:endParaRPr lang="en-US" altLang="zh-CN" dirty="0"/>
          </a:p>
          <a:p>
            <a:pPr lvl="2"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en-US" dirty="0" err="1"/>
              <a:t>使用掩码机制</a:t>
            </a:r>
            <a:r>
              <a:rPr lang="zh-CN" altLang="en-US" dirty="0"/>
              <a:t>，实现单向信息编码</a:t>
            </a:r>
            <a:endParaRPr lang="en-US" altLang="zh-CN" dirty="0"/>
          </a:p>
          <a:p>
            <a:pPr lvl="2"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使用交叉注意力机制融合编码器信息</a:t>
            </a:r>
            <a:endParaRPr lang="en-US" altLang="zh-CN" dirty="0"/>
          </a:p>
          <a:p>
            <a:pPr lvl="2"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en-US" dirty="0" err="1"/>
              <a:t>使用类似RNN的方法</a:t>
            </a:r>
            <a:r>
              <a:rPr lang="zh-CN" altLang="en-US" dirty="0"/>
              <a:t>，自回归地逐词生成内容</a:t>
            </a:r>
            <a:endParaRPr lang="en-US" altLang="zh-C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915E989-7D00-8841-440C-868E13A30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360" y="3429000"/>
            <a:ext cx="5300472" cy="291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8330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90834-DD5C-8D6E-7DE8-AECA12877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4">
            <a:extLst>
              <a:ext uri="{FF2B5EF4-FFF2-40B4-BE49-F238E27FC236}">
                <a16:creationId xmlns:a16="http://schemas.microsoft.com/office/drawing/2014/main" id="{E6F1B963-6D69-3945-E390-C2EC34F95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936" y="1116769"/>
            <a:ext cx="4139984" cy="5060194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3A98AAA-B6F8-035A-82FC-C73E5F3C57CA}"/>
              </a:ext>
            </a:extLst>
          </p:cNvPr>
          <p:cNvSpPr/>
          <p:nvPr/>
        </p:nvSpPr>
        <p:spPr>
          <a:xfrm>
            <a:off x="9613900" y="2122072"/>
            <a:ext cx="1739900" cy="3251199"/>
          </a:xfrm>
          <a:prstGeom prst="roundRect">
            <a:avLst>
              <a:gd name="adj" fmla="val 8940"/>
            </a:avLst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E7C539-11A4-7856-035A-301368C758D0}"/>
              </a:ext>
            </a:extLst>
          </p:cNvPr>
          <p:cNvSpPr txBox="1"/>
          <p:nvPr/>
        </p:nvSpPr>
        <p:spPr>
          <a:xfrm>
            <a:off x="10762572" y="1683862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latin typeface="SimHei" panose="02010609060101010101" pitchFamily="49" charset="-122"/>
                <a:ea typeface="SimHei" panose="02010609060101010101" pitchFamily="49" charset="-122"/>
                <a:cs typeface="Calibri" panose="020F0502020204030204" pitchFamily="34" charset="0"/>
              </a:rPr>
              <a:t>解码器</a:t>
            </a:r>
            <a:endParaRPr lang="en-US" sz="2000">
              <a:latin typeface="SimHei" panose="02010609060101010101" pitchFamily="49" charset="-122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725573-38C4-87A2-331A-76A02A796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Transformer</a:t>
            </a:r>
            <a:r>
              <a:rPr lang="zh-CN" altLang="en-US"/>
              <a:t> 解码器的总结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5E46C-4E08-5084-49F3-6AFEE28C7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769"/>
            <a:ext cx="7414549" cy="5060194"/>
          </a:xfrm>
        </p:spPr>
        <p:txBody>
          <a:bodyPr vert="horz" lIns="91440" tIns="45720" rIns="91440" bIns="45720" rtlCol="0">
            <a:noAutofit/>
          </a:bodyPr>
          <a:lstStyle/>
          <a:p>
            <a:pPr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掩码多头注意力机制</a:t>
            </a:r>
            <a:endParaRPr lang="en-US" altLang="zh-CN" dirty="0"/>
          </a:p>
          <a:p>
            <a:pPr lvl="2"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解码器一般用于生成任务，其任务特点决定了模型仅能获取单方向信息（即左边的上文信息）</a:t>
            </a:r>
            <a:endParaRPr lang="en-US" altLang="zh-CN" dirty="0"/>
          </a:p>
          <a:p>
            <a:pPr lvl="2"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通过掩码，模型无法访问未来的单词；同时，模型可以在训练中并行执行，增加训练效率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97576F-3A28-DE97-EF4E-DDFEA9CB5612}"/>
              </a:ext>
            </a:extLst>
          </p:cNvPr>
          <p:cNvGrpSpPr/>
          <p:nvPr/>
        </p:nvGrpSpPr>
        <p:grpSpPr>
          <a:xfrm>
            <a:off x="776661" y="4575946"/>
            <a:ext cx="1040373" cy="1087153"/>
            <a:chOff x="9393730" y="4594955"/>
            <a:chExt cx="1040373" cy="1087153"/>
          </a:xfrm>
          <a:solidFill>
            <a:schemeClr val="accent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EEEE7AC-4834-62D7-52F9-0E2B0A790E74}"/>
                </a:ext>
              </a:extLst>
            </p:cNvPr>
            <p:cNvSpPr/>
            <p:nvPr/>
          </p:nvSpPr>
          <p:spPr>
            <a:xfrm rot="16200000">
              <a:off x="9393730" y="5452714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AA515C1-A777-996E-C0FB-EE299A1488EB}"/>
                </a:ext>
              </a:extLst>
            </p:cNvPr>
            <p:cNvSpPr/>
            <p:nvPr/>
          </p:nvSpPr>
          <p:spPr>
            <a:xfrm rot="16200000">
              <a:off x="9393730" y="5167510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52F9DF1-475C-551C-C025-ED68099D9E66}"/>
                </a:ext>
              </a:extLst>
            </p:cNvPr>
            <p:cNvSpPr/>
            <p:nvPr/>
          </p:nvSpPr>
          <p:spPr>
            <a:xfrm rot="16200000">
              <a:off x="9393730" y="4882307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B17B0BC-6D51-E3E9-7F4B-5ADD356C9D8F}"/>
                </a:ext>
              </a:extLst>
            </p:cNvPr>
            <p:cNvSpPr/>
            <p:nvPr/>
          </p:nvSpPr>
          <p:spPr>
            <a:xfrm rot="16200000">
              <a:off x="9393730" y="4597103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06701FF-6C7D-8462-EF1E-215C3CEB9CE0}"/>
                </a:ext>
              </a:extLst>
            </p:cNvPr>
            <p:cNvSpPr/>
            <p:nvPr/>
          </p:nvSpPr>
          <p:spPr>
            <a:xfrm rot="16200000">
              <a:off x="9658625" y="5452714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6E2B4-EDE9-9895-82F2-213479356C41}"/>
                </a:ext>
              </a:extLst>
            </p:cNvPr>
            <p:cNvSpPr/>
            <p:nvPr/>
          </p:nvSpPr>
          <p:spPr>
            <a:xfrm rot="16200000">
              <a:off x="9658625" y="5167510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D574259-45F8-F5E3-0434-60A5D490973E}"/>
                </a:ext>
              </a:extLst>
            </p:cNvPr>
            <p:cNvSpPr/>
            <p:nvPr/>
          </p:nvSpPr>
          <p:spPr>
            <a:xfrm rot="16200000">
              <a:off x="9658625" y="4882307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A4178B8-EAAA-465B-6368-70CFD330769D}"/>
                </a:ext>
              </a:extLst>
            </p:cNvPr>
            <p:cNvSpPr/>
            <p:nvPr/>
          </p:nvSpPr>
          <p:spPr>
            <a:xfrm rot="16200000">
              <a:off x="9658625" y="4597103"/>
              <a:ext cx="229394" cy="2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E65D92A-DC29-B4BC-9BC5-20A1154B3073}"/>
                </a:ext>
              </a:extLst>
            </p:cNvPr>
            <p:cNvSpPr/>
            <p:nvPr/>
          </p:nvSpPr>
          <p:spPr>
            <a:xfrm rot="16200000">
              <a:off x="9923519" y="5452714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87C29D8-1B26-89E9-EE43-83A47DB91EEC}"/>
                </a:ext>
              </a:extLst>
            </p:cNvPr>
            <p:cNvSpPr/>
            <p:nvPr/>
          </p:nvSpPr>
          <p:spPr>
            <a:xfrm rot="16200000">
              <a:off x="9923519" y="5167510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C404987-6373-E184-7851-E8C871B3FCBA}"/>
                </a:ext>
              </a:extLst>
            </p:cNvPr>
            <p:cNvSpPr/>
            <p:nvPr/>
          </p:nvSpPr>
          <p:spPr>
            <a:xfrm rot="16200000">
              <a:off x="9923519" y="4882307"/>
              <a:ext cx="229394" cy="2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4CF99A9-90B3-99F3-5DEF-73AFC598C184}"/>
                </a:ext>
              </a:extLst>
            </p:cNvPr>
            <p:cNvSpPr/>
            <p:nvPr/>
          </p:nvSpPr>
          <p:spPr>
            <a:xfrm rot="16200000">
              <a:off x="9923519" y="4597103"/>
              <a:ext cx="229394" cy="2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F72EC17-DEBC-56AF-E7C3-8F100F998415}"/>
                </a:ext>
              </a:extLst>
            </p:cNvPr>
            <p:cNvSpPr/>
            <p:nvPr/>
          </p:nvSpPr>
          <p:spPr>
            <a:xfrm rot="16200000">
              <a:off x="10204709" y="5450566"/>
              <a:ext cx="229394" cy="2293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559365C-FF10-44AF-51D9-3DD118413490}"/>
                </a:ext>
              </a:extLst>
            </p:cNvPr>
            <p:cNvSpPr/>
            <p:nvPr/>
          </p:nvSpPr>
          <p:spPr>
            <a:xfrm rot="16200000">
              <a:off x="10204709" y="5165362"/>
              <a:ext cx="229394" cy="2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1EAE933-1730-58A8-DEB2-DBF6E73EE286}"/>
                </a:ext>
              </a:extLst>
            </p:cNvPr>
            <p:cNvSpPr/>
            <p:nvPr/>
          </p:nvSpPr>
          <p:spPr>
            <a:xfrm rot="16200000">
              <a:off x="10204709" y="4880159"/>
              <a:ext cx="229394" cy="2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A3CAD28-2BBE-671B-6D45-C10A5735BC4C}"/>
                </a:ext>
              </a:extLst>
            </p:cNvPr>
            <p:cNvSpPr/>
            <p:nvPr/>
          </p:nvSpPr>
          <p:spPr>
            <a:xfrm rot="16200000">
              <a:off x="10204709" y="4594955"/>
              <a:ext cx="229394" cy="2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46EB7232-3C75-1524-9EC8-A0DD2B5C3A87}"/>
              </a:ext>
            </a:extLst>
          </p:cNvPr>
          <p:cNvSpPr txBox="1"/>
          <p:nvPr/>
        </p:nvSpPr>
        <p:spPr>
          <a:xfrm>
            <a:off x="574537" y="4037568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Masked</a:t>
            </a:r>
            <a:r>
              <a:rPr lang="zh-CN" altLang="en-US" dirty="0"/>
              <a:t> </a:t>
            </a:r>
            <a:r>
              <a:rPr lang="en-US" altLang="zh-CN" dirty="0"/>
              <a:t>QK</a:t>
            </a:r>
            <a:r>
              <a:rPr lang="en-US" altLang="zh-CN" baseline="30000" dirty="0"/>
              <a:t>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FE2A2D6-A2DF-CA9A-18BB-234D17BC958A}"/>
                  </a:ext>
                </a:extLst>
              </p:cNvPr>
              <p:cNvSpPr txBox="1"/>
              <p:nvPr/>
            </p:nvSpPr>
            <p:spPr>
              <a:xfrm>
                <a:off x="3316033" y="4465273"/>
                <a:ext cx="2873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FE2A2D6-A2DF-CA9A-18BB-234D17BC9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6033" y="4465273"/>
                <a:ext cx="287322" cy="276999"/>
              </a:xfrm>
              <a:prstGeom prst="rect">
                <a:avLst/>
              </a:prstGeom>
              <a:blipFill>
                <a:blip r:embed="rId4"/>
                <a:stretch>
                  <a:fillRect l="-13043" r="-4348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63B8D0E-0385-2CF5-3FCA-2CF72E76554E}"/>
                  </a:ext>
                </a:extLst>
              </p:cNvPr>
              <p:cNvSpPr txBox="1"/>
              <p:nvPr/>
            </p:nvSpPr>
            <p:spPr>
              <a:xfrm>
                <a:off x="3322129" y="4776683"/>
                <a:ext cx="2926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63B8D0E-0385-2CF5-3FCA-2CF72E765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129" y="4776683"/>
                <a:ext cx="292644" cy="276999"/>
              </a:xfrm>
              <a:prstGeom prst="rect">
                <a:avLst/>
              </a:prstGeom>
              <a:blipFill>
                <a:blip r:embed="rId5"/>
                <a:stretch>
                  <a:fillRect l="-8333" r="-4167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A760779-F45A-93F7-D494-3E82472D46EF}"/>
                  </a:ext>
                </a:extLst>
              </p:cNvPr>
              <p:cNvSpPr txBox="1"/>
              <p:nvPr/>
            </p:nvSpPr>
            <p:spPr>
              <a:xfrm>
                <a:off x="3319081" y="5081680"/>
                <a:ext cx="2926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A760779-F45A-93F7-D494-3E82472D4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081" y="5081680"/>
                <a:ext cx="292644" cy="276999"/>
              </a:xfrm>
              <a:prstGeom prst="rect">
                <a:avLst/>
              </a:prstGeom>
              <a:blipFill>
                <a:blip r:embed="rId6"/>
                <a:stretch>
                  <a:fillRect l="-8333" r="-4167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DD1E60C-2291-A278-E311-A8B0B4DB705F}"/>
                  </a:ext>
                </a:extLst>
              </p:cNvPr>
              <p:cNvSpPr txBox="1"/>
              <p:nvPr/>
            </p:nvSpPr>
            <p:spPr>
              <a:xfrm>
                <a:off x="3306889" y="5423252"/>
                <a:ext cx="2827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DD1E60C-2291-A278-E311-A8B0B4DB7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6889" y="5423252"/>
                <a:ext cx="282770" cy="276999"/>
              </a:xfrm>
              <a:prstGeom prst="rect">
                <a:avLst/>
              </a:prstGeom>
              <a:blipFill>
                <a:blip r:embed="rId7"/>
                <a:stretch>
                  <a:fillRect l="-8696" r="-4348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76230072-EE55-8BB4-23F2-0B4EDD71EE8E}"/>
              </a:ext>
            </a:extLst>
          </p:cNvPr>
          <p:cNvGrpSpPr/>
          <p:nvPr/>
        </p:nvGrpSpPr>
        <p:grpSpPr>
          <a:xfrm>
            <a:off x="2481017" y="4541584"/>
            <a:ext cx="759183" cy="1085005"/>
            <a:chOff x="6843089" y="2727932"/>
            <a:chExt cx="1664221" cy="2378463"/>
          </a:xfrm>
          <a:solidFill>
            <a:schemeClr val="accent5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8E0FFCD-CA84-3F18-6376-601BAF3C7EFA}"/>
                </a:ext>
              </a:extLst>
            </p:cNvPr>
            <p:cNvSpPr/>
            <p:nvPr/>
          </p:nvSpPr>
          <p:spPr>
            <a:xfrm rot="16200000">
              <a:off x="6843089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9F022A9-F6A1-4CDA-C2C9-B87521F63AB6}"/>
                </a:ext>
              </a:extLst>
            </p:cNvPr>
            <p:cNvSpPr/>
            <p:nvPr/>
          </p:nvSpPr>
          <p:spPr>
            <a:xfrm rot="16200000">
              <a:off x="6843089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DD2A66E-A04A-E1A4-C948-083B5D85521C}"/>
                </a:ext>
              </a:extLst>
            </p:cNvPr>
            <p:cNvSpPr/>
            <p:nvPr/>
          </p:nvSpPr>
          <p:spPr>
            <a:xfrm rot="16200000">
              <a:off x="6843089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E901CC4-C875-7400-88C7-0B7307FFFFA4}"/>
                </a:ext>
              </a:extLst>
            </p:cNvPr>
            <p:cNvSpPr/>
            <p:nvPr/>
          </p:nvSpPr>
          <p:spPr>
            <a:xfrm rot="16200000">
              <a:off x="6843089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42A052E-4379-05D4-B6E1-F2044462B906}"/>
                </a:ext>
              </a:extLst>
            </p:cNvPr>
            <p:cNvSpPr/>
            <p:nvPr/>
          </p:nvSpPr>
          <p:spPr>
            <a:xfrm rot="16200000">
              <a:off x="7423770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D2D6533-9FBC-5AE6-93C1-5A242A4E991B}"/>
                </a:ext>
              </a:extLst>
            </p:cNvPr>
            <p:cNvSpPr/>
            <p:nvPr/>
          </p:nvSpPr>
          <p:spPr>
            <a:xfrm rot="16200000">
              <a:off x="7423770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1A234AD-160B-359C-4E6B-18CDB1F381A1}"/>
                </a:ext>
              </a:extLst>
            </p:cNvPr>
            <p:cNvSpPr/>
            <p:nvPr/>
          </p:nvSpPr>
          <p:spPr>
            <a:xfrm rot="16200000">
              <a:off x="7423770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2216724-2EAD-9801-7DAF-EFEA7EFBCD46}"/>
                </a:ext>
              </a:extLst>
            </p:cNvPr>
            <p:cNvSpPr/>
            <p:nvPr/>
          </p:nvSpPr>
          <p:spPr>
            <a:xfrm rot="16200000">
              <a:off x="7423770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2986582-DFB5-749A-CDD6-B66ABAE8E36C}"/>
                </a:ext>
              </a:extLst>
            </p:cNvPr>
            <p:cNvSpPr/>
            <p:nvPr/>
          </p:nvSpPr>
          <p:spPr>
            <a:xfrm rot="16200000">
              <a:off x="8004450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E0D2B76-F7A0-42D4-3633-63B73766C9B2}"/>
                </a:ext>
              </a:extLst>
            </p:cNvPr>
            <p:cNvSpPr/>
            <p:nvPr/>
          </p:nvSpPr>
          <p:spPr>
            <a:xfrm rot="16200000">
              <a:off x="8004450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6E91C0D-B61E-7072-642C-9AD3EECBBBE3}"/>
                </a:ext>
              </a:extLst>
            </p:cNvPr>
            <p:cNvSpPr/>
            <p:nvPr/>
          </p:nvSpPr>
          <p:spPr>
            <a:xfrm rot="16200000">
              <a:off x="8004450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4587DF4-741F-9DC4-B1F3-0630008F55BC}"/>
                </a:ext>
              </a:extLst>
            </p:cNvPr>
            <p:cNvSpPr/>
            <p:nvPr/>
          </p:nvSpPr>
          <p:spPr>
            <a:xfrm rot="16200000">
              <a:off x="8004450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CB2D355-C4FF-1CB0-5CD8-E090E0AF2C64}"/>
              </a:ext>
            </a:extLst>
          </p:cNvPr>
          <p:cNvGrpSpPr/>
          <p:nvPr/>
        </p:nvGrpSpPr>
        <p:grpSpPr>
          <a:xfrm>
            <a:off x="4281547" y="4520744"/>
            <a:ext cx="759183" cy="1085005"/>
            <a:chOff x="6843089" y="2727932"/>
            <a:chExt cx="1664221" cy="2378463"/>
          </a:xfr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9B2903D-4CD0-AA23-3949-CBBAC4A4581E}"/>
                </a:ext>
              </a:extLst>
            </p:cNvPr>
            <p:cNvSpPr/>
            <p:nvPr/>
          </p:nvSpPr>
          <p:spPr>
            <a:xfrm rot="16200000">
              <a:off x="6843089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61536D5-17B8-49D6-B92A-72F5B51B1BE0}"/>
                </a:ext>
              </a:extLst>
            </p:cNvPr>
            <p:cNvSpPr/>
            <p:nvPr/>
          </p:nvSpPr>
          <p:spPr>
            <a:xfrm rot="16200000">
              <a:off x="6843089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A6AD346-484D-4436-F7E4-DED658D9D9A2}"/>
                </a:ext>
              </a:extLst>
            </p:cNvPr>
            <p:cNvSpPr/>
            <p:nvPr/>
          </p:nvSpPr>
          <p:spPr>
            <a:xfrm rot="16200000">
              <a:off x="6843089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2884422-CDA1-55AE-7A12-6DA187338F66}"/>
                </a:ext>
              </a:extLst>
            </p:cNvPr>
            <p:cNvSpPr/>
            <p:nvPr/>
          </p:nvSpPr>
          <p:spPr>
            <a:xfrm rot="16200000">
              <a:off x="6843089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3B719CE-0929-A159-A3D1-2730849D6174}"/>
                </a:ext>
              </a:extLst>
            </p:cNvPr>
            <p:cNvSpPr/>
            <p:nvPr/>
          </p:nvSpPr>
          <p:spPr>
            <a:xfrm rot="16200000">
              <a:off x="7423770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825D341-C199-4B00-A6BF-A617945D0A57}"/>
                </a:ext>
              </a:extLst>
            </p:cNvPr>
            <p:cNvSpPr/>
            <p:nvPr/>
          </p:nvSpPr>
          <p:spPr>
            <a:xfrm rot="16200000">
              <a:off x="7423770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83E0AE3-6DB0-9A35-20EE-D0CD605D1DDA}"/>
                </a:ext>
              </a:extLst>
            </p:cNvPr>
            <p:cNvSpPr/>
            <p:nvPr/>
          </p:nvSpPr>
          <p:spPr>
            <a:xfrm rot="16200000">
              <a:off x="7423770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C07957E-427B-8F77-B823-FA66A3801214}"/>
                </a:ext>
              </a:extLst>
            </p:cNvPr>
            <p:cNvSpPr/>
            <p:nvPr/>
          </p:nvSpPr>
          <p:spPr>
            <a:xfrm rot="16200000">
              <a:off x="7423770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D60F946-7069-E9BE-3088-EA4BC3C4C8CF}"/>
                </a:ext>
              </a:extLst>
            </p:cNvPr>
            <p:cNvSpPr/>
            <p:nvPr/>
          </p:nvSpPr>
          <p:spPr>
            <a:xfrm rot="16200000">
              <a:off x="8004450" y="4603535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D3EE41F-B3D7-8925-4E83-87A84D2C8AED}"/>
                </a:ext>
              </a:extLst>
            </p:cNvPr>
            <p:cNvSpPr/>
            <p:nvPr/>
          </p:nvSpPr>
          <p:spPr>
            <a:xfrm rot="16200000">
              <a:off x="8004450" y="3978334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0C40C3F-C450-B07A-C8BA-63E4B89DAE62}"/>
                </a:ext>
              </a:extLst>
            </p:cNvPr>
            <p:cNvSpPr/>
            <p:nvPr/>
          </p:nvSpPr>
          <p:spPr>
            <a:xfrm rot="16200000">
              <a:off x="8004450" y="3353133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3323AAA-6CEC-A5FD-67EE-20A8A78249B6}"/>
                </a:ext>
              </a:extLst>
            </p:cNvPr>
            <p:cNvSpPr/>
            <p:nvPr/>
          </p:nvSpPr>
          <p:spPr>
            <a:xfrm rot="16200000">
              <a:off x="8004450" y="2727932"/>
              <a:ext cx="502860" cy="50286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08F8960-382D-C44A-7A52-236D794F5BC3}"/>
                  </a:ext>
                </a:extLst>
              </p:cNvPr>
              <p:cNvSpPr txBox="1"/>
              <p:nvPr/>
            </p:nvSpPr>
            <p:spPr>
              <a:xfrm>
                <a:off x="2033660" y="4890929"/>
                <a:ext cx="3145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08F8960-382D-C44A-7A52-236D794F5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660" y="4890929"/>
                <a:ext cx="31450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9F747D1-B59B-2A01-4DB1-A3F8B2DE40AC}"/>
                  </a:ext>
                </a:extLst>
              </p:cNvPr>
              <p:cNvSpPr txBox="1"/>
              <p:nvPr/>
            </p:nvSpPr>
            <p:spPr>
              <a:xfrm>
                <a:off x="3707971" y="4916536"/>
                <a:ext cx="4219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9F747D1-B59B-2A01-4DB1-A3F8B2DE4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71" y="4916536"/>
                <a:ext cx="42191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97C69FD-D89E-88DA-7AA8-4A22DE91062D}"/>
                  </a:ext>
                </a:extLst>
              </p:cNvPr>
              <p:cNvSpPr txBox="1"/>
              <p:nvPr/>
            </p:nvSpPr>
            <p:spPr>
              <a:xfrm>
                <a:off x="347080" y="5740511"/>
                <a:ext cx="1780296" cy="710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97C69FD-D89E-88DA-7AA8-4A22DE910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80" y="5740511"/>
                <a:ext cx="1780296" cy="710066"/>
              </a:xfrm>
              <a:prstGeom prst="rect">
                <a:avLst/>
              </a:prstGeom>
              <a:blipFill>
                <a:blip r:embed="rId10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6B4A4F2A-58B4-7044-E0A2-E84187D8B36E}"/>
              </a:ext>
            </a:extLst>
          </p:cNvPr>
          <p:cNvSpPr txBox="1"/>
          <p:nvPr/>
        </p:nvSpPr>
        <p:spPr>
          <a:xfrm>
            <a:off x="2716812" y="4001006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59AF60D-83E6-2F66-9BDF-93C853A1CEB1}"/>
                  </a:ext>
                </a:extLst>
              </p:cNvPr>
              <p:cNvSpPr txBox="1"/>
              <p:nvPr/>
            </p:nvSpPr>
            <p:spPr>
              <a:xfrm>
                <a:off x="5150237" y="4452646"/>
                <a:ext cx="343940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43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44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59AF60D-83E6-2F66-9BDF-93C853A1C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0237" y="4452646"/>
                <a:ext cx="3439403" cy="120032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16953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7D56B-9370-6C72-B75D-84361D6BF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4">
            <a:extLst>
              <a:ext uri="{FF2B5EF4-FFF2-40B4-BE49-F238E27FC236}">
                <a16:creationId xmlns:a16="http://schemas.microsoft.com/office/drawing/2014/main" id="{2A0FAE67-903E-63EB-847A-7E1776809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936" y="1116769"/>
            <a:ext cx="4139984" cy="5060194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38CB7BE-49C6-6F4D-08E2-ED19C118087B}"/>
              </a:ext>
            </a:extLst>
          </p:cNvPr>
          <p:cNvSpPr/>
          <p:nvPr/>
        </p:nvSpPr>
        <p:spPr>
          <a:xfrm>
            <a:off x="9613900" y="2122072"/>
            <a:ext cx="1739900" cy="3251199"/>
          </a:xfrm>
          <a:prstGeom prst="roundRect">
            <a:avLst>
              <a:gd name="adj" fmla="val 8940"/>
            </a:avLst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162B09-45DE-BACD-69AC-2D8ED01FFC02}"/>
              </a:ext>
            </a:extLst>
          </p:cNvPr>
          <p:cNvSpPr txBox="1"/>
          <p:nvPr/>
        </p:nvSpPr>
        <p:spPr>
          <a:xfrm>
            <a:off x="10762572" y="1683862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latin typeface="SimHei" panose="02010609060101010101" pitchFamily="49" charset="-122"/>
                <a:ea typeface="SimHei" panose="02010609060101010101" pitchFamily="49" charset="-122"/>
                <a:cs typeface="Calibri" panose="020F0502020204030204" pitchFamily="34" charset="0"/>
              </a:rPr>
              <a:t>解码器</a:t>
            </a:r>
            <a:endParaRPr lang="en-US" sz="2000">
              <a:latin typeface="SimHei" panose="02010609060101010101" pitchFamily="49" charset="-122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B0EF69-7AB2-6729-DFA1-454A4208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Transformer</a:t>
            </a:r>
            <a:r>
              <a:rPr lang="zh-CN" altLang="en-US"/>
              <a:t> 解码器的总结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2A3CC-0C36-244D-85D6-1B89C6326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116769"/>
            <a:ext cx="6866736" cy="5060194"/>
          </a:xfrm>
        </p:spPr>
        <p:txBody>
          <a:bodyPr vert="horz" lIns="91440" tIns="45720" rIns="91440" bIns="45720" rtlCol="0">
            <a:noAutofit/>
          </a:bodyPr>
          <a:lstStyle/>
          <a:p>
            <a:pPr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使用交叉注意力融合编码器信息</a:t>
            </a:r>
            <a:endParaRPr lang="en-US" altLang="zh-CN" dirty="0"/>
          </a:p>
          <a:p>
            <a:pPr lvl="2"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交叉注意力出现在</a:t>
            </a:r>
            <a:r>
              <a:rPr lang="en-US" altLang="zh-CN" dirty="0"/>
              <a:t>Transformer</a:t>
            </a:r>
            <a:r>
              <a:rPr lang="zh-CN" altLang="en-US" dirty="0"/>
              <a:t>解码器中的每一层</a:t>
            </a:r>
            <a:endParaRPr lang="en-US" altLang="zh-CN" dirty="0"/>
          </a:p>
          <a:p>
            <a:pPr lvl="2"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来自编码器的信息用作 </a:t>
            </a:r>
            <a:r>
              <a:rPr lang="en-US" altLang="zh-CN" dirty="0"/>
              <a:t>K </a:t>
            </a:r>
            <a:r>
              <a:rPr lang="zh-CN" altLang="en-US" dirty="0"/>
              <a:t>和 </a:t>
            </a:r>
            <a:r>
              <a:rPr lang="en-US" altLang="zh-CN" dirty="0"/>
              <a:t>V</a:t>
            </a:r>
            <a:r>
              <a:rPr lang="zh-CN" altLang="en-US" dirty="0"/>
              <a:t>，来自解码器的信息用作 </a:t>
            </a:r>
            <a:r>
              <a:rPr lang="en-US" altLang="zh-CN" dirty="0"/>
              <a:t>Q</a:t>
            </a:r>
          </a:p>
          <a:p>
            <a:pPr lvl="2"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使用解码器中的信息定位编码器输出的重要向量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A1EEC49-AABD-12DE-A6DD-CCD76B444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783135"/>
              </p:ext>
            </p:extLst>
          </p:nvPr>
        </p:nvGraphicFramePr>
        <p:xfrm>
          <a:off x="838200" y="4466999"/>
          <a:ext cx="6375615" cy="11887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25205">
                  <a:extLst>
                    <a:ext uri="{9D8B030D-6E8A-4147-A177-3AD203B41FA5}">
                      <a16:colId xmlns:a16="http://schemas.microsoft.com/office/drawing/2014/main" val="924827440"/>
                    </a:ext>
                  </a:extLst>
                </a:gridCol>
                <a:gridCol w="2125205">
                  <a:extLst>
                    <a:ext uri="{9D8B030D-6E8A-4147-A177-3AD203B41FA5}">
                      <a16:colId xmlns:a16="http://schemas.microsoft.com/office/drawing/2014/main" val="3797261646"/>
                    </a:ext>
                  </a:extLst>
                </a:gridCol>
                <a:gridCol w="2125205">
                  <a:extLst>
                    <a:ext uri="{9D8B030D-6E8A-4147-A177-3AD203B41FA5}">
                      <a16:colId xmlns:a16="http://schemas.microsoft.com/office/drawing/2014/main" val="3742851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00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自注意力</a:t>
                      </a:r>
                      <a:endParaRPr lang="en-US" sz="20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交叉注意力</a:t>
                      </a:r>
                      <a:endParaRPr lang="en-US" sz="20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072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Q来源</a:t>
                      </a:r>
                      <a:endParaRPr lang="en-US" sz="20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当前层自身</a:t>
                      </a:r>
                      <a:endParaRPr lang="en-US" sz="20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解码器自身</a:t>
                      </a:r>
                      <a:endParaRPr lang="en-US" sz="20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073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K</a:t>
                      </a:r>
                      <a:r>
                        <a:rPr lang="zh-CN" altLang="en-US" sz="2000" dirty="0"/>
                        <a:t>、</a:t>
                      </a:r>
                      <a:r>
                        <a:rPr lang="en-US" altLang="zh-CN" sz="2000" dirty="0"/>
                        <a:t>V</a:t>
                      </a:r>
                      <a:r>
                        <a:rPr lang="zh-CN" altLang="en-US" sz="2000" dirty="0"/>
                        <a:t>来源</a:t>
                      </a:r>
                      <a:endParaRPr lang="en-US" sz="20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当前层自身</a:t>
                      </a:r>
                      <a:endParaRPr lang="en-US" sz="20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编码器输出</a:t>
                      </a:r>
                      <a:endParaRPr lang="en-US" sz="20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594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1122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DF3FEE-B22A-462E-8CE2-CB7A31F6C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Transformer </a:t>
            </a:r>
            <a:r>
              <a:rPr lang="zh-CN" altLang="en-US" dirty="0"/>
              <a:t>原始论文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03CE7CA-0569-465E-922A-4BBEBA7BF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325" y="1224643"/>
            <a:ext cx="6550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0942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8F2606-282D-4F3E-978D-F320C4C3C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实验设定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1139EA-7C48-86F6-C561-9E0FAB919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769"/>
            <a:ext cx="10515600" cy="5060194"/>
          </a:xfrm>
        </p:spPr>
        <p:txBody>
          <a:bodyPr vert="horz" lIns="91440" tIns="45720" rIns="91440" bIns="45720" rtlCol="0">
            <a:noAutofit/>
          </a:bodyPr>
          <a:lstStyle/>
          <a:p>
            <a:pPr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机器翻译数据集</a:t>
            </a:r>
          </a:p>
          <a:p>
            <a:pPr lvl="2"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en-US" dirty="0"/>
              <a:t>WMT 2014 </a:t>
            </a:r>
            <a:r>
              <a:rPr lang="zh-CN" altLang="en-US" dirty="0"/>
              <a:t>英→德：约 </a:t>
            </a:r>
            <a:r>
              <a:rPr lang="en-US" altLang="zh-CN" dirty="0"/>
              <a:t>4.5</a:t>
            </a:r>
            <a:r>
              <a:rPr lang="en-US" altLang="en-US" dirty="0"/>
              <a:t>M </a:t>
            </a:r>
            <a:r>
              <a:rPr lang="zh-CN" altLang="en-US" dirty="0"/>
              <a:t>句对，</a:t>
            </a:r>
            <a:r>
              <a:rPr lang="en-US" altLang="en-US" dirty="0"/>
              <a:t>BPE </a:t>
            </a:r>
            <a:r>
              <a:rPr lang="zh-CN" altLang="en-US" dirty="0"/>
              <a:t>词汇量 ≈ </a:t>
            </a:r>
            <a:r>
              <a:rPr lang="en-US" altLang="zh-CN" dirty="0"/>
              <a:t>37 000 </a:t>
            </a:r>
          </a:p>
          <a:p>
            <a:pPr lvl="2"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en-US" dirty="0"/>
              <a:t>WMT 2014 </a:t>
            </a:r>
            <a:r>
              <a:rPr lang="zh-CN" altLang="en-US" dirty="0"/>
              <a:t>英→法：约 </a:t>
            </a:r>
            <a:r>
              <a:rPr lang="en-US" altLang="zh-CN" dirty="0"/>
              <a:t>36</a:t>
            </a:r>
            <a:r>
              <a:rPr lang="en-US" altLang="en-US" dirty="0"/>
              <a:t>M </a:t>
            </a:r>
            <a:r>
              <a:rPr lang="zh-CN" altLang="en-US" dirty="0"/>
              <a:t>句对，</a:t>
            </a:r>
            <a:r>
              <a:rPr lang="en-US" altLang="en-US" dirty="0"/>
              <a:t>word-piece </a:t>
            </a:r>
            <a:r>
              <a:rPr lang="zh-CN" altLang="en-US" dirty="0"/>
              <a:t>词汇量 ≈ </a:t>
            </a:r>
            <a:r>
              <a:rPr lang="en-US" altLang="zh-CN" dirty="0"/>
              <a:t>32 000 </a:t>
            </a:r>
          </a:p>
          <a:p>
            <a:pPr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endParaRPr lang="en-US" altLang="zh-CN" dirty="0"/>
          </a:p>
          <a:p>
            <a:pPr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模型参数</a:t>
            </a:r>
          </a:p>
          <a:p>
            <a:pPr lvl="2"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en-US" dirty="0"/>
              <a:t>Transformer </a:t>
            </a:r>
            <a:r>
              <a:rPr lang="zh-CN" altLang="en-US" dirty="0"/>
              <a:t>架构：纯注意力机制（无循环／卷积）</a:t>
            </a:r>
          </a:p>
          <a:p>
            <a:pPr lvl="2"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编码器和解码器各 </a:t>
            </a:r>
            <a:r>
              <a:rPr lang="en-US" altLang="zh-CN" dirty="0"/>
              <a:t>6 </a:t>
            </a:r>
            <a:r>
              <a:rPr lang="zh-CN" altLang="en-US" dirty="0"/>
              <a:t>层，隐藏维度 </a:t>
            </a:r>
            <a:r>
              <a:rPr lang="en-US" altLang="en-US" dirty="0"/>
              <a:t>512，</a:t>
            </a:r>
            <a:r>
              <a:rPr lang="zh-CN" altLang="en-US" dirty="0"/>
              <a:t>多头注意力 </a:t>
            </a:r>
            <a:r>
              <a:rPr lang="en-US" altLang="en-US" dirty="0"/>
              <a:t>h=8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31983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989D3-5D65-1C2B-5761-9A62D1948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FCEFE3-8986-1303-D654-AE53272B1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评价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64752C-6860-F150-A9C1-3D5E464014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099" y="1990090"/>
            <a:ext cx="8973802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0623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2F31BB-E27A-4C35-87F1-B96264568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参数微调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5B2AF70-A3E5-4C38-A096-14845B3089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152" y="1472499"/>
            <a:ext cx="7849695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5225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EAFF8-633C-BDE5-58A5-EF638C3CD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55D6100-DE4B-ADBE-747B-7F34704ADF1E}"/>
              </a:ext>
            </a:extLst>
          </p:cNvPr>
          <p:cNvGrpSpPr/>
          <p:nvPr/>
        </p:nvGrpSpPr>
        <p:grpSpPr>
          <a:xfrm>
            <a:off x="0" y="-1589"/>
            <a:ext cx="12191999" cy="768585"/>
            <a:chOff x="0" y="-1589"/>
            <a:chExt cx="12191999" cy="768585"/>
          </a:xfrm>
        </p:grpSpPr>
        <p:grpSp>
          <p:nvGrpSpPr>
            <p:cNvPr id="5" name="Group 9">
              <a:extLst>
                <a:ext uri="{FF2B5EF4-FFF2-40B4-BE49-F238E27FC236}">
                  <a16:creationId xmlns:a16="http://schemas.microsoft.com/office/drawing/2014/main" id="{FEB41695-4DAE-B3AC-1D20-E3B723246BB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0" y="-1589"/>
              <a:ext cx="12191999" cy="767234"/>
              <a:chOff x="-1" y="-1"/>
              <a:chExt cx="7719" cy="568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8B347F9-1316-12B6-08D9-47FCB57F2CB0}"/>
                  </a:ext>
                </a:extLst>
              </p:cNvPr>
              <p:cNvSpPr/>
              <p:nvPr/>
            </p:nvSpPr>
            <p:spPr bwMode="auto">
              <a:xfrm>
                <a:off x="1469" y="-1"/>
                <a:ext cx="6249" cy="568"/>
              </a:xfrm>
              <a:custGeom>
                <a:avLst/>
                <a:gdLst>
                  <a:gd name="T0" fmla="*/ 718 w 10599"/>
                  <a:gd name="T1" fmla="*/ 0 h 1172"/>
                  <a:gd name="T2" fmla="*/ 718 w 10599"/>
                  <a:gd name="T3" fmla="*/ 0 h 1172"/>
                  <a:gd name="T4" fmla="*/ 659 w 10599"/>
                  <a:gd name="T5" fmla="*/ 37 h 1172"/>
                  <a:gd name="T6" fmla="*/ 0 w 10599"/>
                  <a:gd name="T7" fmla="*/ 1172 h 1172"/>
                  <a:gd name="T8" fmla="*/ 10599 w 10599"/>
                  <a:gd name="T9" fmla="*/ 1172 h 1172"/>
                  <a:gd name="T10" fmla="*/ 10599 w 10599"/>
                  <a:gd name="T11" fmla="*/ 0 h 1172"/>
                  <a:gd name="T12" fmla="*/ 718 w 10599"/>
                  <a:gd name="T13" fmla="*/ 0 h 1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599" h="1172">
                    <a:moveTo>
                      <a:pt x="718" y="0"/>
                    </a:moveTo>
                    <a:lnTo>
                      <a:pt x="718" y="0"/>
                    </a:lnTo>
                    <a:lnTo>
                      <a:pt x="659" y="37"/>
                    </a:lnTo>
                    <a:lnTo>
                      <a:pt x="0" y="1172"/>
                    </a:lnTo>
                    <a:lnTo>
                      <a:pt x="10599" y="1172"/>
                    </a:lnTo>
                    <a:lnTo>
                      <a:pt x="10599" y="0"/>
                    </a:lnTo>
                    <a:lnTo>
                      <a:pt x="718" y="0"/>
                    </a:lnTo>
                    <a:close/>
                  </a:path>
                </a:pathLst>
              </a:custGeom>
              <a:solidFill>
                <a:srgbClr val="649EB2">
                  <a:lumMod val="20000"/>
                  <a:lumOff val="80000"/>
                </a:srgb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6223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9" name="AutoShape 8">
                <a:extLst>
                  <a:ext uri="{FF2B5EF4-FFF2-40B4-BE49-F238E27FC236}">
                    <a16:creationId xmlns:a16="http://schemas.microsoft.com/office/drawing/2014/main" id="{77362E6A-6290-E559-93AF-1E2C4A20F68E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-1" y="0"/>
                <a:ext cx="7713" cy="5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6223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" name="任意多边形: 形状 12">
              <a:extLst>
                <a:ext uri="{FF2B5EF4-FFF2-40B4-BE49-F238E27FC236}">
                  <a16:creationId xmlns:a16="http://schemas.microsoft.com/office/drawing/2014/main" id="{49AD8C16-2FBC-A27A-5100-EDF1BFA1F13F}"/>
                </a:ext>
              </a:extLst>
            </p:cNvPr>
            <p:cNvSpPr/>
            <p:nvPr/>
          </p:nvSpPr>
          <p:spPr bwMode="auto">
            <a:xfrm>
              <a:off x="0" y="-1589"/>
              <a:ext cx="9288002" cy="768585"/>
            </a:xfrm>
            <a:custGeom>
              <a:avLst/>
              <a:gdLst>
                <a:gd name="connsiteX0" fmla="*/ 0 w 9288002"/>
                <a:gd name="connsiteY0" fmla="*/ 0 h 768585"/>
                <a:gd name="connsiteX1" fmla="*/ 9288002 w 9288002"/>
                <a:gd name="connsiteY1" fmla="*/ 0 h 768585"/>
                <a:gd name="connsiteX2" fmla="*/ 8786022 w 9288002"/>
                <a:gd name="connsiteY2" fmla="*/ 754718 h 768585"/>
                <a:gd name="connsiteX3" fmla="*/ 8743383 w 9288002"/>
                <a:gd name="connsiteY3" fmla="*/ 768585 h 768585"/>
                <a:gd name="connsiteX4" fmla="*/ 0 w 9288002"/>
                <a:gd name="connsiteY4" fmla="*/ 768585 h 768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88002" h="768585">
                  <a:moveTo>
                    <a:pt x="0" y="0"/>
                  </a:moveTo>
                  <a:lnTo>
                    <a:pt x="9288002" y="0"/>
                  </a:lnTo>
                  <a:lnTo>
                    <a:pt x="8786022" y="754718"/>
                  </a:lnTo>
                  <a:lnTo>
                    <a:pt x="8743383" y="768585"/>
                  </a:lnTo>
                  <a:lnTo>
                    <a:pt x="0" y="768585"/>
                  </a:lnTo>
                  <a:close/>
                </a:path>
              </a:pathLst>
            </a:custGeom>
            <a:solidFill>
              <a:srgbClr val="203864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文本框 18">
              <a:extLst>
                <a:ext uri="{FF2B5EF4-FFF2-40B4-BE49-F238E27FC236}">
                  <a16:creationId xmlns:a16="http://schemas.microsoft.com/office/drawing/2014/main" id="{98D3EF44-949F-9F7F-82D5-C0432FE278FD}"/>
                </a:ext>
              </a:extLst>
            </p:cNvPr>
            <p:cNvSpPr txBox="1"/>
            <p:nvPr/>
          </p:nvSpPr>
          <p:spPr>
            <a:xfrm>
              <a:off x="350439" y="120418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zh-CN" altLang="en-US" sz="2800" b="1" dirty="0">
                  <a:solidFill>
                    <a:prstClr val="white"/>
                  </a:solidFill>
                  <a:cs typeface="+mn-ea"/>
                  <a:sym typeface="+mn-lt"/>
                </a:rPr>
                <a:t>参考阅读</a:t>
              </a:r>
            </a:p>
          </p:txBody>
        </p:sp>
      </p:grpSp>
      <p:sp>
        <p:nvSpPr>
          <p:cNvPr id="10" name="文本框 24">
            <a:extLst>
              <a:ext uri="{FF2B5EF4-FFF2-40B4-BE49-F238E27FC236}">
                <a16:creationId xmlns:a16="http://schemas.microsoft.com/office/drawing/2014/main" id="{72BB82E5-D5EF-6A1D-E86E-152055025CE2}"/>
              </a:ext>
            </a:extLst>
          </p:cNvPr>
          <p:cNvSpPr txBox="1"/>
          <p:nvPr/>
        </p:nvSpPr>
        <p:spPr>
          <a:xfrm>
            <a:off x="657774" y="841589"/>
            <a:ext cx="10723240" cy="549432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marL="228600" indent="-457200" algn="just">
              <a:lnSpc>
                <a:spcPct val="13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/>
            </a:pPr>
            <a:r>
              <a:rPr lang="en-US" sz="2400" dirty="0"/>
              <a:t>Dan </a:t>
            </a:r>
            <a:r>
              <a:rPr lang="en-US" sz="2400" dirty="0" err="1"/>
              <a:t>Jurafsky</a:t>
            </a:r>
            <a:r>
              <a:rPr lang="en-US" sz="2400" dirty="0"/>
              <a:t> and James H. Martin</a:t>
            </a:r>
            <a:r>
              <a:rPr lang="en-US" altLang="zh-CN" sz="2400" dirty="0"/>
              <a:t>.</a:t>
            </a:r>
            <a:r>
              <a:rPr lang="zh-CN" altLang="en-US" sz="2400" dirty="0"/>
              <a:t> </a:t>
            </a:r>
            <a:r>
              <a:rPr lang="en-US" altLang="zh-CN" sz="2400" dirty="0"/>
              <a:t>Speech and Language Processing (3rd ed. draft);</a:t>
            </a:r>
            <a:r>
              <a:rPr lang="zh-CN" altLang="en-US" sz="2400" dirty="0"/>
              <a:t> </a:t>
            </a:r>
            <a:r>
              <a:rPr lang="en-US" altLang="zh-CN" sz="2400" dirty="0"/>
              <a:t>Chapter</a:t>
            </a:r>
            <a:r>
              <a:rPr lang="zh-CN" altLang="en-US" sz="2400" dirty="0"/>
              <a:t> </a:t>
            </a:r>
            <a:r>
              <a:rPr lang="en-US" altLang="zh-CN" sz="2400" dirty="0"/>
              <a:t>9.</a:t>
            </a:r>
            <a:r>
              <a:rPr lang="zh-CN" altLang="en-US" sz="2400" dirty="0"/>
              <a:t> </a:t>
            </a:r>
            <a:r>
              <a:rPr lang="en-US" altLang="zh-CN" sz="2400" dirty="0"/>
              <a:t>2025</a:t>
            </a:r>
            <a:endParaRPr lang="en-US" sz="2400" dirty="0"/>
          </a:p>
          <a:p>
            <a:pPr marL="685800" lvl="1" indent="-457200" algn="just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spc="-45" dirty="0" err="1">
                <a:latin typeface="Calibri" panose="020F0502020204030204" pitchFamily="34" charset="0"/>
                <a:cs typeface="Calibri" panose="020F0502020204030204" pitchFamily="34" charset="0"/>
              </a:rPr>
              <a:t>系统介绍了</a:t>
            </a:r>
            <a:r>
              <a:rPr lang="en-US" altLang="zh-CN" sz="2400" spc="-45" dirty="0" err="1">
                <a:latin typeface="Calibri" panose="020F0502020204030204" pitchFamily="34" charset="0"/>
                <a:cs typeface="Calibri" panose="020F0502020204030204" pitchFamily="34" charset="0"/>
              </a:rPr>
              <a:t>Transformer</a:t>
            </a:r>
            <a:r>
              <a:rPr lang="en-US" sz="2400" spc="-45" dirty="0" err="1">
                <a:latin typeface="Calibri" panose="020F0502020204030204" pitchFamily="34" charset="0"/>
                <a:cs typeface="Calibri" panose="020F0502020204030204" pitchFamily="34" charset="0"/>
              </a:rPr>
              <a:t>的原理</a:t>
            </a:r>
            <a:r>
              <a:rPr lang="zh-CN" altLang="en-US" sz="2400" spc="-45" dirty="0">
                <a:latin typeface="Calibri" panose="020F0502020204030204" pitchFamily="34" charset="0"/>
                <a:cs typeface="Calibri" panose="020F0502020204030204" pitchFamily="34" charset="0"/>
              </a:rPr>
              <a:t>、优势以及局限</a:t>
            </a:r>
            <a:endParaRPr lang="en-US" altLang="zh-CN" sz="2400" spc="-45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457200" algn="just">
              <a:lnSpc>
                <a:spcPct val="13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/>
            </a:pPr>
            <a:endParaRPr lang="en-US" sz="2400" dirty="0"/>
          </a:p>
          <a:p>
            <a:pPr marL="228600" indent="-457200" algn="just">
              <a:lnSpc>
                <a:spcPct val="13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/>
            </a:pPr>
            <a:r>
              <a:rPr lang="en-US" sz="2400" dirty="0"/>
              <a:t>Jesse </a:t>
            </a:r>
            <a:r>
              <a:rPr lang="en-US" sz="2400" dirty="0" err="1"/>
              <a:t>Vig</a:t>
            </a:r>
            <a:r>
              <a:rPr lang="en-US" sz="2400" dirty="0"/>
              <a:t>. “A Multiscale Visualization of Attention in the Transformer Model.” 2019.</a:t>
            </a:r>
          </a:p>
          <a:p>
            <a:pPr marL="685800" lvl="1" indent="-457200" algn="just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400" spc="-45" dirty="0">
                <a:latin typeface="Calibri" panose="020F0502020204030204" pitchFamily="34" charset="0"/>
                <a:cs typeface="Calibri" panose="020F0502020204030204" pitchFamily="34" charset="0"/>
              </a:rPr>
              <a:t>开发多尺度可视化工具，从不同层次和粒度解读 </a:t>
            </a:r>
            <a:r>
              <a:rPr lang="en-US" altLang="zh-CN" sz="2400" spc="-45" dirty="0">
                <a:latin typeface="Calibri" panose="020F0502020204030204" pitchFamily="34" charset="0"/>
                <a:cs typeface="Calibri" panose="020F0502020204030204" pitchFamily="34" charset="0"/>
              </a:rPr>
              <a:t>Transformer </a:t>
            </a:r>
            <a:r>
              <a:rPr lang="zh-CN" altLang="en-US" sz="2400" spc="-45" dirty="0">
                <a:latin typeface="Calibri" panose="020F0502020204030204" pitchFamily="34" charset="0"/>
                <a:cs typeface="Calibri" panose="020F0502020204030204" pitchFamily="34" charset="0"/>
              </a:rPr>
              <a:t>的 </a:t>
            </a:r>
            <a:r>
              <a:rPr lang="en-US" altLang="zh-CN" sz="2400" spc="-45" dirty="0">
                <a:latin typeface="Calibri" panose="020F0502020204030204" pitchFamily="34" charset="0"/>
                <a:cs typeface="Calibri" panose="020F0502020204030204" pitchFamily="34" charset="0"/>
              </a:rPr>
              <a:t>attention </a:t>
            </a:r>
            <a:r>
              <a:rPr lang="zh-CN" altLang="en-US" sz="2400" spc="-45" dirty="0">
                <a:latin typeface="Calibri" panose="020F0502020204030204" pitchFamily="34" charset="0"/>
                <a:cs typeface="Calibri" panose="020F0502020204030204" pitchFamily="34" charset="0"/>
              </a:rPr>
              <a:t>分布；</a:t>
            </a:r>
          </a:p>
          <a:p>
            <a:pPr marL="685800" lvl="1" indent="-457200" algn="just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400" spc="-45" dirty="0">
                <a:latin typeface="Calibri" panose="020F0502020204030204" pitchFamily="34" charset="0"/>
                <a:cs typeface="Calibri" panose="020F0502020204030204" pitchFamily="34" charset="0"/>
              </a:rPr>
              <a:t>演示如何用该工具检测模型偏差、识别关键注意力头并关联到模型行为，大幅提升自注意力的可解释性。</a:t>
            </a:r>
          </a:p>
        </p:txBody>
      </p:sp>
    </p:spTree>
    <p:extLst>
      <p:ext uri="{BB962C8B-B14F-4D97-AF65-F5344CB8AC3E}">
        <p14:creationId xmlns:p14="http://schemas.microsoft.com/office/powerpoint/2010/main" val="4694492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1A052-9424-C194-C25A-A33D67138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1876070-8855-A212-5858-6EFFD1715260}"/>
              </a:ext>
            </a:extLst>
          </p:cNvPr>
          <p:cNvGrpSpPr/>
          <p:nvPr/>
        </p:nvGrpSpPr>
        <p:grpSpPr>
          <a:xfrm>
            <a:off x="0" y="-1589"/>
            <a:ext cx="12191999" cy="768585"/>
            <a:chOff x="0" y="-1589"/>
            <a:chExt cx="12191999" cy="768585"/>
          </a:xfrm>
        </p:grpSpPr>
        <p:grpSp>
          <p:nvGrpSpPr>
            <p:cNvPr id="5" name="Group 9">
              <a:extLst>
                <a:ext uri="{FF2B5EF4-FFF2-40B4-BE49-F238E27FC236}">
                  <a16:creationId xmlns:a16="http://schemas.microsoft.com/office/drawing/2014/main" id="{6EB69565-4EF2-47B4-6E82-B1DF4E71418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0" y="-1589"/>
              <a:ext cx="12191999" cy="767234"/>
              <a:chOff x="-1" y="-1"/>
              <a:chExt cx="7719" cy="568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DF828C0A-EDD2-B7F4-112A-9F00DCC27BAE}"/>
                  </a:ext>
                </a:extLst>
              </p:cNvPr>
              <p:cNvSpPr/>
              <p:nvPr/>
            </p:nvSpPr>
            <p:spPr bwMode="auto">
              <a:xfrm>
                <a:off x="1469" y="-1"/>
                <a:ext cx="6249" cy="568"/>
              </a:xfrm>
              <a:custGeom>
                <a:avLst/>
                <a:gdLst>
                  <a:gd name="T0" fmla="*/ 718 w 10599"/>
                  <a:gd name="T1" fmla="*/ 0 h 1172"/>
                  <a:gd name="T2" fmla="*/ 718 w 10599"/>
                  <a:gd name="T3" fmla="*/ 0 h 1172"/>
                  <a:gd name="T4" fmla="*/ 659 w 10599"/>
                  <a:gd name="T5" fmla="*/ 37 h 1172"/>
                  <a:gd name="T6" fmla="*/ 0 w 10599"/>
                  <a:gd name="T7" fmla="*/ 1172 h 1172"/>
                  <a:gd name="T8" fmla="*/ 10599 w 10599"/>
                  <a:gd name="T9" fmla="*/ 1172 h 1172"/>
                  <a:gd name="T10" fmla="*/ 10599 w 10599"/>
                  <a:gd name="T11" fmla="*/ 0 h 1172"/>
                  <a:gd name="T12" fmla="*/ 718 w 10599"/>
                  <a:gd name="T13" fmla="*/ 0 h 1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599" h="1172">
                    <a:moveTo>
                      <a:pt x="718" y="0"/>
                    </a:moveTo>
                    <a:lnTo>
                      <a:pt x="718" y="0"/>
                    </a:lnTo>
                    <a:lnTo>
                      <a:pt x="659" y="37"/>
                    </a:lnTo>
                    <a:lnTo>
                      <a:pt x="0" y="1172"/>
                    </a:lnTo>
                    <a:lnTo>
                      <a:pt x="10599" y="1172"/>
                    </a:lnTo>
                    <a:lnTo>
                      <a:pt x="10599" y="0"/>
                    </a:lnTo>
                    <a:lnTo>
                      <a:pt x="718" y="0"/>
                    </a:lnTo>
                    <a:close/>
                  </a:path>
                </a:pathLst>
              </a:custGeom>
              <a:solidFill>
                <a:srgbClr val="649EB2">
                  <a:lumMod val="20000"/>
                  <a:lumOff val="80000"/>
                </a:srgb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6223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9" name="AutoShape 8">
                <a:extLst>
                  <a:ext uri="{FF2B5EF4-FFF2-40B4-BE49-F238E27FC236}">
                    <a16:creationId xmlns:a16="http://schemas.microsoft.com/office/drawing/2014/main" id="{D4A889BA-E16D-C075-2F39-43007F6FA720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-1" y="0"/>
                <a:ext cx="7713" cy="5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6223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" name="任意多边形: 形状 12">
              <a:extLst>
                <a:ext uri="{FF2B5EF4-FFF2-40B4-BE49-F238E27FC236}">
                  <a16:creationId xmlns:a16="http://schemas.microsoft.com/office/drawing/2014/main" id="{483A93C2-0515-B7D5-7EB5-FFB494DF0FC2}"/>
                </a:ext>
              </a:extLst>
            </p:cNvPr>
            <p:cNvSpPr/>
            <p:nvPr/>
          </p:nvSpPr>
          <p:spPr bwMode="auto">
            <a:xfrm>
              <a:off x="0" y="-1589"/>
              <a:ext cx="9288002" cy="768585"/>
            </a:xfrm>
            <a:custGeom>
              <a:avLst/>
              <a:gdLst>
                <a:gd name="connsiteX0" fmla="*/ 0 w 9288002"/>
                <a:gd name="connsiteY0" fmla="*/ 0 h 768585"/>
                <a:gd name="connsiteX1" fmla="*/ 9288002 w 9288002"/>
                <a:gd name="connsiteY1" fmla="*/ 0 h 768585"/>
                <a:gd name="connsiteX2" fmla="*/ 8786022 w 9288002"/>
                <a:gd name="connsiteY2" fmla="*/ 754718 h 768585"/>
                <a:gd name="connsiteX3" fmla="*/ 8743383 w 9288002"/>
                <a:gd name="connsiteY3" fmla="*/ 768585 h 768585"/>
                <a:gd name="connsiteX4" fmla="*/ 0 w 9288002"/>
                <a:gd name="connsiteY4" fmla="*/ 768585 h 768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88002" h="768585">
                  <a:moveTo>
                    <a:pt x="0" y="0"/>
                  </a:moveTo>
                  <a:lnTo>
                    <a:pt x="9288002" y="0"/>
                  </a:lnTo>
                  <a:lnTo>
                    <a:pt x="8786022" y="754718"/>
                  </a:lnTo>
                  <a:lnTo>
                    <a:pt x="8743383" y="768585"/>
                  </a:lnTo>
                  <a:lnTo>
                    <a:pt x="0" y="768585"/>
                  </a:lnTo>
                  <a:close/>
                </a:path>
              </a:pathLst>
            </a:custGeom>
            <a:solidFill>
              <a:srgbClr val="203864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文本框 18">
              <a:extLst>
                <a:ext uri="{FF2B5EF4-FFF2-40B4-BE49-F238E27FC236}">
                  <a16:creationId xmlns:a16="http://schemas.microsoft.com/office/drawing/2014/main" id="{40794F11-87B5-837D-E4D7-EA8BDBD98859}"/>
                </a:ext>
              </a:extLst>
            </p:cNvPr>
            <p:cNvSpPr txBox="1"/>
            <p:nvPr/>
          </p:nvSpPr>
          <p:spPr>
            <a:xfrm>
              <a:off x="350439" y="120418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zh-CN" altLang="en-US" sz="2800" b="1" dirty="0">
                  <a:solidFill>
                    <a:prstClr val="white"/>
                  </a:solidFill>
                  <a:cs typeface="+mn-ea"/>
                  <a:sym typeface="+mn-lt"/>
                </a:rPr>
                <a:t>参考阅读</a:t>
              </a:r>
            </a:p>
          </p:txBody>
        </p:sp>
      </p:grpSp>
      <p:sp>
        <p:nvSpPr>
          <p:cNvPr id="10" name="文本框 24">
            <a:extLst>
              <a:ext uri="{FF2B5EF4-FFF2-40B4-BE49-F238E27FC236}">
                <a16:creationId xmlns:a16="http://schemas.microsoft.com/office/drawing/2014/main" id="{BF41A443-0518-F367-F37E-9969F781F934}"/>
              </a:ext>
            </a:extLst>
          </p:cNvPr>
          <p:cNvSpPr txBox="1"/>
          <p:nvPr/>
        </p:nvSpPr>
        <p:spPr>
          <a:xfrm>
            <a:off x="657774" y="841589"/>
            <a:ext cx="10723240" cy="356430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marL="228600" indent="-457200" algn="just">
              <a:lnSpc>
                <a:spcPct val="13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/>
            </a:pPr>
            <a:r>
              <a:rPr lang="en-US" sz="2400" i="0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Jay </a:t>
            </a:r>
            <a:r>
              <a:rPr lang="en-US" sz="2400" i="0" dirty="0" err="1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Alammar</a:t>
            </a:r>
            <a:r>
              <a:rPr lang="en-US" altLang="zh-CN" sz="2400" i="0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.</a:t>
            </a:r>
            <a:r>
              <a:rPr lang="zh-CN" altLang="en-US" sz="2400" i="0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sz="2400" i="0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The Illustrated Transformer</a:t>
            </a:r>
            <a:r>
              <a:rPr lang="en-US" altLang="zh-CN" sz="2400" i="0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.</a:t>
            </a:r>
            <a:r>
              <a:rPr lang="zh-CN" altLang="en-US" sz="2400" i="0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 </a:t>
            </a:r>
            <a:endParaRPr lang="en-US" sz="2400" i="0" dirty="0">
              <a:solidFill>
                <a:srgbClr val="222222"/>
              </a:solidFill>
              <a:effectLst/>
              <a:latin typeface="Helvetica Neue" panose="02000503000000020004" pitchFamily="2" charset="0"/>
            </a:endParaRPr>
          </a:p>
          <a:p>
            <a:pPr marL="685800" lvl="1" indent="-457200" algn="just">
              <a:lnSpc>
                <a:spcPct val="13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400" dirty="0"/>
              <a:t>通过大量图示与动画直观解读</a:t>
            </a:r>
            <a:r>
              <a:rPr lang="en-US" sz="2400" dirty="0"/>
              <a:t>Transformer</a:t>
            </a:r>
            <a:r>
              <a:rPr lang="zh-CN" altLang="en-US" sz="2400" dirty="0"/>
              <a:t>各层的运作方式</a:t>
            </a:r>
            <a:endParaRPr lang="en-US" altLang="zh-CN" sz="2400" dirty="0"/>
          </a:p>
          <a:p>
            <a:pPr marL="685800" lvl="1" indent="-457200" algn="just">
              <a:lnSpc>
                <a:spcPct val="13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400" dirty="0"/>
              <a:t>逐步展示了</a:t>
            </a:r>
            <a:r>
              <a:rPr lang="en-US" sz="2400" dirty="0" err="1"/>
              <a:t>Query、Key、Value</a:t>
            </a:r>
            <a:r>
              <a:rPr lang="zh-CN" altLang="en-US" sz="2400" dirty="0"/>
              <a:t>以及多头注意力的计算流程；</a:t>
            </a:r>
            <a:endParaRPr lang="en-US" altLang="zh-CN" sz="2400" dirty="0"/>
          </a:p>
          <a:p>
            <a:pPr marL="685800" lvl="1" indent="-457200" algn="just">
              <a:lnSpc>
                <a:spcPct val="13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400" dirty="0"/>
              <a:t>通过可交互示例帮助理解位置编码和残差连接的设计意义；</a:t>
            </a:r>
            <a:endParaRPr lang="en-US" altLang="zh-CN" sz="2400" dirty="0"/>
          </a:p>
          <a:p>
            <a:pPr marL="685800" lvl="1" indent="-457200" algn="just">
              <a:lnSpc>
                <a:spcPct val="13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400" dirty="0"/>
              <a:t>配套丰富的多语种翻译版本，方便不同背景的人群阅读</a:t>
            </a:r>
            <a:endParaRPr lang="en-US" altLang="zh-CN" sz="2400" dirty="0"/>
          </a:p>
          <a:p>
            <a:pPr marL="685800" lvl="1" indent="-457200" algn="just">
              <a:lnSpc>
                <a:spcPct val="13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sz="2400" dirty="0">
                <a:hlinkClick r:id="rId3"/>
              </a:rPr>
              <a:t>https://jalammar.github.io/illustrated-transformer/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8711815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72997-3C22-7460-A8ED-2E6FE4C7B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课后思考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2AD69-6E26-0C55-779F-29099AD92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dirty="0"/>
              <a:t>Transformer </a:t>
            </a:r>
            <a:r>
              <a:rPr lang="zh-CN" altLang="en-US" dirty="0"/>
              <a:t>的</a:t>
            </a:r>
            <a:r>
              <a:rPr lang="en-US" dirty="0" err="1"/>
              <a:t>编码器</a:t>
            </a:r>
            <a:r>
              <a:rPr lang="zh-CN" altLang="en-US" dirty="0"/>
              <a:t>和</a:t>
            </a:r>
            <a:r>
              <a:rPr lang="en-US" dirty="0" err="1"/>
              <a:t>解码器</a:t>
            </a:r>
            <a:r>
              <a:rPr lang="zh-CN" altLang="en-US" dirty="0"/>
              <a:t>各自发挥了怎样的作用？与</a:t>
            </a:r>
            <a:r>
              <a:rPr lang="en-US" altLang="zh-CN" dirty="0"/>
              <a:t>BERT</a:t>
            </a:r>
            <a:r>
              <a:rPr lang="zh-CN" altLang="en-US" dirty="0"/>
              <a:t>和</a:t>
            </a:r>
            <a:r>
              <a:rPr lang="en-US" altLang="zh-CN" dirty="0"/>
              <a:t>GPT</a:t>
            </a:r>
            <a:r>
              <a:rPr lang="zh-CN" altLang="en-US" dirty="0"/>
              <a:t>有什么关联？</a:t>
            </a:r>
            <a:endParaRPr lang="en-US" altLang="zh-CN" dirty="0"/>
          </a:p>
          <a:p>
            <a:pPr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endParaRPr lang="en-US" altLang="en-US" dirty="0"/>
          </a:p>
          <a:p>
            <a:pPr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en-US" dirty="0" err="1">
                <a:solidFill>
                  <a:schemeClr val="tx1"/>
                </a:solidFill>
              </a:rPr>
              <a:t>在交叉注意力中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Q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K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V</a:t>
            </a:r>
            <a:r>
              <a:rPr lang="zh-CN" altLang="en-US" dirty="0">
                <a:solidFill>
                  <a:schemeClr val="tx1"/>
                </a:solidFill>
              </a:rPr>
              <a:t>的来源一定要是</a:t>
            </a:r>
            <a:r>
              <a:rPr lang="en-US" altLang="zh-CN" dirty="0">
                <a:solidFill>
                  <a:schemeClr val="tx1"/>
                </a:solidFill>
              </a:rPr>
              <a:t>Q</a:t>
            </a:r>
            <a:r>
              <a:rPr lang="zh-CN" altLang="en-US" dirty="0">
                <a:solidFill>
                  <a:schemeClr val="tx1"/>
                </a:solidFill>
              </a:rPr>
              <a:t>来自解码器，</a:t>
            </a:r>
            <a:r>
              <a:rPr lang="en-US" altLang="zh-CN" dirty="0">
                <a:solidFill>
                  <a:schemeClr val="tx1"/>
                </a:solidFill>
              </a:rPr>
              <a:t>K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en-US" altLang="zh-CN" dirty="0">
                <a:solidFill>
                  <a:schemeClr val="tx1"/>
                </a:solidFill>
              </a:rPr>
              <a:t>V</a:t>
            </a:r>
            <a:r>
              <a:rPr lang="zh-CN" altLang="en-US" dirty="0">
                <a:solidFill>
                  <a:schemeClr val="tx1"/>
                </a:solidFill>
              </a:rPr>
              <a:t>来自编码器吗？在其他场景下，是否可以有不同的设计？</a:t>
            </a:r>
            <a:endParaRPr lang="en-US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4824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402a1233-a9f0-48c5-9afd-f14827add457&quot;,&quot;Name&quot;:null,&quot;Kind&quot;:1,&quot;OldGuidesSetting&quot;:{&quot;HeaderHeight&quot;:0.0,&quot;FooterHeight&quot;:0.0,&quot;SideMargin&quot;:0.0,&quot;TopMargin&quot;:0.0,&quot;BottomMargin&quot;:0.0,&quot;IntervalMargin&quot;:0.0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950666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998277628"/>
  <p:tag name="KSO_WM_UNIT_PLACING_PICTURE_USER_VIEWPORT" val="{&quot;height&quot;:2874,&quot;width&quot;:695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950666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54.65,&quot;top&quot;:128.05,&quot;width&quot;:250.9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54.65,&quot;top&quot;:128.05,&quot;width&quot;:250.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54.65,&quot;top&quot;:128.05,&quot;width&quot;:250.9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54.65,&quot;top&quot;:128.05,&quot;width&quot;:250.9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54.65,&quot;top&quot;:128.05,&quot;width&quot;:250.9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54.65,&quot;top&quot;:128.05,&quot;width&quot;:250.9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54.65,&quot;top&quot;:128.05,&quot;width&quot;:250.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54.65,&quot;top&quot;:128.05,&quot;width&quot;:250.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54.65,&quot;top&quot;:128.05,&quot;width&quot;:250.9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54.65,&quot;top&quot;:128.05,&quot;width&quot;:250.9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54.65,&quot;top&quot;:128.05,&quot;width&quot;:250.9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54.65,&quot;top&quot;:128.05,&quot;width&quot;:250.9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54.65,&quot;top&quot;:128.05,&quot;width&quot;:250.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1169451074,&quot;left&quot;:98.95,&quot;top&quot;:128.05,&quot;width&quot;:206.6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950666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ags/tag1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2228887431137,&quot;left&quot;:103.8,&quot;top&quot;:13.821005755001352,&quot;width&quot;:621.6}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5101</TotalTime>
  <Words>4045</Words>
  <Application>Microsoft Macintosh PowerPoint</Application>
  <PresentationFormat>Widescreen</PresentationFormat>
  <Paragraphs>977</Paragraphs>
  <Slides>56</Slides>
  <Notes>51</Notes>
  <HiddenSlides>1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71" baseType="lpstr">
      <vt:lpstr>-apple-system</vt:lpstr>
      <vt:lpstr>等线</vt:lpstr>
      <vt:lpstr>微软雅黑</vt:lpstr>
      <vt:lpstr>微软雅黑</vt:lpstr>
      <vt:lpstr>Microsoft YaHei Semibold</vt:lpstr>
      <vt:lpstr>SimHei</vt:lpstr>
      <vt:lpstr>Arial</vt:lpstr>
      <vt:lpstr>Calibri</vt:lpstr>
      <vt:lpstr>Cambria</vt:lpstr>
      <vt:lpstr>Cambria Math</vt:lpstr>
      <vt:lpstr>Helvetica Neue</vt:lpstr>
      <vt:lpstr>Times New Roman</vt:lpstr>
      <vt:lpstr>Wingdings</vt:lpstr>
      <vt:lpstr>1_Office 主题​​</vt:lpstr>
      <vt:lpstr>Office 主题​​</vt:lpstr>
      <vt:lpstr>PowerPoint Presentation</vt:lpstr>
      <vt:lpstr>PowerPoint Presentation</vt:lpstr>
      <vt:lpstr>Transformer的提出</vt:lpstr>
      <vt:lpstr>Transformer的提出</vt:lpstr>
      <vt:lpstr>Transformer的提出 </vt:lpstr>
      <vt:lpstr>Transformer的提出</vt:lpstr>
      <vt:lpstr>Transformer </vt:lpstr>
      <vt:lpstr>Transformer的广泛应用</vt:lpstr>
      <vt:lpstr>PowerPoint Presentation</vt:lpstr>
      <vt:lpstr>Transformer的编码器整体架构 </vt:lpstr>
      <vt:lpstr>Transformer的嵌入层</vt:lpstr>
      <vt:lpstr>Token向量</vt:lpstr>
      <vt:lpstr>位置编码</vt:lpstr>
      <vt:lpstr>位置编码</vt:lpstr>
      <vt:lpstr>位置编码</vt:lpstr>
      <vt:lpstr>多层多头注意力</vt:lpstr>
      <vt:lpstr>PowerPoint Presentation</vt:lpstr>
      <vt:lpstr>多头机制的动机</vt:lpstr>
      <vt:lpstr>多头机制</vt:lpstr>
      <vt:lpstr>多头机制</vt:lpstr>
      <vt:lpstr>多头机制</vt:lpstr>
      <vt:lpstr>多头注意力机制</vt:lpstr>
      <vt:lpstr>卷积层与自注意力层的对比</vt:lpstr>
      <vt:lpstr>多头机制的总结</vt:lpstr>
      <vt:lpstr>前馈网络</vt:lpstr>
      <vt:lpstr>相加和归一化</vt:lpstr>
      <vt:lpstr>相加和归一化</vt:lpstr>
      <vt:lpstr>相加和归一化</vt:lpstr>
      <vt:lpstr>Transformer编码器的总结</vt:lpstr>
      <vt:lpstr>Transformer编码器的总结</vt:lpstr>
      <vt:lpstr>Transformer编码器的总结</vt:lpstr>
      <vt:lpstr>PowerPoint Presentation</vt:lpstr>
      <vt:lpstr>Transformer 解码器</vt:lpstr>
      <vt:lpstr>Transformer 解码器</vt:lpstr>
      <vt:lpstr>Transformer 解码器</vt:lpstr>
      <vt:lpstr>Transformer 解码器</vt:lpstr>
      <vt:lpstr>掩码多头注意力机制</vt:lpstr>
      <vt:lpstr>掩码多头注意力机制</vt:lpstr>
      <vt:lpstr>解码器</vt:lpstr>
      <vt:lpstr>解码器</vt:lpstr>
      <vt:lpstr>解码器</vt:lpstr>
      <vt:lpstr>解码器</vt:lpstr>
      <vt:lpstr>解码器</vt:lpstr>
      <vt:lpstr>解码器：逐层操作</vt:lpstr>
      <vt:lpstr>解码器：逐层操作</vt:lpstr>
      <vt:lpstr>Transformer 解码器的总结</vt:lpstr>
      <vt:lpstr>Transformer 解码器的总结</vt:lpstr>
      <vt:lpstr>Transformer 解码器的总结</vt:lpstr>
      <vt:lpstr>Transformer 解码器的总结</vt:lpstr>
      <vt:lpstr>Transformer 原始论文</vt:lpstr>
      <vt:lpstr>实验设定</vt:lpstr>
      <vt:lpstr>评价</vt:lpstr>
      <vt:lpstr>参数微调</vt:lpstr>
      <vt:lpstr>PowerPoint Presentation</vt:lpstr>
      <vt:lpstr>PowerPoint Presentation</vt:lpstr>
      <vt:lpstr>课后思考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 Song</dc:creator>
  <cp:lastModifiedBy>Qiyu Kang</cp:lastModifiedBy>
  <cp:revision>27</cp:revision>
  <dcterms:created xsi:type="dcterms:W3CDTF">2024-12-31T08:18:00Z</dcterms:created>
  <dcterms:modified xsi:type="dcterms:W3CDTF">2026-10-12T06:18:03Z</dcterms:modified>
</cp:coreProperties>
</file>