
<file path=[Content_Types].xml><?xml version="1.0" encoding="utf-8"?>
<Types xmlns="http://schemas.openxmlformats.org/package/2006/content-types">
  <Default Extension="emf" ContentType="image/x-emf"/>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notesMasters/notesMaster1.xml" ContentType="application/vnd.openxmlformats-officedocument.presentationml.notesMaster+xml"/>
  <Override PartName="/ppt/tags/tag1.xml" ContentType="application/vnd.openxmlformats-officedocument.presentationml.tag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tags/tag2.xml" ContentType="application/vnd.openxmlformats-officedocument.presentationml.tags+xml"/>
  <Override PartName="/ppt/notesSlides/notesSlide2.xml" ContentType="application/vnd.openxmlformats-officedocument.presentationml.notesSlide+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tags/tag14.xml" ContentType="application/vnd.openxmlformats-officedocument.presentationml.tags+xml"/>
  <Override PartName="/ppt/tags/tag15.xml" ContentType="application/vnd.openxmlformats-officedocument.presentationml.tags+xml"/>
  <Override PartName="/ppt/tags/tag16.xml" ContentType="application/vnd.openxmlformats-officedocument.presentationml.tags+xml"/>
  <Override PartName="/ppt/tags/tag17.xml" ContentType="application/vnd.openxmlformats-officedocument.presentationml.tags+xml"/>
  <Override PartName="/ppt/tags/tag18.xml" ContentType="application/vnd.openxmlformats-officedocument.presentationml.tags+xml"/>
  <Override PartName="/ppt/tags/tag19.xml" ContentType="application/vnd.openxmlformats-officedocument.presentationml.tags+xml"/>
  <Override PartName="/ppt/tags/tag20.xml" ContentType="application/vnd.openxmlformats-officedocument.presentationml.tags+xml"/>
  <Override PartName="/ppt/tags/tag21.xml" ContentType="application/vnd.openxmlformats-officedocument.presentationml.tags+xml"/>
  <Override PartName="/ppt/tags/tag22.xml" ContentType="application/vnd.openxmlformats-officedocument.presentationml.tags+xml"/>
  <Override PartName="/ppt/tags/tag23.xml" ContentType="application/vnd.openxmlformats-officedocument.presentationml.tags+xml"/>
  <Override PartName="/ppt/tags/tag24.xml" ContentType="application/vnd.openxmlformats-officedocument.presentationml.tags+xml"/>
  <Override PartName="/ppt/tags/tag25.xml" ContentType="application/vnd.openxmlformats-officedocument.presentationml.tags+xml"/>
  <Override PartName="/ppt/tags/tag26.xml" ContentType="application/vnd.openxmlformats-officedocument.presentationml.tags+xml"/>
  <Override PartName="/ppt/tags/tag27.xml" ContentType="application/vnd.openxmlformats-officedocument.presentationml.tags+xml"/>
  <Override PartName="/ppt/tags/tag28.xml" ContentType="application/vnd.openxmlformats-officedocument.presentationml.tags+xml"/>
  <Override PartName="/ppt/tags/tag29.xml" ContentType="application/vnd.openxmlformats-officedocument.presentationml.tags+xml"/>
  <Override PartName="/ppt/tags/tag30.xml" ContentType="application/vnd.openxmlformats-officedocument.presentationml.tags+xml"/>
  <Override PartName="/ppt/tags/tag31.xml" ContentType="application/vnd.openxmlformats-officedocument.presentationml.tags+xml"/>
  <Override PartName="/ppt/tags/tag32.xml" ContentType="application/vnd.openxmlformats-officedocument.presentationml.tags+xml"/>
  <Override PartName="/ppt/tags/tag33.xml" ContentType="application/vnd.openxmlformats-officedocument.presentationml.tags+xml"/>
  <Override PartName="/ppt/tags/tag34.xml" ContentType="application/vnd.openxmlformats-officedocument.presentationml.tags+xml"/>
  <Override PartName="/ppt/tags/tag35.xml" ContentType="application/vnd.openxmlformats-officedocument.presentationml.tags+xml"/>
  <Override PartName="/ppt/tags/tag36.xml" ContentType="application/vnd.openxmlformats-officedocument.presentationml.tags+xml"/>
  <Override PartName="/ppt/tags/tag37.xml" ContentType="application/vnd.openxmlformats-officedocument.presentationml.tags+xml"/>
  <Override PartName="/ppt/tags/tag38.xml" ContentType="application/vnd.openxmlformats-officedocument.presentationml.tags+xml"/>
  <Override PartName="/ppt/tags/tag39.xml" ContentType="application/vnd.openxmlformats-officedocument.presentationml.tags+xml"/>
  <Override PartName="/ppt/tags/tag40.xml" ContentType="application/vnd.openxmlformats-officedocument.presentationml.tags+xml"/>
  <Override PartName="/ppt/tags/tag41.xml" ContentType="application/vnd.openxmlformats-officedocument.presentationml.tags+xml"/>
  <Override PartName="/ppt/tags/tag42.xml" ContentType="application/vnd.openxmlformats-officedocument.presentationml.tags+xml"/>
  <Override PartName="/ppt/tags/tag43.xml" ContentType="application/vnd.openxmlformats-officedocument.presentationml.tags+xml"/>
  <Override PartName="/ppt/tags/tag44.xml" ContentType="application/vnd.openxmlformats-officedocument.presentationml.tags+xml"/>
  <Override PartName="/ppt/tags/tag45.xml" ContentType="application/vnd.openxmlformats-officedocument.presentationml.tags+xml"/>
  <Override PartName="/ppt/tags/tag46.xml" ContentType="application/vnd.openxmlformats-officedocument.presentationml.tags+xml"/>
  <Override PartName="/ppt/tags/tag47.xml" ContentType="application/vnd.openxmlformats-officedocument.presentationml.tags+xml"/>
  <Override PartName="/ppt/tags/tag48.xml" ContentType="application/vnd.openxmlformats-officedocument.presentationml.tags+xml"/>
  <Override PartName="/ppt/tags/tag49.xml" ContentType="application/vnd.openxmlformats-officedocument.presentationml.tags+xml"/>
  <Override PartName="/ppt/tags/tag50.xml" ContentType="application/vnd.openxmlformats-officedocument.presentationml.tags+xml"/>
  <Override PartName="/ppt/tags/tag51.xml" ContentType="application/vnd.openxmlformats-officedocument.presentationml.tags+xml"/>
  <Override PartName="/ppt/tags/tag52.xml" ContentType="application/vnd.openxmlformats-officedocument.presentationml.tags+xml"/>
  <Override PartName="/ppt/tags/tag53.xml" ContentType="application/vnd.openxmlformats-officedocument.presentationml.tags+xml"/>
  <Override PartName="/ppt/tags/tag54.xml" ContentType="application/vnd.openxmlformats-officedocument.presentationml.tags+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tags/tag55.xml" ContentType="application/vnd.openxmlformats-officedocument.presentationml.tags+xml"/>
  <Override PartName="/ppt/tags/tag56.xml" ContentType="application/vnd.openxmlformats-officedocument.presentationml.tags+xml"/>
  <Override PartName="/ppt/tags/tag57.xml" ContentType="application/vnd.openxmlformats-officedocument.presentationml.tags+xml"/>
  <Override PartName="/ppt/tags/tag58.xml" ContentType="application/vnd.openxmlformats-officedocument.presentationml.tags+xml"/>
  <Override PartName="/ppt/tags/tag59.xml" ContentType="application/vnd.openxmlformats-officedocument.presentationml.tags+xml"/>
  <Override PartName="/ppt/tags/tag60.xml" ContentType="application/vnd.openxmlformats-officedocument.presentationml.tags+xml"/>
  <Override PartName="/ppt/tags/tag61.xml" ContentType="application/vnd.openxmlformats-officedocument.presentationml.tags+xml"/>
  <Override PartName="/ppt/tags/tag62.xml" ContentType="application/vnd.openxmlformats-officedocument.presentationml.tags+xml"/>
  <Override PartName="/ppt/tags/tag63.xml" ContentType="application/vnd.openxmlformats-officedocument.presentationml.tags+xml"/>
  <Override PartName="/ppt/tags/tag64.xml" ContentType="application/vnd.openxmlformats-officedocument.presentationml.tags+xml"/>
  <Override PartName="/ppt/tags/tag65.xml" ContentType="application/vnd.openxmlformats-officedocument.presentationml.tags+xml"/>
  <Override PartName="/ppt/tags/tag66.xml" ContentType="application/vnd.openxmlformats-officedocument.presentationml.tags+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tags/tag67.xml" ContentType="application/vnd.openxmlformats-officedocument.presentationml.tags+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tags/tag68.xml" ContentType="application/vnd.openxmlformats-officedocument.presentationml.tags+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 id="2147483675" r:id="rId2"/>
  </p:sldMasterIdLst>
  <p:notesMasterIdLst>
    <p:notesMasterId r:id="rId67"/>
  </p:notesMasterIdLst>
  <p:sldIdLst>
    <p:sldId id="4841" r:id="rId3"/>
    <p:sldId id="4808" r:id="rId4"/>
    <p:sldId id="397" r:id="rId5"/>
    <p:sldId id="4843" r:id="rId6"/>
    <p:sldId id="682" r:id="rId7"/>
    <p:sldId id="4865" r:id="rId8"/>
    <p:sldId id="662" r:id="rId9"/>
    <p:sldId id="665" r:id="rId10"/>
    <p:sldId id="666" r:id="rId11"/>
    <p:sldId id="667" r:id="rId12"/>
    <p:sldId id="668" r:id="rId13"/>
    <p:sldId id="669" r:id="rId14"/>
    <p:sldId id="4864" r:id="rId15"/>
    <p:sldId id="670" r:id="rId16"/>
    <p:sldId id="4888" r:id="rId17"/>
    <p:sldId id="683" r:id="rId18"/>
    <p:sldId id="4844" r:id="rId19"/>
    <p:sldId id="4815" r:id="rId20"/>
    <p:sldId id="4902" r:id="rId21"/>
    <p:sldId id="686" r:id="rId22"/>
    <p:sldId id="4889" r:id="rId23"/>
    <p:sldId id="4814" r:id="rId24"/>
    <p:sldId id="684" r:id="rId25"/>
    <p:sldId id="4866" r:id="rId26"/>
    <p:sldId id="4867" r:id="rId27"/>
    <p:sldId id="4754" r:id="rId28"/>
    <p:sldId id="442" r:id="rId29"/>
    <p:sldId id="4863" r:id="rId30"/>
    <p:sldId id="4811" r:id="rId31"/>
    <p:sldId id="4810" r:id="rId32"/>
    <p:sldId id="4892" r:id="rId33"/>
    <p:sldId id="4900" r:id="rId34"/>
    <p:sldId id="4901" r:id="rId35"/>
    <p:sldId id="4898" r:id="rId36"/>
    <p:sldId id="4894" r:id="rId37"/>
    <p:sldId id="4875" r:id="rId38"/>
    <p:sldId id="4876" r:id="rId39"/>
    <p:sldId id="4893" r:id="rId40"/>
    <p:sldId id="4877" r:id="rId41"/>
    <p:sldId id="4895" r:id="rId42"/>
    <p:sldId id="4878" r:id="rId43"/>
    <p:sldId id="4896" r:id="rId44"/>
    <p:sldId id="4897" r:id="rId45"/>
    <p:sldId id="4879" r:id="rId46"/>
    <p:sldId id="673" r:id="rId47"/>
    <p:sldId id="4884" r:id="rId48"/>
    <p:sldId id="4885" r:id="rId49"/>
    <p:sldId id="4883" r:id="rId50"/>
    <p:sldId id="4755" r:id="rId51"/>
    <p:sldId id="674" r:id="rId52"/>
    <p:sldId id="675" r:id="rId53"/>
    <p:sldId id="676" r:id="rId54"/>
    <p:sldId id="677" r:id="rId55"/>
    <p:sldId id="4872" r:id="rId56"/>
    <p:sldId id="678" r:id="rId57"/>
    <p:sldId id="679" r:id="rId58"/>
    <p:sldId id="4873" r:id="rId59"/>
    <p:sldId id="680" r:id="rId60"/>
    <p:sldId id="4818" r:id="rId61"/>
    <p:sldId id="4903" r:id="rId62"/>
    <p:sldId id="4882" r:id="rId63"/>
    <p:sldId id="4840" r:id="rId64"/>
    <p:sldId id="4871" r:id="rId65"/>
    <p:sldId id="4807" r:id="rId66"/>
  </p:sldIdLst>
  <p:sldSz cx="12192000" cy="6858000"/>
  <p:notesSz cx="6858000" cy="9144000"/>
  <p:custDataLst>
    <p:tags r:id="rId68"/>
  </p:custDataLst>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useTimings="0">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4472C4"/>
    <a:srgbClr val="203864"/>
    <a:srgbClr val="A1B8E1"/>
    <a:srgbClr val="E6F4F7"/>
    <a:srgbClr val="D0D9DE"/>
    <a:srgbClr val="A5A58D"/>
    <a:srgbClr val="B8B7A3"/>
    <a:srgbClr val="CB997E"/>
    <a:srgbClr val="DDBEA9"/>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AE0F7E3A-B146-FB4C-89E3-5FD6B54CEEC0}" v="2" dt="2025-07-01T22:14:12.750"/>
  </p1510:revLst>
</p1510:revInfo>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7DF18680-E054-41AD-8BC1-D1AEF772440D}" styleName="Medium Style 2 - Accent 5">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5">
              <a:tint val="20000"/>
            </a:schemeClr>
          </a:solidFill>
        </a:fill>
      </a:tcStyle>
    </a:wholeTbl>
    <a:band1H>
      <a:tcStyle>
        <a:tcBdr/>
        <a:fill>
          <a:solidFill>
            <a:schemeClr val="accent5">
              <a:tint val="40000"/>
            </a:schemeClr>
          </a:solidFill>
        </a:fill>
      </a:tcStyle>
    </a:band1H>
    <a:band2H>
      <a:tcStyle>
        <a:tcBdr/>
      </a:tcStyle>
    </a:band2H>
    <a:band1V>
      <a:tcStyle>
        <a:tcBdr/>
        <a:fill>
          <a:solidFill>
            <a:schemeClr val="accent5">
              <a:tint val="40000"/>
            </a:schemeClr>
          </a:solidFill>
        </a:fill>
      </a:tcStyle>
    </a:band1V>
    <a:band2V>
      <a:tcStyle>
        <a:tcBdr/>
      </a:tcStyle>
    </a:band2V>
    <a:lastCol>
      <a:tcTxStyle b="on">
        <a:fontRef idx="minor">
          <a:prstClr val="black"/>
        </a:fontRef>
        <a:schemeClr val="lt1"/>
      </a:tcTxStyle>
      <a:tcStyle>
        <a:tcBdr/>
        <a:fill>
          <a:solidFill>
            <a:schemeClr val="accent5"/>
          </a:solidFill>
        </a:fill>
      </a:tcStyle>
    </a:lastCol>
    <a:firstCol>
      <a:tcTxStyle b="on">
        <a:fontRef idx="minor">
          <a:prstClr val="black"/>
        </a:fontRef>
        <a:schemeClr val="lt1"/>
      </a:tcTxStyle>
      <a:tcStyle>
        <a:tcBdr/>
        <a:fill>
          <a:solidFill>
            <a:schemeClr val="accent5"/>
          </a:solidFill>
        </a:fill>
      </a:tcStyle>
    </a:firstCol>
    <a:lastRow>
      <a:tcTxStyle b="on">
        <a:fontRef idx="minor">
          <a:prstClr val="black"/>
        </a:fontRef>
        <a:schemeClr val="lt1"/>
      </a:tcTxStyle>
      <a:tcStyle>
        <a:tcBdr>
          <a:top>
            <a:ln w="38100" cmpd="sng">
              <a:solidFill>
                <a:schemeClr val="lt1"/>
              </a:solidFill>
            </a:ln>
          </a:top>
        </a:tcBdr>
        <a:fill>
          <a:solidFill>
            <a:schemeClr val="accent5"/>
          </a:solidFill>
        </a:fill>
      </a:tcStyle>
    </a:lastRow>
    <a:firstRow>
      <a:tcTxStyle b="on">
        <a:fontRef idx="minor">
          <a:prstClr val="black"/>
        </a:fontRef>
        <a:schemeClr val="lt1"/>
      </a:tcTxStyle>
      <a:tcStyle>
        <a:tcBdr>
          <a:bottom>
            <a:ln w="38100" cmpd="sng">
              <a:solidFill>
                <a:schemeClr val="lt1"/>
              </a:solidFill>
            </a:ln>
          </a:bottom>
        </a:tcBdr>
        <a:fill>
          <a:solidFill>
            <a:schemeClr val="accent5"/>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31348"/>
    <p:restoredTop sz="74354"/>
  </p:normalViewPr>
  <p:slideViewPr>
    <p:cSldViewPr snapToGrid="0">
      <p:cViewPr varScale="1">
        <p:scale>
          <a:sx n="93" d="100"/>
          <a:sy n="93" d="100"/>
        </p:scale>
        <p:origin x="856" y="208"/>
      </p:cViewPr>
      <p:guideLst/>
    </p:cSldViewPr>
  </p:slideViewPr>
  <p:outlineViewPr>
    <p:cViewPr>
      <p:scale>
        <a:sx n="33" d="100"/>
        <a:sy n="33" d="100"/>
      </p:scale>
      <p:origin x="0" y="-16320"/>
    </p:cViewPr>
  </p:outlin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4.xml"/><Relationship Id="rId21" Type="http://schemas.openxmlformats.org/officeDocument/2006/relationships/slide" Target="slides/slide19.xml"/><Relationship Id="rId42" Type="http://schemas.openxmlformats.org/officeDocument/2006/relationships/slide" Target="slides/slide40.xml"/><Relationship Id="rId47" Type="http://schemas.openxmlformats.org/officeDocument/2006/relationships/slide" Target="slides/slide45.xml"/><Relationship Id="rId63" Type="http://schemas.openxmlformats.org/officeDocument/2006/relationships/slide" Target="slides/slide61.xml"/><Relationship Id="rId68" Type="http://schemas.openxmlformats.org/officeDocument/2006/relationships/tags" Target="tags/tag1.xml"/><Relationship Id="rId2" Type="http://schemas.openxmlformats.org/officeDocument/2006/relationships/slideMaster" Target="slideMasters/slideMaster2.xml"/><Relationship Id="rId16" Type="http://schemas.openxmlformats.org/officeDocument/2006/relationships/slide" Target="slides/slide14.xml"/><Relationship Id="rId29" Type="http://schemas.openxmlformats.org/officeDocument/2006/relationships/slide" Target="slides/slide27.xml"/><Relationship Id="rId11" Type="http://schemas.openxmlformats.org/officeDocument/2006/relationships/slide" Target="slides/slide9.xml"/><Relationship Id="rId24" Type="http://schemas.openxmlformats.org/officeDocument/2006/relationships/slide" Target="slides/slide22.xml"/><Relationship Id="rId32" Type="http://schemas.openxmlformats.org/officeDocument/2006/relationships/slide" Target="slides/slide30.xml"/><Relationship Id="rId37" Type="http://schemas.openxmlformats.org/officeDocument/2006/relationships/slide" Target="slides/slide35.xml"/><Relationship Id="rId40" Type="http://schemas.openxmlformats.org/officeDocument/2006/relationships/slide" Target="slides/slide38.xml"/><Relationship Id="rId45" Type="http://schemas.openxmlformats.org/officeDocument/2006/relationships/slide" Target="slides/slide43.xml"/><Relationship Id="rId53" Type="http://schemas.openxmlformats.org/officeDocument/2006/relationships/slide" Target="slides/slide51.xml"/><Relationship Id="rId58" Type="http://schemas.openxmlformats.org/officeDocument/2006/relationships/slide" Target="slides/slide56.xml"/><Relationship Id="rId66" Type="http://schemas.openxmlformats.org/officeDocument/2006/relationships/slide" Target="slides/slide64.xml"/><Relationship Id="rId74" Type="http://schemas.microsoft.com/office/2015/10/relationships/revisionInfo" Target="revisionInfo.xml"/><Relationship Id="rId5" Type="http://schemas.openxmlformats.org/officeDocument/2006/relationships/slide" Target="slides/slide3.xml"/><Relationship Id="rId61" Type="http://schemas.openxmlformats.org/officeDocument/2006/relationships/slide" Target="slides/slide59.xml"/><Relationship Id="rId19" Type="http://schemas.openxmlformats.org/officeDocument/2006/relationships/slide" Target="slides/slide17.xml"/><Relationship Id="rId14" Type="http://schemas.openxmlformats.org/officeDocument/2006/relationships/slide" Target="slides/slide12.xml"/><Relationship Id="rId22" Type="http://schemas.openxmlformats.org/officeDocument/2006/relationships/slide" Target="slides/slide20.xml"/><Relationship Id="rId27" Type="http://schemas.openxmlformats.org/officeDocument/2006/relationships/slide" Target="slides/slide25.xml"/><Relationship Id="rId30" Type="http://schemas.openxmlformats.org/officeDocument/2006/relationships/slide" Target="slides/slide28.xml"/><Relationship Id="rId35" Type="http://schemas.openxmlformats.org/officeDocument/2006/relationships/slide" Target="slides/slide33.xml"/><Relationship Id="rId43" Type="http://schemas.openxmlformats.org/officeDocument/2006/relationships/slide" Target="slides/slide41.xml"/><Relationship Id="rId48" Type="http://schemas.openxmlformats.org/officeDocument/2006/relationships/slide" Target="slides/slide46.xml"/><Relationship Id="rId56" Type="http://schemas.openxmlformats.org/officeDocument/2006/relationships/slide" Target="slides/slide54.xml"/><Relationship Id="rId64" Type="http://schemas.openxmlformats.org/officeDocument/2006/relationships/slide" Target="slides/slide62.xml"/><Relationship Id="rId69" Type="http://schemas.openxmlformats.org/officeDocument/2006/relationships/presProps" Target="presProps.xml"/><Relationship Id="rId8" Type="http://schemas.openxmlformats.org/officeDocument/2006/relationships/slide" Target="slides/slide6.xml"/><Relationship Id="rId51" Type="http://schemas.openxmlformats.org/officeDocument/2006/relationships/slide" Target="slides/slide49.xml"/><Relationship Id="rId72" Type="http://schemas.openxmlformats.org/officeDocument/2006/relationships/tableStyles" Target="tableStyles.xml"/><Relationship Id="rId3" Type="http://schemas.openxmlformats.org/officeDocument/2006/relationships/slide" Target="slides/slide1.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slide" Target="slides/slide23.xml"/><Relationship Id="rId33" Type="http://schemas.openxmlformats.org/officeDocument/2006/relationships/slide" Target="slides/slide31.xml"/><Relationship Id="rId38" Type="http://schemas.openxmlformats.org/officeDocument/2006/relationships/slide" Target="slides/slide36.xml"/><Relationship Id="rId46" Type="http://schemas.openxmlformats.org/officeDocument/2006/relationships/slide" Target="slides/slide44.xml"/><Relationship Id="rId59" Type="http://schemas.openxmlformats.org/officeDocument/2006/relationships/slide" Target="slides/slide57.xml"/><Relationship Id="rId67" Type="http://schemas.openxmlformats.org/officeDocument/2006/relationships/notesMaster" Target="notesMasters/notesMaster1.xml"/><Relationship Id="rId20" Type="http://schemas.openxmlformats.org/officeDocument/2006/relationships/slide" Target="slides/slide18.xml"/><Relationship Id="rId41" Type="http://schemas.openxmlformats.org/officeDocument/2006/relationships/slide" Target="slides/slide39.xml"/><Relationship Id="rId54" Type="http://schemas.openxmlformats.org/officeDocument/2006/relationships/slide" Target="slides/slide52.xml"/><Relationship Id="rId62" Type="http://schemas.openxmlformats.org/officeDocument/2006/relationships/slide" Target="slides/slide60.xml"/><Relationship Id="rId70"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4.xml"/><Relationship Id="rId15" Type="http://schemas.openxmlformats.org/officeDocument/2006/relationships/slide" Target="slides/slide13.xml"/><Relationship Id="rId23" Type="http://schemas.openxmlformats.org/officeDocument/2006/relationships/slide" Target="slides/slide21.xml"/><Relationship Id="rId28" Type="http://schemas.openxmlformats.org/officeDocument/2006/relationships/slide" Target="slides/slide26.xml"/><Relationship Id="rId36" Type="http://schemas.openxmlformats.org/officeDocument/2006/relationships/slide" Target="slides/slide34.xml"/><Relationship Id="rId49" Type="http://schemas.openxmlformats.org/officeDocument/2006/relationships/slide" Target="slides/slide47.xml"/><Relationship Id="rId57" Type="http://schemas.openxmlformats.org/officeDocument/2006/relationships/slide" Target="slides/slide55.xml"/><Relationship Id="rId10" Type="http://schemas.openxmlformats.org/officeDocument/2006/relationships/slide" Target="slides/slide8.xml"/><Relationship Id="rId31" Type="http://schemas.openxmlformats.org/officeDocument/2006/relationships/slide" Target="slides/slide29.xml"/><Relationship Id="rId44" Type="http://schemas.openxmlformats.org/officeDocument/2006/relationships/slide" Target="slides/slide42.xml"/><Relationship Id="rId52" Type="http://schemas.openxmlformats.org/officeDocument/2006/relationships/slide" Target="slides/slide50.xml"/><Relationship Id="rId60" Type="http://schemas.openxmlformats.org/officeDocument/2006/relationships/slide" Target="slides/slide58.xml"/><Relationship Id="rId65" Type="http://schemas.openxmlformats.org/officeDocument/2006/relationships/slide" Target="slides/slide63.xml"/><Relationship Id="rId73" Type="http://schemas.microsoft.com/office/2016/11/relationships/changesInfo" Target="changesInfos/changesInfo1.xml"/><Relationship Id="rId4" Type="http://schemas.openxmlformats.org/officeDocument/2006/relationships/slide" Target="slides/slide2.xml"/><Relationship Id="rId9" Type="http://schemas.openxmlformats.org/officeDocument/2006/relationships/slide" Target="slides/slide7.xml"/><Relationship Id="rId13" Type="http://schemas.openxmlformats.org/officeDocument/2006/relationships/slide" Target="slides/slide11.xml"/><Relationship Id="rId18" Type="http://schemas.openxmlformats.org/officeDocument/2006/relationships/slide" Target="slides/slide16.xml"/><Relationship Id="rId39" Type="http://schemas.openxmlformats.org/officeDocument/2006/relationships/slide" Target="slides/slide37.xml"/><Relationship Id="rId34" Type="http://schemas.openxmlformats.org/officeDocument/2006/relationships/slide" Target="slides/slide32.xml"/><Relationship Id="rId50" Type="http://schemas.openxmlformats.org/officeDocument/2006/relationships/slide" Target="slides/slide48.xml"/><Relationship Id="rId55" Type="http://schemas.openxmlformats.org/officeDocument/2006/relationships/slide" Target="slides/slide53.xml"/><Relationship Id="rId7" Type="http://schemas.openxmlformats.org/officeDocument/2006/relationships/slide" Target="slides/slide5.xml"/><Relationship Id="rId71" Type="http://schemas.openxmlformats.org/officeDocument/2006/relationships/theme" Target="theme/theme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Yuanhe Tian" userId="8b41a650fa060b16" providerId="LiveId" clId="{AE0F7E3A-B146-FB4C-89E3-5FD6B54CEEC0}"/>
    <pc:docChg chg="modSld">
      <pc:chgData name="Yuanhe Tian" userId="8b41a650fa060b16" providerId="LiveId" clId="{AE0F7E3A-B146-FB4C-89E3-5FD6B54CEEC0}" dt="2025-07-01T22:14:12.458" v="21" actId="20577"/>
      <pc:docMkLst>
        <pc:docMk/>
      </pc:docMkLst>
      <pc:sldChg chg="modSp mod modNotesTx">
        <pc:chgData name="Yuanhe Tian" userId="8b41a650fa060b16" providerId="LiveId" clId="{AE0F7E3A-B146-FB4C-89E3-5FD6B54CEEC0}" dt="2025-07-01T22:14:12.458" v="21" actId="20577"/>
        <pc:sldMkLst>
          <pc:docMk/>
          <pc:sldMk cId="3486148897" sldId="4866"/>
        </pc:sldMkLst>
        <pc:spChg chg="mod">
          <ac:chgData name="Yuanhe Tian" userId="8b41a650fa060b16" providerId="LiveId" clId="{AE0F7E3A-B146-FB4C-89E3-5FD6B54CEEC0}" dt="2025-07-01T22:14:09.668" v="18"/>
          <ac:spMkLst>
            <pc:docMk/>
            <pc:sldMk cId="3486148897" sldId="4866"/>
            <ac:spMk id="3" creationId="{E5F77290-C7AA-2A45-00BA-6974776BBC6E}"/>
          </ac:spMkLst>
        </pc:spChg>
      </pc:sldChg>
    </pc:docChg>
  </pc:docChgLst>
  <pc:docChgLst>
    <pc:chgData name="Yuanhe Tian" userId="8b41a650fa060b16" providerId="LiveId" clId="{B1079378-D7C0-2544-BEA3-008F558037F2}"/>
    <pc:docChg chg="addSld delSld modSld">
      <pc:chgData name="Yuanhe Tian" userId="8b41a650fa060b16" providerId="LiveId" clId="{B1079378-D7C0-2544-BEA3-008F558037F2}" dt="2025-04-30T04:57:02.793" v="23" actId="20577"/>
      <pc:docMkLst>
        <pc:docMk/>
      </pc:docMkLst>
      <pc:sldChg chg="del">
        <pc:chgData name="Yuanhe Tian" userId="8b41a650fa060b16" providerId="LiveId" clId="{B1079378-D7C0-2544-BEA3-008F558037F2}" dt="2025-04-30T04:52:14.720" v="6" actId="2696"/>
        <pc:sldMkLst>
          <pc:docMk/>
          <pc:sldMk cId="0" sldId="4753"/>
        </pc:sldMkLst>
      </pc:sldChg>
      <pc:sldChg chg="modSp mod">
        <pc:chgData name="Yuanhe Tian" userId="8b41a650fa060b16" providerId="LiveId" clId="{B1079378-D7C0-2544-BEA3-008F558037F2}" dt="2025-04-30T04:57:02.793" v="23" actId="20577"/>
        <pc:sldMkLst>
          <pc:docMk/>
          <pc:sldMk cId="3795179892" sldId="4808"/>
        </pc:sldMkLst>
        <pc:spChg chg="mod">
          <ac:chgData name="Yuanhe Tian" userId="8b41a650fa060b16" providerId="LiveId" clId="{B1079378-D7C0-2544-BEA3-008F558037F2}" dt="2025-04-30T04:57:02.793" v="23" actId="20577"/>
          <ac:spMkLst>
            <pc:docMk/>
            <pc:sldMk cId="3795179892" sldId="4808"/>
            <ac:spMk id="58" creationId="{B2ED94F8-074A-35A6-A675-0D0A960CD68D}"/>
          </ac:spMkLst>
        </pc:spChg>
      </pc:sldChg>
      <pc:sldChg chg="modSp add mod">
        <pc:chgData name="Yuanhe Tian" userId="8b41a650fa060b16" providerId="LiveId" clId="{B1079378-D7C0-2544-BEA3-008F558037F2}" dt="2025-04-30T04:52:09.492" v="5" actId="20577"/>
        <pc:sldMkLst>
          <pc:docMk/>
          <pc:sldMk cId="0" sldId="4841"/>
        </pc:sldMkLst>
        <pc:spChg chg="mod">
          <ac:chgData name="Yuanhe Tian" userId="8b41a650fa060b16" providerId="LiveId" clId="{B1079378-D7C0-2544-BEA3-008F558037F2}" dt="2025-04-30T04:52:09.492" v="5" actId="20577"/>
          <ac:spMkLst>
            <pc:docMk/>
            <pc:sldMk cId="0" sldId="4841"/>
            <ac:spMk id="6" creationId="{00000000-0000-0000-0000-000000000000}"/>
          </ac:spMkLst>
        </pc:spChg>
      </pc:sldChg>
    </pc:docChg>
  </pc:docChgLst>
  <pc:docChgLst>
    <pc:chgData name="Yuanhe Tian" userId="8b41a650fa060b16" providerId="LiveId" clId="{AD8E125E-8AAF-ED4A-B9A3-4DFB8C99B6E4}"/>
    <pc:docChg chg="undo custSel addSld delSld modSld">
      <pc:chgData name="Yuanhe Tian" userId="8b41a650fa060b16" providerId="LiveId" clId="{AD8E125E-8AAF-ED4A-B9A3-4DFB8C99B6E4}" dt="2025-03-26T22:35:56.855" v="2202" actId="20577"/>
      <pc:docMkLst>
        <pc:docMk/>
      </pc:docMkLst>
      <pc:sldChg chg="del">
        <pc:chgData name="Yuanhe Tian" userId="8b41a650fa060b16" providerId="LiveId" clId="{AD8E125E-8AAF-ED4A-B9A3-4DFB8C99B6E4}" dt="2025-03-13T19:14:07.710" v="19" actId="2696"/>
        <pc:sldMkLst>
          <pc:docMk/>
          <pc:sldMk cId="0" sldId="345"/>
        </pc:sldMkLst>
      </pc:sldChg>
      <pc:sldChg chg="del">
        <pc:chgData name="Yuanhe Tian" userId="8b41a650fa060b16" providerId="LiveId" clId="{AD8E125E-8AAF-ED4A-B9A3-4DFB8C99B6E4}" dt="2025-03-13T19:14:07.574" v="12" actId="2696"/>
        <pc:sldMkLst>
          <pc:docMk/>
          <pc:sldMk cId="0" sldId="346"/>
        </pc:sldMkLst>
      </pc:sldChg>
      <pc:sldChg chg="del">
        <pc:chgData name="Yuanhe Tian" userId="8b41a650fa060b16" providerId="LiveId" clId="{AD8E125E-8AAF-ED4A-B9A3-4DFB8C99B6E4}" dt="2025-03-13T19:14:07.590" v="14" actId="2696"/>
        <pc:sldMkLst>
          <pc:docMk/>
          <pc:sldMk cId="0" sldId="349"/>
        </pc:sldMkLst>
      </pc:sldChg>
      <pc:sldChg chg="add del">
        <pc:chgData name="Yuanhe Tian" userId="8b41a650fa060b16" providerId="LiveId" clId="{AD8E125E-8AAF-ED4A-B9A3-4DFB8C99B6E4}" dt="2025-03-13T20:04:23.512" v="1076" actId="2696"/>
        <pc:sldMkLst>
          <pc:docMk/>
          <pc:sldMk cId="0" sldId="357"/>
        </pc:sldMkLst>
      </pc:sldChg>
      <pc:sldChg chg="del">
        <pc:chgData name="Yuanhe Tian" userId="8b41a650fa060b16" providerId="LiveId" clId="{AD8E125E-8AAF-ED4A-B9A3-4DFB8C99B6E4}" dt="2025-03-13T19:14:07.703" v="17" actId="2696"/>
        <pc:sldMkLst>
          <pc:docMk/>
          <pc:sldMk cId="1026772549" sldId="383"/>
        </pc:sldMkLst>
      </pc:sldChg>
      <pc:sldChg chg="del">
        <pc:chgData name="Yuanhe Tian" userId="8b41a650fa060b16" providerId="LiveId" clId="{AD8E125E-8AAF-ED4A-B9A3-4DFB8C99B6E4}" dt="2025-03-13T19:14:08.106" v="42" actId="2696"/>
        <pc:sldMkLst>
          <pc:docMk/>
          <pc:sldMk cId="911075894" sldId="395"/>
        </pc:sldMkLst>
      </pc:sldChg>
      <pc:sldChg chg="del">
        <pc:chgData name="Yuanhe Tian" userId="8b41a650fa060b16" providerId="LiveId" clId="{AD8E125E-8AAF-ED4A-B9A3-4DFB8C99B6E4}" dt="2025-03-13T19:14:07.705" v="18" actId="2696"/>
        <pc:sldMkLst>
          <pc:docMk/>
          <pc:sldMk cId="3550736363" sldId="396"/>
        </pc:sldMkLst>
      </pc:sldChg>
      <pc:sldChg chg="del">
        <pc:chgData name="Yuanhe Tian" userId="8b41a650fa060b16" providerId="LiveId" clId="{AD8E125E-8AAF-ED4A-B9A3-4DFB8C99B6E4}" dt="2025-03-13T19:14:08.090" v="35" actId="2696"/>
        <pc:sldMkLst>
          <pc:docMk/>
          <pc:sldMk cId="1866187902" sldId="397"/>
        </pc:sldMkLst>
      </pc:sldChg>
      <pc:sldChg chg="del">
        <pc:chgData name="Yuanhe Tian" userId="8b41a650fa060b16" providerId="LiveId" clId="{AD8E125E-8AAF-ED4A-B9A3-4DFB8C99B6E4}" dt="2025-03-13T19:14:07.998" v="31" actId="2696"/>
        <pc:sldMkLst>
          <pc:docMk/>
          <pc:sldMk cId="906033592" sldId="398"/>
        </pc:sldMkLst>
      </pc:sldChg>
      <pc:sldChg chg="del">
        <pc:chgData name="Yuanhe Tian" userId="8b41a650fa060b16" providerId="LiveId" clId="{AD8E125E-8AAF-ED4A-B9A3-4DFB8C99B6E4}" dt="2025-03-13T19:14:07.714" v="21" actId="2696"/>
        <pc:sldMkLst>
          <pc:docMk/>
          <pc:sldMk cId="1456088454" sldId="399"/>
        </pc:sldMkLst>
      </pc:sldChg>
      <pc:sldChg chg="del">
        <pc:chgData name="Yuanhe Tian" userId="8b41a650fa060b16" providerId="LiveId" clId="{AD8E125E-8AAF-ED4A-B9A3-4DFB8C99B6E4}" dt="2025-03-13T19:14:08.098" v="38" actId="2696"/>
        <pc:sldMkLst>
          <pc:docMk/>
          <pc:sldMk cId="2537432672" sldId="400"/>
        </pc:sldMkLst>
      </pc:sldChg>
      <pc:sldChg chg="del">
        <pc:chgData name="Yuanhe Tian" userId="8b41a650fa060b16" providerId="LiveId" clId="{AD8E125E-8AAF-ED4A-B9A3-4DFB8C99B6E4}" dt="2025-03-13T19:14:08.092" v="36" actId="2696"/>
        <pc:sldMkLst>
          <pc:docMk/>
          <pc:sldMk cId="180667309" sldId="401"/>
        </pc:sldMkLst>
      </pc:sldChg>
      <pc:sldChg chg="del">
        <pc:chgData name="Yuanhe Tian" userId="8b41a650fa060b16" providerId="LiveId" clId="{AD8E125E-8AAF-ED4A-B9A3-4DFB8C99B6E4}" dt="2025-03-13T19:14:08.083" v="32" actId="2696"/>
        <pc:sldMkLst>
          <pc:docMk/>
          <pc:sldMk cId="2401468459" sldId="402"/>
        </pc:sldMkLst>
      </pc:sldChg>
      <pc:sldChg chg="del">
        <pc:chgData name="Yuanhe Tian" userId="8b41a650fa060b16" providerId="LiveId" clId="{AD8E125E-8AAF-ED4A-B9A3-4DFB8C99B6E4}" dt="2025-03-13T19:14:07.716" v="22" actId="2696"/>
        <pc:sldMkLst>
          <pc:docMk/>
          <pc:sldMk cId="382838476" sldId="408"/>
        </pc:sldMkLst>
      </pc:sldChg>
      <pc:sldChg chg="del">
        <pc:chgData name="Yuanhe Tian" userId="8b41a650fa060b16" providerId="LiveId" clId="{AD8E125E-8AAF-ED4A-B9A3-4DFB8C99B6E4}" dt="2025-03-13T19:14:07.717" v="23" actId="2696"/>
        <pc:sldMkLst>
          <pc:docMk/>
          <pc:sldMk cId="2095487570" sldId="409"/>
        </pc:sldMkLst>
      </pc:sldChg>
      <pc:sldChg chg="del">
        <pc:chgData name="Yuanhe Tian" userId="8b41a650fa060b16" providerId="LiveId" clId="{AD8E125E-8AAF-ED4A-B9A3-4DFB8C99B6E4}" dt="2025-03-13T19:14:08.101" v="40" actId="2696"/>
        <pc:sldMkLst>
          <pc:docMk/>
          <pc:sldMk cId="1795440273" sldId="410"/>
        </pc:sldMkLst>
      </pc:sldChg>
      <pc:sldChg chg="del">
        <pc:chgData name="Yuanhe Tian" userId="8b41a650fa060b16" providerId="LiveId" clId="{AD8E125E-8AAF-ED4A-B9A3-4DFB8C99B6E4}" dt="2025-03-13T19:14:07.712" v="20" actId="2696"/>
        <pc:sldMkLst>
          <pc:docMk/>
          <pc:sldMk cId="2723083395" sldId="411"/>
        </pc:sldMkLst>
      </pc:sldChg>
      <pc:sldChg chg="del">
        <pc:chgData name="Yuanhe Tian" userId="8b41a650fa060b16" providerId="LiveId" clId="{AD8E125E-8AAF-ED4A-B9A3-4DFB8C99B6E4}" dt="2025-03-13T19:14:07.980" v="27" actId="2696"/>
        <pc:sldMkLst>
          <pc:docMk/>
          <pc:sldMk cId="4214493512" sldId="412"/>
        </pc:sldMkLst>
      </pc:sldChg>
      <pc:sldChg chg="del">
        <pc:chgData name="Yuanhe Tian" userId="8b41a650fa060b16" providerId="LiveId" clId="{AD8E125E-8AAF-ED4A-B9A3-4DFB8C99B6E4}" dt="2025-03-13T19:14:07.577" v="13" actId="2696"/>
        <pc:sldMkLst>
          <pc:docMk/>
          <pc:sldMk cId="3419133696" sldId="413"/>
        </pc:sldMkLst>
      </pc:sldChg>
      <pc:sldChg chg="del">
        <pc:chgData name="Yuanhe Tian" userId="8b41a650fa060b16" providerId="LiveId" clId="{AD8E125E-8AAF-ED4A-B9A3-4DFB8C99B6E4}" dt="2025-03-13T19:14:07.700" v="16" actId="2696"/>
        <pc:sldMkLst>
          <pc:docMk/>
          <pc:sldMk cId="1615958035" sldId="414"/>
        </pc:sldMkLst>
      </pc:sldChg>
      <pc:sldChg chg="del">
        <pc:chgData name="Yuanhe Tian" userId="8b41a650fa060b16" providerId="LiveId" clId="{AD8E125E-8AAF-ED4A-B9A3-4DFB8C99B6E4}" dt="2025-03-13T19:14:08.097" v="37" actId="2696"/>
        <pc:sldMkLst>
          <pc:docMk/>
          <pc:sldMk cId="3104789301" sldId="415"/>
        </pc:sldMkLst>
      </pc:sldChg>
      <pc:sldChg chg="del">
        <pc:chgData name="Yuanhe Tian" userId="8b41a650fa060b16" providerId="LiveId" clId="{AD8E125E-8AAF-ED4A-B9A3-4DFB8C99B6E4}" dt="2025-03-13T19:14:07.719" v="24" actId="2696"/>
        <pc:sldMkLst>
          <pc:docMk/>
          <pc:sldMk cId="3988708762" sldId="416"/>
        </pc:sldMkLst>
      </pc:sldChg>
      <pc:sldChg chg="del">
        <pc:chgData name="Yuanhe Tian" userId="8b41a650fa060b16" providerId="LiveId" clId="{AD8E125E-8AAF-ED4A-B9A3-4DFB8C99B6E4}" dt="2025-03-13T19:14:07.978" v="26" actId="2696"/>
        <pc:sldMkLst>
          <pc:docMk/>
          <pc:sldMk cId="3449706009" sldId="417"/>
        </pc:sldMkLst>
      </pc:sldChg>
      <pc:sldChg chg="del">
        <pc:chgData name="Yuanhe Tian" userId="8b41a650fa060b16" providerId="LiveId" clId="{AD8E125E-8AAF-ED4A-B9A3-4DFB8C99B6E4}" dt="2025-03-13T19:14:07.983" v="29" actId="2696"/>
        <pc:sldMkLst>
          <pc:docMk/>
          <pc:sldMk cId="433198386" sldId="418"/>
        </pc:sldMkLst>
      </pc:sldChg>
      <pc:sldChg chg="del">
        <pc:chgData name="Yuanhe Tian" userId="8b41a650fa060b16" providerId="LiveId" clId="{AD8E125E-8AAF-ED4A-B9A3-4DFB8C99B6E4}" dt="2025-03-13T19:14:07.564" v="11" actId="2696"/>
        <pc:sldMkLst>
          <pc:docMk/>
          <pc:sldMk cId="3246522559" sldId="419"/>
        </pc:sldMkLst>
      </pc:sldChg>
      <pc:sldChg chg="addSp delSp modSp add del mod">
        <pc:chgData name="Yuanhe Tian" userId="8b41a650fa060b16" providerId="LiveId" clId="{AD8E125E-8AAF-ED4A-B9A3-4DFB8C99B6E4}" dt="2025-03-19T06:48:32.464" v="1718" actId="207"/>
        <pc:sldMkLst>
          <pc:docMk/>
          <pc:sldMk cId="3930127778" sldId="442"/>
        </pc:sldMkLst>
      </pc:sldChg>
      <pc:sldChg chg="del">
        <pc:chgData name="Yuanhe Tian" userId="8b41a650fa060b16" providerId="LiveId" clId="{AD8E125E-8AAF-ED4A-B9A3-4DFB8C99B6E4}" dt="2025-03-13T19:14:07.982" v="28" actId="2696"/>
        <pc:sldMkLst>
          <pc:docMk/>
          <pc:sldMk cId="4275818848" sldId="475"/>
        </pc:sldMkLst>
      </pc:sldChg>
      <pc:sldChg chg="del">
        <pc:chgData name="Yuanhe Tian" userId="8b41a650fa060b16" providerId="LiveId" clId="{AD8E125E-8AAF-ED4A-B9A3-4DFB8C99B6E4}" dt="2025-03-13T19:14:08.100" v="39" actId="2696"/>
        <pc:sldMkLst>
          <pc:docMk/>
          <pc:sldMk cId="353352105" sldId="478"/>
        </pc:sldMkLst>
      </pc:sldChg>
      <pc:sldChg chg="del">
        <pc:chgData name="Yuanhe Tian" userId="8b41a650fa060b16" providerId="LiveId" clId="{AD8E125E-8AAF-ED4A-B9A3-4DFB8C99B6E4}" dt="2025-03-13T19:14:07.593" v="15" actId="2696"/>
        <pc:sldMkLst>
          <pc:docMk/>
          <pc:sldMk cId="666438794" sldId="480"/>
        </pc:sldMkLst>
      </pc:sldChg>
      <pc:sldChg chg="del">
        <pc:chgData name="Yuanhe Tian" userId="8b41a650fa060b16" providerId="LiveId" clId="{AD8E125E-8AAF-ED4A-B9A3-4DFB8C99B6E4}" dt="2025-03-13T19:14:08.085" v="33" actId="2696"/>
        <pc:sldMkLst>
          <pc:docMk/>
          <pc:sldMk cId="138194537" sldId="481"/>
        </pc:sldMkLst>
      </pc:sldChg>
      <pc:sldChg chg="del">
        <pc:chgData name="Yuanhe Tian" userId="8b41a650fa060b16" providerId="LiveId" clId="{AD8E125E-8AAF-ED4A-B9A3-4DFB8C99B6E4}" dt="2025-03-13T19:14:07.996" v="30" actId="2696"/>
        <pc:sldMkLst>
          <pc:docMk/>
          <pc:sldMk cId="2741396377" sldId="482"/>
        </pc:sldMkLst>
      </pc:sldChg>
      <pc:sldChg chg="del">
        <pc:chgData name="Yuanhe Tian" userId="8b41a650fa060b16" providerId="LiveId" clId="{AD8E125E-8AAF-ED4A-B9A3-4DFB8C99B6E4}" dt="2025-03-13T19:14:07.976" v="25" actId="2696"/>
        <pc:sldMkLst>
          <pc:docMk/>
          <pc:sldMk cId="678205033" sldId="483"/>
        </pc:sldMkLst>
      </pc:sldChg>
      <pc:sldChg chg="modSp add del mod">
        <pc:chgData name="Yuanhe Tian" userId="8b41a650fa060b16" providerId="LiveId" clId="{AD8E125E-8AAF-ED4A-B9A3-4DFB8C99B6E4}" dt="2025-03-13T19:44:02.593" v="886"/>
        <pc:sldMkLst>
          <pc:docMk/>
          <pc:sldMk cId="3332266165" sldId="484"/>
        </pc:sldMkLst>
      </pc:sldChg>
      <pc:sldChg chg="del">
        <pc:chgData name="Yuanhe Tian" userId="8b41a650fa060b16" providerId="LiveId" clId="{AD8E125E-8AAF-ED4A-B9A3-4DFB8C99B6E4}" dt="2025-03-13T19:14:08.104" v="41" actId="2696"/>
        <pc:sldMkLst>
          <pc:docMk/>
          <pc:sldMk cId="322071261" sldId="485"/>
        </pc:sldMkLst>
      </pc:sldChg>
      <pc:sldChg chg="addSp delSp modSp add del mod chgLayout">
        <pc:chgData name="Yuanhe Tian" userId="8b41a650fa060b16" providerId="LiveId" clId="{AD8E125E-8AAF-ED4A-B9A3-4DFB8C99B6E4}" dt="2025-03-19T07:01:38.500" v="1930" actId="27636"/>
        <pc:sldMkLst>
          <pc:docMk/>
          <pc:sldMk cId="947062537" sldId="609"/>
        </pc:sldMkLst>
      </pc:sldChg>
      <pc:sldChg chg="modSp add del mod">
        <pc:chgData name="Yuanhe Tian" userId="8b41a650fa060b16" providerId="LiveId" clId="{AD8E125E-8AAF-ED4A-B9A3-4DFB8C99B6E4}" dt="2025-03-13T19:28:36.431" v="218" actId="20577"/>
        <pc:sldMkLst>
          <pc:docMk/>
          <pc:sldMk cId="280420017" sldId="662"/>
        </pc:sldMkLst>
      </pc:sldChg>
      <pc:sldChg chg="modSp add del mod">
        <pc:chgData name="Yuanhe Tian" userId="8b41a650fa060b16" providerId="LiveId" clId="{AD8E125E-8AAF-ED4A-B9A3-4DFB8C99B6E4}" dt="2025-03-13T19:29:41.500" v="261" actId="108"/>
        <pc:sldMkLst>
          <pc:docMk/>
          <pc:sldMk cId="2916644290" sldId="665"/>
        </pc:sldMkLst>
      </pc:sldChg>
      <pc:sldChg chg="modSp add del mod">
        <pc:chgData name="Yuanhe Tian" userId="8b41a650fa060b16" providerId="LiveId" clId="{AD8E125E-8AAF-ED4A-B9A3-4DFB8C99B6E4}" dt="2025-03-13T19:35:44.480" v="442"/>
        <pc:sldMkLst>
          <pc:docMk/>
          <pc:sldMk cId="3146989989" sldId="666"/>
        </pc:sldMkLst>
      </pc:sldChg>
      <pc:sldChg chg="modSp add del mod">
        <pc:chgData name="Yuanhe Tian" userId="8b41a650fa060b16" providerId="LiveId" clId="{AD8E125E-8AAF-ED4A-B9A3-4DFB8C99B6E4}" dt="2025-03-13T19:35:50.896" v="447"/>
        <pc:sldMkLst>
          <pc:docMk/>
          <pc:sldMk cId="2677434529" sldId="667"/>
        </pc:sldMkLst>
      </pc:sldChg>
      <pc:sldChg chg="modSp add del mod">
        <pc:chgData name="Yuanhe Tian" userId="8b41a650fa060b16" providerId="LiveId" clId="{AD8E125E-8AAF-ED4A-B9A3-4DFB8C99B6E4}" dt="2025-03-13T19:39:44.058" v="666" actId="20577"/>
        <pc:sldMkLst>
          <pc:docMk/>
          <pc:sldMk cId="2537907593" sldId="668"/>
        </pc:sldMkLst>
      </pc:sldChg>
      <pc:sldChg chg="modSp add del mod">
        <pc:chgData name="Yuanhe Tian" userId="8b41a650fa060b16" providerId="LiveId" clId="{AD8E125E-8AAF-ED4A-B9A3-4DFB8C99B6E4}" dt="2025-03-13T19:36:00.069" v="451"/>
        <pc:sldMkLst>
          <pc:docMk/>
          <pc:sldMk cId="1794184635" sldId="669"/>
        </pc:sldMkLst>
      </pc:sldChg>
      <pc:sldChg chg="modSp add del mod">
        <pc:chgData name="Yuanhe Tian" userId="8b41a650fa060b16" providerId="LiveId" clId="{AD8E125E-8AAF-ED4A-B9A3-4DFB8C99B6E4}" dt="2025-03-13T19:39:31.908" v="655" actId="27636"/>
        <pc:sldMkLst>
          <pc:docMk/>
          <pc:sldMk cId="1210376914" sldId="670"/>
        </pc:sldMkLst>
      </pc:sldChg>
      <pc:sldChg chg="addSp modSp add del mod">
        <pc:chgData name="Yuanhe Tian" userId="8b41a650fa060b16" providerId="LiveId" clId="{AD8E125E-8AAF-ED4A-B9A3-4DFB8C99B6E4}" dt="2025-03-13T19:46:05.546" v="927" actId="108"/>
        <pc:sldMkLst>
          <pc:docMk/>
          <pc:sldMk cId="3115804721" sldId="673"/>
        </pc:sldMkLst>
      </pc:sldChg>
      <pc:sldChg chg="modSp add del mod">
        <pc:chgData name="Yuanhe Tian" userId="8b41a650fa060b16" providerId="LiveId" clId="{AD8E125E-8AAF-ED4A-B9A3-4DFB8C99B6E4}" dt="2025-03-13T19:46:48.859" v="946" actId="27636"/>
        <pc:sldMkLst>
          <pc:docMk/>
          <pc:sldMk cId="2392981946" sldId="674"/>
        </pc:sldMkLst>
      </pc:sldChg>
      <pc:sldChg chg="modSp add del mod">
        <pc:chgData name="Yuanhe Tian" userId="8b41a650fa060b16" providerId="LiveId" clId="{AD8E125E-8AAF-ED4A-B9A3-4DFB8C99B6E4}" dt="2025-03-13T19:48:24.568" v="994" actId="27636"/>
        <pc:sldMkLst>
          <pc:docMk/>
          <pc:sldMk cId="2388621529" sldId="675"/>
        </pc:sldMkLst>
      </pc:sldChg>
      <pc:sldChg chg="modSp add del mod">
        <pc:chgData name="Yuanhe Tian" userId="8b41a650fa060b16" providerId="LiveId" clId="{AD8E125E-8AAF-ED4A-B9A3-4DFB8C99B6E4}" dt="2025-03-13T19:49:37.891" v="1011" actId="14100"/>
        <pc:sldMkLst>
          <pc:docMk/>
          <pc:sldMk cId="345139491" sldId="676"/>
        </pc:sldMkLst>
      </pc:sldChg>
      <pc:sldChg chg="modSp add del mod">
        <pc:chgData name="Yuanhe Tian" userId="8b41a650fa060b16" providerId="LiveId" clId="{AD8E125E-8AAF-ED4A-B9A3-4DFB8C99B6E4}" dt="2025-03-13T19:50:00.659" v="1014" actId="108"/>
        <pc:sldMkLst>
          <pc:docMk/>
          <pc:sldMk cId="3065444070" sldId="677"/>
        </pc:sldMkLst>
      </pc:sldChg>
      <pc:sldChg chg="modSp add del mod">
        <pc:chgData name="Yuanhe Tian" userId="8b41a650fa060b16" providerId="LiveId" clId="{AD8E125E-8AAF-ED4A-B9A3-4DFB8C99B6E4}" dt="2025-03-13T19:50:21.989" v="1029" actId="27636"/>
        <pc:sldMkLst>
          <pc:docMk/>
          <pc:sldMk cId="2690588529" sldId="678"/>
        </pc:sldMkLst>
      </pc:sldChg>
      <pc:sldChg chg="modSp add del mod">
        <pc:chgData name="Yuanhe Tian" userId="8b41a650fa060b16" providerId="LiveId" clId="{AD8E125E-8AAF-ED4A-B9A3-4DFB8C99B6E4}" dt="2025-03-13T20:03:47.069" v="1060" actId="15"/>
        <pc:sldMkLst>
          <pc:docMk/>
          <pc:sldMk cId="2281549366" sldId="679"/>
        </pc:sldMkLst>
      </pc:sldChg>
      <pc:sldChg chg="modSp add del mod">
        <pc:chgData name="Yuanhe Tian" userId="8b41a650fa060b16" providerId="LiveId" clId="{AD8E125E-8AAF-ED4A-B9A3-4DFB8C99B6E4}" dt="2025-03-13T20:04:11.130" v="1075" actId="108"/>
        <pc:sldMkLst>
          <pc:docMk/>
          <pc:sldMk cId="4161753682" sldId="680"/>
        </pc:sldMkLst>
      </pc:sldChg>
      <pc:sldChg chg="modSp add del mod">
        <pc:chgData name="Yuanhe Tian" userId="8b41a650fa060b16" providerId="LiveId" clId="{AD8E125E-8AAF-ED4A-B9A3-4DFB8C99B6E4}" dt="2025-03-13T19:26:37.678" v="178" actId="27636"/>
        <pc:sldMkLst>
          <pc:docMk/>
          <pc:sldMk cId="2476337474" sldId="682"/>
        </pc:sldMkLst>
      </pc:sldChg>
      <pc:sldChg chg="addSp delSp modSp add del mod">
        <pc:chgData name="Yuanhe Tian" userId="8b41a650fa060b16" providerId="LiveId" clId="{AD8E125E-8AAF-ED4A-B9A3-4DFB8C99B6E4}" dt="2025-03-19T07:05:21.593" v="2137" actId="207"/>
        <pc:sldMkLst>
          <pc:docMk/>
          <pc:sldMk cId="2115896785" sldId="683"/>
        </pc:sldMkLst>
      </pc:sldChg>
      <pc:sldChg chg="modSp add del mod">
        <pc:chgData name="Yuanhe Tian" userId="8b41a650fa060b16" providerId="LiveId" clId="{AD8E125E-8AAF-ED4A-B9A3-4DFB8C99B6E4}" dt="2025-03-19T06:44:20.792" v="1584" actId="20577"/>
        <pc:sldMkLst>
          <pc:docMk/>
          <pc:sldMk cId="3863655696" sldId="684"/>
        </pc:sldMkLst>
      </pc:sldChg>
      <pc:sldChg chg="modSp add del mod">
        <pc:chgData name="Yuanhe Tian" userId="8b41a650fa060b16" providerId="LiveId" clId="{AD8E125E-8AAF-ED4A-B9A3-4DFB8C99B6E4}" dt="2025-03-19T06:50:36.999" v="1771" actId="14100"/>
        <pc:sldMkLst>
          <pc:docMk/>
          <pc:sldMk cId="2989771803" sldId="685"/>
        </pc:sldMkLst>
      </pc:sldChg>
      <pc:sldChg chg="modSp add del mod">
        <pc:chgData name="Yuanhe Tian" userId="8b41a650fa060b16" providerId="LiveId" clId="{AD8E125E-8AAF-ED4A-B9A3-4DFB8C99B6E4}" dt="2025-03-19T07:02:44.474" v="1936" actId="1076"/>
        <pc:sldMkLst>
          <pc:docMk/>
          <pc:sldMk cId="2080875247" sldId="686"/>
        </pc:sldMkLst>
      </pc:sldChg>
      <pc:sldChg chg="modSp mod">
        <pc:chgData name="Yuanhe Tian" userId="8b41a650fa060b16" providerId="LiveId" clId="{AD8E125E-8AAF-ED4A-B9A3-4DFB8C99B6E4}" dt="2025-03-13T20:06:35.910" v="1292" actId="20577"/>
        <pc:sldMkLst>
          <pc:docMk/>
          <pc:sldMk cId="0" sldId="4753"/>
        </pc:sldMkLst>
      </pc:sldChg>
      <pc:sldChg chg="add del">
        <pc:chgData name="Yuanhe Tian" userId="8b41a650fa060b16" providerId="LiveId" clId="{AD8E125E-8AAF-ED4A-B9A3-4DFB8C99B6E4}" dt="2025-03-13T19:13:45.917" v="2"/>
        <pc:sldMkLst>
          <pc:docMk/>
          <pc:sldMk cId="893772597" sldId="4754"/>
        </pc:sldMkLst>
      </pc:sldChg>
      <pc:sldChg chg="add del">
        <pc:chgData name="Yuanhe Tian" userId="8b41a650fa060b16" providerId="LiveId" clId="{AD8E125E-8AAF-ED4A-B9A3-4DFB8C99B6E4}" dt="2025-03-13T19:13:45.917" v="2"/>
        <pc:sldMkLst>
          <pc:docMk/>
          <pc:sldMk cId="4259647223" sldId="4755"/>
        </pc:sldMkLst>
      </pc:sldChg>
      <pc:sldChg chg="del">
        <pc:chgData name="Yuanhe Tian" userId="8b41a650fa060b16" providerId="LiveId" clId="{AD8E125E-8AAF-ED4A-B9A3-4DFB8C99B6E4}" dt="2025-03-13T19:14:08.088" v="34" actId="2696"/>
        <pc:sldMkLst>
          <pc:docMk/>
          <pc:sldMk cId="3015976944" sldId="4806"/>
        </pc:sldMkLst>
      </pc:sldChg>
      <pc:sldChg chg="modSp mod">
        <pc:chgData name="Yuanhe Tian" userId="8b41a650fa060b16" providerId="LiveId" clId="{AD8E125E-8AAF-ED4A-B9A3-4DFB8C99B6E4}" dt="2025-03-13T20:06:07.781" v="1285" actId="20577"/>
        <pc:sldMkLst>
          <pc:docMk/>
          <pc:sldMk cId="3681482467" sldId="4807"/>
        </pc:sldMkLst>
      </pc:sldChg>
      <pc:sldChg chg="add del">
        <pc:chgData name="Yuanhe Tian" userId="8b41a650fa060b16" providerId="LiveId" clId="{AD8E125E-8AAF-ED4A-B9A3-4DFB8C99B6E4}" dt="2025-03-13T19:13:42.453" v="1"/>
        <pc:sldMkLst>
          <pc:docMk/>
          <pc:sldMk cId="652647151" sldId="4808"/>
        </pc:sldMkLst>
      </pc:sldChg>
      <pc:sldChg chg="add">
        <pc:chgData name="Yuanhe Tian" userId="8b41a650fa060b16" providerId="LiveId" clId="{AD8E125E-8AAF-ED4A-B9A3-4DFB8C99B6E4}" dt="2025-03-13T19:13:45.917" v="2"/>
        <pc:sldMkLst>
          <pc:docMk/>
          <pc:sldMk cId="3795179892" sldId="4808"/>
        </pc:sldMkLst>
      </pc:sldChg>
      <pc:sldChg chg="add del">
        <pc:chgData name="Yuanhe Tian" userId="8b41a650fa060b16" providerId="LiveId" clId="{AD8E125E-8AAF-ED4A-B9A3-4DFB8C99B6E4}" dt="2025-03-19T06:45:19.340" v="1587"/>
        <pc:sldMkLst>
          <pc:docMk/>
          <pc:sldMk cId="3669658310" sldId="4809"/>
        </pc:sldMkLst>
      </pc:sldChg>
      <pc:sldChg chg="delSp modSp add del mod modShow">
        <pc:chgData name="Yuanhe Tian" userId="8b41a650fa060b16" providerId="LiveId" clId="{AD8E125E-8AAF-ED4A-B9A3-4DFB8C99B6E4}" dt="2025-03-19T07:02:11.325" v="1931" actId="729"/>
        <pc:sldMkLst>
          <pc:docMk/>
          <pc:sldMk cId="3872393805" sldId="4809"/>
        </pc:sldMkLst>
      </pc:sldChg>
      <pc:sldChg chg="add del">
        <pc:chgData name="Yuanhe Tian" userId="8b41a650fa060b16" providerId="LiveId" clId="{AD8E125E-8AAF-ED4A-B9A3-4DFB8C99B6E4}" dt="2025-03-14T05:30:30.762" v="1293" actId="2696"/>
        <pc:sldMkLst>
          <pc:docMk/>
          <pc:sldMk cId="4113134589" sldId="4809"/>
        </pc:sldMkLst>
      </pc:sldChg>
      <pc:sldChg chg="add">
        <pc:chgData name="Yuanhe Tian" userId="8b41a650fa060b16" providerId="LiveId" clId="{AD8E125E-8AAF-ED4A-B9A3-4DFB8C99B6E4}" dt="2025-03-19T06:46:45.229" v="1589"/>
        <pc:sldMkLst>
          <pc:docMk/>
          <pc:sldMk cId="2131349319" sldId="4810"/>
        </pc:sldMkLst>
      </pc:sldChg>
      <pc:sldChg chg="delSp modSp add mod">
        <pc:chgData name="Yuanhe Tian" userId="8b41a650fa060b16" providerId="LiveId" clId="{AD8E125E-8AAF-ED4A-B9A3-4DFB8C99B6E4}" dt="2025-03-19T06:50:15.744" v="1764" actId="478"/>
        <pc:sldMkLst>
          <pc:docMk/>
          <pc:sldMk cId="1274641704" sldId="4811"/>
        </pc:sldMkLst>
      </pc:sldChg>
      <pc:sldChg chg="delSp modSp add mod">
        <pc:chgData name="Yuanhe Tian" userId="8b41a650fa060b16" providerId="LiveId" clId="{AD8E125E-8AAF-ED4A-B9A3-4DFB8C99B6E4}" dt="2025-03-19T06:51:57.766" v="1837" actId="207"/>
        <pc:sldMkLst>
          <pc:docMk/>
          <pc:sldMk cId="2038140189" sldId="4812"/>
        </pc:sldMkLst>
      </pc:sldChg>
      <pc:sldChg chg="addSp delSp modSp add mod">
        <pc:chgData name="Yuanhe Tian" userId="8b41a650fa060b16" providerId="LiveId" clId="{AD8E125E-8AAF-ED4A-B9A3-4DFB8C99B6E4}" dt="2025-03-19T06:59:52.480" v="1900" actId="207"/>
        <pc:sldMkLst>
          <pc:docMk/>
          <pc:sldMk cId="178872710" sldId="4813"/>
        </pc:sldMkLst>
      </pc:sldChg>
      <pc:sldChg chg="delSp modSp add mod">
        <pc:chgData name="Yuanhe Tian" userId="8b41a650fa060b16" providerId="LiveId" clId="{AD8E125E-8AAF-ED4A-B9A3-4DFB8C99B6E4}" dt="2025-03-19T07:03:38.429" v="2012" actId="207"/>
        <pc:sldMkLst>
          <pc:docMk/>
          <pc:sldMk cId="2693809505" sldId="4814"/>
        </pc:sldMkLst>
      </pc:sldChg>
      <pc:sldChg chg="add">
        <pc:chgData name="Yuanhe Tian" userId="8b41a650fa060b16" providerId="LiveId" clId="{AD8E125E-8AAF-ED4A-B9A3-4DFB8C99B6E4}" dt="2025-03-19T07:04:16.966" v="2013"/>
        <pc:sldMkLst>
          <pc:docMk/>
          <pc:sldMk cId="3459347714" sldId="4815"/>
        </pc:sldMkLst>
      </pc:sldChg>
      <pc:sldChg chg="delSp modSp add mod">
        <pc:chgData name="Yuanhe Tian" userId="8b41a650fa060b16" providerId="LiveId" clId="{AD8E125E-8AAF-ED4A-B9A3-4DFB8C99B6E4}" dt="2025-03-26T22:35:56.855" v="2202" actId="20577"/>
        <pc:sldMkLst>
          <pc:docMk/>
          <pc:sldMk cId="3802686310" sldId="4816"/>
        </pc:sldMkLst>
      </pc:sldChg>
    </pc:docChg>
  </pc:docChgLst>
  <pc:docChgLst>
    <pc:chgData name="Yuanhe Tian" userId="8b41a650fa060b16" providerId="LiveId" clId="{7D17A8A5-56A1-E744-9FD0-81A5FD515565}"/>
    <pc:docChg chg="custSel addSld delSld modSld">
      <pc:chgData name="Yuanhe Tian" userId="8b41a650fa060b16" providerId="LiveId" clId="{7D17A8A5-56A1-E744-9FD0-81A5FD515565}" dt="2025-05-07T02:46:41.007" v="67" actId="1076"/>
      <pc:docMkLst>
        <pc:docMk/>
      </pc:docMkLst>
      <pc:sldChg chg="addSp delSp modSp mod">
        <pc:chgData name="Yuanhe Tian" userId="8b41a650fa060b16" providerId="LiveId" clId="{7D17A8A5-56A1-E744-9FD0-81A5FD515565}" dt="2025-05-06T06:17:05.522" v="17" actId="478"/>
        <pc:sldMkLst>
          <pc:docMk/>
          <pc:sldMk cId="3930127778" sldId="442"/>
        </pc:sldMkLst>
      </pc:sldChg>
      <pc:sldChg chg="addSp delSp modSp mod">
        <pc:chgData name="Yuanhe Tian" userId="8b41a650fa060b16" providerId="LiveId" clId="{7D17A8A5-56A1-E744-9FD0-81A5FD515565}" dt="2025-05-07T02:46:10.351" v="63" actId="1076"/>
        <pc:sldMkLst>
          <pc:docMk/>
          <pc:sldMk cId="2388621529" sldId="675"/>
        </pc:sldMkLst>
      </pc:sldChg>
      <pc:sldChg chg="addSp delSp modSp mod">
        <pc:chgData name="Yuanhe Tian" userId="8b41a650fa060b16" providerId="LiveId" clId="{7D17A8A5-56A1-E744-9FD0-81A5FD515565}" dt="2025-05-07T02:46:41.007" v="67" actId="1076"/>
        <pc:sldMkLst>
          <pc:docMk/>
          <pc:sldMk cId="345139491" sldId="676"/>
        </pc:sldMkLst>
        <pc:picChg chg="mod">
          <ac:chgData name="Yuanhe Tian" userId="8b41a650fa060b16" providerId="LiveId" clId="{7D17A8A5-56A1-E744-9FD0-81A5FD515565}" dt="2025-05-07T02:46:41.007" v="67" actId="1076"/>
          <ac:picMkLst>
            <pc:docMk/>
            <pc:sldMk cId="345139491" sldId="676"/>
            <ac:picMk id="7" creationId="{F735D6D5-F6C0-3A94-6C64-EEBB176144C8}"/>
          </ac:picMkLst>
        </pc:picChg>
      </pc:sldChg>
      <pc:sldChg chg="addSp delSp modSp mod">
        <pc:chgData name="Yuanhe Tian" userId="8b41a650fa060b16" providerId="LiveId" clId="{7D17A8A5-56A1-E744-9FD0-81A5FD515565}" dt="2025-05-07T02:44:18.842" v="57" actId="164"/>
        <pc:sldMkLst>
          <pc:docMk/>
          <pc:sldMk cId="2115896785" sldId="683"/>
        </pc:sldMkLst>
        <pc:spChg chg="mod">
          <ac:chgData name="Yuanhe Tian" userId="8b41a650fa060b16" providerId="LiveId" clId="{7D17A8A5-56A1-E744-9FD0-81A5FD515565}" dt="2025-05-07T02:44:13.993" v="55"/>
          <ac:spMkLst>
            <pc:docMk/>
            <pc:sldMk cId="2115896785" sldId="683"/>
            <ac:spMk id="8" creationId="{F907B58C-6808-9342-E3DA-092BDF58A2C3}"/>
          </ac:spMkLst>
        </pc:spChg>
        <pc:spChg chg="mod">
          <ac:chgData name="Yuanhe Tian" userId="8b41a650fa060b16" providerId="LiveId" clId="{7D17A8A5-56A1-E744-9FD0-81A5FD515565}" dt="2025-05-07T02:44:13.993" v="55"/>
          <ac:spMkLst>
            <pc:docMk/>
            <pc:sldMk cId="2115896785" sldId="683"/>
            <ac:spMk id="11" creationId="{AE883536-F77C-B791-53AB-39C1A4093CA1}"/>
          </ac:spMkLst>
        </pc:spChg>
        <pc:spChg chg="mod">
          <ac:chgData name="Yuanhe Tian" userId="8b41a650fa060b16" providerId="LiveId" clId="{7D17A8A5-56A1-E744-9FD0-81A5FD515565}" dt="2025-05-07T02:44:13.993" v="55"/>
          <ac:spMkLst>
            <pc:docMk/>
            <pc:sldMk cId="2115896785" sldId="683"/>
            <ac:spMk id="12" creationId="{8D51434A-EC8D-D76D-CD88-25A5AC2972AE}"/>
          </ac:spMkLst>
        </pc:spChg>
        <pc:spChg chg="mod">
          <ac:chgData name="Yuanhe Tian" userId="8b41a650fa060b16" providerId="LiveId" clId="{7D17A8A5-56A1-E744-9FD0-81A5FD515565}" dt="2025-05-07T02:44:13.993" v="55"/>
          <ac:spMkLst>
            <pc:docMk/>
            <pc:sldMk cId="2115896785" sldId="683"/>
            <ac:spMk id="13" creationId="{2A73D353-C1CB-BD8D-4D17-7A3F24D57A76}"/>
          </ac:spMkLst>
        </pc:spChg>
        <pc:spChg chg="mod">
          <ac:chgData name="Yuanhe Tian" userId="8b41a650fa060b16" providerId="LiveId" clId="{7D17A8A5-56A1-E744-9FD0-81A5FD515565}" dt="2025-05-07T02:44:13.993" v="55"/>
          <ac:spMkLst>
            <pc:docMk/>
            <pc:sldMk cId="2115896785" sldId="683"/>
            <ac:spMk id="18" creationId="{5EBB5492-0978-D682-B999-86D51E883233}"/>
          </ac:spMkLst>
        </pc:spChg>
        <pc:spChg chg="mod">
          <ac:chgData name="Yuanhe Tian" userId="8b41a650fa060b16" providerId="LiveId" clId="{7D17A8A5-56A1-E744-9FD0-81A5FD515565}" dt="2025-05-07T02:44:13.993" v="55"/>
          <ac:spMkLst>
            <pc:docMk/>
            <pc:sldMk cId="2115896785" sldId="683"/>
            <ac:spMk id="19" creationId="{2007BC98-4840-DDF4-034C-BE311113F6DF}"/>
          </ac:spMkLst>
        </pc:spChg>
        <pc:spChg chg="mod">
          <ac:chgData name="Yuanhe Tian" userId="8b41a650fa060b16" providerId="LiveId" clId="{7D17A8A5-56A1-E744-9FD0-81A5FD515565}" dt="2025-05-07T02:44:13.993" v="55"/>
          <ac:spMkLst>
            <pc:docMk/>
            <pc:sldMk cId="2115896785" sldId="683"/>
            <ac:spMk id="20" creationId="{55256CD8-00B9-1F2C-E457-3F9C75AF5148}"/>
          </ac:spMkLst>
        </pc:spChg>
        <pc:spChg chg="mod">
          <ac:chgData name="Yuanhe Tian" userId="8b41a650fa060b16" providerId="LiveId" clId="{7D17A8A5-56A1-E744-9FD0-81A5FD515565}" dt="2025-05-07T02:44:13.993" v="55"/>
          <ac:spMkLst>
            <pc:docMk/>
            <pc:sldMk cId="2115896785" sldId="683"/>
            <ac:spMk id="21" creationId="{BB6E5DD4-3C46-7A48-A2E5-83289F74FFEB}"/>
          </ac:spMkLst>
        </pc:spChg>
        <pc:spChg chg="mod">
          <ac:chgData name="Yuanhe Tian" userId="8b41a650fa060b16" providerId="LiveId" clId="{7D17A8A5-56A1-E744-9FD0-81A5FD515565}" dt="2025-05-07T02:44:13.993" v="55"/>
          <ac:spMkLst>
            <pc:docMk/>
            <pc:sldMk cId="2115896785" sldId="683"/>
            <ac:spMk id="22" creationId="{1DDB3D46-C0AD-5DE3-9145-C35522CB532C}"/>
          </ac:spMkLst>
        </pc:spChg>
        <pc:spChg chg="mod">
          <ac:chgData name="Yuanhe Tian" userId="8b41a650fa060b16" providerId="LiveId" clId="{7D17A8A5-56A1-E744-9FD0-81A5FD515565}" dt="2025-05-07T02:44:13.993" v="55"/>
          <ac:spMkLst>
            <pc:docMk/>
            <pc:sldMk cId="2115896785" sldId="683"/>
            <ac:spMk id="26" creationId="{26DD943F-74B4-F368-CD99-7AA1B227946B}"/>
          </ac:spMkLst>
        </pc:spChg>
        <pc:grpChg chg="mod">
          <ac:chgData name="Yuanhe Tian" userId="8b41a650fa060b16" providerId="LiveId" clId="{7D17A8A5-56A1-E744-9FD0-81A5FD515565}" dt="2025-05-07T02:44:18.842" v="57" actId="164"/>
          <ac:grpSpMkLst>
            <pc:docMk/>
            <pc:sldMk cId="2115896785" sldId="683"/>
            <ac:grpSpMk id="6" creationId="{2A067080-AE2C-2035-A42F-020F021D4D03}"/>
          </ac:grpSpMkLst>
        </pc:grpChg>
        <pc:grpChg chg="add mod">
          <ac:chgData name="Yuanhe Tian" userId="8b41a650fa060b16" providerId="LiveId" clId="{7D17A8A5-56A1-E744-9FD0-81A5FD515565}" dt="2025-05-07T02:44:18.842" v="57" actId="164"/>
          <ac:grpSpMkLst>
            <pc:docMk/>
            <pc:sldMk cId="2115896785" sldId="683"/>
            <ac:grpSpMk id="27" creationId="{50D23460-973E-DA3F-3AB8-2912D9674C18}"/>
          </ac:grpSpMkLst>
        </pc:grpChg>
        <pc:picChg chg="mod">
          <ac:chgData name="Yuanhe Tian" userId="8b41a650fa060b16" providerId="LiveId" clId="{7D17A8A5-56A1-E744-9FD0-81A5FD515565}" dt="2025-05-07T02:44:18.842" v="57" actId="164"/>
          <ac:picMkLst>
            <pc:docMk/>
            <pc:sldMk cId="2115896785" sldId="683"/>
            <ac:picMk id="5" creationId="{78830375-EB0D-1D61-35B2-123EF4C07E8F}"/>
          </ac:picMkLst>
        </pc:picChg>
      </pc:sldChg>
      <pc:sldChg chg="addSp delSp modSp mod">
        <pc:chgData name="Yuanhe Tian" userId="8b41a650fa060b16" providerId="LiveId" clId="{7D17A8A5-56A1-E744-9FD0-81A5FD515565}" dt="2025-05-07T02:45:14.552" v="60" actId="1076"/>
        <pc:sldMkLst>
          <pc:docMk/>
          <pc:sldMk cId="3863655696" sldId="684"/>
        </pc:sldMkLst>
        <pc:spChg chg="mod">
          <ac:chgData name="Yuanhe Tian" userId="8b41a650fa060b16" providerId="LiveId" clId="{7D17A8A5-56A1-E744-9FD0-81A5FD515565}" dt="2025-05-07T02:45:11.727" v="59"/>
          <ac:spMkLst>
            <pc:docMk/>
            <pc:sldMk cId="3863655696" sldId="684"/>
            <ac:spMk id="12" creationId="{6193E668-7AC4-6D91-D5C2-CC8E5D54F0EF}"/>
          </ac:spMkLst>
        </pc:spChg>
        <pc:spChg chg="mod">
          <ac:chgData name="Yuanhe Tian" userId="8b41a650fa060b16" providerId="LiveId" clId="{7D17A8A5-56A1-E744-9FD0-81A5FD515565}" dt="2025-05-07T02:45:11.727" v="59"/>
          <ac:spMkLst>
            <pc:docMk/>
            <pc:sldMk cId="3863655696" sldId="684"/>
            <ac:spMk id="16" creationId="{11FD97AC-EFEB-720B-BF1E-CB32B5A8867B}"/>
          </ac:spMkLst>
        </pc:spChg>
        <pc:spChg chg="mod">
          <ac:chgData name="Yuanhe Tian" userId="8b41a650fa060b16" providerId="LiveId" clId="{7D17A8A5-56A1-E744-9FD0-81A5FD515565}" dt="2025-05-07T02:45:11.727" v="59"/>
          <ac:spMkLst>
            <pc:docMk/>
            <pc:sldMk cId="3863655696" sldId="684"/>
            <ac:spMk id="27" creationId="{B10A9494-B53D-D826-0EFA-18AD3664DD18}"/>
          </ac:spMkLst>
        </pc:spChg>
        <pc:spChg chg="mod">
          <ac:chgData name="Yuanhe Tian" userId="8b41a650fa060b16" providerId="LiveId" clId="{7D17A8A5-56A1-E744-9FD0-81A5FD515565}" dt="2025-05-07T02:45:11.727" v="59"/>
          <ac:spMkLst>
            <pc:docMk/>
            <pc:sldMk cId="3863655696" sldId="684"/>
            <ac:spMk id="28" creationId="{5C6587BC-3D2E-C25A-C3F6-DE6E366FC909}"/>
          </ac:spMkLst>
        </pc:spChg>
        <pc:spChg chg="mod">
          <ac:chgData name="Yuanhe Tian" userId="8b41a650fa060b16" providerId="LiveId" clId="{7D17A8A5-56A1-E744-9FD0-81A5FD515565}" dt="2025-05-07T02:45:11.727" v="59"/>
          <ac:spMkLst>
            <pc:docMk/>
            <pc:sldMk cId="3863655696" sldId="684"/>
            <ac:spMk id="30" creationId="{51F55E3E-4D49-599B-73CB-0675BA3B9638}"/>
          </ac:spMkLst>
        </pc:spChg>
        <pc:spChg chg="mod">
          <ac:chgData name="Yuanhe Tian" userId="8b41a650fa060b16" providerId="LiveId" clId="{7D17A8A5-56A1-E744-9FD0-81A5FD515565}" dt="2025-05-07T02:45:11.727" v="59"/>
          <ac:spMkLst>
            <pc:docMk/>
            <pc:sldMk cId="3863655696" sldId="684"/>
            <ac:spMk id="45" creationId="{80420491-C05B-603A-B555-0B8973FAF940}"/>
          </ac:spMkLst>
        </pc:spChg>
        <pc:spChg chg="mod">
          <ac:chgData name="Yuanhe Tian" userId="8b41a650fa060b16" providerId="LiveId" clId="{7D17A8A5-56A1-E744-9FD0-81A5FD515565}" dt="2025-05-07T02:45:11.727" v="59"/>
          <ac:spMkLst>
            <pc:docMk/>
            <pc:sldMk cId="3863655696" sldId="684"/>
            <ac:spMk id="48" creationId="{71DA4708-EF5C-5973-9D79-1D01B823D65E}"/>
          </ac:spMkLst>
        </pc:spChg>
        <pc:spChg chg="mod">
          <ac:chgData name="Yuanhe Tian" userId="8b41a650fa060b16" providerId="LiveId" clId="{7D17A8A5-56A1-E744-9FD0-81A5FD515565}" dt="2025-05-07T02:45:11.727" v="59"/>
          <ac:spMkLst>
            <pc:docMk/>
            <pc:sldMk cId="3863655696" sldId="684"/>
            <ac:spMk id="51" creationId="{699EBBC9-0B64-C586-00C3-C3E6DACF1981}"/>
          </ac:spMkLst>
        </pc:spChg>
        <pc:spChg chg="mod">
          <ac:chgData name="Yuanhe Tian" userId="8b41a650fa060b16" providerId="LiveId" clId="{7D17A8A5-56A1-E744-9FD0-81A5FD515565}" dt="2025-05-07T02:45:11.727" v="59"/>
          <ac:spMkLst>
            <pc:docMk/>
            <pc:sldMk cId="3863655696" sldId="684"/>
            <ac:spMk id="53" creationId="{0C10D055-9E91-37DC-0125-A66619619FEB}"/>
          </ac:spMkLst>
        </pc:spChg>
        <pc:spChg chg="mod">
          <ac:chgData name="Yuanhe Tian" userId="8b41a650fa060b16" providerId="LiveId" clId="{7D17A8A5-56A1-E744-9FD0-81A5FD515565}" dt="2025-05-07T02:45:11.727" v="59"/>
          <ac:spMkLst>
            <pc:docMk/>
            <pc:sldMk cId="3863655696" sldId="684"/>
            <ac:spMk id="56" creationId="{6C141E99-4501-A1D5-1629-5AE884A6A0CE}"/>
          </ac:spMkLst>
        </pc:spChg>
        <pc:grpChg chg="mod">
          <ac:chgData name="Yuanhe Tian" userId="8b41a650fa060b16" providerId="LiveId" clId="{7D17A8A5-56A1-E744-9FD0-81A5FD515565}" dt="2025-05-07T02:45:14.552" v="60" actId="1076"/>
          <ac:grpSpMkLst>
            <pc:docMk/>
            <pc:sldMk cId="3863655696" sldId="684"/>
            <ac:grpSpMk id="6" creationId="{60B64C16-EE30-BAFA-D851-78FD1719D893}"/>
          </ac:grpSpMkLst>
        </pc:grpChg>
      </pc:sldChg>
      <pc:sldChg chg="modSp mod">
        <pc:chgData name="Yuanhe Tian" userId="8b41a650fa060b16" providerId="LiveId" clId="{7D17A8A5-56A1-E744-9FD0-81A5FD515565}" dt="2025-05-03T17:17:05.419" v="3" actId="20577"/>
        <pc:sldMkLst>
          <pc:docMk/>
          <pc:sldMk cId="0" sldId="4841"/>
        </pc:sldMkLst>
        <pc:spChg chg="mod">
          <ac:chgData name="Yuanhe Tian" userId="8b41a650fa060b16" providerId="LiveId" clId="{7D17A8A5-56A1-E744-9FD0-81A5FD515565}" dt="2025-05-03T17:17:05.419" v="3" actId="20577"/>
          <ac:spMkLst>
            <pc:docMk/>
            <pc:sldMk cId="0" sldId="4841"/>
            <ac:spMk id="6" creationId="{00000000-0000-0000-0000-000000000000}"/>
          </ac:spMkLst>
        </pc:spChg>
      </pc:sldChg>
      <pc:sldChg chg="new del">
        <pc:chgData name="Yuanhe Tian" userId="8b41a650fa060b16" providerId="LiveId" clId="{7D17A8A5-56A1-E744-9FD0-81A5FD515565}" dt="2025-05-06T06:19:13.751" v="19" actId="2696"/>
        <pc:sldMkLst>
          <pc:docMk/>
          <pc:sldMk cId="336962621" sldId="4842"/>
        </pc:sldMkLst>
      </pc:sldChg>
      <pc:sldChg chg="modSp add mod">
        <pc:chgData name="Yuanhe Tian" userId="8b41a650fa060b16" providerId="LiveId" clId="{7D17A8A5-56A1-E744-9FD0-81A5FD515565}" dt="2025-05-06T06:19:43.902" v="53" actId="20577"/>
        <pc:sldMkLst>
          <pc:docMk/>
          <pc:sldMk cId="3091232707" sldId="4842"/>
        </pc:sldMkLst>
      </pc:sldChg>
    </pc:docChg>
  </pc:docChgLst>
  <pc:docChgLst>
    <pc:chgData name="Yuanhe Tian" userId="8b41a650fa060b16" providerId="LiveId" clId="{52615ACC-399A-3644-B117-AC2ECF9689DC}"/>
    <pc:docChg chg="undo custSel delSld modSld">
      <pc:chgData name="Yuanhe Tian" userId="8b41a650fa060b16" providerId="LiveId" clId="{52615ACC-399A-3644-B117-AC2ECF9689DC}" dt="2025-03-06T22:17:59.450" v="73" actId="2696"/>
      <pc:docMkLst>
        <pc:docMk/>
      </pc:docMkLst>
      <pc:sldChg chg="modSp mod">
        <pc:chgData name="Yuanhe Tian" userId="8b41a650fa060b16" providerId="LiveId" clId="{52615ACC-399A-3644-B117-AC2ECF9689DC}" dt="2025-03-06T22:17:23.076" v="31" actId="20577"/>
        <pc:sldMkLst>
          <pc:docMk/>
          <pc:sldMk cId="0" sldId="4753"/>
        </pc:sldMkLst>
      </pc:sldChg>
      <pc:sldChg chg="del">
        <pc:chgData name="Yuanhe Tian" userId="8b41a650fa060b16" providerId="LiveId" clId="{52615ACC-399A-3644-B117-AC2ECF9689DC}" dt="2025-03-06T22:17:59.450" v="73" actId="2696"/>
        <pc:sldMkLst>
          <pc:docMk/>
          <pc:sldMk cId="366112402" sldId="4806"/>
        </pc:sldMkLst>
      </pc:sldChg>
      <pc:sldChg chg="del">
        <pc:chgData name="Yuanhe Tian" userId="8b41a650fa060b16" providerId="LiveId" clId="{52615ACC-399A-3644-B117-AC2ECF9689DC}" dt="2025-03-06T22:17:54.840" v="44" actId="2696"/>
        <pc:sldMkLst>
          <pc:docMk/>
          <pc:sldMk cId="2510039801" sldId="4807"/>
        </pc:sldMkLst>
      </pc:sldChg>
      <pc:sldChg chg="del">
        <pc:chgData name="Yuanhe Tian" userId="8b41a650fa060b16" providerId="LiveId" clId="{52615ACC-399A-3644-B117-AC2ECF9689DC}" dt="2025-03-06T22:17:35.337" v="37" actId="2696"/>
        <pc:sldMkLst>
          <pc:docMk/>
          <pc:sldMk cId="2878279411" sldId="4809"/>
        </pc:sldMkLst>
      </pc:sldChg>
      <pc:sldChg chg="del">
        <pc:chgData name="Yuanhe Tian" userId="8b41a650fa060b16" providerId="LiveId" clId="{52615ACC-399A-3644-B117-AC2ECF9689DC}" dt="2025-03-06T22:17:54.785" v="42" actId="2696"/>
        <pc:sldMkLst>
          <pc:docMk/>
          <pc:sldMk cId="2625987116" sldId="4811"/>
        </pc:sldMkLst>
      </pc:sldChg>
      <pc:sldChg chg="del">
        <pc:chgData name="Yuanhe Tian" userId="8b41a650fa060b16" providerId="LiveId" clId="{52615ACC-399A-3644-B117-AC2ECF9689DC}" dt="2025-03-06T22:17:58.258" v="72" actId="2696"/>
        <pc:sldMkLst>
          <pc:docMk/>
          <pc:sldMk cId="2420662341" sldId="4812"/>
        </pc:sldMkLst>
      </pc:sldChg>
      <pc:sldChg chg="del">
        <pc:chgData name="Yuanhe Tian" userId="8b41a650fa060b16" providerId="LiveId" clId="{52615ACC-399A-3644-B117-AC2ECF9689DC}" dt="2025-03-06T22:17:35.244" v="32" actId="2696"/>
        <pc:sldMkLst>
          <pc:docMk/>
          <pc:sldMk cId="4274504593" sldId="4813"/>
        </pc:sldMkLst>
      </pc:sldChg>
      <pc:sldChg chg="del">
        <pc:chgData name="Yuanhe Tian" userId="8b41a650fa060b16" providerId="LiveId" clId="{52615ACC-399A-3644-B117-AC2ECF9689DC}" dt="2025-03-06T22:17:35.300" v="35" actId="2696"/>
        <pc:sldMkLst>
          <pc:docMk/>
          <pc:sldMk cId="2633230250" sldId="4815"/>
        </pc:sldMkLst>
      </pc:sldChg>
      <pc:sldChg chg="del">
        <pc:chgData name="Yuanhe Tian" userId="8b41a650fa060b16" providerId="LiveId" clId="{52615ACC-399A-3644-B117-AC2ECF9689DC}" dt="2025-03-06T22:17:35.256" v="34" actId="2696"/>
        <pc:sldMkLst>
          <pc:docMk/>
          <pc:sldMk cId="3864052491" sldId="4816"/>
        </pc:sldMkLst>
      </pc:sldChg>
      <pc:sldChg chg="del">
        <pc:chgData name="Yuanhe Tian" userId="8b41a650fa060b16" providerId="LiveId" clId="{52615ACC-399A-3644-B117-AC2ECF9689DC}" dt="2025-03-06T22:17:35.325" v="36" actId="2696"/>
        <pc:sldMkLst>
          <pc:docMk/>
          <pc:sldMk cId="4241832541" sldId="4817"/>
        </pc:sldMkLst>
      </pc:sldChg>
      <pc:sldChg chg="del">
        <pc:chgData name="Yuanhe Tian" userId="8b41a650fa060b16" providerId="LiveId" clId="{52615ACC-399A-3644-B117-AC2ECF9689DC}" dt="2025-03-06T22:17:35.250" v="33" actId="2696"/>
        <pc:sldMkLst>
          <pc:docMk/>
          <pc:sldMk cId="1506208315" sldId="4819"/>
        </pc:sldMkLst>
      </pc:sldChg>
      <pc:sldChg chg="del">
        <pc:chgData name="Yuanhe Tian" userId="8b41a650fa060b16" providerId="LiveId" clId="{52615ACC-399A-3644-B117-AC2ECF9689DC}" dt="2025-03-06T22:17:54.992" v="60" actId="2696"/>
        <pc:sldMkLst>
          <pc:docMk/>
          <pc:sldMk cId="2271156371" sldId="4823"/>
        </pc:sldMkLst>
      </pc:sldChg>
      <pc:sldChg chg="del">
        <pc:chgData name="Yuanhe Tian" userId="8b41a650fa060b16" providerId="LiveId" clId="{52615ACC-399A-3644-B117-AC2ECF9689DC}" dt="2025-03-06T22:17:54.706" v="41" actId="2696"/>
        <pc:sldMkLst>
          <pc:docMk/>
          <pc:sldMk cId="3799723328" sldId="4824"/>
        </pc:sldMkLst>
      </pc:sldChg>
      <pc:sldChg chg="del">
        <pc:chgData name="Yuanhe Tian" userId="8b41a650fa060b16" providerId="LiveId" clId="{52615ACC-399A-3644-B117-AC2ECF9689DC}" dt="2025-03-06T22:17:54.868" v="45" actId="2696"/>
        <pc:sldMkLst>
          <pc:docMk/>
          <pc:sldMk cId="3899658584" sldId="4825"/>
        </pc:sldMkLst>
      </pc:sldChg>
      <pc:sldChg chg="del">
        <pc:chgData name="Yuanhe Tian" userId="8b41a650fa060b16" providerId="LiveId" clId="{52615ACC-399A-3644-B117-AC2ECF9689DC}" dt="2025-03-06T22:17:54.658" v="39" actId="2696"/>
        <pc:sldMkLst>
          <pc:docMk/>
          <pc:sldMk cId="3333258235" sldId="4826"/>
        </pc:sldMkLst>
      </pc:sldChg>
      <pc:sldChg chg="del">
        <pc:chgData name="Yuanhe Tian" userId="8b41a650fa060b16" providerId="LiveId" clId="{52615ACC-399A-3644-B117-AC2ECF9689DC}" dt="2025-03-06T22:17:54.627" v="38" actId="2696"/>
        <pc:sldMkLst>
          <pc:docMk/>
          <pc:sldMk cId="943996447" sldId="4827"/>
        </pc:sldMkLst>
      </pc:sldChg>
      <pc:sldChg chg="del">
        <pc:chgData name="Yuanhe Tian" userId="8b41a650fa060b16" providerId="LiveId" clId="{52615ACC-399A-3644-B117-AC2ECF9689DC}" dt="2025-03-06T22:17:54.930" v="57" actId="2696"/>
        <pc:sldMkLst>
          <pc:docMk/>
          <pc:sldMk cId="4075969437" sldId="4851"/>
        </pc:sldMkLst>
      </pc:sldChg>
      <pc:sldChg chg="del">
        <pc:chgData name="Yuanhe Tian" userId="8b41a650fa060b16" providerId="LiveId" clId="{52615ACC-399A-3644-B117-AC2ECF9689DC}" dt="2025-03-06T22:17:54.887" v="51" actId="2696"/>
        <pc:sldMkLst>
          <pc:docMk/>
          <pc:sldMk cId="10888101" sldId="4852"/>
        </pc:sldMkLst>
      </pc:sldChg>
      <pc:sldChg chg="del">
        <pc:chgData name="Yuanhe Tian" userId="8b41a650fa060b16" providerId="LiveId" clId="{52615ACC-399A-3644-B117-AC2ECF9689DC}" dt="2025-03-06T22:17:54.901" v="56" actId="2696"/>
        <pc:sldMkLst>
          <pc:docMk/>
          <pc:sldMk cId="3870643899" sldId="4853"/>
        </pc:sldMkLst>
      </pc:sldChg>
      <pc:sldChg chg="del">
        <pc:chgData name="Yuanhe Tian" userId="8b41a650fa060b16" providerId="LiveId" clId="{52615ACC-399A-3644-B117-AC2ECF9689DC}" dt="2025-03-06T22:17:55.017" v="64" actId="2696"/>
        <pc:sldMkLst>
          <pc:docMk/>
          <pc:sldMk cId="919159611" sldId="4854"/>
        </pc:sldMkLst>
      </pc:sldChg>
      <pc:sldChg chg="del">
        <pc:chgData name="Yuanhe Tian" userId="8b41a650fa060b16" providerId="LiveId" clId="{52615ACC-399A-3644-B117-AC2ECF9689DC}" dt="2025-03-06T22:17:54.877" v="48" actId="2696"/>
        <pc:sldMkLst>
          <pc:docMk/>
          <pc:sldMk cId="2404302332" sldId="4855"/>
        </pc:sldMkLst>
      </pc:sldChg>
      <pc:sldChg chg="del">
        <pc:chgData name="Yuanhe Tian" userId="8b41a650fa060b16" providerId="LiveId" clId="{52615ACC-399A-3644-B117-AC2ECF9689DC}" dt="2025-03-06T22:17:55.031" v="65" actId="2696"/>
        <pc:sldMkLst>
          <pc:docMk/>
          <pc:sldMk cId="2642273473" sldId="4856"/>
        </pc:sldMkLst>
      </pc:sldChg>
      <pc:sldChg chg="del">
        <pc:chgData name="Yuanhe Tian" userId="8b41a650fa060b16" providerId="LiveId" clId="{52615ACC-399A-3644-B117-AC2ECF9689DC}" dt="2025-03-06T22:17:54.880" v="49" actId="2696"/>
        <pc:sldMkLst>
          <pc:docMk/>
          <pc:sldMk cId="337944404" sldId="4857"/>
        </pc:sldMkLst>
      </pc:sldChg>
      <pc:sldChg chg="del">
        <pc:chgData name="Yuanhe Tian" userId="8b41a650fa060b16" providerId="LiveId" clId="{52615ACC-399A-3644-B117-AC2ECF9689DC}" dt="2025-03-06T22:17:55.069" v="70" actId="2696"/>
        <pc:sldMkLst>
          <pc:docMk/>
          <pc:sldMk cId="986681526" sldId="4858"/>
        </pc:sldMkLst>
      </pc:sldChg>
      <pc:sldChg chg="del">
        <pc:chgData name="Yuanhe Tian" userId="8b41a650fa060b16" providerId="LiveId" clId="{52615ACC-399A-3644-B117-AC2ECF9689DC}" dt="2025-03-06T22:17:54.871" v="46" actId="2696"/>
        <pc:sldMkLst>
          <pc:docMk/>
          <pc:sldMk cId="1341732703" sldId="4859"/>
        </pc:sldMkLst>
      </pc:sldChg>
      <pc:sldChg chg="del">
        <pc:chgData name="Yuanhe Tian" userId="8b41a650fa060b16" providerId="LiveId" clId="{52615ACC-399A-3644-B117-AC2ECF9689DC}" dt="2025-03-06T22:17:55.035" v="67" actId="2696"/>
        <pc:sldMkLst>
          <pc:docMk/>
          <pc:sldMk cId="2501277480" sldId="4860"/>
        </pc:sldMkLst>
      </pc:sldChg>
      <pc:sldChg chg="del">
        <pc:chgData name="Yuanhe Tian" userId="8b41a650fa060b16" providerId="LiveId" clId="{52615ACC-399A-3644-B117-AC2ECF9689DC}" dt="2025-03-06T22:17:55.033" v="66" actId="2696"/>
        <pc:sldMkLst>
          <pc:docMk/>
          <pc:sldMk cId="3112187046" sldId="4861"/>
        </pc:sldMkLst>
      </pc:sldChg>
      <pc:sldChg chg="del">
        <pc:chgData name="Yuanhe Tian" userId="8b41a650fa060b16" providerId="LiveId" clId="{52615ACC-399A-3644-B117-AC2ECF9689DC}" dt="2025-03-06T22:17:54.935" v="59" actId="2696"/>
        <pc:sldMkLst>
          <pc:docMk/>
          <pc:sldMk cId="1134270991" sldId="4863"/>
        </pc:sldMkLst>
      </pc:sldChg>
      <pc:sldChg chg="del">
        <pc:chgData name="Yuanhe Tian" userId="8b41a650fa060b16" providerId="LiveId" clId="{52615ACC-399A-3644-B117-AC2ECF9689DC}" dt="2025-03-06T22:17:54.997" v="62" actId="2696"/>
        <pc:sldMkLst>
          <pc:docMk/>
          <pc:sldMk cId="1542330002" sldId="4864"/>
        </pc:sldMkLst>
      </pc:sldChg>
      <pc:sldChg chg="del">
        <pc:chgData name="Yuanhe Tian" userId="8b41a650fa060b16" providerId="LiveId" clId="{52615ACC-399A-3644-B117-AC2ECF9689DC}" dt="2025-03-06T22:17:55.054" v="69" actId="2696"/>
        <pc:sldMkLst>
          <pc:docMk/>
          <pc:sldMk cId="3813555596" sldId="4865"/>
        </pc:sldMkLst>
      </pc:sldChg>
      <pc:sldChg chg="del">
        <pc:chgData name="Yuanhe Tian" userId="8b41a650fa060b16" providerId="LiveId" clId="{52615ACC-399A-3644-B117-AC2ECF9689DC}" dt="2025-03-06T22:17:54.874" v="47" actId="2696"/>
        <pc:sldMkLst>
          <pc:docMk/>
          <pc:sldMk cId="2698340795" sldId="4866"/>
        </pc:sldMkLst>
      </pc:sldChg>
      <pc:sldChg chg="del">
        <pc:chgData name="Yuanhe Tian" userId="8b41a650fa060b16" providerId="LiveId" clId="{52615ACC-399A-3644-B117-AC2ECF9689DC}" dt="2025-03-06T22:17:55.079" v="71" actId="2696"/>
        <pc:sldMkLst>
          <pc:docMk/>
          <pc:sldMk cId="3788105292" sldId="4867"/>
        </pc:sldMkLst>
      </pc:sldChg>
      <pc:sldChg chg="del">
        <pc:chgData name="Yuanhe Tian" userId="8b41a650fa060b16" providerId="LiveId" clId="{52615ACC-399A-3644-B117-AC2ECF9689DC}" dt="2025-03-06T22:17:54.890" v="52" actId="2696"/>
        <pc:sldMkLst>
          <pc:docMk/>
          <pc:sldMk cId="556544249" sldId="4869"/>
        </pc:sldMkLst>
      </pc:sldChg>
      <pc:sldChg chg="del">
        <pc:chgData name="Yuanhe Tian" userId="8b41a650fa060b16" providerId="LiveId" clId="{52615ACC-399A-3644-B117-AC2ECF9689DC}" dt="2025-03-06T22:17:54.898" v="55" actId="2696"/>
        <pc:sldMkLst>
          <pc:docMk/>
          <pc:sldMk cId="409641616" sldId="4870"/>
        </pc:sldMkLst>
      </pc:sldChg>
      <pc:sldChg chg="del">
        <pc:chgData name="Yuanhe Tian" userId="8b41a650fa060b16" providerId="LiveId" clId="{52615ACC-399A-3644-B117-AC2ECF9689DC}" dt="2025-03-06T22:17:55.037" v="68" actId="2696"/>
        <pc:sldMkLst>
          <pc:docMk/>
          <pc:sldMk cId="383241533" sldId="4871"/>
        </pc:sldMkLst>
      </pc:sldChg>
      <pc:sldChg chg="del">
        <pc:chgData name="Yuanhe Tian" userId="8b41a650fa060b16" providerId="LiveId" clId="{52615ACC-399A-3644-B117-AC2ECF9689DC}" dt="2025-03-06T22:17:54.932" v="58" actId="2696"/>
        <pc:sldMkLst>
          <pc:docMk/>
          <pc:sldMk cId="2899060641" sldId="4872"/>
        </pc:sldMkLst>
      </pc:sldChg>
      <pc:sldChg chg="del">
        <pc:chgData name="Yuanhe Tian" userId="8b41a650fa060b16" providerId="LiveId" clId="{52615ACC-399A-3644-B117-AC2ECF9689DC}" dt="2025-03-06T22:17:54.660" v="40" actId="2696"/>
        <pc:sldMkLst>
          <pc:docMk/>
          <pc:sldMk cId="614960982" sldId="4874"/>
        </pc:sldMkLst>
      </pc:sldChg>
      <pc:sldChg chg="del">
        <pc:chgData name="Yuanhe Tian" userId="8b41a650fa060b16" providerId="LiveId" clId="{52615ACC-399A-3644-B117-AC2ECF9689DC}" dt="2025-03-06T22:17:54.836" v="43" actId="2696"/>
        <pc:sldMkLst>
          <pc:docMk/>
          <pc:sldMk cId="2804227079" sldId="4875"/>
        </pc:sldMkLst>
      </pc:sldChg>
      <pc:sldChg chg="del">
        <pc:chgData name="Yuanhe Tian" userId="8b41a650fa060b16" providerId="LiveId" clId="{52615ACC-399A-3644-B117-AC2ECF9689DC}" dt="2025-03-06T22:17:55" v="63" actId="2696"/>
        <pc:sldMkLst>
          <pc:docMk/>
          <pc:sldMk cId="1524948826" sldId="4876"/>
        </pc:sldMkLst>
      </pc:sldChg>
      <pc:sldChg chg="del">
        <pc:chgData name="Yuanhe Tian" userId="8b41a650fa060b16" providerId="LiveId" clId="{52615ACC-399A-3644-B117-AC2ECF9689DC}" dt="2025-03-06T22:17:54.883" v="50" actId="2696"/>
        <pc:sldMkLst>
          <pc:docMk/>
          <pc:sldMk cId="2822536817" sldId="4877"/>
        </pc:sldMkLst>
      </pc:sldChg>
      <pc:sldChg chg="del">
        <pc:chgData name="Yuanhe Tian" userId="8b41a650fa060b16" providerId="LiveId" clId="{52615ACC-399A-3644-B117-AC2ECF9689DC}" dt="2025-03-06T22:17:54.896" v="54" actId="2696"/>
        <pc:sldMkLst>
          <pc:docMk/>
          <pc:sldMk cId="3421517383" sldId="4878"/>
        </pc:sldMkLst>
      </pc:sldChg>
      <pc:sldChg chg="del">
        <pc:chgData name="Yuanhe Tian" userId="8b41a650fa060b16" providerId="LiveId" clId="{52615ACC-399A-3644-B117-AC2ECF9689DC}" dt="2025-03-06T22:17:54.893" v="53" actId="2696"/>
        <pc:sldMkLst>
          <pc:docMk/>
          <pc:sldMk cId="2519125438" sldId="4879"/>
        </pc:sldMkLst>
      </pc:sldChg>
      <pc:sldChg chg="del">
        <pc:chgData name="Yuanhe Tian" userId="8b41a650fa060b16" providerId="LiveId" clId="{52615ACC-399A-3644-B117-AC2ECF9689DC}" dt="2025-03-06T22:17:54.995" v="61" actId="2696"/>
        <pc:sldMkLst>
          <pc:docMk/>
          <pc:sldMk cId="3430670187" sldId="4880"/>
        </pc:sldMkLst>
      </pc:sldChg>
    </pc:docChg>
  </pc:docChgLst>
  <pc:docChgLst>
    <pc:chgData name="Song Yan" userId="249dba0d8c17ade5" providerId="LiveId" clId="{F35F4847-1020-4B07-9D08-5E5C56BDF096}"/>
    <pc:docChg chg="custSel addSld delSld modSld sldOrd">
      <pc:chgData name="Song Yan" userId="249dba0d8c17ade5" providerId="LiveId" clId="{F35F4847-1020-4B07-9D08-5E5C56BDF096}" dt="2025-05-12T07:45:00.896" v="719"/>
      <pc:docMkLst>
        <pc:docMk/>
      </pc:docMkLst>
      <pc:sldChg chg="modSp mod">
        <pc:chgData name="Song Yan" userId="249dba0d8c17ade5" providerId="LiveId" clId="{F35F4847-1020-4B07-9D08-5E5C56BDF096}" dt="2025-05-12T07:37:07.294" v="697"/>
        <pc:sldMkLst>
          <pc:docMk/>
          <pc:sldMk cId="280420017" sldId="662"/>
        </pc:sldMkLst>
        <pc:spChg chg="mod">
          <ac:chgData name="Song Yan" userId="249dba0d8c17ade5" providerId="LiveId" clId="{F35F4847-1020-4B07-9D08-5E5C56BDF096}" dt="2025-05-12T07:37:07.294" v="697"/>
          <ac:spMkLst>
            <pc:docMk/>
            <pc:sldMk cId="280420017" sldId="662"/>
            <ac:spMk id="2" creationId="{8BDE3271-F724-C91E-6A1C-D21D0E13E5AB}"/>
          </ac:spMkLst>
        </pc:spChg>
        <pc:spChg chg="mod">
          <ac:chgData name="Song Yan" userId="249dba0d8c17ade5" providerId="LiveId" clId="{F35F4847-1020-4B07-9D08-5E5C56BDF096}" dt="2025-05-10T14:06:14.966" v="110"/>
          <ac:spMkLst>
            <pc:docMk/>
            <pc:sldMk cId="280420017" sldId="662"/>
            <ac:spMk id="3" creationId="{8A0B991D-89B1-14BA-E8BD-F72145E05098}"/>
          </ac:spMkLst>
        </pc:spChg>
      </pc:sldChg>
      <pc:sldChg chg="modSp mod">
        <pc:chgData name="Song Yan" userId="249dba0d8c17ade5" providerId="LiveId" clId="{F35F4847-1020-4B07-9D08-5E5C56BDF096}" dt="2025-05-10T14:06:49.715" v="113"/>
        <pc:sldMkLst>
          <pc:docMk/>
          <pc:sldMk cId="1210376914" sldId="670"/>
        </pc:sldMkLst>
        <pc:spChg chg="mod">
          <ac:chgData name="Song Yan" userId="249dba0d8c17ade5" providerId="LiveId" clId="{F35F4847-1020-4B07-9D08-5E5C56BDF096}" dt="2025-05-10T14:06:49.715" v="113"/>
          <ac:spMkLst>
            <pc:docMk/>
            <pc:sldMk cId="1210376914" sldId="670"/>
            <ac:spMk id="2" creationId="{52FAA784-DFC1-1873-C4A3-070F63EFAAED}"/>
          </ac:spMkLst>
        </pc:spChg>
      </pc:sldChg>
      <pc:sldChg chg="modSp mod">
        <pc:chgData name="Song Yan" userId="249dba0d8c17ade5" providerId="LiveId" clId="{F35F4847-1020-4B07-9D08-5E5C56BDF096}" dt="2025-05-11T13:26:01.710" v="499"/>
        <pc:sldMkLst>
          <pc:docMk/>
          <pc:sldMk cId="2690588529" sldId="678"/>
        </pc:sldMkLst>
        <pc:spChg chg="mod">
          <ac:chgData name="Song Yan" userId="249dba0d8c17ade5" providerId="LiveId" clId="{F35F4847-1020-4B07-9D08-5E5C56BDF096}" dt="2025-05-11T13:26:01.710" v="499"/>
          <ac:spMkLst>
            <pc:docMk/>
            <pc:sldMk cId="2690588529" sldId="678"/>
            <ac:spMk id="3" creationId="{431249B3-8C5D-A536-5449-92862814A0A9}"/>
          </ac:spMkLst>
        </pc:spChg>
      </pc:sldChg>
      <pc:sldChg chg="modSp mod">
        <pc:chgData name="Song Yan" userId="249dba0d8c17ade5" providerId="LiveId" clId="{F35F4847-1020-4B07-9D08-5E5C56BDF096}" dt="2025-05-10T14:05:21.667" v="76"/>
        <pc:sldMkLst>
          <pc:docMk/>
          <pc:sldMk cId="2476337474" sldId="682"/>
        </pc:sldMkLst>
        <pc:spChg chg="mod">
          <ac:chgData name="Song Yan" userId="249dba0d8c17ade5" providerId="LiveId" clId="{F35F4847-1020-4B07-9D08-5E5C56BDF096}" dt="2025-05-10T14:05:21.667" v="76"/>
          <ac:spMkLst>
            <pc:docMk/>
            <pc:sldMk cId="2476337474" sldId="682"/>
            <ac:spMk id="3" creationId="{1DB43C7E-4243-FC8F-A7C3-1BA1ADDAA129}"/>
          </ac:spMkLst>
        </pc:spChg>
      </pc:sldChg>
      <pc:sldChg chg="modSp mod">
        <pc:chgData name="Song Yan" userId="249dba0d8c17ade5" providerId="LiveId" clId="{F35F4847-1020-4B07-9D08-5E5C56BDF096}" dt="2025-05-10T14:07:09.777" v="124" actId="14100"/>
        <pc:sldMkLst>
          <pc:docMk/>
          <pc:sldMk cId="2115896785" sldId="683"/>
        </pc:sldMkLst>
        <pc:spChg chg="mod">
          <ac:chgData name="Song Yan" userId="249dba0d8c17ade5" providerId="LiveId" clId="{F35F4847-1020-4B07-9D08-5E5C56BDF096}" dt="2025-05-10T14:07:09.777" v="124" actId="14100"/>
          <ac:spMkLst>
            <pc:docMk/>
            <pc:sldMk cId="2115896785" sldId="683"/>
            <ac:spMk id="7" creationId="{CB594B9E-0CB4-7713-987C-A395030C35B1}"/>
          </ac:spMkLst>
        </pc:spChg>
      </pc:sldChg>
      <pc:sldChg chg="modSp mod">
        <pc:chgData name="Song Yan" userId="249dba0d8c17ade5" providerId="LiveId" clId="{F35F4847-1020-4B07-9D08-5E5C56BDF096}" dt="2025-05-10T14:10:13.875" v="213" actId="207"/>
        <pc:sldMkLst>
          <pc:docMk/>
          <pc:sldMk cId="3863655696" sldId="684"/>
        </pc:sldMkLst>
        <pc:spChg chg="mod">
          <ac:chgData name="Song Yan" userId="249dba0d8c17ade5" providerId="LiveId" clId="{F35F4847-1020-4B07-9D08-5E5C56BDF096}" dt="2025-05-10T14:10:13.875" v="213" actId="207"/>
          <ac:spMkLst>
            <pc:docMk/>
            <pc:sldMk cId="3863655696" sldId="684"/>
            <ac:spMk id="2" creationId="{BA49F697-15D3-25B3-D3EA-C9DE398E2C6F}"/>
          </ac:spMkLst>
        </pc:spChg>
      </pc:sldChg>
      <pc:sldChg chg="modSp mod">
        <pc:chgData name="Song Yan" userId="249dba0d8c17ade5" providerId="LiveId" clId="{F35F4847-1020-4B07-9D08-5E5C56BDF096}" dt="2025-05-12T04:05:06.384" v="574"/>
        <pc:sldMkLst>
          <pc:docMk/>
          <pc:sldMk cId="2080875247" sldId="686"/>
        </pc:sldMkLst>
        <pc:spChg chg="mod">
          <ac:chgData name="Song Yan" userId="249dba0d8c17ade5" providerId="LiveId" clId="{F35F4847-1020-4B07-9D08-5E5C56BDF096}" dt="2025-05-12T04:05:06.384" v="574"/>
          <ac:spMkLst>
            <pc:docMk/>
            <pc:sldMk cId="2080875247" sldId="686"/>
            <ac:spMk id="3" creationId="{987F9C99-51F7-5489-FF9A-0EB46D1D6B43}"/>
          </ac:spMkLst>
        </pc:spChg>
      </pc:sldChg>
      <pc:sldChg chg="modSp mod">
        <pc:chgData name="Song Yan" userId="249dba0d8c17ade5" providerId="LiveId" clId="{F35F4847-1020-4B07-9D08-5E5C56BDF096}" dt="2025-05-11T13:13:32.287" v="352"/>
        <pc:sldMkLst>
          <pc:docMk/>
          <pc:sldMk cId="2131349319" sldId="4810"/>
        </pc:sldMkLst>
        <pc:spChg chg="mod">
          <ac:chgData name="Song Yan" userId="249dba0d8c17ade5" providerId="LiveId" clId="{F35F4847-1020-4B07-9D08-5E5C56BDF096}" dt="2025-05-11T13:13:32.287" v="352"/>
          <ac:spMkLst>
            <pc:docMk/>
            <pc:sldMk cId="2131349319" sldId="4810"/>
            <ac:spMk id="4" creationId="{DEE1A680-9B15-5E8C-A02A-D8E7586896B7}"/>
          </ac:spMkLst>
        </pc:spChg>
      </pc:sldChg>
      <pc:sldChg chg="modSp mod">
        <pc:chgData name="Song Yan" userId="249dba0d8c17ade5" providerId="LiveId" clId="{F35F4847-1020-4B07-9D08-5E5C56BDF096}" dt="2025-05-10T14:13:25.256" v="338" actId="207"/>
        <pc:sldMkLst>
          <pc:docMk/>
          <pc:sldMk cId="1274641704" sldId="4811"/>
        </pc:sldMkLst>
        <pc:spChg chg="mod">
          <ac:chgData name="Song Yan" userId="249dba0d8c17ade5" providerId="LiveId" clId="{F35F4847-1020-4B07-9D08-5E5C56BDF096}" dt="2025-05-10T14:13:25.256" v="338" actId="207"/>
          <ac:spMkLst>
            <pc:docMk/>
            <pc:sldMk cId="1274641704" sldId="4811"/>
            <ac:spMk id="4" creationId="{04F3784C-F958-3DEB-2665-E88B08703114}"/>
          </ac:spMkLst>
        </pc:spChg>
      </pc:sldChg>
      <pc:sldChg chg="modSp mod">
        <pc:chgData name="Song Yan" userId="249dba0d8c17ade5" providerId="LiveId" clId="{F35F4847-1020-4B07-9D08-5E5C56BDF096}" dt="2025-05-10T14:09:47.256" v="203" actId="207"/>
        <pc:sldMkLst>
          <pc:docMk/>
          <pc:sldMk cId="2693809505" sldId="4814"/>
        </pc:sldMkLst>
        <pc:spChg chg="mod">
          <ac:chgData name="Song Yan" userId="249dba0d8c17ade5" providerId="LiveId" clId="{F35F4847-1020-4B07-9D08-5E5C56BDF096}" dt="2025-05-10T14:09:47.256" v="203" actId="207"/>
          <ac:spMkLst>
            <pc:docMk/>
            <pc:sldMk cId="2693809505" sldId="4814"/>
            <ac:spMk id="3" creationId="{26F5CC2B-B528-BA70-5007-DB58A25B189C}"/>
          </ac:spMkLst>
        </pc:spChg>
      </pc:sldChg>
      <pc:sldChg chg="modSp mod">
        <pc:chgData name="Song Yan" userId="249dba0d8c17ade5" providerId="LiveId" clId="{F35F4847-1020-4B07-9D08-5E5C56BDF096}" dt="2025-05-10T14:08:08.959" v="143"/>
        <pc:sldMkLst>
          <pc:docMk/>
          <pc:sldMk cId="3459347714" sldId="4815"/>
        </pc:sldMkLst>
        <pc:spChg chg="mod">
          <ac:chgData name="Song Yan" userId="249dba0d8c17ade5" providerId="LiveId" clId="{F35F4847-1020-4B07-9D08-5E5C56BDF096}" dt="2025-05-10T14:08:08.959" v="143"/>
          <ac:spMkLst>
            <pc:docMk/>
            <pc:sldMk cId="3459347714" sldId="4815"/>
            <ac:spMk id="3" creationId="{B8F8F408-536F-9BBB-9C63-D91DE743BB8A}"/>
          </ac:spMkLst>
        </pc:spChg>
      </pc:sldChg>
      <pc:sldChg chg="modSp mod">
        <pc:chgData name="Song Yan" userId="249dba0d8c17ade5" providerId="LiveId" clId="{F35F4847-1020-4B07-9D08-5E5C56BDF096}" dt="2025-05-10T14:16:51.720" v="344"/>
        <pc:sldMkLst>
          <pc:docMk/>
          <pc:sldMk cId="2081930812" sldId="4818"/>
        </pc:sldMkLst>
        <pc:spChg chg="mod">
          <ac:chgData name="Song Yan" userId="249dba0d8c17ade5" providerId="LiveId" clId="{F35F4847-1020-4B07-9D08-5E5C56BDF096}" dt="2025-05-10T14:16:51.720" v="344"/>
          <ac:spMkLst>
            <pc:docMk/>
            <pc:sldMk cId="2081930812" sldId="4818"/>
            <ac:spMk id="2" creationId="{18A6918A-4CEE-65B3-DC6B-CEF8F5196FFA}"/>
          </ac:spMkLst>
        </pc:spChg>
      </pc:sldChg>
      <pc:sldChg chg="modSp mod">
        <pc:chgData name="Song Yan" userId="249dba0d8c17ade5" providerId="LiveId" clId="{F35F4847-1020-4B07-9D08-5E5C56BDF096}" dt="2025-05-10T14:04:50.980" v="70"/>
        <pc:sldMkLst>
          <pc:docMk/>
          <pc:sldMk cId="4205914392" sldId="4843"/>
        </pc:sldMkLst>
        <pc:spChg chg="mod">
          <ac:chgData name="Song Yan" userId="249dba0d8c17ade5" providerId="LiveId" clId="{F35F4847-1020-4B07-9D08-5E5C56BDF096}" dt="2025-05-10T14:04:50.980" v="70"/>
          <ac:spMkLst>
            <pc:docMk/>
            <pc:sldMk cId="4205914392" sldId="4843"/>
            <ac:spMk id="5" creationId="{4602E2FC-9B90-D60F-4D2A-4F3595B90770}"/>
          </ac:spMkLst>
        </pc:spChg>
      </pc:sldChg>
      <pc:sldChg chg="modSp mod">
        <pc:chgData name="Song Yan" userId="249dba0d8c17ade5" providerId="LiveId" clId="{F35F4847-1020-4B07-9D08-5E5C56BDF096}" dt="2025-05-12T07:45:00.896" v="719"/>
        <pc:sldMkLst>
          <pc:docMk/>
          <pc:sldMk cId="3852424056" sldId="4844"/>
        </pc:sldMkLst>
        <pc:spChg chg="mod">
          <ac:chgData name="Song Yan" userId="249dba0d8c17ade5" providerId="LiveId" clId="{F35F4847-1020-4B07-9D08-5E5C56BDF096}" dt="2025-05-12T07:45:00.896" v="719"/>
          <ac:spMkLst>
            <pc:docMk/>
            <pc:sldMk cId="3852424056" sldId="4844"/>
            <ac:spMk id="3" creationId="{ADA1D48D-B8F1-82FF-379C-1260EA8570F6}"/>
          </ac:spMkLst>
        </pc:spChg>
      </pc:sldChg>
      <pc:sldChg chg="modSp mod">
        <pc:chgData name="Song Yan" userId="249dba0d8c17ade5" providerId="LiveId" clId="{F35F4847-1020-4B07-9D08-5E5C56BDF096}" dt="2025-05-12T07:37:02.173" v="693"/>
        <pc:sldMkLst>
          <pc:docMk/>
          <pc:sldMk cId="1776611266" sldId="4865"/>
        </pc:sldMkLst>
        <pc:spChg chg="mod">
          <ac:chgData name="Song Yan" userId="249dba0d8c17ade5" providerId="LiveId" clId="{F35F4847-1020-4B07-9D08-5E5C56BDF096}" dt="2025-05-12T07:37:02.173" v="693"/>
          <ac:spMkLst>
            <pc:docMk/>
            <pc:sldMk cId="1776611266" sldId="4865"/>
            <ac:spMk id="2" creationId="{1A4CAC32-09AB-D70C-BB04-82CE88BFD740}"/>
          </ac:spMkLst>
        </pc:spChg>
        <pc:spChg chg="mod">
          <ac:chgData name="Song Yan" userId="249dba0d8c17ade5" providerId="LiveId" clId="{F35F4847-1020-4B07-9D08-5E5C56BDF096}" dt="2025-05-10T14:05:45.806" v="90"/>
          <ac:spMkLst>
            <pc:docMk/>
            <pc:sldMk cId="1776611266" sldId="4865"/>
            <ac:spMk id="3" creationId="{65F68FDA-A510-ABD7-A548-0E4A3F33EC2C}"/>
          </ac:spMkLst>
        </pc:spChg>
      </pc:sldChg>
      <pc:sldChg chg="modSp mod">
        <pc:chgData name="Song Yan" userId="249dba0d8c17ade5" providerId="LiveId" clId="{F35F4847-1020-4B07-9D08-5E5C56BDF096}" dt="2025-05-10T14:10:21.562" v="216"/>
        <pc:sldMkLst>
          <pc:docMk/>
          <pc:sldMk cId="3486148897" sldId="4866"/>
        </pc:sldMkLst>
        <pc:spChg chg="mod">
          <ac:chgData name="Song Yan" userId="249dba0d8c17ade5" providerId="LiveId" clId="{F35F4847-1020-4B07-9D08-5E5C56BDF096}" dt="2025-05-10T14:10:21.562" v="216"/>
          <ac:spMkLst>
            <pc:docMk/>
            <pc:sldMk cId="3486148897" sldId="4866"/>
            <ac:spMk id="3" creationId="{E5F77290-C7AA-2A45-00BA-6974776BBC6E}"/>
          </ac:spMkLst>
        </pc:spChg>
      </pc:sldChg>
      <pc:sldChg chg="modSp mod">
        <pc:chgData name="Song Yan" userId="249dba0d8c17ade5" providerId="LiveId" clId="{F35F4847-1020-4B07-9D08-5E5C56BDF096}" dt="2025-05-10T14:12:21.110" v="316" actId="6549"/>
        <pc:sldMkLst>
          <pc:docMk/>
          <pc:sldMk cId="2441560073" sldId="4867"/>
        </pc:sldMkLst>
        <pc:spChg chg="mod">
          <ac:chgData name="Song Yan" userId="249dba0d8c17ade5" providerId="LiveId" clId="{F35F4847-1020-4B07-9D08-5E5C56BDF096}" dt="2025-05-10T14:12:21.110" v="316" actId="6549"/>
          <ac:spMkLst>
            <pc:docMk/>
            <pc:sldMk cId="2441560073" sldId="4867"/>
            <ac:spMk id="3" creationId="{47F12204-1EA0-9AA6-CDC0-FCE9FE4F1AFD}"/>
          </ac:spMkLst>
        </pc:spChg>
        <pc:picChg chg="mod">
          <ac:chgData name="Song Yan" userId="249dba0d8c17ade5" providerId="LiveId" clId="{F35F4847-1020-4B07-9D08-5E5C56BDF096}" dt="2025-05-10T14:10:37.532" v="220" actId="1076"/>
          <ac:picMkLst>
            <pc:docMk/>
            <pc:sldMk cId="2441560073" sldId="4867"/>
            <ac:picMk id="4" creationId="{7787C80D-B159-1CBF-2599-2DB53FF09E4C}"/>
          </ac:picMkLst>
        </pc:picChg>
        <pc:picChg chg="mod">
          <ac:chgData name="Song Yan" userId="249dba0d8c17ade5" providerId="LiveId" clId="{F35F4847-1020-4B07-9D08-5E5C56BDF096}" dt="2025-05-10T14:10:35.359" v="219" actId="1076"/>
          <ac:picMkLst>
            <pc:docMk/>
            <pc:sldMk cId="2441560073" sldId="4867"/>
            <ac:picMk id="2050" creationId="{399AE0F8-B66E-AA19-D633-1F0CE6BC79D0}"/>
          </ac:picMkLst>
        </pc:picChg>
      </pc:sldChg>
      <pc:sldChg chg="modSp mod">
        <pc:chgData name="Song Yan" userId="249dba0d8c17ade5" providerId="LiveId" clId="{F35F4847-1020-4B07-9D08-5E5C56BDF096}" dt="2025-05-12T07:38:52.406" v="705"/>
        <pc:sldMkLst>
          <pc:docMk/>
          <pc:sldMk cId="924836700" sldId="4875"/>
        </pc:sldMkLst>
        <pc:spChg chg="mod">
          <ac:chgData name="Song Yan" userId="249dba0d8c17ade5" providerId="LiveId" clId="{F35F4847-1020-4B07-9D08-5E5C56BDF096}" dt="2025-05-12T07:38:52.406" v="705"/>
          <ac:spMkLst>
            <pc:docMk/>
            <pc:sldMk cId="924836700" sldId="4875"/>
            <ac:spMk id="4" creationId="{1907F862-80F2-29C7-0BF9-6D9BC6E1D87E}"/>
          </ac:spMkLst>
        </pc:spChg>
      </pc:sldChg>
      <pc:sldChg chg="modSp mod">
        <pc:chgData name="Song Yan" userId="249dba0d8c17ade5" providerId="LiveId" clId="{F35F4847-1020-4B07-9D08-5E5C56BDF096}" dt="2025-05-11T13:21:24.536" v="483"/>
        <pc:sldMkLst>
          <pc:docMk/>
          <pc:sldMk cId="2139213269" sldId="4879"/>
        </pc:sldMkLst>
        <pc:graphicFrameChg chg="mod modGraphic">
          <ac:chgData name="Song Yan" userId="249dba0d8c17ade5" providerId="LiveId" clId="{F35F4847-1020-4B07-9D08-5E5C56BDF096}" dt="2025-05-11T13:21:24.536" v="483"/>
          <ac:graphicFrameMkLst>
            <pc:docMk/>
            <pc:sldMk cId="2139213269" sldId="4879"/>
            <ac:graphicFrameMk id="4" creationId="{6FAC8FF9-3204-9785-BCF8-B2389EFBA75C}"/>
          </ac:graphicFrameMkLst>
        </pc:graphicFrameChg>
      </pc:sldChg>
      <pc:sldChg chg="modSp mod">
        <pc:chgData name="Song Yan" userId="249dba0d8c17ade5" providerId="LiveId" clId="{F35F4847-1020-4B07-9D08-5E5C56BDF096}" dt="2025-05-12T04:12:22.933" v="642" actId="6549"/>
        <pc:sldMkLst>
          <pc:docMk/>
          <pc:sldMk cId="3805579431" sldId="4882"/>
        </pc:sldMkLst>
        <pc:spChg chg="mod">
          <ac:chgData name="Song Yan" userId="249dba0d8c17ade5" providerId="LiveId" clId="{F35F4847-1020-4B07-9D08-5E5C56BDF096}" dt="2025-05-12T04:12:22.933" v="642" actId="6549"/>
          <ac:spMkLst>
            <pc:docMk/>
            <pc:sldMk cId="3805579431" sldId="4882"/>
            <ac:spMk id="3" creationId="{59C5B766-90D8-85D7-6462-988ECDF1413E}"/>
          </ac:spMkLst>
        </pc:spChg>
      </pc:sldChg>
      <pc:sldChg chg="modSp new mod">
        <pc:chgData name="Song Yan" userId="249dba0d8c17ade5" providerId="LiveId" clId="{F35F4847-1020-4B07-9D08-5E5C56BDF096}" dt="2025-05-10T14:09:11.100" v="172" actId="207"/>
        <pc:sldMkLst>
          <pc:docMk/>
          <pc:sldMk cId="2891018947" sldId="4886"/>
        </pc:sldMkLst>
      </pc:sldChg>
      <pc:sldChg chg="modSp new mod">
        <pc:chgData name="Song Yan" userId="249dba0d8c17ade5" providerId="LiveId" clId="{F35F4847-1020-4B07-9D08-5E5C56BDF096}" dt="2025-05-10T14:09:07.238" v="171" actId="207"/>
        <pc:sldMkLst>
          <pc:docMk/>
          <pc:sldMk cId="1822700926" sldId="4887"/>
        </pc:sldMkLst>
      </pc:sldChg>
      <pc:sldChg chg="modSp mod">
        <pc:chgData name="Song Yan" userId="249dba0d8c17ade5" providerId="LiveId" clId="{F35F4847-1020-4B07-9D08-5E5C56BDF096}" dt="2025-05-11T13:31:14.545" v="568" actId="20577"/>
        <pc:sldMkLst>
          <pc:docMk/>
          <pc:sldMk cId="1543165036" sldId="4888"/>
        </pc:sldMkLst>
        <pc:spChg chg="mod">
          <ac:chgData name="Song Yan" userId="249dba0d8c17ade5" providerId="LiveId" clId="{F35F4847-1020-4B07-9D08-5E5C56BDF096}" dt="2025-05-11T13:31:14.545" v="568" actId="20577"/>
          <ac:spMkLst>
            <pc:docMk/>
            <pc:sldMk cId="1543165036" sldId="4888"/>
            <ac:spMk id="3" creationId="{C8FCCDEB-58F1-839A-2E9A-CD8FB28ED9EC}"/>
          </ac:spMkLst>
        </pc:spChg>
      </pc:sldChg>
      <pc:sldChg chg="modSp mod">
        <pc:chgData name="Song Yan" userId="249dba0d8c17ade5" providerId="LiveId" clId="{F35F4847-1020-4B07-9D08-5E5C56BDF096}" dt="2025-05-12T04:05:35.119" v="577"/>
        <pc:sldMkLst>
          <pc:docMk/>
          <pc:sldMk cId="3346611826" sldId="4889"/>
        </pc:sldMkLst>
        <pc:spChg chg="mod">
          <ac:chgData name="Song Yan" userId="249dba0d8c17ade5" providerId="LiveId" clId="{F35F4847-1020-4B07-9D08-5E5C56BDF096}" dt="2025-05-12T04:05:35.119" v="577"/>
          <ac:spMkLst>
            <pc:docMk/>
            <pc:sldMk cId="3346611826" sldId="4889"/>
            <ac:spMk id="2" creationId="{8F484D12-0DE9-1CED-D668-962989695FDE}"/>
          </ac:spMkLst>
        </pc:spChg>
        <pc:spChg chg="mod">
          <ac:chgData name="Song Yan" userId="249dba0d8c17ade5" providerId="LiveId" clId="{F35F4847-1020-4B07-9D08-5E5C56BDF096}" dt="2025-05-11T13:29:52.780" v="502"/>
          <ac:spMkLst>
            <pc:docMk/>
            <pc:sldMk cId="3346611826" sldId="4889"/>
            <ac:spMk id="3" creationId="{5AAFE4C3-CE47-BB76-A106-BFC146C20582}"/>
          </ac:spMkLst>
        </pc:spChg>
      </pc:sldChg>
      <pc:sldChg chg="modSp mod ord">
        <pc:chgData name="Song Yan" userId="249dba0d8c17ade5" providerId="LiveId" clId="{F35F4847-1020-4B07-9D08-5E5C56BDF096}" dt="2025-05-11T13:15:40.838" v="448"/>
        <pc:sldMkLst>
          <pc:docMk/>
          <pc:sldMk cId="775208135" sldId="4894"/>
        </pc:sldMkLst>
        <pc:spChg chg="mod">
          <ac:chgData name="Song Yan" userId="249dba0d8c17ade5" providerId="LiveId" clId="{F35F4847-1020-4B07-9D08-5E5C56BDF096}" dt="2025-05-11T13:15:40.838" v="448"/>
          <ac:spMkLst>
            <pc:docMk/>
            <pc:sldMk cId="775208135" sldId="4894"/>
            <ac:spMk id="2" creationId="{D27C2B63-BFC6-6FC7-480F-B6FEA7324863}"/>
          </ac:spMkLst>
        </pc:spChg>
      </pc:sldChg>
      <pc:sldChg chg="modSp mod">
        <pc:chgData name="Song Yan" userId="249dba0d8c17ade5" providerId="LiveId" clId="{F35F4847-1020-4B07-9D08-5E5C56BDF096}" dt="2025-05-12T04:08:16.854" v="584"/>
        <pc:sldMkLst>
          <pc:docMk/>
          <pc:sldMk cId="2075928364" sldId="4897"/>
        </pc:sldMkLst>
        <pc:spChg chg="mod">
          <ac:chgData name="Song Yan" userId="249dba0d8c17ade5" providerId="LiveId" clId="{F35F4847-1020-4B07-9D08-5E5C56BDF096}" dt="2025-05-12T04:08:16.854" v="584"/>
          <ac:spMkLst>
            <pc:docMk/>
            <pc:sldMk cId="2075928364" sldId="4897"/>
            <ac:spMk id="118" creationId="{AD8A0828-01B5-8BEC-EA83-82902C53107C}"/>
          </ac:spMkLst>
        </pc:spChg>
      </pc:sldChg>
      <pc:sldChg chg="modSp new mod ord">
        <pc:chgData name="Song Yan" userId="249dba0d8c17ade5" providerId="LiveId" clId="{F35F4847-1020-4B07-9D08-5E5C56BDF096}" dt="2025-05-11T13:15:00.548" v="408"/>
        <pc:sldMkLst>
          <pc:docMk/>
          <pc:sldMk cId="1664649621" sldId="4898"/>
        </pc:sldMkLst>
        <pc:spChg chg="mod">
          <ac:chgData name="Song Yan" userId="249dba0d8c17ade5" providerId="LiveId" clId="{F35F4847-1020-4B07-9D08-5E5C56BDF096}" dt="2025-05-11T13:15:00.548" v="408"/>
          <ac:spMkLst>
            <pc:docMk/>
            <pc:sldMk cId="1664649621" sldId="4898"/>
            <ac:spMk id="2" creationId="{44C6A71C-6573-4F3D-ABFF-2A069B4E9B0F}"/>
          </ac:spMkLst>
        </pc:spChg>
      </pc:sldChg>
      <pc:sldChg chg="new del ord">
        <pc:chgData name="Song Yan" userId="249dba0d8c17ade5" providerId="LiveId" clId="{F35F4847-1020-4B07-9D08-5E5C56BDF096}" dt="2025-05-11T13:15:04.681" v="409" actId="47"/>
        <pc:sldMkLst>
          <pc:docMk/>
          <pc:sldMk cId="3397961361" sldId="4899"/>
        </pc:sldMkLst>
      </pc:sldChg>
      <pc:sldChg chg="modSp add mod ord">
        <pc:chgData name="Song Yan" userId="249dba0d8c17ade5" providerId="LiveId" clId="{F35F4847-1020-4B07-9D08-5E5C56BDF096}" dt="2025-05-11T13:14:55.280" v="406"/>
        <pc:sldMkLst>
          <pc:docMk/>
          <pc:sldMk cId="224683289" sldId="4900"/>
        </pc:sldMkLst>
        <pc:spChg chg="mod">
          <ac:chgData name="Song Yan" userId="249dba0d8c17ade5" providerId="LiveId" clId="{F35F4847-1020-4B07-9D08-5E5C56BDF096}" dt="2025-05-11T13:14:55.280" v="406"/>
          <ac:spMkLst>
            <pc:docMk/>
            <pc:sldMk cId="224683289" sldId="4900"/>
            <ac:spMk id="2" creationId="{44C6A71C-6573-4F3D-ABFF-2A069B4E9B0F}"/>
          </ac:spMkLst>
        </pc:spChg>
      </pc:sldChg>
      <pc:sldChg chg="modSp new mod">
        <pc:chgData name="Song Yan" userId="249dba0d8c17ade5" providerId="LiveId" clId="{F35F4847-1020-4B07-9D08-5E5C56BDF096}" dt="2025-05-11T13:16:08.740" v="462" actId="207"/>
        <pc:sldMkLst>
          <pc:docMk/>
          <pc:sldMk cId="3531267461" sldId="4901"/>
        </pc:sldMkLst>
        <pc:spChg chg="mod">
          <ac:chgData name="Song Yan" userId="249dba0d8c17ade5" providerId="LiveId" clId="{F35F4847-1020-4B07-9D08-5E5C56BDF096}" dt="2025-05-11T13:16:08.740" v="462" actId="207"/>
          <ac:spMkLst>
            <pc:docMk/>
            <pc:sldMk cId="3531267461" sldId="4901"/>
            <ac:spMk id="2" creationId="{3767B7EA-E859-4A88-9EBD-58B530D4E84F}"/>
          </ac:spMkLst>
        </pc:spChg>
      </pc:sldChg>
      <pc:sldChg chg="modSp new mod">
        <pc:chgData name="Song Yan" userId="249dba0d8c17ade5" providerId="LiveId" clId="{F35F4847-1020-4B07-9D08-5E5C56BDF096}" dt="2025-05-12T04:15:20.429" v="689" actId="207"/>
        <pc:sldMkLst>
          <pc:docMk/>
          <pc:sldMk cId="789585500" sldId="4903"/>
        </pc:sldMkLst>
        <pc:spChg chg="mod">
          <ac:chgData name="Song Yan" userId="249dba0d8c17ade5" providerId="LiveId" clId="{F35F4847-1020-4B07-9D08-5E5C56BDF096}" dt="2025-05-12T04:14:57.880" v="644"/>
          <ac:spMkLst>
            <pc:docMk/>
            <pc:sldMk cId="789585500" sldId="4903"/>
            <ac:spMk id="2" creationId="{4E143712-E226-4C58-9291-5C87836D7756}"/>
          </ac:spMkLst>
        </pc:spChg>
        <pc:spChg chg="mod">
          <ac:chgData name="Song Yan" userId="249dba0d8c17ade5" providerId="LiveId" clId="{F35F4847-1020-4B07-9D08-5E5C56BDF096}" dt="2025-05-12T04:15:20.429" v="689" actId="207"/>
          <ac:spMkLst>
            <pc:docMk/>
            <pc:sldMk cId="789585500" sldId="4903"/>
            <ac:spMk id="3" creationId="{02A04FD4-9A20-4B0C-8358-2AC0BF20268D}"/>
          </ac:spMkLst>
        </pc:spChg>
      </pc:sldChg>
    </pc:docChg>
  </pc:docChgLst>
  <pc:docChgLst>
    <pc:chgData name="Yuanhe Tian" userId="8b41a650fa060b16" providerId="LiveId" clId="{A64977BC-6F32-7442-8EAB-04CD1CBA3051}"/>
    <pc:docChg chg="undo custSel addSld delSld modSld sldOrd modMainMaster">
      <pc:chgData name="Yuanhe Tian" userId="8b41a650fa060b16" providerId="LiveId" clId="{A64977BC-6F32-7442-8EAB-04CD1CBA3051}" dt="2025-03-13T01:13:46.871" v="1733" actId="20577"/>
      <pc:docMkLst>
        <pc:docMk/>
      </pc:docMkLst>
      <pc:sldChg chg="delSp modSp add mod">
        <pc:chgData name="Yuanhe Tian" userId="8b41a650fa060b16" providerId="LiveId" clId="{A64977BC-6F32-7442-8EAB-04CD1CBA3051}" dt="2025-03-13T01:00:52.200" v="1433" actId="478"/>
        <pc:sldMkLst>
          <pc:docMk/>
          <pc:sldMk cId="0" sldId="345"/>
        </pc:sldMkLst>
      </pc:sldChg>
      <pc:sldChg chg="addSp delSp modSp add mod chgLayout">
        <pc:chgData name="Yuanhe Tian" userId="8b41a650fa060b16" providerId="LiveId" clId="{A64977BC-6F32-7442-8EAB-04CD1CBA3051}" dt="2025-03-13T01:04:05.804" v="1481" actId="14100"/>
        <pc:sldMkLst>
          <pc:docMk/>
          <pc:sldMk cId="0" sldId="346"/>
        </pc:sldMkLst>
      </pc:sldChg>
      <pc:sldChg chg="addSp delSp modSp add del mod chgLayout">
        <pc:chgData name="Yuanhe Tian" userId="8b41a650fa060b16" providerId="LiveId" clId="{A64977BC-6F32-7442-8EAB-04CD1CBA3051}" dt="2025-03-13T01:04:31.904" v="1484" actId="2696"/>
        <pc:sldMkLst>
          <pc:docMk/>
          <pc:sldMk cId="0" sldId="347"/>
        </pc:sldMkLst>
      </pc:sldChg>
      <pc:sldChg chg="addSp modSp add mod">
        <pc:chgData name="Yuanhe Tian" userId="8b41a650fa060b16" providerId="LiveId" clId="{A64977BC-6F32-7442-8EAB-04CD1CBA3051}" dt="2025-03-13T01:05:11.029" v="1489"/>
        <pc:sldMkLst>
          <pc:docMk/>
          <pc:sldMk cId="0" sldId="349"/>
        </pc:sldMkLst>
      </pc:sldChg>
      <pc:sldChg chg="delSp modSp mod">
        <pc:chgData name="Yuanhe Tian" userId="8b41a650fa060b16" providerId="LiveId" clId="{A64977BC-6F32-7442-8EAB-04CD1CBA3051}" dt="2025-03-06T22:41:04.971" v="59" actId="478"/>
        <pc:sldMkLst>
          <pc:docMk/>
          <pc:sldMk cId="1026772549" sldId="383"/>
        </pc:sldMkLst>
      </pc:sldChg>
      <pc:sldChg chg="addSp delSp modSp add mod ord chgLayout">
        <pc:chgData name="Yuanhe Tian" userId="8b41a650fa060b16" providerId="LiveId" clId="{A64977BC-6F32-7442-8EAB-04CD1CBA3051}" dt="2025-03-13T00:37:23.438" v="288" actId="20577"/>
        <pc:sldMkLst>
          <pc:docMk/>
          <pc:sldMk cId="911075894" sldId="395"/>
        </pc:sldMkLst>
      </pc:sldChg>
      <pc:sldChg chg="modSp add mod">
        <pc:chgData name="Yuanhe Tian" userId="8b41a650fa060b16" providerId="LiveId" clId="{A64977BC-6F32-7442-8EAB-04CD1CBA3051}" dt="2025-03-13T00:53:37.471" v="1190" actId="20577"/>
        <pc:sldMkLst>
          <pc:docMk/>
          <pc:sldMk cId="3550736363" sldId="396"/>
        </pc:sldMkLst>
      </pc:sldChg>
      <pc:sldChg chg="modSp add mod">
        <pc:chgData name="Yuanhe Tian" userId="8b41a650fa060b16" providerId="LiveId" clId="{A64977BC-6F32-7442-8EAB-04CD1CBA3051}" dt="2025-03-13T00:38:59.274" v="395"/>
        <pc:sldMkLst>
          <pc:docMk/>
          <pc:sldMk cId="1866187902" sldId="397"/>
        </pc:sldMkLst>
      </pc:sldChg>
      <pc:sldChg chg="modSp add mod">
        <pc:chgData name="Yuanhe Tian" userId="8b41a650fa060b16" providerId="LiveId" clId="{A64977BC-6F32-7442-8EAB-04CD1CBA3051}" dt="2025-03-13T00:41:18.202" v="444" actId="14100"/>
        <pc:sldMkLst>
          <pc:docMk/>
          <pc:sldMk cId="906033592" sldId="398"/>
        </pc:sldMkLst>
      </pc:sldChg>
      <pc:sldChg chg="modSp add mod">
        <pc:chgData name="Yuanhe Tian" userId="8b41a650fa060b16" providerId="LiveId" clId="{A64977BC-6F32-7442-8EAB-04CD1CBA3051}" dt="2025-03-13T00:43:12.447" v="519" actId="20577"/>
        <pc:sldMkLst>
          <pc:docMk/>
          <pc:sldMk cId="1456088454" sldId="399"/>
        </pc:sldMkLst>
      </pc:sldChg>
      <pc:sldChg chg="modSp add mod">
        <pc:chgData name="Yuanhe Tian" userId="8b41a650fa060b16" providerId="LiveId" clId="{A64977BC-6F32-7442-8EAB-04CD1CBA3051}" dt="2025-03-13T00:43:43.689" v="534" actId="108"/>
        <pc:sldMkLst>
          <pc:docMk/>
          <pc:sldMk cId="2537432672" sldId="400"/>
        </pc:sldMkLst>
      </pc:sldChg>
      <pc:sldChg chg="modSp add mod">
        <pc:chgData name="Yuanhe Tian" userId="8b41a650fa060b16" providerId="LiveId" clId="{A64977BC-6F32-7442-8EAB-04CD1CBA3051}" dt="2025-03-13T00:44:52.975" v="568" actId="20577"/>
        <pc:sldMkLst>
          <pc:docMk/>
          <pc:sldMk cId="180667309" sldId="401"/>
        </pc:sldMkLst>
      </pc:sldChg>
      <pc:sldChg chg="modSp add mod">
        <pc:chgData name="Yuanhe Tian" userId="8b41a650fa060b16" providerId="LiveId" clId="{A64977BC-6F32-7442-8EAB-04CD1CBA3051}" dt="2025-03-13T00:45:03.047" v="582" actId="20577"/>
        <pc:sldMkLst>
          <pc:docMk/>
          <pc:sldMk cId="2401468459" sldId="402"/>
        </pc:sldMkLst>
      </pc:sldChg>
      <pc:sldChg chg="modSp add mod">
        <pc:chgData name="Yuanhe Tian" userId="8b41a650fa060b16" providerId="LiveId" clId="{A64977BC-6F32-7442-8EAB-04CD1CBA3051}" dt="2025-03-13T00:45:53.382" v="619" actId="20577"/>
        <pc:sldMkLst>
          <pc:docMk/>
          <pc:sldMk cId="382838476" sldId="408"/>
        </pc:sldMkLst>
      </pc:sldChg>
      <pc:sldChg chg="modSp add mod">
        <pc:chgData name="Yuanhe Tian" userId="8b41a650fa060b16" providerId="LiveId" clId="{A64977BC-6F32-7442-8EAB-04CD1CBA3051}" dt="2025-03-13T00:46:19.487" v="651" actId="20577"/>
        <pc:sldMkLst>
          <pc:docMk/>
          <pc:sldMk cId="2095487570" sldId="409"/>
        </pc:sldMkLst>
      </pc:sldChg>
      <pc:sldChg chg="modSp add mod">
        <pc:chgData name="Yuanhe Tian" userId="8b41a650fa060b16" providerId="LiveId" clId="{A64977BC-6F32-7442-8EAB-04CD1CBA3051}" dt="2025-03-13T00:47:57.040" v="765" actId="20577"/>
        <pc:sldMkLst>
          <pc:docMk/>
          <pc:sldMk cId="1795440273" sldId="410"/>
        </pc:sldMkLst>
      </pc:sldChg>
      <pc:sldChg chg="modSp add mod">
        <pc:chgData name="Yuanhe Tian" userId="8b41a650fa060b16" providerId="LiveId" clId="{A64977BC-6F32-7442-8EAB-04CD1CBA3051}" dt="2025-03-13T00:51:07.153" v="1105" actId="27636"/>
        <pc:sldMkLst>
          <pc:docMk/>
          <pc:sldMk cId="2723083395" sldId="411"/>
        </pc:sldMkLst>
      </pc:sldChg>
      <pc:sldChg chg="modSp add mod">
        <pc:chgData name="Yuanhe Tian" userId="8b41a650fa060b16" providerId="LiveId" clId="{A64977BC-6F32-7442-8EAB-04CD1CBA3051}" dt="2025-03-13T00:52:09.286" v="1133" actId="20577"/>
        <pc:sldMkLst>
          <pc:docMk/>
          <pc:sldMk cId="4214493512" sldId="412"/>
        </pc:sldMkLst>
      </pc:sldChg>
      <pc:sldChg chg="modSp add mod">
        <pc:chgData name="Yuanhe Tian" userId="8b41a650fa060b16" providerId="LiveId" clId="{A64977BC-6F32-7442-8EAB-04CD1CBA3051}" dt="2025-03-13T00:54:40.891" v="1238" actId="20577"/>
        <pc:sldMkLst>
          <pc:docMk/>
          <pc:sldMk cId="3419133696" sldId="413"/>
        </pc:sldMkLst>
      </pc:sldChg>
      <pc:sldChg chg="modSp add mod">
        <pc:chgData name="Yuanhe Tian" userId="8b41a650fa060b16" providerId="LiveId" clId="{A64977BC-6F32-7442-8EAB-04CD1CBA3051}" dt="2025-03-13T00:56:23.803" v="1295" actId="20577"/>
        <pc:sldMkLst>
          <pc:docMk/>
          <pc:sldMk cId="1615958035" sldId="414"/>
        </pc:sldMkLst>
      </pc:sldChg>
      <pc:sldChg chg="modSp add mod">
        <pc:chgData name="Yuanhe Tian" userId="8b41a650fa060b16" providerId="LiveId" clId="{A64977BC-6F32-7442-8EAB-04CD1CBA3051}" dt="2025-03-13T00:58:46.494" v="1385"/>
        <pc:sldMkLst>
          <pc:docMk/>
          <pc:sldMk cId="3104789301" sldId="415"/>
        </pc:sldMkLst>
      </pc:sldChg>
      <pc:sldChg chg="modSp add mod">
        <pc:chgData name="Yuanhe Tian" userId="8b41a650fa060b16" providerId="LiveId" clId="{A64977BC-6F32-7442-8EAB-04CD1CBA3051}" dt="2025-03-13T01:08:16.660" v="1544"/>
        <pc:sldMkLst>
          <pc:docMk/>
          <pc:sldMk cId="3988708762" sldId="416"/>
        </pc:sldMkLst>
      </pc:sldChg>
      <pc:sldChg chg="modSp add mod">
        <pc:chgData name="Yuanhe Tian" userId="8b41a650fa060b16" providerId="LiveId" clId="{A64977BC-6F32-7442-8EAB-04CD1CBA3051}" dt="2025-03-13T01:08:23.603" v="1545"/>
        <pc:sldMkLst>
          <pc:docMk/>
          <pc:sldMk cId="3449706009" sldId="417"/>
        </pc:sldMkLst>
      </pc:sldChg>
      <pc:sldChg chg="modSp add mod">
        <pc:chgData name="Yuanhe Tian" userId="8b41a650fa060b16" providerId="LiveId" clId="{A64977BC-6F32-7442-8EAB-04CD1CBA3051}" dt="2025-03-13T01:10:30.321" v="1603" actId="20577"/>
        <pc:sldMkLst>
          <pc:docMk/>
          <pc:sldMk cId="433198386" sldId="418"/>
        </pc:sldMkLst>
      </pc:sldChg>
      <pc:sldChg chg="modSp add mod">
        <pc:chgData name="Yuanhe Tian" userId="8b41a650fa060b16" providerId="LiveId" clId="{A64977BC-6F32-7442-8EAB-04CD1CBA3051}" dt="2025-03-13T01:10:38.266" v="1622" actId="20577"/>
        <pc:sldMkLst>
          <pc:docMk/>
          <pc:sldMk cId="3246522559" sldId="419"/>
        </pc:sldMkLst>
      </pc:sldChg>
      <pc:sldChg chg="modSp add mod">
        <pc:chgData name="Yuanhe Tian" userId="8b41a650fa060b16" providerId="LiveId" clId="{A64977BC-6F32-7442-8EAB-04CD1CBA3051}" dt="2025-03-13T00:48:25.237" v="773" actId="404"/>
        <pc:sldMkLst>
          <pc:docMk/>
          <pc:sldMk cId="4275818848" sldId="475"/>
        </pc:sldMkLst>
      </pc:sldChg>
      <pc:sldChg chg="modSp add mod">
        <pc:chgData name="Yuanhe Tian" userId="8b41a650fa060b16" providerId="LiveId" clId="{A64977BC-6F32-7442-8EAB-04CD1CBA3051}" dt="2025-03-13T00:45:44.123" v="599" actId="1076"/>
        <pc:sldMkLst>
          <pc:docMk/>
          <pc:sldMk cId="353352105" sldId="478"/>
        </pc:sldMkLst>
      </pc:sldChg>
      <pc:sldChg chg="modSp add mod">
        <pc:chgData name="Yuanhe Tian" userId="8b41a650fa060b16" providerId="LiveId" clId="{A64977BC-6F32-7442-8EAB-04CD1CBA3051}" dt="2025-03-13T00:57:16.816" v="1334" actId="15"/>
        <pc:sldMkLst>
          <pc:docMk/>
          <pc:sldMk cId="666438794" sldId="480"/>
        </pc:sldMkLst>
      </pc:sldChg>
      <pc:sldChg chg="modSp add mod">
        <pc:chgData name="Yuanhe Tian" userId="8b41a650fa060b16" providerId="LiveId" clId="{A64977BC-6F32-7442-8EAB-04CD1CBA3051}" dt="2025-03-13T00:58:06.526" v="1352" actId="14100"/>
        <pc:sldMkLst>
          <pc:docMk/>
          <pc:sldMk cId="138194537" sldId="481"/>
        </pc:sldMkLst>
      </pc:sldChg>
      <pc:sldChg chg="addSp delSp modSp add mod">
        <pc:chgData name="Yuanhe Tian" userId="8b41a650fa060b16" providerId="LiveId" clId="{A64977BC-6F32-7442-8EAB-04CD1CBA3051}" dt="2025-03-13T01:07:54.208" v="1543"/>
        <pc:sldMkLst>
          <pc:docMk/>
          <pc:sldMk cId="2741396377" sldId="482"/>
        </pc:sldMkLst>
      </pc:sldChg>
      <pc:sldChg chg="addSp delSp modSp add mod modAnim">
        <pc:chgData name="Yuanhe Tian" userId="8b41a650fa060b16" providerId="LiveId" clId="{A64977BC-6F32-7442-8EAB-04CD1CBA3051}" dt="2025-03-13T01:06:16.881" v="1505" actId="27636"/>
        <pc:sldMkLst>
          <pc:docMk/>
          <pc:sldMk cId="678205033" sldId="483"/>
        </pc:sldMkLst>
      </pc:sldChg>
      <pc:sldChg chg="modSp add mod">
        <pc:chgData name="Yuanhe Tian" userId="8b41a650fa060b16" providerId="LiveId" clId="{A64977BC-6F32-7442-8EAB-04CD1CBA3051}" dt="2025-03-13T01:10:24.113" v="1595" actId="2711"/>
        <pc:sldMkLst>
          <pc:docMk/>
          <pc:sldMk cId="322071261" sldId="485"/>
        </pc:sldMkLst>
      </pc:sldChg>
      <pc:sldChg chg="modSp mod">
        <pc:chgData name="Yuanhe Tian" userId="8b41a650fa060b16" providerId="LiveId" clId="{A64977BC-6F32-7442-8EAB-04CD1CBA3051}" dt="2025-03-06T22:19:30.948" v="3" actId="20577"/>
        <pc:sldMkLst>
          <pc:docMk/>
          <pc:sldMk cId="0" sldId="4753"/>
        </pc:sldMkLst>
      </pc:sldChg>
      <pc:sldChg chg="modSp add del mod">
        <pc:chgData name="Yuanhe Tian" userId="8b41a650fa060b16" providerId="LiveId" clId="{A64977BC-6F32-7442-8EAB-04CD1CBA3051}" dt="2025-03-13T00:30:31.953" v="204" actId="2696"/>
        <pc:sldMkLst>
          <pc:docMk/>
          <pc:sldMk cId="0" sldId="4805"/>
        </pc:sldMkLst>
      </pc:sldChg>
      <pc:sldChg chg="modSp add mod">
        <pc:chgData name="Yuanhe Tian" userId="8b41a650fa060b16" providerId="LiveId" clId="{A64977BC-6F32-7442-8EAB-04CD1CBA3051}" dt="2025-03-06T22:45:10.957" v="87" actId="207"/>
        <pc:sldMkLst>
          <pc:docMk/>
          <pc:sldMk cId="3015976944" sldId="4806"/>
        </pc:sldMkLst>
      </pc:sldChg>
      <pc:sldChg chg="modSp new mod">
        <pc:chgData name="Yuanhe Tian" userId="8b41a650fa060b16" providerId="LiveId" clId="{A64977BC-6F32-7442-8EAB-04CD1CBA3051}" dt="2025-03-13T01:13:46.871" v="1733" actId="20577"/>
        <pc:sldMkLst>
          <pc:docMk/>
          <pc:sldMk cId="3681482467" sldId="4807"/>
        </pc:sldMkLst>
      </pc:sldChg>
      <pc:sldMasterChg chg="modSldLayout">
        <pc:chgData name="Yuanhe Tian" userId="8b41a650fa060b16" providerId="LiveId" clId="{A64977BC-6F32-7442-8EAB-04CD1CBA3051}" dt="2025-03-13T00:30:19.625" v="203" actId="14100"/>
        <pc:sldMasterMkLst>
          <pc:docMk/>
          <pc:sldMasterMk cId="510254306" sldId="2147483660"/>
        </pc:sldMasterMkLst>
        <pc:sldLayoutChg chg="addSp delSp modSp mod">
          <pc:chgData name="Yuanhe Tian" userId="8b41a650fa060b16" providerId="LiveId" clId="{A64977BC-6F32-7442-8EAB-04CD1CBA3051}" dt="2025-03-13T00:30:19.625" v="203" actId="14100"/>
          <pc:sldLayoutMkLst>
            <pc:docMk/>
            <pc:sldMasterMk cId="510254306" sldId="2147483660"/>
            <pc:sldLayoutMk cId="2326375035" sldId="2147483662"/>
          </pc:sldLayoutMkLst>
        </pc:sldLayoutChg>
      </pc:sldMasterChg>
    </pc:docChg>
  </pc:docChgLst>
  <pc:docChgLst>
    <pc:chgData name="Yuanhe Tian" userId="8b41a650fa060b16" providerId="LiveId" clId="{22B080D1-78CA-214A-9533-0068418D0107}"/>
    <pc:docChg chg="undo custSel addSld delSld modSld sldOrd">
      <pc:chgData name="Yuanhe Tian" userId="8b41a650fa060b16" providerId="LiveId" clId="{22B080D1-78CA-214A-9533-0068418D0107}" dt="2025-05-12T06:05:38.363" v="21407" actId="20577"/>
      <pc:docMkLst>
        <pc:docMk/>
      </pc:docMkLst>
      <pc:sldChg chg="modSp add mod modNotesTx">
        <pc:chgData name="Yuanhe Tian" userId="8b41a650fa060b16" providerId="LiveId" clId="{22B080D1-78CA-214A-9533-0068418D0107}" dt="2025-05-08T17:57:11.589" v="198" actId="20577"/>
        <pc:sldMkLst>
          <pc:docMk/>
          <pc:sldMk cId="1866187902" sldId="397"/>
        </pc:sldMkLst>
        <pc:spChg chg="mod">
          <ac:chgData name="Yuanhe Tian" userId="8b41a650fa060b16" providerId="LiveId" clId="{22B080D1-78CA-214A-9533-0068418D0107}" dt="2025-05-08T17:48:31.344" v="31"/>
          <ac:spMkLst>
            <pc:docMk/>
            <pc:sldMk cId="1866187902" sldId="397"/>
            <ac:spMk id="2" creationId="{01C8ED6D-2101-47BE-A000-9ABE5E9E727D}"/>
          </ac:spMkLst>
        </pc:spChg>
        <pc:spChg chg="mod">
          <ac:chgData name="Yuanhe Tian" userId="8b41a650fa060b16" providerId="LiveId" clId="{22B080D1-78CA-214A-9533-0068418D0107}" dt="2025-05-08T17:56:49.297" v="124" actId="20577"/>
          <ac:spMkLst>
            <pc:docMk/>
            <pc:sldMk cId="1866187902" sldId="397"/>
            <ac:spMk id="3" creationId="{12FFB0C0-3344-40D9-AE27-EF24250C822E}"/>
          </ac:spMkLst>
        </pc:spChg>
      </pc:sldChg>
      <pc:sldChg chg="addSp delSp modSp mod modNotesTx">
        <pc:chgData name="Yuanhe Tian" userId="8b41a650fa060b16" providerId="LiveId" clId="{22B080D1-78CA-214A-9533-0068418D0107}" dt="2025-05-11T22:16:55.099" v="14251" actId="20577"/>
        <pc:sldMkLst>
          <pc:docMk/>
          <pc:sldMk cId="3930127778" sldId="442"/>
        </pc:sldMkLst>
        <pc:spChg chg="mod">
          <ac:chgData name="Yuanhe Tian" userId="8b41a650fa060b16" providerId="LiveId" clId="{22B080D1-78CA-214A-9533-0068418D0107}" dt="2025-05-10T10:52:55.007" v="1520" actId="14100"/>
          <ac:spMkLst>
            <pc:docMk/>
            <pc:sldMk cId="3930127778" sldId="442"/>
            <ac:spMk id="7" creationId="{E64E33FC-B04A-99D5-A26B-7C5C74EE8A0A}"/>
          </ac:spMkLst>
        </pc:spChg>
        <pc:spChg chg="mod">
          <ac:chgData name="Yuanhe Tian" userId="8b41a650fa060b16" providerId="LiveId" clId="{22B080D1-78CA-214A-9533-0068418D0107}" dt="2025-05-10T10:53:08.959" v="1522" actId="1076"/>
          <ac:spMkLst>
            <pc:docMk/>
            <pc:sldMk cId="3930127778" sldId="442"/>
            <ac:spMk id="8" creationId="{5C7BFBFA-CD62-6841-92B8-4182848A6346}"/>
          </ac:spMkLst>
        </pc:spChg>
        <pc:spChg chg="mod">
          <ac:chgData name="Yuanhe Tian" userId="8b41a650fa060b16" providerId="LiveId" clId="{22B080D1-78CA-214A-9533-0068418D0107}" dt="2025-05-10T10:53:22.916" v="1542" actId="20577"/>
          <ac:spMkLst>
            <pc:docMk/>
            <pc:sldMk cId="3930127778" sldId="442"/>
            <ac:spMk id="10" creationId="{4EFEF868-A2FB-6063-76FA-F12B450F20F9}"/>
          </ac:spMkLst>
        </pc:spChg>
        <pc:spChg chg="mod">
          <ac:chgData name="Yuanhe Tian" userId="8b41a650fa060b16" providerId="LiveId" clId="{22B080D1-78CA-214A-9533-0068418D0107}" dt="2025-05-10T10:52:42.987" v="1516"/>
          <ac:spMkLst>
            <pc:docMk/>
            <pc:sldMk cId="3930127778" sldId="442"/>
            <ac:spMk id="62" creationId="{13BD672F-F29D-FB87-B5F9-3C93F5427615}"/>
          </ac:spMkLst>
        </pc:spChg>
        <pc:spChg chg="mod">
          <ac:chgData name="Yuanhe Tian" userId="8b41a650fa060b16" providerId="LiveId" clId="{22B080D1-78CA-214A-9533-0068418D0107}" dt="2025-05-10T10:52:42.987" v="1516"/>
          <ac:spMkLst>
            <pc:docMk/>
            <pc:sldMk cId="3930127778" sldId="442"/>
            <ac:spMk id="64" creationId="{6B759C0D-341F-D166-01D0-AD3F62991684}"/>
          </ac:spMkLst>
        </pc:spChg>
        <pc:spChg chg="mod">
          <ac:chgData name="Yuanhe Tian" userId="8b41a650fa060b16" providerId="LiveId" clId="{22B080D1-78CA-214A-9533-0068418D0107}" dt="2025-05-10T10:52:42.987" v="1516"/>
          <ac:spMkLst>
            <pc:docMk/>
            <pc:sldMk cId="3930127778" sldId="442"/>
            <ac:spMk id="90" creationId="{10AEB5CA-B029-6BAB-963B-A5D2B4882EBF}"/>
          </ac:spMkLst>
        </pc:spChg>
        <pc:spChg chg="mod">
          <ac:chgData name="Yuanhe Tian" userId="8b41a650fa060b16" providerId="LiveId" clId="{22B080D1-78CA-214A-9533-0068418D0107}" dt="2025-05-10T10:52:42.987" v="1516"/>
          <ac:spMkLst>
            <pc:docMk/>
            <pc:sldMk cId="3930127778" sldId="442"/>
            <ac:spMk id="92" creationId="{32A768F0-5947-F907-5519-C340688D4267}"/>
          </ac:spMkLst>
        </pc:spChg>
        <pc:spChg chg="mod">
          <ac:chgData name="Yuanhe Tian" userId="8b41a650fa060b16" providerId="LiveId" clId="{22B080D1-78CA-214A-9533-0068418D0107}" dt="2025-05-10T10:52:42.987" v="1516"/>
          <ac:spMkLst>
            <pc:docMk/>
            <pc:sldMk cId="3930127778" sldId="442"/>
            <ac:spMk id="96" creationId="{A86F6E40-9344-993F-9AA6-75BDB0BBC90C}"/>
          </ac:spMkLst>
        </pc:spChg>
        <pc:spChg chg="mod">
          <ac:chgData name="Yuanhe Tian" userId="8b41a650fa060b16" providerId="LiveId" clId="{22B080D1-78CA-214A-9533-0068418D0107}" dt="2025-05-10T10:52:42.987" v="1516"/>
          <ac:spMkLst>
            <pc:docMk/>
            <pc:sldMk cId="3930127778" sldId="442"/>
            <ac:spMk id="98" creationId="{D920C000-F0F9-2F76-B736-260FF3AD2235}"/>
          </ac:spMkLst>
        </pc:spChg>
        <pc:spChg chg="mod">
          <ac:chgData name="Yuanhe Tian" userId="8b41a650fa060b16" providerId="LiveId" clId="{22B080D1-78CA-214A-9533-0068418D0107}" dt="2025-05-11T22:16:38.847" v="14213" actId="20577"/>
          <ac:spMkLst>
            <pc:docMk/>
            <pc:sldMk cId="3930127778" sldId="442"/>
            <ac:spMk id="107" creationId="{19BD7FBF-133F-7642-E3EB-2C5D7C857820}"/>
          </ac:spMkLst>
        </pc:spChg>
        <pc:spChg chg="mod">
          <ac:chgData name="Yuanhe Tian" userId="8b41a650fa060b16" providerId="LiveId" clId="{22B080D1-78CA-214A-9533-0068418D0107}" dt="2025-05-10T10:52:42.987" v="1516"/>
          <ac:spMkLst>
            <pc:docMk/>
            <pc:sldMk cId="3930127778" sldId="442"/>
            <ac:spMk id="112" creationId="{C9855D39-E891-5ACE-DEA5-9DB86A9E1255}"/>
          </ac:spMkLst>
        </pc:spChg>
        <pc:spChg chg="mod">
          <ac:chgData name="Yuanhe Tian" userId="8b41a650fa060b16" providerId="LiveId" clId="{22B080D1-78CA-214A-9533-0068418D0107}" dt="2025-05-10T10:52:42.987" v="1516"/>
          <ac:spMkLst>
            <pc:docMk/>
            <pc:sldMk cId="3930127778" sldId="442"/>
            <ac:spMk id="131" creationId="{57CEDEC9-5B46-DF46-D914-242076F20D86}"/>
          </ac:spMkLst>
        </pc:spChg>
        <pc:spChg chg="mod">
          <ac:chgData name="Yuanhe Tian" userId="8b41a650fa060b16" providerId="LiveId" clId="{22B080D1-78CA-214A-9533-0068418D0107}" dt="2025-05-10T10:52:42.987" v="1516"/>
          <ac:spMkLst>
            <pc:docMk/>
            <pc:sldMk cId="3930127778" sldId="442"/>
            <ac:spMk id="169" creationId="{9D4E2617-CDD6-9F63-B373-6B5FF9FE11A3}"/>
          </ac:spMkLst>
        </pc:spChg>
        <pc:spChg chg="mod">
          <ac:chgData name="Yuanhe Tian" userId="8b41a650fa060b16" providerId="LiveId" clId="{22B080D1-78CA-214A-9533-0068418D0107}" dt="2025-05-10T10:52:42.987" v="1516"/>
          <ac:spMkLst>
            <pc:docMk/>
            <pc:sldMk cId="3930127778" sldId="442"/>
            <ac:spMk id="177" creationId="{0E54A022-53DC-7AEB-7AF8-D1F233F8D0F3}"/>
          </ac:spMkLst>
        </pc:spChg>
        <pc:cxnChg chg="mod">
          <ac:chgData name="Yuanhe Tian" userId="8b41a650fa060b16" providerId="LiveId" clId="{22B080D1-78CA-214A-9533-0068418D0107}" dt="2025-05-10T10:53:03.543" v="1521" actId="14100"/>
          <ac:cxnSpMkLst>
            <pc:docMk/>
            <pc:sldMk cId="3930127778" sldId="442"/>
            <ac:cxnSpMk id="9" creationId="{93BF5A91-F5A5-5B55-749D-E0E312736058}"/>
          </ac:cxnSpMkLst>
        </pc:cxnChg>
        <pc:cxnChg chg="mod">
          <ac:chgData name="Yuanhe Tian" userId="8b41a650fa060b16" providerId="LiveId" clId="{22B080D1-78CA-214A-9533-0068418D0107}" dt="2025-05-10T10:52:55.007" v="1520" actId="14100"/>
          <ac:cxnSpMkLst>
            <pc:docMk/>
            <pc:sldMk cId="3930127778" sldId="442"/>
            <ac:cxnSpMk id="11" creationId="{ADDC35F6-27B6-79D4-9A05-FB5302778F3A}"/>
          </ac:cxnSpMkLst>
        </pc:cxnChg>
      </pc:sldChg>
      <pc:sldChg chg="addSp delSp modSp add del mod modShow modNotesTx">
        <pc:chgData name="Yuanhe Tian" userId="8b41a650fa060b16" providerId="LiveId" clId="{22B080D1-78CA-214A-9533-0068418D0107}" dt="2025-05-11T11:29:07.136" v="7861" actId="2696"/>
        <pc:sldMkLst>
          <pc:docMk/>
          <pc:sldMk cId="3332266165" sldId="484"/>
        </pc:sldMkLst>
      </pc:sldChg>
      <pc:sldChg chg="modSp del mod">
        <pc:chgData name="Yuanhe Tian" userId="8b41a650fa060b16" providerId="LiveId" clId="{22B080D1-78CA-214A-9533-0068418D0107}" dt="2025-05-08T17:48:34.398" v="32" actId="2696"/>
        <pc:sldMkLst>
          <pc:docMk/>
          <pc:sldMk cId="947062537" sldId="609"/>
        </pc:sldMkLst>
      </pc:sldChg>
      <pc:sldChg chg="addSp delSp modSp mod modNotesTx">
        <pc:chgData name="Yuanhe Tian" userId="8b41a650fa060b16" providerId="LiveId" clId="{22B080D1-78CA-214A-9533-0068418D0107}" dt="2025-05-11T22:26:26.600" v="15608" actId="20577"/>
        <pc:sldMkLst>
          <pc:docMk/>
          <pc:sldMk cId="3115804721" sldId="673"/>
        </pc:sldMkLst>
        <pc:spChg chg="mod">
          <ac:chgData name="Yuanhe Tian" userId="8b41a650fa060b16" providerId="LiveId" clId="{22B080D1-78CA-214A-9533-0068418D0107}" dt="2025-05-11T12:46:15.804" v="11699" actId="20577"/>
          <ac:spMkLst>
            <pc:docMk/>
            <pc:sldMk cId="3115804721" sldId="673"/>
            <ac:spMk id="2" creationId="{8A449FB9-3089-E2BC-9179-08CBFB49501C}"/>
          </ac:spMkLst>
        </pc:spChg>
        <pc:spChg chg="mod">
          <ac:chgData name="Yuanhe Tian" userId="8b41a650fa060b16" providerId="LiveId" clId="{22B080D1-78CA-214A-9533-0068418D0107}" dt="2025-05-11T22:25:23.597" v="15457" actId="5793"/>
          <ac:spMkLst>
            <pc:docMk/>
            <pc:sldMk cId="3115804721" sldId="673"/>
            <ac:spMk id="3" creationId="{D4F9FEE8-0FB2-813D-6C0C-908BA55720F4}"/>
          </ac:spMkLst>
        </pc:spChg>
        <pc:spChg chg="mod">
          <ac:chgData name="Yuanhe Tian" userId="8b41a650fa060b16" providerId="LiveId" clId="{22B080D1-78CA-214A-9533-0068418D0107}" dt="2025-05-10T10:58:23.436" v="1555"/>
          <ac:spMkLst>
            <pc:docMk/>
            <pc:sldMk cId="3115804721" sldId="673"/>
            <ac:spMk id="38" creationId="{E06124DD-3F24-4058-8B51-64ED86F7A25C}"/>
          </ac:spMkLst>
        </pc:spChg>
        <pc:spChg chg="mod">
          <ac:chgData name="Yuanhe Tian" userId="8b41a650fa060b16" providerId="LiveId" clId="{22B080D1-78CA-214A-9533-0068418D0107}" dt="2025-05-10T10:58:23.436" v="1555"/>
          <ac:spMkLst>
            <pc:docMk/>
            <pc:sldMk cId="3115804721" sldId="673"/>
            <ac:spMk id="49" creationId="{7E17E955-4838-2F5C-B100-FD32BCE9D83F}"/>
          </ac:spMkLst>
        </pc:spChg>
        <pc:spChg chg="mod">
          <ac:chgData name="Yuanhe Tian" userId="8b41a650fa060b16" providerId="LiveId" clId="{22B080D1-78CA-214A-9533-0068418D0107}" dt="2025-05-10T10:58:23.436" v="1555"/>
          <ac:spMkLst>
            <pc:docMk/>
            <pc:sldMk cId="3115804721" sldId="673"/>
            <ac:spMk id="54" creationId="{7279362B-6A1A-9DFD-6EAC-BD3EBA39CA89}"/>
          </ac:spMkLst>
        </pc:spChg>
        <pc:spChg chg="mod">
          <ac:chgData name="Yuanhe Tian" userId="8b41a650fa060b16" providerId="LiveId" clId="{22B080D1-78CA-214A-9533-0068418D0107}" dt="2025-05-10T10:58:23.436" v="1555"/>
          <ac:spMkLst>
            <pc:docMk/>
            <pc:sldMk cId="3115804721" sldId="673"/>
            <ac:spMk id="56" creationId="{1AA6D6F2-F59A-C67E-8917-8824F166AB9E}"/>
          </ac:spMkLst>
        </pc:spChg>
        <pc:spChg chg="mod">
          <ac:chgData name="Yuanhe Tian" userId="8b41a650fa060b16" providerId="LiveId" clId="{22B080D1-78CA-214A-9533-0068418D0107}" dt="2025-05-10T10:58:23.436" v="1555"/>
          <ac:spMkLst>
            <pc:docMk/>
            <pc:sldMk cId="3115804721" sldId="673"/>
            <ac:spMk id="58" creationId="{B8C3CE58-84A1-C49D-C754-C1F22CD08D9F}"/>
          </ac:spMkLst>
        </pc:spChg>
        <pc:spChg chg="mod">
          <ac:chgData name="Yuanhe Tian" userId="8b41a650fa060b16" providerId="LiveId" clId="{22B080D1-78CA-214A-9533-0068418D0107}" dt="2025-05-10T10:58:23.436" v="1555"/>
          <ac:spMkLst>
            <pc:docMk/>
            <pc:sldMk cId="3115804721" sldId="673"/>
            <ac:spMk id="59" creationId="{ACC188BC-36AA-562A-229D-AC52060C7D1A}"/>
          </ac:spMkLst>
        </pc:spChg>
        <pc:spChg chg="mod">
          <ac:chgData name="Yuanhe Tian" userId="8b41a650fa060b16" providerId="LiveId" clId="{22B080D1-78CA-214A-9533-0068418D0107}" dt="2025-05-10T10:58:23.436" v="1555"/>
          <ac:spMkLst>
            <pc:docMk/>
            <pc:sldMk cId="3115804721" sldId="673"/>
            <ac:spMk id="60" creationId="{256E2059-5108-2DF2-AD85-919DB6D6249E}"/>
          </ac:spMkLst>
        </pc:spChg>
        <pc:spChg chg="mod">
          <ac:chgData name="Yuanhe Tian" userId="8b41a650fa060b16" providerId="LiveId" clId="{22B080D1-78CA-214A-9533-0068418D0107}" dt="2025-05-10T10:58:23.436" v="1555"/>
          <ac:spMkLst>
            <pc:docMk/>
            <pc:sldMk cId="3115804721" sldId="673"/>
            <ac:spMk id="62" creationId="{64654C22-96E1-B408-5842-AD818A127E07}"/>
          </ac:spMkLst>
        </pc:spChg>
        <pc:spChg chg="mod">
          <ac:chgData name="Yuanhe Tian" userId="8b41a650fa060b16" providerId="LiveId" clId="{22B080D1-78CA-214A-9533-0068418D0107}" dt="2025-05-10T10:58:23.436" v="1555"/>
          <ac:spMkLst>
            <pc:docMk/>
            <pc:sldMk cId="3115804721" sldId="673"/>
            <ac:spMk id="63" creationId="{7CBCA761-7AEF-C31B-27C0-B8E76E1CD3D9}"/>
          </ac:spMkLst>
        </pc:spChg>
        <pc:spChg chg="mod">
          <ac:chgData name="Yuanhe Tian" userId="8b41a650fa060b16" providerId="LiveId" clId="{22B080D1-78CA-214A-9533-0068418D0107}" dt="2025-05-10T10:58:23.436" v="1555"/>
          <ac:spMkLst>
            <pc:docMk/>
            <pc:sldMk cId="3115804721" sldId="673"/>
            <ac:spMk id="67" creationId="{992C35D3-46FB-6B7F-2F95-73D11A3D9AF0}"/>
          </ac:spMkLst>
        </pc:spChg>
      </pc:sldChg>
      <pc:sldChg chg="modNotesTx">
        <pc:chgData name="Yuanhe Tian" userId="8b41a650fa060b16" providerId="LiveId" clId="{22B080D1-78CA-214A-9533-0068418D0107}" dt="2025-05-11T23:09:34.922" v="19096" actId="20577"/>
        <pc:sldMkLst>
          <pc:docMk/>
          <pc:sldMk cId="2392981946" sldId="674"/>
        </pc:sldMkLst>
      </pc:sldChg>
      <pc:sldChg chg="addSp delSp modSp mod modNotesTx">
        <pc:chgData name="Yuanhe Tian" userId="8b41a650fa060b16" providerId="LiveId" clId="{22B080D1-78CA-214A-9533-0068418D0107}" dt="2025-05-11T23:10:04.028" v="19194" actId="20577"/>
        <pc:sldMkLst>
          <pc:docMk/>
          <pc:sldMk cId="2388621529" sldId="675"/>
        </pc:sldMkLst>
        <pc:spChg chg="mod">
          <ac:chgData name="Yuanhe Tian" userId="8b41a650fa060b16" providerId="LiveId" clId="{22B080D1-78CA-214A-9533-0068418D0107}" dt="2025-05-10T11:43:59.949" v="3528" actId="164"/>
          <ac:spMkLst>
            <pc:docMk/>
            <pc:sldMk cId="2388621529" sldId="675"/>
            <ac:spMk id="12" creationId="{5F3B84A3-963A-F15B-35DA-F964A2E16306}"/>
          </ac:spMkLst>
        </pc:spChg>
        <pc:spChg chg="mod">
          <ac:chgData name="Yuanhe Tian" userId="8b41a650fa060b16" providerId="LiveId" clId="{22B080D1-78CA-214A-9533-0068418D0107}" dt="2025-05-10T11:43:59.949" v="3528" actId="164"/>
          <ac:spMkLst>
            <pc:docMk/>
            <pc:sldMk cId="2388621529" sldId="675"/>
            <ac:spMk id="64" creationId="{92CE25BE-0C5A-CF18-4ED7-A25DEF6929C3}"/>
          </ac:spMkLst>
        </pc:spChg>
        <pc:spChg chg="mod">
          <ac:chgData name="Yuanhe Tian" userId="8b41a650fa060b16" providerId="LiveId" clId="{22B080D1-78CA-214A-9533-0068418D0107}" dt="2025-05-10T11:43:59.949" v="3528" actId="164"/>
          <ac:spMkLst>
            <pc:docMk/>
            <pc:sldMk cId="2388621529" sldId="675"/>
            <ac:spMk id="65" creationId="{D8EF542B-C932-C095-2545-DAD9A14B50F1}"/>
          </ac:spMkLst>
        </pc:spChg>
        <pc:spChg chg="mod">
          <ac:chgData name="Yuanhe Tian" userId="8b41a650fa060b16" providerId="LiveId" clId="{22B080D1-78CA-214A-9533-0068418D0107}" dt="2025-05-10T11:43:59.949" v="3528" actId="164"/>
          <ac:spMkLst>
            <pc:docMk/>
            <pc:sldMk cId="2388621529" sldId="675"/>
            <ac:spMk id="66" creationId="{653B2A6B-160F-8222-EE1B-46ABC4637CF7}"/>
          </ac:spMkLst>
        </pc:spChg>
        <pc:spChg chg="add mod">
          <ac:chgData name="Yuanhe Tian" userId="8b41a650fa060b16" providerId="LiveId" clId="{22B080D1-78CA-214A-9533-0068418D0107}" dt="2025-05-10T11:43:59.949" v="3528" actId="164"/>
          <ac:spMkLst>
            <pc:docMk/>
            <pc:sldMk cId="2388621529" sldId="675"/>
            <ac:spMk id="74" creationId="{9A6D2C0F-0660-24F9-B1D6-97001244B05B}"/>
          </ac:spMkLst>
        </pc:spChg>
        <pc:spChg chg="mod">
          <ac:chgData name="Yuanhe Tian" userId="8b41a650fa060b16" providerId="LiveId" clId="{22B080D1-78CA-214A-9533-0068418D0107}" dt="2025-05-10T11:43:53.733" v="3526"/>
          <ac:spMkLst>
            <pc:docMk/>
            <pc:sldMk cId="2388621529" sldId="675"/>
            <ac:spMk id="76" creationId="{AE2B7F62-F399-A81F-0215-E35A413C7E04}"/>
          </ac:spMkLst>
        </pc:spChg>
        <pc:spChg chg="mod">
          <ac:chgData name="Yuanhe Tian" userId="8b41a650fa060b16" providerId="LiveId" clId="{22B080D1-78CA-214A-9533-0068418D0107}" dt="2025-05-10T11:43:53.733" v="3526"/>
          <ac:spMkLst>
            <pc:docMk/>
            <pc:sldMk cId="2388621529" sldId="675"/>
            <ac:spMk id="79" creationId="{D23D7283-79AF-30C2-0F21-093E50F061DC}"/>
          </ac:spMkLst>
        </pc:spChg>
        <pc:spChg chg="mod">
          <ac:chgData name="Yuanhe Tian" userId="8b41a650fa060b16" providerId="LiveId" clId="{22B080D1-78CA-214A-9533-0068418D0107}" dt="2025-05-10T11:43:53.733" v="3526"/>
          <ac:spMkLst>
            <pc:docMk/>
            <pc:sldMk cId="2388621529" sldId="675"/>
            <ac:spMk id="80" creationId="{E5C33C1F-0EEA-4F4C-8C7B-88F733A80DB4}"/>
          </ac:spMkLst>
        </pc:spChg>
        <pc:spChg chg="mod">
          <ac:chgData name="Yuanhe Tian" userId="8b41a650fa060b16" providerId="LiveId" clId="{22B080D1-78CA-214A-9533-0068418D0107}" dt="2025-05-10T11:43:53.733" v="3526"/>
          <ac:spMkLst>
            <pc:docMk/>
            <pc:sldMk cId="2388621529" sldId="675"/>
            <ac:spMk id="88" creationId="{E3E93B58-7A40-125C-F12D-F1FF456F23A5}"/>
          </ac:spMkLst>
        </pc:spChg>
        <pc:spChg chg="mod">
          <ac:chgData name="Yuanhe Tian" userId="8b41a650fa060b16" providerId="LiveId" clId="{22B080D1-78CA-214A-9533-0068418D0107}" dt="2025-05-10T11:43:53.733" v="3526"/>
          <ac:spMkLst>
            <pc:docMk/>
            <pc:sldMk cId="2388621529" sldId="675"/>
            <ac:spMk id="104" creationId="{569AB463-3556-EA7A-DD13-98EA98866A5B}"/>
          </ac:spMkLst>
        </pc:spChg>
        <pc:spChg chg="mod">
          <ac:chgData name="Yuanhe Tian" userId="8b41a650fa060b16" providerId="LiveId" clId="{22B080D1-78CA-214A-9533-0068418D0107}" dt="2025-05-10T11:43:53.733" v="3526"/>
          <ac:spMkLst>
            <pc:docMk/>
            <pc:sldMk cId="2388621529" sldId="675"/>
            <ac:spMk id="108" creationId="{AFAE1F0C-15FC-3BA6-9FAF-0227F008534C}"/>
          </ac:spMkLst>
        </pc:spChg>
        <pc:spChg chg="mod">
          <ac:chgData name="Yuanhe Tian" userId="8b41a650fa060b16" providerId="LiveId" clId="{22B080D1-78CA-214A-9533-0068418D0107}" dt="2025-05-10T11:43:53.733" v="3526"/>
          <ac:spMkLst>
            <pc:docMk/>
            <pc:sldMk cId="2388621529" sldId="675"/>
            <ac:spMk id="112" creationId="{15BCB336-2C7C-277D-7AB0-B34651682458}"/>
          </ac:spMkLst>
        </pc:spChg>
        <pc:spChg chg="mod">
          <ac:chgData name="Yuanhe Tian" userId="8b41a650fa060b16" providerId="LiveId" clId="{22B080D1-78CA-214A-9533-0068418D0107}" dt="2025-05-10T11:43:53.733" v="3526"/>
          <ac:spMkLst>
            <pc:docMk/>
            <pc:sldMk cId="2388621529" sldId="675"/>
            <ac:spMk id="113" creationId="{8DD739DF-F2DB-6476-3E01-9AD0C4C5868F}"/>
          </ac:spMkLst>
        </pc:spChg>
        <pc:spChg chg="mod">
          <ac:chgData name="Yuanhe Tian" userId="8b41a650fa060b16" providerId="LiveId" clId="{22B080D1-78CA-214A-9533-0068418D0107}" dt="2025-05-10T11:43:53.733" v="3526"/>
          <ac:spMkLst>
            <pc:docMk/>
            <pc:sldMk cId="2388621529" sldId="675"/>
            <ac:spMk id="120" creationId="{70DA7B9E-07D1-B7E9-EC71-250143758E1A}"/>
          </ac:spMkLst>
        </pc:spChg>
        <pc:grpChg chg="mod">
          <ac:chgData name="Yuanhe Tian" userId="8b41a650fa060b16" providerId="LiveId" clId="{22B080D1-78CA-214A-9533-0068418D0107}" dt="2025-05-10T11:43:57.536" v="3527" actId="1076"/>
          <ac:grpSpMkLst>
            <pc:docMk/>
            <pc:sldMk cId="2388621529" sldId="675"/>
            <ac:grpSpMk id="75" creationId="{6A297AFD-36C9-ACDF-DCAE-3784923B31CA}"/>
          </ac:grpSpMkLst>
        </pc:grpChg>
        <pc:grpChg chg="mod">
          <ac:chgData name="Yuanhe Tian" userId="8b41a650fa060b16" providerId="LiveId" clId="{22B080D1-78CA-214A-9533-0068418D0107}" dt="2025-05-10T11:43:59.949" v="3528" actId="164"/>
          <ac:grpSpMkLst>
            <pc:docMk/>
            <pc:sldMk cId="2388621529" sldId="675"/>
            <ac:grpSpMk id="97" creationId="{AB430092-0E09-B4FD-59F5-AB009D8F6486}"/>
          </ac:grpSpMkLst>
        </pc:grpChg>
        <pc:grpChg chg="mod">
          <ac:chgData name="Yuanhe Tian" userId="8b41a650fa060b16" providerId="LiveId" clId="{22B080D1-78CA-214A-9533-0068418D0107}" dt="2025-05-10T11:43:57.536" v="3527" actId="1076"/>
          <ac:grpSpMkLst>
            <pc:docMk/>
            <pc:sldMk cId="2388621529" sldId="675"/>
            <ac:grpSpMk id="103" creationId="{8E1D0068-7972-8D4E-C903-7BC23C22C4FD}"/>
          </ac:grpSpMkLst>
        </pc:grpChg>
        <pc:grpChg chg="mod">
          <ac:chgData name="Yuanhe Tian" userId="8b41a650fa060b16" providerId="LiveId" clId="{22B080D1-78CA-214A-9533-0068418D0107}" dt="2025-05-10T11:43:59.949" v="3528" actId="164"/>
          <ac:grpSpMkLst>
            <pc:docMk/>
            <pc:sldMk cId="2388621529" sldId="675"/>
            <ac:grpSpMk id="109" creationId="{E07588A3-9F86-155F-E146-8ACC486F037F}"/>
          </ac:grpSpMkLst>
        </pc:grpChg>
        <pc:grpChg chg="mod">
          <ac:chgData name="Yuanhe Tian" userId="8b41a650fa060b16" providerId="LiveId" clId="{22B080D1-78CA-214A-9533-0068418D0107}" dt="2025-05-10T11:43:59.949" v="3528" actId="164"/>
          <ac:grpSpMkLst>
            <pc:docMk/>
            <pc:sldMk cId="2388621529" sldId="675"/>
            <ac:grpSpMk id="115" creationId="{1F2E845A-C4FD-31D6-3715-F42B8E5E505C}"/>
          </ac:grpSpMkLst>
        </pc:grpChg>
        <pc:grpChg chg="add mod">
          <ac:chgData name="Yuanhe Tian" userId="8b41a650fa060b16" providerId="LiveId" clId="{22B080D1-78CA-214A-9533-0068418D0107}" dt="2025-05-10T11:44:01.798" v="3529" actId="1076"/>
          <ac:grpSpMkLst>
            <pc:docMk/>
            <pc:sldMk cId="2388621529" sldId="675"/>
            <ac:grpSpMk id="121" creationId="{2A9658C8-297C-3453-AEF1-1B86E08A7ADA}"/>
          </ac:grpSpMkLst>
        </pc:grpChg>
        <pc:picChg chg="mod">
          <ac:chgData name="Yuanhe Tian" userId="8b41a650fa060b16" providerId="LiveId" clId="{22B080D1-78CA-214A-9533-0068418D0107}" dt="2025-05-10T11:43:59.949" v="3528" actId="164"/>
          <ac:picMkLst>
            <pc:docMk/>
            <pc:sldMk cId="2388621529" sldId="675"/>
            <ac:picMk id="73" creationId="{318E8E28-DF4F-0176-A2D7-CEE774607F85}"/>
          </ac:picMkLst>
        </pc:picChg>
      </pc:sldChg>
      <pc:sldChg chg="addSp delSp modSp mod modNotesTx">
        <pc:chgData name="Yuanhe Tian" userId="8b41a650fa060b16" providerId="LiveId" clId="{22B080D1-78CA-214A-9533-0068418D0107}" dt="2025-05-11T23:11:13.325" v="19490" actId="20577"/>
        <pc:sldMkLst>
          <pc:docMk/>
          <pc:sldMk cId="345139491" sldId="676"/>
        </pc:sldMkLst>
        <pc:spChg chg="mod">
          <ac:chgData name="Yuanhe Tian" userId="8b41a650fa060b16" providerId="LiveId" clId="{22B080D1-78CA-214A-9533-0068418D0107}" dt="2025-05-10T11:44:14.262" v="3531"/>
          <ac:spMkLst>
            <pc:docMk/>
            <pc:sldMk cId="345139491" sldId="676"/>
            <ac:spMk id="52" creationId="{60F49C67-085B-05E0-DD07-E650FA3EC46D}"/>
          </ac:spMkLst>
        </pc:spChg>
        <pc:spChg chg="mod">
          <ac:chgData name="Yuanhe Tian" userId="8b41a650fa060b16" providerId="LiveId" clId="{22B080D1-78CA-214A-9533-0068418D0107}" dt="2025-05-10T11:44:14.262" v="3531"/>
          <ac:spMkLst>
            <pc:docMk/>
            <pc:sldMk cId="345139491" sldId="676"/>
            <ac:spMk id="55" creationId="{DCE687BF-83A4-A18A-2824-33297A231B4B}"/>
          </ac:spMkLst>
        </pc:spChg>
        <pc:spChg chg="mod">
          <ac:chgData name="Yuanhe Tian" userId="8b41a650fa060b16" providerId="LiveId" clId="{22B080D1-78CA-214A-9533-0068418D0107}" dt="2025-05-10T11:44:14.262" v="3531"/>
          <ac:spMkLst>
            <pc:docMk/>
            <pc:sldMk cId="345139491" sldId="676"/>
            <ac:spMk id="57" creationId="{7640B6D8-DCC0-33C4-6E32-F944141E05E7}"/>
          </ac:spMkLst>
        </pc:spChg>
        <pc:spChg chg="mod">
          <ac:chgData name="Yuanhe Tian" userId="8b41a650fa060b16" providerId="LiveId" clId="{22B080D1-78CA-214A-9533-0068418D0107}" dt="2025-05-10T11:44:14.262" v="3531"/>
          <ac:spMkLst>
            <pc:docMk/>
            <pc:sldMk cId="345139491" sldId="676"/>
            <ac:spMk id="61" creationId="{EF8CB0ED-9235-8B3D-A42C-93692B8438CD}"/>
          </ac:spMkLst>
        </pc:spChg>
        <pc:spChg chg="mod">
          <ac:chgData name="Yuanhe Tian" userId="8b41a650fa060b16" providerId="LiveId" clId="{22B080D1-78CA-214A-9533-0068418D0107}" dt="2025-05-10T11:44:14.262" v="3531"/>
          <ac:spMkLst>
            <pc:docMk/>
            <pc:sldMk cId="345139491" sldId="676"/>
            <ac:spMk id="63" creationId="{848A47C6-7E70-5516-FEA4-67EF06E288F0}"/>
          </ac:spMkLst>
        </pc:spChg>
        <pc:spChg chg="mod">
          <ac:chgData name="Yuanhe Tian" userId="8b41a650fa060b16" providerId="LiveId" clId="{22B080D1-78CA-214A-9533-0068418D0107}" dt="2025-05-10T11:44:14.262" v="3531"/>
          <ac:spMkLst>
            <pc:docMk/>
            <pc:sldMk cId="345139491" sldId="676"/>
            <ac:spMk id="68" creationId="{804B9212-158B-F783-F84F-F2D585D2E42F}"/>
          </ac:spMkLst>
        </pc:spChg>
        <pc:spChg chg="mod">
          <ac:chgData name="Yuanhe Tian" userId="8b41a650fa060b16" providerId="LiveId" clId="{22B080D1-78CA-214A-9533-0068418D0107}" dt="2025-05-10T11:44:14.262" v="3531"/>
          <ac:spMkLst>
            <pc:docMk/>
            <pc:sldMk cId="345139491" sldId="676"/>
            <ac:spMk id="69" creationId="{806C251C-5D8F-6BC7-17D0-56A6F5181DB6}"/>
          </ac:spMkLst>
        </pc:spChg>
        <pc:spChg chg="mod">
          <ac:chgData name="Yuanhe Tian" userId="8b41a650fa060b16" providerId="LiveId" clId="{22B080D1-78CA-214A-9533-0068418D0107}" dt="2025-05-10T11:44:14.262" v="3531"/>
          <ac:spMkLst>
            <pc:docMk/>
            <pc:sldMk cId="345139491" sldId="676"/>
            <ac:spMk id="70" creationId="{C58A36A4-2B9E-7AF7-A2FA-11E208D0C448}"/>
          </ac:spMkLst>
        </pc:spChg>
        <pc:spChg chg="mod">
          <ac:chgData name="Yuanhe Tian" userId="8b41a650fa060b16" providerId="LiveId" clId="{22B080D1-78CA-214A-9533-0068418D0107}" dt="2025-05-10T11:44:14.262" v="3531"/>
          <ac:spMkLst>
            <pc:docMk/>
            <pc:sldMk cId="345139491" sldId="676"/>
            <ac:spMk id="80" creationId="{8D272260-F041-1CB5-D4DA-094E8A8EC765}"/>
          </ac:spMkLst>
        </pc:spChg>
        <pc:spChg chg="mod">
          <ac:chgData name="Yuanhe Tian" userId="8b41a650fa060b16" providerId="LiveId" clId="{22B080D1-78CA-214A-9533-0068418D0107}" dt="2025-05-10T11:44:14.262" v="3531"/>
          <ac:spMkLst>
            <pc:docMk/>
            <pc:sldMk cId="345139491" sldId="676"/>
            <ac:spMk id="86" creationId="{CFCB96EC-05C1-BBE2-DF4E-E23C47684486}"/>
          </ac:spMkLst>
        </pc:spChg>
        <pc:grpChg chg="mod">
          <ac:chgData name="Yuanhe Tian" userId="8b41a650fa060b16" providerId="LiveId" clId="{22B080D1-78CA-214A-9533-0068418D0107}" dt="2025-05-10T11:44:18.660" v="3532" actId="1076"/>
          <ac:grpSpMkLst>
            <pc:docMk/>
            <pc:sldMk cId="345139491" sldId="676"/>
            <ac:grpSpMk id="5" creationId="{275C5E16-2B68-3754-3F30-A50A66A66041}"/>
          </ac:grpSpMkLst>
        </pc:grpChg>
        <pc:grpChg chg="mod">
          <ac:chgData name="Yuanhe Tian" userId="8b41a650fa060b16" providerId="LiveId" clId="{22B080D1-78CA-214A-9533-0068418D0107}" dt="2025-05-10T11:44:18.660" v="3532" actId="1076"/>
          <ac:grpSpMkLst>
            <pc:docMk/>
            <pc:sldMk cId="345139491" sldId="676"/>
            <ac:grpSpMk id="53" creationId="{07DD70F2-55E1-2EC8-7D32-FED03B0EBAC3}"/>
          </ac:grpSpMkLst>
        </pc:grpChg>
        <pc:grpChg chg="mod">
          <ac:chgData name="Yuanhe Tian" userId="8b41a650fa060b16" providerId="LiveId" clId="{22B080D1-78CA-214A-9533-0068418D0107}" dt="2025-05-10T11:44:18.660" v="3532" actId="1076"/>
          <ac:grpSpMkLst>
            <pc:docMk/>
            <pc:sldMk cId="345139491" sldId="676"/>
            <ac:grpSpMk id="59" creationId="{8593A01B-49FB-A06D-0901-D0698AC4DC30}"/>
          </ac:grpSpMkLst>
        </pc:grpChg>
        <pc:grpChg chg="mod">
          <ac:chgData name="Yuanhe Tian" userId="8b41a650fa060b16" providerId="LiveId" clId="{22B080D1-78CA-214A-9533-0068418D0107}" dt="2025-05-10T11:44:18.660" v="3532" actId="1076"/>
          <ac:grpSpMkLst>
            <pc:docMk/>
            <pc:sldMk cId="345139491" sldId="676"/>
            <ac:grpSpMk id="65" creationId="{0B3757B4-269F-67A6-CDD1-13C2443E9005}"/>
          </ac:grpSpMkLst>
        </pc:grpChg>
        <pc:grpChg chg="mod">
          <ac:chgData name="Yuanhe Tian" userId="8b41a650fa060b16" providerId="LiveId" clId="{22B080D1-78CA-214A-9533-0068418D0107}" dt="2025-05-10T11:44:18.660" v="3532" actId="1076"/>
          <ac:grpSpMkLst>
            <pc:docMk/>
            <pc:sldMk cId="345139491" sldId="676"/>
            <ac:grpSpMk id="71" creationId="{2731E022-3364-0C56-4AAB-1165249DE55F}"/>
          </ac:grpSpMkLst>
        </pc:grpChg>
        <pc:grpChg chg="mod">
          <ac:chgData name="Yuanhe Tian" userId="8b41a650fa060b16" providerId="LiveId" clId="{22B080D1-78CA-214A-9533-0068418D0107}" dt="2025-05-10T11:44:18.660" v="3532" actId="1076"/>
          <ac:grpSpMkLst>
            <pc:docMk/>
            <pc:sldMk cId="345139491" sldId="676"/>
            <ac:grpSpMk id="77" creationId="{4578A2B2-F632-5F32-318B-4B3BE0C4FFEA}"/>
          </ac:grpSpMkLst>
        </pc:grpChg>
        <pc:grpChg chg="mod">
          <ac:chgData name="Yuanhe Tian" userId="8b41a650fa060b16" providerId="LiveId" clId="{22B080D1-78CA-214A-9533-0068418D0107}" dt="2025-05-10T11:44:18.660" v="3532" actId="1076"/>
          <ac:grpSpMkLst>
            <pc:docMk/>
            <pc:sldMk cId="345139491" sldId="676"/>
            <ac:grpSpMk id="83" creationId="{28F775E8-27BD-0B6C-66E0-8DB322BE2261}"/>
          </ac:grpSpMkLst>
        </pc:grpChg>
      </pc:sldChg>
      <pc:sldChg chg="addSp delSp modSp mod modNotesTx">
        <pc:chgData name="Yuanhe Tian" userId="8b41a650fa060b16" providerId="LiveId" clId="{22B080D1-78CA-214A-9533-0068418D0107}" dt="2025-05-11T23:13:16.249" v="19972" actId="20577"/>
        <pc:sldMkLst>
          <pc:docMk/>
          <pc:sldMk cId="3065444070" sldId="677"/>
        </pc:sldMkLst>
        <pc:spChg chg="mod">
          <ac:chgData name="Yuanhe Tian" userId="8b41a650fa060b16" providerId="LiveId" clId="{22B080D1-78CA-214A-9533-0068418D0107}" dt="2025-05-11T23:13:16.249" v="19972" actId="20577"/>
          <ac:spMkLst>
            <pc:docMk/>
            <pc:sldMk cId="3065444070" sldId="677"/>
            <ac:spMk id="3" creationId="{B55123D6-A34B-7168-4293-CC57629BEE9A}"/>
          </ac:spMkLst>
        </pc:spChg>
        <pc:spChg chg="mod">
          <ac:chgData name="Yuanhe Tian" userId="8b41a650fa060b16" providerId="LiveId" clId="{22B080D1-78CA-214A-9533-0068418D0107}" dt="2025-05-10T11:44:30.587" v="3534"/>
          <ac:spMkLst>
            <pc:docMk/>
            <pc:sldMk cId="3065444070" sldId="677"/>
            <ac:spMk id="8" creationId="{B067EF3B-93AF-C417-0099-53D47D38F964}"/>
          </ac:spMkLst>
        </pc:spChg>
        <pc:spChg chg="mod">
          <ac:chgData name="Yuanhe Tian" userId="8b41a650fa060b16" providerId="LiveId" clId="{22B080D1-78CA-214A-9533-0068418D0107}" dt="2025-05-10T11:44:30.587" v="3534"/>
          <ac:spMkLst>
            <pc:docMk/>
            <pc:sldMk cId="3065444070" sldId="677"/>
            <ac:spMk id="12" creationId="{BA25FDCE-0B39-B066-1DDB-E4B499956F91}"/>
          </ac:spMkLst>
        </pc:spChg>
        <pc:spChg chg="mod">
          <ac:chgData name="Yuanhe Tian" userId="8b41a650fa060b16" providerId="LiveId" clId="{22B080D1-78CA-214A-9533-0068418D0107}" dt="2025-05-10T11:44:30.587" v="3534"/>
          <ac:spMkLst>
            <pc:docMk/>
            <pc:sldMk cId="3065444070" sldId="677"/>
            <ac:spMk id="19" creationId="{90CEDD55-6D64-17D0-A8EA-3D05FEA43B27}"/>
          </ac:spMkLst>
        </pc:spChg>
        <pc:spChg chg="mod">
          <ac:chgData name="Yuanhe Tian" userId="8b41a650fa060b16" providerId="LiveId" clId="{22B080D1-78CA-214A-9533-0068418D0107}" dt="2025-05-10T11:44:30.587" v="3534"/>
          <ac:spMkLst>
            <pc:docMk/>
            <pc:sldMk cId="3065444070" sldId="677"/>
            <ac:spMk id="22" creationId="{2B57DB05-C611-D27D-21B8-ACCA61CD14C8}"/>
          </ac:spMkLst>
        </pc:spChg>
        <pc:spChg chg="mod">
          <ac:chgData name="Yuanhe Tian" userId="8b41a650fa060b16" providerId="LiveId" clId="{22B080D1-78CA-214A-9533-0068418D0107}" dt="2025-05-10T11:44:30.587" v="3534"/>
          <ac:spMkLst>
            <pc:docMk/>
            <pc:sldMk cId="3065444070" sldId="677"/>
            <ac:spMk id="25" creationId="{A1D5EED1-6DFC-30E1-8CC9-5FC3C9A685EC}"/>
          </ac:spMkLst>
        </pc:spChg>
        <pc:spChg chg="mod">
          <ac:chgData name="Yuanhe Tian" userId="8b41a650fa060b16" providerId="LiveId" clId="{22B080D1-78CA-214A-9533-0068418D0107}" dt="2025-05-10T11:44:30.587" v="3534"/>
          <ac:spMkLst>
            <pc:docMk/>
            <pc:sldMk cId="3065444070" sldId="677"/>
            <ac:spMk id="38" creationId="{336F9D94-084A-7B80-9738-E6BB44DE1FBC}"/>
          </ac:spMkLst>
        </pc:spChg>
        <pc:spChg chg="mod">
          <ac:chgData name="Yuanhe Tian" userId="8b41a650fa060b16" providerId="LiveId" clId="{22B080D1-78CA-214A-9533-0068418D0107}" dt="2025-05-10T11:44:30.587" v="3534"/>
          <ac:spMkLst>
            <pc:docMk/>
            <pc:sldMk cId="3065444070" sldId="677"/>
            <ac:spMk id="39" creationId="{3743AB9C-7A07-3ABF-1F5B-4EF86FC75D53}"/>
          </ac:spMkLst>
        </pc:spChg>
        <pc:spChg chg="mod">
          <ac:chgData name="Yuanhe Tian" userId="8b41a650fa060b16" providerId="LiveId" clId="{22B080D1-78CA-214A-9533-0068418D0107}" dt="2025-05-10T11:44:30.587" v="3534"/>
          <ac:spMkLst>
            <pc:docMk/>
            <pc:sldMk cId="3065444070" sldId="677"/>
            <ac:spMk id="44" creationId="{331D71A4-984F-470C-C918-4E0A930D448C}"/>
          </ac:spMkLst>
        </pc:spChg>
        <pc:spChg chg="mod">
          <ac:chgData name="Yuanhe Tian" userId="8b41a650fa060b16" providerId="LiveId" clId="{22B080D1-78CA-214A-9533-0068418D0107}" dt="2025-05-10T11:44:30.587" v="3534"/>
          <ac:spMkLst>
            <pc:docMk/>
            <pc:sldMk cId="3065444070" sldId="677"/>
            <ac:spMk id="45" creationId="{7DE581C2-E32D-6B02-C169-0C030B29E2F2}"/>
          </ac:spMkLst>
        </pc:spChg>
        <pc:spChg chg="mod">
          <ac:chgData name="Yuanhe Tian" userId="8b41a650fa060b16" providerId="LiveId" clId="{22B080D1-78CA-214A-9533-0068418D0107}" dt="2025-05-10T11:44:30.587" v="3534"/>
          <ac:spMkLst>
            <pc:docMk/>
            <pc:sldMk cId="3065444070" sldId="677"/>
            <ac:spMk id="47" creationId="{25580E79-CC7F-0412-F065-315F29365955}"/>
          </ac:spMkLst>
        </pc:spChg>
        <pc:grpChg chg="mod">
          <ac:chgData name="Yuanhe Tian" userId="8b41a650fa060b16" providerId="LiveId" clId="{22B080D1-78CA-214A-9533-0068418D0107}" dt="2025-05-10T11:44:32.881" v="3535" actId="1076"/>
          <ac:grpSpMkLst>
            <pc:docMk/>
            <pc:sldMk cId="3065444070" sldId="677"/>
            <ac:grpSpMk id="4" creationId="{8F1ACF8D-AB15-A525-C42E-3CE2C61710C0}"/>
          </ac:grpSpMkLst>
        </pc:grpChg>
      </pc:sldChg>
      <pc:sldChg chg="modNotesTx">
        <pc:chgData name="Yuanhe Tian" userId="8b41a650fa060b16" providerId="LiveId" clId="{22B080D1-78CA-214A-9533-0068418D0107}" dt="2025-05-11T23:13:27.295" v="19987" actId="20577"/>
        <pc:sldMkLst>
          <pc:docMk/>
          <pc:sldMk cId="2690588529" sldId="678"/>
        </pc:sldMkLst>
      </pc:sldChg>
      <pc:sldChg chg="modSp mod modNotesTx">
        <pc:chgData name="Yuanhe Tian" userId="8b41a650fa060b16" providerId="LiveId" clId="{22B080D1-78CA-214A-9533-0068418D0107}" dt="2025-05-11T23:17:52.069" v="20740" actId="20577"/>
        <pc:sldMkLst>
          <pc:docMk/>
          <pc:sldMk cId="2281549366" sldId="679"/>
        </pc:sldMkLst>
        <pc:spChg chg="mod">
          <ac:chgData name="Yuanhe Tian" userId="8b41a650fa060b16" providerId="LiveId" clId="{22B080D1-78CA-214A-9533-0068418D0107}" dt="2025-05-10T12:01:50.044" v="4209" actId="20577"/>
          <ac:spMkLst>
            <pc:docMk/>
            <pc:sldMk cId="2281549366" sldId="679"/>
            <ac:spMk id="3" creationId="{95069DBD-AC4B-45CB-4478-2C98920D182E}"/>
          </ac:spMkLst>
        </pc:spChg>
      </pc:sldChg>
      <pc:sldChg chg="modSp mod modNotesTx">
        <pc:chgData name="Yuanhe Tian" userId="8b41a650fa060b16" providerId="LiveId" clId="{22B080D1-78CA-214A-9533-0068418D0107}" dt="2025-05-11T23:18:26.843" v="20815" actId="20577"/>
        <pc:sldMkLst>
          <pc:docMk/>
          <pc:sldMk cId="4161753682" sldId="680"/>
        </pc:sldMkLst>
        <pc:spChg chg="mod">
          <ac:chgData name="Yuanhe Tian" userId="8b41a650fa060b16" providerId="LiveId" clId="{22B080D1-78CA-214A-9533-0068418D0107}" dt="2025-05-11T23:18:26.843" v="20815" actId="20577"/>
          <ac:spMkLst>
            <pc:docMk/>
            <pc:sldMk cId="4161753682" sldId="680"/>
            <ac:spMk id="3" creationId="{88D182F5-96F1-369B-2415-89A5FEBE2254}"/>
          </ac:spMkLst>
        </pc:spChg>
      </pc:sldChg>
      <pc:sldChg chg="addSp modSp mod modNotesTx">
        <pc:chgData name="Yuanhe Tian" userId="8b41a650fa060b16" providerId="LiveId" clId="{22B080D1-78CA-214A-9533-0068418D0107}" dt="2025-05-11T21:33:39.487" v="12619" actId="20577"/>
        <pc:sldMkLst>
          <pc:docMk/>
          <pc:sldMk cId="2476337474" sldId="682"/>
        </pc:sldMkLst>
        <pc:spChg chg="add mod">
          <ac:chgData name="Yuanhe Tian" userId="8b41a650fa060b16" providerId="LiveId" clId="{22B080D1-78CA-214A-9533-0068418D0107}" dt="2025-05-10T10:32:47.813" v="788" actId="207"/>
          <ac:spMkLst>
            <pc:docMk/>
            <pc:sldMk cId="2476337474" sldId="682"/>
            <ac:spMk id="4" creationId="{327ED55E-EDA8-81E6-8034-A9D57348E7B8}"/>
          </ac:spMkLst>
        </pc:spChg>
        <pc:spChg chg="add mod">
          <ac:chgData name="Yuanhe Tian" userId="8b41a650fa060b16" providerId="LiveId" clId="{22B080D1-78CA-214A-9533-0068418D0107}" dt="2025-05-10T10:32:19.297" v="780" actId="403"/>
          <ac:spMkLst>
            <pc:docMk/>
            <pc:sldMk cId="2476337474" sldId="682"/>
            <ac:spMk id="5" creationId="{BE650924-C8A8-5628-5A9E-B7171F010D3C}"/>
          </ac:spMkLst>
        </pc:spChg>
        <pc:spChg chg="add mod">
          <ac:chgData name="Yuanhe Tian" userId="8b41a650fa060b16" providerId="LiveId" clId="{22B080D1-78CA-214A-9533-0068418D0107}" dt="2025-05-10T10:32:44.434" v="787" actId="207"/>
          <ac:spMkLst>
            <pc:docMk/>
            <pc:sldMk cId="2476337474" sldId="682"/>
            <ac:spMk id="6" creationId="{05B8E187-2BFD-BA8A-7334-7E2B061BFE5C}"/>
          </ac:spMkLst>
        </pc:spChg>
        <pc:spChg chg="add mod">
          <ac:chgData name="Yuanhe Tian" userId="8b41a650fa060b16" providerId="LiveId" clId="{22B080D1-78CA-214A-9533-0068418D0107}" dt="2025-05-10T10:32:34.170" v="785" actId="20577"/>
          <ac:spMkLst>
            <pc:docMk/>
            <pc:sldMk cId="2476337474" sldId="682"/>
            <ac:spMk id="7" creationId="{6ADF4D39-8F4E-ADC6-84C9-947165345258}"/>
          </ac:spMkLst>
        </pc:spChg>
        <pc:spChg chg="add mod">
          <ac:chgData name="Yuanhe Tian" userId="8b41a650fa060b16" providerId="LiveId" clId="{22B080D1-78CA-214A-9533-0068418D0107}" dt="2025-05-10T10:32:19.297" v="780" actId="403"/>
          <ac:spMkLst>
            <pc:docMk/>
            <pc:sldMk cId="2476337474" sldId="682"/>
            <ac:spMk id="8" creationId="{0490ED29-4E44-D05F-89A5-18FFA427C5D4}"/>
          </ac:spMkLst>
        </pc:spChg>
        <pc:spChg chg="add mod">
          <ac:chgData name="Yuanhe Tian" userId="8b41a650fa060b16" providerId="LiveId" clId="{22B080D1-78CA-214A-9533-0068418D0107}" dt="2025-05-10T10:32:19.297" v="780" actId="403"/>
          <ac:spMkLst>
            <pc:docMk/>
            <pc:sldMk cId="2476337474" sldId="682"/>
            <ac:spMk id="10" creationId="{DADC3570-4B07-0E28-AB33-586CF71B005A}"/>
          </ac:spMkLst>
        </pc:spChg>
        <pc:grpChg chg="add mod">
          <ac:chgData name="Yuanhe Tian" userId="8b41a650fa060b16" providerId="LiveId" clId="{22B080D1-78CA-214A-9533-0068418D0107}" dt="2025-05-10T10:32:38.180" v="786" actId="1076"/>
          <ac:grpSpMkLst>
            <pc:docMk/>
            <pc:sldMk cId="2476337474" sldId="682"/>
            <ac:grpSpMk id="11" creationId="{351436E8-117B-3E71-3D74-20DF9E851688}"/>
          </ac:grpSpMkLst>
        </pc:grpChg>
        <pc:cxnChg chg="add mod">
          <ac:chgData name="Yuanhe Tian" userId="8b41a650fa060b16" providerId="LiveId" clId="{22B080D1-78CA-214A-9533-0068418D0107}" dt="2025-05-10T10:32:10.335" v="775" actId="164"/>
          <ac:cxnSpMkLst>
            <pc:docMk/>
            <pc:sldMk cId="2476337474" sldId="682"/>
            <ac:cxnSpMk id="9" creationId="{3151CB96-1D03-E72A-9DBD-D5AC81ECBAE7}"/>
          </ac:cxnSpMkLst>
        </pc:cxnChg>
      </pc:sldChg>
      <pc:sldChg chg="modSp mod modNotesTx">
        <pc:chgData name="Yuanhe Tian" userId="8b41a650fa060b16" providerId="LiveId" clId="{22B080D1-78CA-214A-9533-0068418D0107}" dt="2025-05-11T21:35:15.685" v="12752" actId="20577"/>
        <pc:sldMkLst>
          <pc:docMk/>
          <pc:sldMk cId="2115896785" sldId="683"/>
        </pc:sldMkLst>
        <pc:spChg chg="mod">
          <ac:chgData name="Yuanhe Tian" userId="8b41a650fa060b16" providerId="LiveId" clId="{22B080D1-78CA-214A-9533-0068418D0107}" dt="2025-05-08T17:58:37.680" v="204" actId="27636"/>
          <ac:spMkLst>
            <pc:docMk/>
            <pc:sldMk cId="2115896785" sldId="683"/>
            <ac:spMk id="3" creationId="{0FC8D191-82F4-723B-2484-7FA569E3424B}"/>
          </ac:spMkLst>
        </pc:spChg>
      </pc:sldChg>
      <pc:sldChg chg="addSp delSp modSp mod modShow modNotesTx">
        <pc:chgData name="Yuanhe Tian" userId="8b41a650fa060b16" providerId="LiveId" clId="{22B080D1-78CA-214A-9533-0068418D0107}" dt="2025-05-11T22:13:43.857" v="13983" actId="729"/>
        <pc:sldMkLst>
          <pc:docMk/>
          <pc:sldMk cId="3863655696" sldId="684"/>
        </pc:sldMkLst>
        <pc:spChg chg="mod">
          <ac:chgData name="Yuanhe Tian" userId="8b41a650fa060b16" providerId="LiveId" clId="{22B080D1-78CA-214A-9533-0068418D0107}" dt="2025-05-11T00:39:18.207" v="6337" actId="20577"/>
          <ac:spMkLst>
            <pc:docMk/>
            <pc:sldMk cId="3863655696" sldId="684"/>
            <ac:spMk id="2" creationId="{BA49F697-15D3-25B3-D3EA-C9DE398E2C6F}"/>
          </ac:spMkLst>
        </pc:spChg>
        <pc:spChg chg="mod">
          <ac:chgData name="Yuanhe Tian" userId="8b41a650fa060b16" providerId="LiveId" clId="{22B080D1-78CA-214A-9533-0068418D0107}" dt="2025-05-11T00:31:34.036" v="5574" actId="20577"/>
          <ac:spMkLst>
            <pc:docMk/>
            <pc:sldMk cId="3863655696" sldId="684"/>
            <ac:spMk id="10" creationId="{B4A8B2CB-17B5-7401-5657-F193D9475904}"/>
          </ac:spMkLst>
        </pc:spChg>
        <pc:spChg chg="mod">
          <ac:chgData name="Yuanhe Tian" userId="8b41a650fa060b16" providerId="LiveId" clId="{22B080D1-78CA-214A-9533-0068418D0107}" dt="2025-05-11T00:31:39.891" v="5576" actId="14100"/>
          <ac:spMkLst>
            <pc:docMk/>
            <pc:sldMk cId="3863655696" sldId="684"/>
            <ac:spMk id="11" creationId="{234FF780-9C42-15AA-5D37-A0608E96C574}"/>
          </ac:spMkLst>
        </pc:spChg>
        <pc:spChg chg="add mod">
          <ac:chgData name="Yuanhe Tian" userId="8b41a650fa060b16" providerId="LiveId" clId="{22B080D1-78CA-214A-9533-0068418D0107}" dt="2025-05-10T10:34:55.842" v="802" actId="1076"/>
          <ac:spMkLst>
            <pc:docMk/>
            <pc:sldMk cId="3863655696" sldId="684"/>
            <ac:spMk id="64" creationId="{217B47D1-E920-EB11-4029-F11659D2A167}"/>
          </ac:spMkLst>
        </pc:spChg>
        <pc:spChg chg="add mod">
          <ac:chgData name="Yuanhe Tian" userId="8b41a650fa060b16" providerId="LiveId" clId="{22B080D1-78CA-214A-9533-0068418D0107}" dt="2025-05-10T10:34:55.842" v="802" actId="1076"/>
          <ac:spMkLst>
            <pc:docMk/>
            <pc:sldMk cId="3863655696" sldId="684"/>
            <ac:spMk id="65" creationId="{55F69BA9-32D9-4302-5E0C-6E7631C3BE1E}"/>
          </ac:spMkLst>
        </pc:spChg>
        <pc:spChg chg="add mod">
          <ac:chgData name="Yuanhe Tian" userId="8b41a650fa060b16" providerId="LiveId" clId="{22B080D1-78CA-214A-9533-0068418D0107}" dt="2025-05-10T10:34:55.842" v="802" actId="1076"/>
          <ac:spMkLst>
            <pc:docMk/>
            <pc:sldMk cId="3863655696" sldId="684"/>
            <ac:spMk id="66" creationId="{5388D85E-48FD-6751-1857-34A7FA21DE1E}"/>
          </ac:spMkLst>
        </pc:spChg>
        <pc:spChg chg="add mod">
          <ac:chgData name="Yuanhe Tian" userId="8b41a650fa060b16" providerId="LiveId" clId="{22B080D1-78CA-214A-9533-0068418D0107}" dt="2025-05-10T10:34:55.842" v="802" actId="1076"/>
          <ac:spMkLst>
            <pc:docMk/>
            <pc:sldMk cId="3863655696" sldId="684"/>
            <ac:spMk id="67" creationId="{F8C05BF5-E62D-F83D-0CE4-A4C2BB48C9DE}"/>
          </ac:spMkLst>
        </pc:spChg>
        <pc:spChg chg="add mod">
          <ac:chgData name="Yuanhe Tian" userId="8b41a650fa060b16" providerId="LiveId" clId="{22B080D1-78CA-214A-9533-0068418D0107}" dt="2025-05-10T10:34:55.842" v="802" actId="1076"/>
          <ac:spMkLst>
            <pc:docMk/>
            <pc:sldMk cId="3863655696" sldId="684"/>
            <ac:spMk id="68" creationId="{5D0FEF92-0995-B286-D121-E9F751E6592F}"/>
          </ac:spMkLst>
        </pc:spChg>
        <pc:spChg chg="add mod">
          <ac:chgData name="Yuanhe Tian" userId="8b41a650fa060b16" providerId="LiveId" clId="{22B080D1-78CA-214A-9533-0068418D0107}" dt="2025-05-10T10:34:55.842" v="802" actId="1076"/>
          <ac:spMkLst>
            <pc:docMk/>
            <pc:sldMk cId="3863655696" sldId="684"/>
            <ac:spMk id="69" creationId="{AED7BAE0-9F44-07B2-965C-4AAB563A0495}"/>
          </ac:spMkLst>
        </pc:spChg>
        <pc:spChg chg="add mod">
          <ac:chgData name="Yuanhe Tian" userId="8b41a650fa060b16" providerId="LiveId" clId="{22B080D1-78CA-214A-9533-0068418D0107}" dt="2025-05-10T10:35:01.724" v="812" actId="20577"/>
          <ac:spMkLst>
            <pc:docMk/>
            <pc:sldMk cId="3863655696" sldId="684"/>
            <ac:spMk id="70" creationId="{2C797F6F-1927-0E86-7AC7-2978BD2D5AB4}"/>
          </ac:spMkLst>
        </pc:spChg>
        <pc:spChg chg="add mod">
          <ac:chgData name="Yuanhe Tian" userId="8b41a650fa060b16" providerId="LiveId" clId="{22B080D1-78CA-214A-9533-0068418D0107}" dt="2025-05-10T10:34:55.842" v="802" actId="1076"/>
          <ac:spMkLst>
            <pc:docMk/>
            <pc:sldMk cId="3863655696" sldId="684"/>
            <ac:spMk id="71" creationId="{4459AA88-551D-E287-D513-59315B779205}"/>
          </ac:spMkLst>
        </pc:spChg>
        <pc:spChg chg="add mod">
          <ac:chgData name="Yuanhe Tian" userId="8b41a650fa060b16" providerId="LiveId" clId="{22B080D1-78CA-214A-9533-0068418D0107}" dt="2025-05-10T10:34:55.842" v="802" actId="1076"/>
          <ac:spMkLst>
            <pc:docMk/>
            <pc:sldMk cId="3863655696" sldId="684"/>
            <ac:spMk id="72" creationId="{75F5BC72-D88E-C9CD-A930-FB14B4776C78}"/>
          </ac:spMkLst>
        </pc:spChg>
        <pc:picChg chg="add mod">
          <ac:chgData name="Yuanhe Tian" userId="8b41a650fa060b16" providerId="LiveId" clId="{22B080D1-78CA-214A-9533-0068418D0107}" dt="2025-05-10T10:34:55.842" v="802" actId="1076"/>
          <ac:picMkLst>
            <pc:docMk/>
            <pc:sldMk cId="3863655696" sldId="684"/>
            <ac:picMk id="7" creationId="{6DE345DB-C1CE-A2CF-CA04-847B35C7C673}"/>
          </ac:picMkLst>
        </pc:picChg>
      </pc:sldChg>
      <pc:sldChg chg="del">
        <pc:chgData name="Yuanhe Tian" userId="8b41a650fa060b16" providerId="LiveId" clId="{22B080D1-78CA-214A-9533-0068418D0107}" dt="2025-05-10T11:10:50.027" v="1873" actId="2696"/>
        <pc:sldMkLst>
          <pc:docMk/>
          <pc:sldMk cId="2989771803" sldId="685"/>
        </pc:sldMkLst>
      </pc:sldChg>
      <pc:sldChg chg="addSp delSp modSp mod modNotesTx">
        <pc:chgData name="Yuanhe Tian" userId="8b41a650fa060b16" providerId="LiveId" clId="{22B080D1-78CA-214A-9533-0068418D0107}" dt="2025-05-11T22:04:38.806" v="13783" actId="20577"/>
        <pc:sldMkLst>
          <pc:docMk/>
          <pc:sldMk cId="2080875247" sldId="686"/>
        </pc:sldMkLst>
        <pc:spChg chg="mod">
          <ac:chgData name="Yuanhe Tian" userId="8b41a650fa060b16" providerId="LiveId" clId="{22B080D1-78CA-214A-9533-0068418D0107}" dt="2025-05-11T22:00:53.020" v="13502" actId="27636"/>
          <ac:spMkLst>
            <pc:docMk/>
            <pc:sldMk cId="2080875247" sldId="686"/>
            <ac:spMk id="3" creationId="{987F9C99-51F7-5489-FF9A-0EB46D1D6B43}"/>
          </ac:spMkLst>
        </pc:spChg>
        <pc:spChg chg="add mod">
          <ac:chgData name="Yuanhe Tian" userId="8b41a650fa060b16" providerId="LiveId" clId="{22B080D1-78CA-214A-9533-0068418D0107}" dt="2025-05-11T22:03:43.275" v="13644" actId="1076"/>
          <ac:spMkLst>
            <pc:docMk/>
            <pc:sldMk cId="2080875247" sldId="686"/>
            <ac:spMk id="5" creationId="{693CE31E-75D2-3999-F514-E33EBDAE3AEA}"/>
          </ac:spMkLst>
        </pc:spChg>
        <pc:spChg chg="add mod">
          <ac:chgData name="Yuanhe Tian" userId="8b41a650fa060b16" providerId="LiveId" clId="{22B080D1-78CA-214A-9533-0068418D0107}" dt="2025-05-11T22:01:19.766" v="13510" actId="164"/>
          <ac:spMkLst>
            <pc:docMk/>
            <pc:sldMk cId="2080875247" sldId="686"/>
            <ac:spMk id="7" creationId="{C56DBC15-6F7E-55D4-749F-EF3F1D2D393B}"/>
          </ac:spMkLst>
        </pc:spChg>
        <pc:spChg chg="add mod">
          <ac:chgData name="Yuanhe Tian" userId="8b41a650fa060b16" providerId="LiveId" clId="{22B080D1-78CA-214A-9533-0068418D0107}" dt="2025-05-11T22:01:19.766" v="13510" actId="164"/>
          <ac:spMkLst>
            <pc:docMk/>
            <pc:sldMk cId="2080875247" sldId="686"/>
            <ac:spMk id="8" creationId="{506AB3B6-5149-7780-AF6A-1643BF9E57A9}"/>
          </ac:spMkLst>
        </pc:spChg>
        <pc:spChg chg="add mod">
          <ac:chgData name="Yuanhe Tian" userId="8b41a650fa060b16" providerId="LiveId" clId="{22B080D1-78CA-214A-9533-0068418D0107}" dt="2025-05-11T22:01:19.766" v="13510" actId="164"/>
          <ac:spMkLst>
            <pc:docMk/>
            <pc:sldMk cId="2080875247" sldId="686"/>
            <ac:spMk id="9" creationId="{B2177E56-D03B-A739-BDCD-C8C67C6B6C2D}"/>
          </ac:spMkLst>
        </pc:spChg>
        <pc:spChg chg="add mod">
          <ac:chgData name="Yuanhe Tian" userId="8b41a650fa060b16" providerId="LiveId" clId="{22B080D1-78CA-214A-9533-0068418D0107}" dt="2025-05-11T21:45:34.507" v="13108" actId="207"/>
          <ac:spMkLst>
            <pc:docMk/>
            <pc:sldMk cId="2080875247" sldId="686"/>
            <ac:spMk id="10" creationId="{EA7190E9-964E-95D9-DF59-BF33BA7B4749}"/>
          </ac:spMkLst>
        </pc:spChg>
        <pc:spChg chg="add mod">
          <ac:chgData name="Yuanhe Tian" userId="8b41a650fa060b16" providerId="LiveId" clId="{22B080D1-78CA-214A-9533-0068418D0107}" dt="2025-05-11T21:45:34.507" v="13108" actId="207"/>
          <ac:spMkLst>
            <pc:docMk/>
            <pc:sldMk cId="2080875247" sldId="686"/>
            <ac:spMk id="11" creationId="{1E2ECACB-F01D-0413-46C9-5ED1D77A5D5E}"/>
          </ac:spMkLst>
        </pc:spChg>
        <pc:spChg chg="add mod">
          <ac:chgData name="Yuanhe Tian" userId="8b41a650fa060b16" providerId="LiveId" clId="{22B080D1-78CA-214A-9533-0068418D0107}" dt="2025-05-11T21:45:34.507" v="13108" actId="207"/>
          <ac:spMkLst>
            <pc:docMk/>
            <pc:sldMk cId="2080875247" sldId="686"/>
            <ac:spMk id="12" creationId="{BB05F919-0110-92FA-B2B0-29C62E4986CD}"/>
          </ac:spMkLst>
        </pc:spChg>
        <pc:spChg chg="mod">
          <ac:chgData name="Yuanhe Tian" userId="8b41a650fa060b16" providerId="LiveId" clId="{22B080D1-78CA-214A-9533-0068418D0107}" dt="2025-05-11T21:45:52.108" v="13113" actId="207"/>
          <ac:spMkLst>
            <pc:docMk/>
            <pc:sldMk cId="2080875247" sldId="686"/>
            <ac:spMk id="15" creationId="{CC75E7F5-2ECB-756C-98C7-8EEAEFEF126B}"/>
          </ac:spMkLst>
        </pc:spChg>
        <pc:spChg chg="mod">
          <ac:chgData name="Yuanhe Tian" userId="8b41a650fa060b16" providerId="LiveId" clId="{22B080D1-78CA-214A-9533-0068418D0107}" dt="2025-05-11T21:45:52.108" v="13113" actId="207"/>
          <ac:spMkLst>
            <pc:docMk/>
            <pc:sldMk cId="2080875247" sldId="686"/>
            <ac:spMk id="16" creationId="{4E3E888A-0DAD-1422-CE0D-D211F319A342}"/>
          </ac:spMkLst>
        </pc:spChg>
        <pc:spChg chg="mod">
          <ac:chgData name="Yuanhe Tian" userId="8b41a650fa060b16" providerId="LiveId" clId="{22B080D1-78CA-214A-9533-0068418D0107}" dt="2025-05-11T21:45:52.108" v="13113" actId="207"/>
          <ac:spMkLst>
            <pc:docMk/>
            <pc:sldMk cId="2080875247" sldId="686"/>
            <ac:spMk id="17" creationId="{44FDABE2-90D1-18EC-8649-D9E1227609BD}"/>
          </ac:spMkLst>
        </pc:spChg>
        <pc:spChg chg="mod">
          <ac:chgData name="Yuanhe Tian" userId="8b41a650fa060b16" providerId="LiveId" clId="{22B080D1-78CA-214A-9533-0068418D0107}" dt="2025-05-11T21:46:04.392" v="13117" actId="207"/>
          <ac:spMkLst>
            <pc:docMk/>
            <pc:sldMk cId="2080875247" sldId="686"/>
            <ac:spMk id="19" creationId="{EC60D6F9-D286-13E9-9FB3-CF751FAC84B8}"/>
          </ac:spMkLst>
        </pc:spChg>
        <pc:spChg chg="mod">
          <ac:chgData name="Yuanhe Tian" userId="8b41a650fa060b16" providerId="LiveId" clId="{22B080D1-78CA-214A-9533-0068418D0107}" dt="2025-05-11T21:46:04.392" v="13117" actId="207"/>
          <ac:spMkLst>
            <pc:docMk/>
            <pc:sldMk cId="2080875247" sldId="686"/>
            <ac:spMk id="20" creationId="{4506644F-1D2C-A2AA-D9FF-7C31A2426631}"/>
          </ac:spMkLst>
        </pc:spChg>
        <pc:spChg chg="mod">
          <ac:chgData name="Yuanhe Tian" userId="8b41a650fa060b16" providerId="LiveId" clId="{22B080D1-78CA-214A-9533-0068418D0107}" dt="2025-05-11T21:46:04.392" v="13117" actId="207"/>
          <ac:spMkLst>
            <pc:docMk/>
            <pc:sldMk cId="2080875247" sldId="686"/>
            <ac:spMk id="21" creationId="{640B6E01-42A4-AFAA-32EB-CE828BBC0445}"/>
          </ac:spMkLst>
        </pc:spChg>
        <pc:spChg chg="add mod">
          <ac:chgData name="Yuanhe Tian" userId="8b41a650fa060b16" providerId="LiveId" clId="{22B080D1-78CA-214A-9533-0068418D0107}" dt="2025-05-11T22:01:25.087" v="13512" actId="1076"/>
          <ac:spMkLst>
            <pc:docMk/>
            <pc:sldMk cId="2080875247" sldId="686"/>
            <ac:spMk id="22" creationId="{B5B8FC2A-882D-C8A9-75B1-EF749BC90867}"/>
          </ac:spMkLst>
        </pc:spChg>
        <pc:spChg chg="add mod">
          <ac:chgData name="Yuanhe Tian" userId="8b41a650fa060b16" providerId="LiveId" clId="{22B080D1-78CA-214A-9533-0068418D0107}" dt="2025-05-11T22:01:19.766" v="13510" actId="164"/>
          <ac:spMkLst>
            <pc:docMk/>
            <pc:sldMk cId="2080875247" sldId="686"/>
            <ac:spMk id="23" creationId="{FA86B417-D0DA-2C55-8553-821C5AB89F66}"/>
          </ac:spMkLst>
        </pc:spChg>
        <pc:spChg chg="add mod">
          <ac:chgData name="Yuanhe Tian" userId="8b41a650fa060b16" providerId="LiveId" clId="{22B080D1-78CA-214A-9533-0068418D0107}" dt="2025-05-11T22:01:19.766" v="13510" actId="164"/>
          <ac:spMkLst>
            <pc:docMk/>
            <pc:sldMk cId="2080875247" sldId="686"/>
            <ac:spMk id="24" creationId="{58C60959-AE0B-B7B1-3440-6A9E285A787A}"/>
          </ac:spMkLst>
        </pc:spChg>
        <pc:spChg chg="add mod">
          <ac:chgData name="Yuanhe Tian" userId="8b41a650fa060b16" providerId="LiveId" clId="{22B080D1-78CA-214A-9533-0068418D0107}" dt="2025-05-11T22:01:19.766" v="13510" actId="164"/>
          <ac:spMkLst>
            <pc:docMk/>
            <pc:sldMk cId="2080875247" sldId="686"/>
            <ac:spMk id="25" creationId="{0E0260EC-B7F9-8CA9-B6D5-AAE60E817523}"/>
          </ac:spMkLst>
        </pc:spChg>
        <pc:spChg chg="add mod">
          <ac:chgData name="Yuanhe Tian" userId="8b41a650fa060b16" providerId="LiveId" clId="{22B080D1-78CA-214A-9533-0068418D0107}" dt="2025-05-11T22:01:19.766" v="13510" actId="164"/>
          <ac:spMkLst>
            <pc:docMk/>
            <pc:sldMk cId="2080875247" sldId="686"/>
            <ac:spMk id="26" creationId="{F58EECCB-8B85-0B0B-6291-11C41355C8A9}"/>
          </ac:spMkLst>
        </pc:spChg>
        <pc:spChg chg="add mod">
          <ac:chgData name="Yuanhe Tian" userId="8b41a650fa060b16" providerId="LiveId" clId="{22B080D1-78CA-214A-9533-0068418D0107}" dt="2025-05-11T22:02:04.313" v="13525" actId="207"/>
          <ac:spMkLst>
            <pc:docMk/>
            <pc:sldMk cId="2080875247" sldId="686"/>
            <ac:spMk id="29" creationId="{2E5B68D3-6165-43DF-33EC-C36083E7BC3C}"/>
          </ac:spMkLst>
        </pc:spChg>
        <pc:spChg chg="add mod">
          <ac:chgData name="Yuanhe Tian" userId="8b41a650fa060b16" providerId="LiveId" clId="{22B080D1-78CA-214A-9533-0068418D0107}" dt="2025-05-11T22:02:04.313" v="13525" actId="207"/>
          <ac:spMkLst>
            <pc:docMk/>
            <pc:sldMk cId="2080875247" sldId="686"/>
            <ac:spMk id="30" creationId="{8D53DB4D-264F-20CE-D26D-1633FCBB26F9}"/>
          </ac:spMkLst>
        </pc:spChg>
        <pc:spChg chg="add mod">
          <ac:chgData name="Yuanhe Tian" userId="8b41a650fa060b16" providerId="LiveId" clId="{22B080D1-78CA-214A-9533-0068418D0107}" dt="2025-05-11T22:02:04.313" v="13525" actId="207"/>
          <ac:spMkLst>
            <pc:docMk/>
            <pc:sldMk cId="2080875247" sldId="686"/>
            <ac:spMk id="31" creationId="{DA0F5326-2BAB-CED2-887C-B5E8C312CAE9}"/>
          </ac:spMkLst>
        </pc:spChg>
        <pc:spChg chg="add mod">
          <ac:chgData name="Yuanhe Tian" userId="8b41a650fa060b16" providerId="LiveId" clId="{22B080D1-78CA-214A-9533-0068418D0107}" dt="2025-05-11T22:02:04.313" v="13525" actId="207"/>
          <ac:spMkLst>
            <pc:docMk/>
            <pc:sldMk cId="2080875247" sldId="686"/>
            <ac:spMk id="32" creationId="{0A3477AE-BB51-3841-CA94-FC7AD54043BF}"/>
          </ac:spMkLst>
        </pc:spChg>
        <pc:spChg chg="add mod">
          <ac:chgData name="Yuanhe Tian" userId="8b41a650fa060b16" providerId="LiveId" clId="{22B080D1-78CA-214A-9533-0068418D0107}" dt="2025-05-11T22:03:06.351" v="13578" actId="1076"/>
          <ac:spMkLst>
            <pc:docMk/>
            <pc:sldMk cId="2080875247" sldId="686"/>
            <ac:spMk id="37" creationId="{095A2B0D-FF2B-2005-67EE-9174E1F4D574}"/>
          </ac:spMkLst>
        </pc:spChg>
        <pc:spChg chg="add mod">
          <ac:chgData name="Yuanhe Tian" userId="8b41a650fa060b16" providerId="LiveId" clId="{22B080D1-78CA-214A-9533-0068418D0107}" dt="2025-05-11T22:03:22.402" v="13624" actId="20577"/>
          <ac:spMkLst>
            <pc:docMk/>
            <pc:sldMk cId="2080875247" sldId="686"/>
            <ac:spMk id="38" creationId="{FB1BEAD3-A5FC-9727-6D6F-9373851A7435}"/>
          </ac:spMkLst>
        </pc:spChg>
        <pc:spChg chg="add mod">
          <ac:chgData name="Yuanhe Tian" userId="8b41a650fa060b16" providerId="LiveId" clId="{22B080D1-78CA-214A-9533-0068418D0107}" dt="2025-05-11T22:03:39.648" v="13643" actId="1076"/>
          <ac:spMkLst>
            <pc:docMk/>
            <pc:sldMk cId="2080875247" sldId="686"/>
            <ac:spMk id="39" creationId="{F0145CDE-5D1C-AFC8-9D70-29300B0AE851}"/>
          </ac:spMkLst>
        </pc:spChg>
        <pc:grpChg chg="add mod">
          <ac:chgData name="Yuanhe Tian" userId="8b41a650fa060b16" providerId="LiveId" clId="{22B080D1-78CA-214A-9533-0068418D0107}" dt="2025-05-11T22:03:43.275" v="13644" actId="1076"/>
          <ac:grpSpMkLst>
            <pc:docMk/>
            <pc:sldMk cId="2080875247" sldId="686"/>
            <ac:grpSpMk id="6" creationId="{58522CB7-2FF0-5116-9390-C1C363D08E22}"/>
          </ac:grpSpMkLst>
        </pc:grpChg>
        <pc:grpChg chg="add mod">
          <ac:chgData name="Yuanhe Tian" userId="8b41a650fa060b16" providerId="LiveId" clId="{22B080D1-78CA-214A-9533-0068418D0107}" dt="2025-05-11T22:02:23.158" v="13533" actId="1036"/>
          <ac:grpSpMkLst>
            <pc:docMk/>
            <pc:sldMk cId="2080875247" sldId="686"/>
            <ac:grpSpMk id="13" creationId="{37D97918-ECC8-04A7-EAC8-2D5591589AA1}"/>
          </ac:grpSpMkLst>
        </pc:grpChg>
        <pc:grpChg chg="add mod">
          <ac:chgData name="Yuanhe Tian" userId="8b41a650fa060b16" providerId="LiveId" clId="{22B080D1-78CA-214A-9533-0068418D0107}" dt="2025-05-11T22:02:23.158" v="13533" actId="1036"/>
          <ac:grpSpMkLst>
            <pc:docMk/>
            <pc:sldMk cId="2080875247" sldId="686"/>
            <ac:grpSpMk id="14" creationId="{D75529BA-971C-3102-6886-6D3F936E07C0}"/>
          </ac:grpSpMkLst>
        </pc:grpChg>
        <pc:grpChg chg="add mod">
          <ac:chgData name="Yuanhe Tian" userId="8b41a650fa060b16" providerId="LiveId" clId="{22B080D1-78CA-214A-9533-0068418D0107}" dt="2025-05-11T22:02:23.158" v="13533" actId="1036"/>
          <ac:grpSpMkLst>
            <pc:docMk/>
            <pc:sldMk cId="2080875247" sldId="686"/>
            <ac:grpSpMk id="18" creationId="{107C2B11-D327-CAE6-E18C-9FC926969F80}"/>
          </ac:grpSpMkLst>
        </pc:grpChg>
        <pc:grpChg chg="add mod">
          <ac:chgData name="Yuanhe Tian" userId="8b41a650fa060b16" providerId="LiveId" clId="{22B080D1-78CA-214A-9533-0068418D0107}" dt="2025-05-11T22:01:22.490" v="13511" actId="1076"/>
          <ac:grpSpMkLst>
            <pc:docMk/>
            <pc:sldMk cId="2080875247" sldId="686"/>
            <ac:grpSpMk id="28" creationId="{9AB14650-C8ED-4CC5-6BBA-ACB0CF1DCC56}"/>
          </ac:grpSpMkLst>
        </pc:grpChg>
        <pc:grpChg chg="add mod">
          <ac:chgData name="Yuanhe Tian" userId="8b41a650fa060b16" providerId="LiveId" clId="{22B080D1-78CA-214A-9533-0068418D0107}" dt="2025-05-11T22:02:47.354" v="13554" actId="1035"/>
          <ac:grpSpMkLst>
            <pc:docMk/>
            <pc:sldMk cId="2080875247" sldId="686"/>
            <ac:grpSpMk id="33" creationId="{734C2973-E254-17BE-40B7-27C510EEC94D}"/>
          </ac:grpSpMkLst>
        </pc:grpChg>
        <pc:picChg chg="add mod">
          <ac:chgData name="Yuanhe Tian" userId="8b41a650fa060b16" providerId="LiveId" clId="{22B080D1-78CA-214A-9533-0068418D0107}" dt="2025-05-11T22:03:43.275" v="13644" actId="1076"/>
          <ac:picMkLst>
            <pc:docMk/>
            <pc:sldMk cId="2080875247" sldId="686"/>
            <ac:picMk id="4" creationId="{24BCA58D-98C6-5E97-10C3-CDD9CAF07619}"/>
          </ac:picMkLst>
        </pc:picChg>
        <pc:cxnChg chg="add mod">
          <ac:chgData name="Yuanhe Tian" userId="8b41a650fa060b16" providerId="LiveId" clId="{22B080D1-78CA-214A-9533-0068418D0107}" dt="2025-05-11T22:02:38.507" v="13544" actId="1037"/>
          <ac:cxnSpMkLst>
            <pc:docMk/>
            <pc:sldMk cId="2080875247" sldId="686"/>
            <ac:cxnSpMk id="35" creationId="{D2518F4E-AE50-233B-2018-E10B15BE7A0A}"/>
          </ac:cxnSpMkLst>
        </pc:cxnChg>
        <pc:cxnChg chg="add mod">
          <ac:chgData name="Yuanhe Tian" userId="8b41a650fa060b16" providerId="LiveId" clId="{22B080D1-78CA-214A-9533-0068418D0107}" dt="2025-05-11T22:02:44.594" v="13547" actId="1076"/>
          <ac:cxnSpMkLst>
            <pc:docMk/>
            <pc:sldMk cId="2080875247" sldId="686"/>
            <ac:cxnSpMk id="36" creationId="{2BD68C2C-FBBF-7946-AA32-BB98AFA3DB28}"/>
          </ac:cxnSpMkLst>
        </pc:cxnChg>
      </pc:sldChg>
      <pc:sldChg chg="modSp mod">
        <pc:chgData name="Yuanhe Tian" userId="8b41a650fa060b16" providerId="LiveId" clId="{22B080D1-78CA-214A-9533-0068418D0107}" dt="2025-05-11T12:56:33.327" v="12223"/>
        <pc:sldMkLst>
          <pc:docMk/>
          <pc:sldMk cId="893772597" sldId="4754"/>
        </pc:sldMkLst>
        <pc:spChg chg="mod">
          <ac:chgData name="Yuanhe Tian" userId="8b41a650fa060b16" providerId="LiveId" clId="{22B080D1-78CA-214A-9533-0068418D0107}" dt="2025-05-11T12:56:33.327" v="12223"/>
          <ac:spMkLst>
            <pc:docMk/>
            <pc:sldMk cId="893772597" sldId="4754"/>
            <ac:spMk id="58" creationId="{C8194844-D4AE-7FF3-35DB-0DB7D1464BAF}"/>
          </ac:spMkLst>
        </pc:spChg>
      </pc:sldChg>
      <pc:sldChg chg="modSp mod">
        <pc:chgData name="Yuanhe Tian" userId="8b41a650fa060b16" providerId="LiveId" clId="{22B080D1-78CA-214A-9533-0068418D0107}" dt="2025-05-11T12:56:39.884" v="12224"/>
        <pc:sldMkLst>
          <pc:docMk/>
          <pc:sldMk cId="4259647223" sldId="4755"/>
        </pc:sldMkLst>
        <pc:spChg chg="mod">
          <ac:chgData name="Yuanhe Tian" userId="8b41a650fa060b16" providerId="LiveId" clId="{22B080D1-78CA-214A-9533-0068418D0107}" dt="2025-05-11T12:56:39.884" v="12224"/>
          <ac:spMkLst>
            <pc:docMk/>
            <pc:sldMk cId="4259647223" sldId="4755"/>
            <ac:spMk id="58" creationId="{A1DC43FA-5147-4715-E82E-0EB0571FDAB1}"/>
          </ac:spMkLst>
        </pc:spChg>
      </pc:sldChg>
      <pc:sldChg chg="del">
        <pc:chgData name="Yuanhe Tian" userId="8b41a650fa060b16" providerId="LiveId" clId="{22B080D1-78CA-214A-9533-0068418D0107}" dt="2025-05-08T17:59:02.636" v="207" actId="2696"/>
        <pc:sldMkLst>
          <pc:docMk/>
          <pc:sldMk cId="3872393805" sldId="4809"/>
        </pc:sldMkLst>
      </pc:sldChg>
      <pc:sldChg chg="addSp delSp modSp mod modNotesTx">
        <pc:chgData name="Yuanhe Tian" userId="8b41a650fa060b16" providerId="LiveId" clId="{22B080D1-78CA-214A-9533-0068418D0107}" dt="2025-05-11T22:18:43.316" v="14571" actId="20577"/>
        <pc:sldMkLst>
          <pc:docMk/>
          <pc:sldMk cId="2131349319" sldId="4810"/>
        </pc:sldMkLst>
        <pc:spChg chg="mod">
          <ac:chgData name="Yuanhe Tian" userId="8b41a650fa060b16" providerId="LiveId" clId="{22B080D1-78CA-214A-9533-0068418D0107}" dt="2025-05-11T11:28:38.923" v="7855" actId="20577"/>
          <ac:spMkLst>
            <pc:docMk/>
            <pc:sldMk cId="2131349319" sldId="4810"/>
            <ac:spMk id="2" creationId="{A550119C-FA54-A33C-F3AB-021A8B5F6C33}"/>
          </ac:spMkLst>
        </pc:spChg>
        <pc:spChg chg="mod">
          <ac:chgData name="Yuanhe Tian" userId="8b41a650fa060b16" providerId="LiveId" clId="{22B080D1-78CA-214A-9533-0068418D0107}" dt="2025-05-11T11:35:38.560" v="8472" actId="20577"/>
          <ac:spMkLst>
            <pc:docMk/>
            <pc:sldMk cId="2131349319" sldId="4810"/>
            <ac:spMk id="4" creationId="{DEE1A680-9B15-5E8C-A02A-D8E7586896B7}"/>
          </ac:spMkLst>
        </pc:spChg>
      </pc:sldChg>
      <pc:sldChg chg="modSp mod modNotesTx">
        <pc:chgData name="Yuanhe Tian" userId="8b41a650fa060b16" providerId="LiveId" clId="{22B080D1-78CA-214A-9533-0068418D0107}" dt="2025-05-11T22:17:45.478" v="14397" actId="20577"/>
        <pc:sldMkLst>
          <pc:docMk/>
          <pc:sldMk cId="1274641704" sldId="4811"/>
        </pc:sldMkLst>
        <pc:spChg chg="mod">
          <ac:chgData name="Yuanhe Tian" userId="8b41a650fa060b16" providerId="LiveId" clId="{22B080D1-78CA-214A-9533-0068418D0107}" dt="2025-05-11T11:28:05.929" v="7805" actId="207"/>
          <ac:spMkLst>
            <pc:docMk/>
            <pc:sldMk cId="1274641704" sldId="4811"/>
            <ac:spMk id="4" creationId="{04F3784C-F958-3DEB-2665-E88B08703114}"/>
          </ac:spMkLst>
        </pc:spChg>
      </pc:sldChg>
      <pc:sldChg chg="del mod modShow">
        <pc:chgData name="Yuanhe Tian" userId="8b41a650fa060b16" providerId="LiveId" clId="{22B080D1-78CA-214A-9533-0068418D0107}" dt="2025-05-11T11:36:59.329" v="8480" actId="2696"/>
        <pc:sldMkLst>
          <pc:docMk/>
          <pc:sldMk cId="2038140189" sldId="4812"/>
        </pc:sldMkLst>
      </pc:sldChg>
      <pc:sldChg chg="del">
        <pc:chgData name="Yuanhe Tian" userId="8b41a650fa060b16" providerId="LiveId" clId="{22B080D1-78CA-214A-9533-0068418D0107}" dt="2025-05-10T11:10:50.619" v="1874" actId="2696"/>
        <pc:sldMkLst>
          <pc:docMk/>
          <pc:sldMk cId="178872710" sldId="4813"/>
        </pc:sldMkLst>
      </pc:sldChg>
      <pc:sldChg chg="addSp modSp mod modNotesTx">
        <pc:chgData name="Yuanhe Tian" userId="8b41a650fa060b16" providerId="LiveId" clId="{22B080D1-78CA-214A-9533-0068418D0107}" dt="2025-05-11T22:12:53.847" v="13982" actId="692"/>
        <pc:sldMkLst>
          <pc:docMk/>
          <pc:sldMk cId="2693809505" sldId="4814"/>
        </pc:sldMkLst>
        <pc:spChg chg="mod">
          <ac:chgData name="Yuanhe Tian" userId="8b41a650fa060b16" providerId="LiveId" clId="{22B080D1-78CA-214A-9533-0068418D0107}" dt="2025-05-11T00:29:54.926" v="5530" actId="20577"/>
          <ac:spMkLst>
            <pc:docMk/>
            <pc:sldMk cId="2693809505" sldId="4814"/>
            <ac:spMk id="3" creationId="{26F5CC2B-B528-BA70-5007-DB58A25B189C}"/>
          </ac:spMkLst>
        </pc:spChg>
        <pc:spChg chg="mod">
          <ac:chgData name="Yuanhe Tian" userId="8b41a650fa060b16" providerId="LiveId" clId="{22B080D1-78CA-214A-9533-0068418D0107}" dt="2025-05-10T10:34:16.119" v="798"/>
          <ac:spMkLst>
            <pc:docMk/>
            <pc:sldMk cId="2693809505" sldId="4814"/>
            <ac:spMk id="13" creationId="{4907B8DF-E5C0-EBD5-3731-AFF4F2088A91}"/>
          </ac:spMkLst>
        </pc:spChg>
        <pc:spChg chg="mod">
          <ac:chgData name="Yuanhe Tian" userId="8b41a650fa060b16" providerId="LiveId" clId="{22B080D1-78CA-214A-9533-0068418D0107}" dt="2025-05-10T10:34:16.119" v="798"/>
          <ac:spMkLst>
            <pc:docMk/>
            <pc:sldMk cId="2693809505" sldId="4814"/>
            <ac:spMk id="15" creationId="{9AAF4E03-5DDF-7420-D2B5-8CE61B6A097D}"/>
          </ac:spMkLst>
        </pc:spChg>
        <pc:spChg chg="mod">
          <ac:chgData name="Yuanhe Tian" userId="8b41a650fa060b16" providerId="LiveId" clId="{22B080D1-78CA-214A-9533-0068418D0107}" dt="2025-05-10T10:34:16.119" v="798"/>
          <ac:spMkLst>
            <pc:docMk/>
            <pc:sldMk cId="2693809505" sldId="4814"/>
            <ac:spMk id="16" creationId="{69A2A85F-0FB3-65CD-3394-C0EE14C98792}"/>
          </ac:spMkLst>
        </pc:spChg>
        <pc:spChg chg="mod">
          <ac:chgData name="Yuanhe Tian" userId="8b41a650fa060b16" providerId="LiveId" clId="{22B080D1-78CA-214A-9533-0068418D0107}" dt="2025-05-10T10:34:16.119" v="798"/>
          <ac:spMkLst>
            <pc:docMk/>
            <pc:sldMk cId="2693809505" sldId="4814"/>
            <ac:spMk id="21" creationId="{9887AC61-C6F1-B317-BD57-91D707759266}"/>
          </ac:spMkLst>
        </pc:spChg>
        <pc:spChg chg="mod">
          <ac:chgData name="Yuanhe Tian" userId="8b41a650fa060b16" providerId="LiveId" clId="{22B080D1-78CA-214A-9533-0068418D0107}" dt="2025-05-10T10:34:16.119" v="798"/>
          <ac:spMkLst>
            <pc:docMk/>
            <pc:sldMk cId="2693809505" sldId="4814"/>
            <ac:spMk id="22" creationId="{99396901-5069-53D4-3B38-D9EFBF8B70B8}"/>
          </ac:spMkLst>
        </pc:spChg>
        <pc:spChg chg="mod">
          <ac:chgData name="Yuanhe Tian" userId="8b41a650fa060b16" providerId="LiveId" clId="{22B080D1-78CA-214A-9533-0068418D0107}" dt="2025-05-10T10:34:16.119" v="798"/>
          <ac:spMkLst>
            <pc:docMk/>
            <pc:sldMk cId="2693809505" sldId="4814"/>
            <ac:spMk id="23" creationId="{BD675A4C-7A6E-61F3-C115-4A20808DBCF4}"/>
          </ac:spMkLst>
        </pc:spChg>
        <pc:spChg chg="mod">
          <ac:chgData name="Yuanhe Tian" userId="8b41a650fa060b16" providerId="LiveId" clId="{22B080D1-78CA-214A-9533-0068418D0107}" dt="2025-05-10T10:34:16.119" v="798"/>
          <ac:spMkLst>
            <pc:docMk/>
            <pc:sldMk cId="2693809505" sldId="4814"/>
            <ac:spMk id="25" creationId="{6FF07646-AB6B-A6F1-AD27-459C9EA1B263}"/>
          </ac:spMkLst>
        </pc:spChg>
        <pc:spChg chg="mod">
          <ac:chgData name="Yuanhe Tian" userId="8b41a650fa060b16" providerId="LiveId" clId="{22B080D1-78CA-214A-9533-0068418D0107}" dt="2025-05-10T10:34:16.119" v="798"/>
          <ac:spMkLst>
            <pc:docMk/>
            <pc:sldMk cId="2693809505" sldId="4814"/>
            <ac:spMk id="27" creationId="{B036D50D-FA2D-6C6C-4B73-A4F7AEE878A7}"/>
          </ac:spMkLst>
        </pc:spChg>
        <pc:spChg chg="mod">
          <ac:chgData name="Yuanhe Tian" userId="8b41a650fa060b16" providerId="LiveId" clId="{22B080D1-78CA-214A-9533-0068418D0107}" dt="2025-05-10T10:34:16.119" v="798"/>
          <ac:spMkLst>
            <pc:docMk/>
            <pc:sldMk cId="2693809505" sldId="4814"/>
            <ac:spMk id="28" creationId="{94D47CCA-7F28-BCE0-56D5-EF81365543D5}"/>
          </ac:spMkLst>
        </pc:spChg>
        <pc:spChg chg="mod">
          <ac:chgData name="Yuanhe Tian" userId="8b41a650fa060b16" providerId="LiveId" clId="{22B080D1-78CA-214A-9533-0068418D0107}" dt="2025-05-10T10:34:16.119" v="798"/>
          <ac:spMkLst>
            <pc:docMk/>
            <pc:sldMk cId="2693809505" sldId="4814"/>
            <ac:spMk id="29" creationId="{637AE9F3-64C0-33AD-1CB5-8F1ED62A0A39}"/>
          </ac:spMkLst>
        </pc:spChg>
        <pc:spChg chg="add mod">
          <ac:chgData name="Yuanhe Tian" userId="8b41a650fa060b16" providerId="LiveId" clId="{22B080D1-78CA-214A-9533-0068418D0107}" dt="2025-05-11T00:23:54.574" v="5118" actId="1076"/>
          <ac:spMkLst>
            <pc:docMk/>
            <pc:sldMk cId="2693809505" sldId="4814"/>
            <ac:spMk id="36" creationId="{E11F1091-54B6-CF96-42B7-016C70656CA5}"/>
          </ac:spMkLst>
        </pc:spChg>
        <pc:grpChg chg="mod">
          <ac:chgData name="Yuanhe Tian" userId="8b41a650fa060b16" providerId="LiveId" clId="{22B080D1-78CA-214A-9533-0068418D0107}" dt="2025-05-10T10:34:24.981" v="799" actId="1076"/>
          <ac:grpSpMkLst>
            <pc:docMk/>
            <pc:sldMk cId="2693809505" sldId="4814"/>
            <ac:grpSpMk id="4" creationId="{72756A52-FA04-E94C-F147-4E1A0514D677}"/>
          </ac:grpSpMkLst>
        </pc:grpChg>
        <pc:cxnChg chg="add mod">
          <ac:chgData name="Yuanhe Tian" userId="8b41a650fa060b16" providerId="LiveId" clId="{22B080D1-78CA-214A-9533-0068418D0107}" dt="2025-05-11T22:12:53.847" v="13982" actId="692"/>
          <ac:cxnSpMkLst>
            <pc:docMk/>
            <pc:sldMk cId="2693809505" sldId="4814"/>
            <ac:cxnSpMk id="37" creationId="{779C24FF-2024-8353-9888-FAC246998AF7}"/>
          </ac:cxnSpMkLst>
        </pc:cxnChg>
        <pc:cxnChg chg="add mod">
          <ac:chgData name="Yuanhe Tian" userId="8b41a650fa060b16" providerId="LiveId" clId="{22B080D1-78CA-214A-9533-0068418D0107}" dt="2025-05-11T22:12:53.847" v="13982" actId="692"/>
          <ac:cxnSpMkLst>
            <pc:docMk/>
            <pc:sldMk cId="2693809505" sldId="4814"/>
            <ac:cxnSpMk id="38" creationId="{72F3A0CB-4189-8D61-415B-21F2D7C05B19}"/>
          </ac:cxnSpMkLst>
        </pc:cxnChg>
        <pc:cxnChg chg="add mod">
          <ac:chgData name="Yuanhe Tian" userId="8b41a650fa060b16" providerId="LiveId" clId="{22B080D1-78CA-214A-9533-0068418D0107}" dt="2025-05-11T22:12:53.847" v="13982" actId="692"/>
          <ac:cxnSpMkLst>
            <pc:docMk/>
            <pc:sldMk cId="2693809505" sldId="4814"/>
            <ac:cxnSpMk id="41" creationId="{AD944E1E-4C59-7AF8-65A0-7FDB44CD8A19}"/>
          </ac:cxnSpMkLst>
        </pc:cxnChg>
      </pc:sldChg>
      <pc:sldChg chg="modSp mod modNotesTx">
        <pc:chgData name="Yuanhe Tian" userId="8b41a650fa060b16" providerId="LiveId" clId="{22B080D1-78CA-214A-9533-0068418D0107}" dt="2025-05-11T21:36:12.395" v="12826" actId="20577"/>
        <pc:sldMkLst>
          <pc:docMk/>
          <pc:sldMk cId="3459347714" sldId="4815"/>
        </pc:sldMkLst>
        <pc:picChg chg="mod">
          <ac:chgData name="Yuanhe Tian" userId="8b41a650fa060b16" providerId="LiveId" clId="{22B080D1-78CA-214A-9533-0068418D0107}" dt="2025-05-10T10:51:35.563" v="1494" actId="1076"/>
          <ac:picMkLst>
            <pc:docMk/>
            <pc:sldMk cId="3459347714" sldId="4815"/>
            <ac:picMk id="5" creationId="{024D063B-4BA3-A9D7-41BD-620340BBD4FF}"/>
          </ac:picMkLst>
        </pc:picChg>
      </pc:sldChg>
      <pc:sldChg chg="addSp modSp del mod">
        <pc:chgData name="Yuanhe Tian" userId="8b41a650fa060b16" providerId="LiveId" clId="{22B080D1-78CA-214A-9533-0068418D0107}" dt="2025-05-10T10:33:15.635" v="797" actId="2696"/>
        <pc:sldMkLst>
          <pc:docMk/>
          <pc:sldMk cId="1275392473" sldId="4817"/>
        </pc:sldMkLst>
      </pc:sldChg>
      <pc:sldChg chg="addSp delSp modSp mod modNotesTx">
        <pc:chgData name="Yuanhe Tian" userId="8b41a650fa060b16" providerId="LiveId" clId="{22B080D1-78CA-214A-9533-0068418D0107}" dt="2025-05-11T23:21:23.478" v="21153" actId="207"/>
        <pc:sldMkLst>
          <pc:docMk/>
          <pc:sldMk cId="2081930812" sldId="4818"/>
        </pc:sldMkLst>
        <pc:spChg chg="mod">
          <ac:chgData name="Yuanhe Tian" userId="8b41a650fa060b16" providerId="LiveId" clId="{22B080D1-78CA-214A-9533-0068418D0107}" dt="2025-05-10T11:12:13.134" v="1926" actId="20577"/>
          <ac:spMkLst>
            <pc:docMk/>
            <pc:sldMk cId="2081930812" sldId="4818"/>
            <ac:spMk id="2" creationId="{18A6918A-4CEE-65B3-DC6B-CEF8F5196FFA}"/>
          </ac:spMkLst>
        </pc:spChg>
        <pc:spChg chg="mod">
          <ac:chgData name="Yuanhe Tian" userId="8b41a650fa060b16" providerId="LiveId" clId="{22B080D1-78CA-214A-9533-0068418D0107}" dt="2025-05-10T12:12:33.767" v="4487" actId="20577"/>
          <ac:spMkLst>
            <pc:docMk/>
            <pc:sldMk cId="2081930812" sldId="4818"/>
            <ac:spMk id="3" creationId="{516FAC52-9CB1-1EC5-84D7-C27F1919199F}"/>
          </ac:spMkLst>
        </pc:spChg>
        <pc:spChg chg="add mod">
          <ac:chgData name="Yuanhe Tian" userId="8b41a650fa060b16" providerId="LiveId" clId="{22B080D1-78CA-214A-9533-0068418D0107}" dt="2025-05-10T12:16:43.013" v="4640" actId="1076"/>
          <ac:spMkLst>
            <pc:docMk/>
            <pc:sldMk cId="2081930812" sldId="4818"/>
            <ac:spMk id="4" creationId="{F40A9718-7B15-0C8F-F5CB-627A0364BC29}"/>
          </ac:spMkLst>
        </pc:spChg>
        <pc:spChg chg="add mod">
          <ac:chgData name="Yuanhe Tian" userId="8b41a650fa060b16" providerId="LiveId" clId="{22B080D1-78CA-214A-9533-0068418D0107}" dt="2025-05-11T23:21:12.546" v="21150" actId="207"/>
          <ac:spMkLst>
            <pc:docMk/>
            <pc:sldMk cId="2081930812" sldId="4818"/>
            <ac:spMk id="5" creationId="{8F9E0BAC-F498-FA94-C1E6-5EE625898FF4}"/>
          </ac:spMkLst>
        </pc:spChg>
        <pc:spChg chg="add mod">
          <ac:chgData name="Yuanhe Tian" userId="8b41a650fa060b16" providerId="LiveId" clId="{22B080D1-78CA-214A-9533-0068418D0107}" dt="2025-05-11T23:20:59.845" v="21145" actId="207"/>
          <ac:spMkLst>
            <pc:docMk/>
            <pc:sldMk cId="2081930812" sldId="4818"/>
            <ac:spMk id="6" creationId="{10373220-EF91-0ED4-8171-FEE774915008}"/>
          </ac:spMkLst>
        </pc:spChg>
        <pc:spChg chg="add mod">
          <ac:chgData name="Yuanhe Tian" userId="8b41a650fa060b16" providerId="LiveId" clId="{22B080D1-78CA-214A-9533-0068418D0107}" dt="2025-05-11T23:21:04.482" v="21147" actId="207"/>
          <ac:spMkLst>
            <pc:docMk/>
            <pc:sldMk cId="2081930812" sldId="4818"/>
            <ac:spMk id="12" creationId="{0DB07EF3-B4C8-B948-D7A2-D60CC411D04A}"/>
          </ac:spMkLst>
        </pc:spChg>
        <pc:spChg chg="add mod">
          <ac:chgData name="Yuanhe Tian" userId="8b41a650fa060b16" providerId="LiveId" clId="{22B080D1-78CA-214A-9533-0068418D0107}" dt="2025-05-11T23:21:09.361" v="21149" actId="207"/>
          <ac:spMkLst>
            <pc:docMk/>
            <pc:sldMk cId="2081930812" sldId="4818"/>
            <ac:spMk id="13" creationId="{DF3CCCCD-F43C-1426-336A-83240451F3BA}"/>
          </ac:spMkLst>
        </pc:spChg>
        <pc:spChg chg="add mod">
          <ac:chgData name="Yuanhe Tian" userId="8b41a650fa060b16" providerId="LiveId" clId="{22B080D1-78CA-214A-9533-0068418D0107}" dt="2025-05-10T12:16:43.013" v="4640" actId="1076"/>
          <ac:spMkLst>
            <pc:docMk/>
            <pc:sldMk cId="2081930812" sldId="4818"/>
            <ac:spMk id="14" creationId="{BA4E654C-B1AC-1143-5452-564CF11138FC}"/>
          </ac:spMkLst>
        </pc:spChg>
        <pc:spChg chg="mod topLvl">
          <ac:chgData name="Yuanhe Tian" userId="8b41a650fa060b16" providerId="LiveId" clId="{22B080D1-78CA-214A-9533-0068418D0107}" dt="2025-05-10T12:16:38.118" v="4639" actId="1076"/>
          <ac:spMkLst>
            <pc:docMk/>
            <pc:sldMk cId="2081930812" sldId="4818"/>
            <ac:spMk id="32" creationId="{DC244C1E-430A-3645-794C-EA38DD9A89EB}"/>
          </ac:spMkLst>
        </pc:spChg>
        <pc:spChg chg="mod topLvl">
          <ac:chgData name="Yuanhe Tian" userId="8b41a650fa060b16" providerId="LiveId" clId="{22B080D1-78CA-214A-9533-0068418D0107}" dt="2025-05-11T23:21:23.478" v="21153" actId="207"/>
          <ac:spMkLst>
            <pc:docMk/>
            <pc:sldMk cId="2081930812" sldId="4818"/>
            <ac:spMk id="34" creationId="{CDC97A2F-E2D7-16C0-DECD-3EFF4EA4CB06}"/>
          </ac:spMkLst>
        </pc:spChg>
        <pc:spChg chg="mod topLvl">
          <ac:chgData name="Yuanhe Tian" userId="8b41a650fa060b16" providerId="LiveId" clId="{22B080D1-78CA-214A-9533-0068418D0107}" dt="2025-05-10T12:16:38.118" v="4639" actId="1076"/>
          <ac:spMkLst>
            <pc:docMk/>
            <pc:sldMk cId="2081930812" sldId="4818"/>
            <ac:spMk id="39" creationId="{D8B6ADA2-E3F6-EC80-3E30-5478FF669A23}"/>
          </ac:spMkLst>
        </pc:spChg>
        <pc:grpChg chg="add mod">
          <ac:chgData name="Yuanhe Tian" userId="8b41a650fa060b16" providerId="LiveId" clId="{22B080D1-78CA-214A-9533-0068418D0107}" dt="2025-05-10T12:16:43.013" v="4640" actId="1076"/>
          <ac:grpSpMkLst>
            <pc:docMk/>
            <pc:sldMk cId="2081930812" sldId="4818"/>
            <ac:grpSpMk id="29" creationId="{50E7BD54-A941-A2BC-57A3-1F6AB032F46E}"/>
          </ac:grpSpMkLst>
        </pc:grpChg>
        <pc:grpChg chg="add mod">
          <ac:chgData name="Yuanhe Tian" userId="8b41a650fa060b16" providerId="LiveId" clId="{22B080D1-78CA-214A-9533-0068418D0107}" dt="2025-05-10T12:16:38.118" v="4639" actId="1076"/>
          <ac:grpSpMkLst>
            <pc:docMk/>
            <pc:sldMk cId="2081930812" sldId="4818"/>
            <ac:grpSpMk id="46" creationId="{20829DDF-AF57-CB14-3FDF-A1A966055328}"/>
          </ac:grpSpMkLst>
        </pc:grpChg>
        <pc:picChg chg="mod topLvl">
          <ac:chgData name="Yuanhe Tian" userId="8b41a650fa060b16" providerId="LiveId" clId="{22B080D1-78CA-214A-9533-0068418D0107}" dt="2025-05-10T12:16:38.118" v="4639" actId="1076"/>
          <ac:picMkLst>
            <pc:docMk/>
            <pc:sldMk cId="2081930812" sldId="4818"/>
            <ac:picMk id="31" creationId="{64D6CE83-32B5-94A6-0821-099B3C21AD8B}"/>
          </ac:picMkLst>
        </pc:picChg>
        <pc:picChg chg="add mod">
          <ac:chgData name="Yuanhe Tian" userId="8b41a650fa060b16" providerId="LiveId" clId="{22B080D1-78CA-214A-9533-0068418D0107}" dt="2025-05-10T12:16:43.013" v="4640" actId="1076"/>
          <ac:picMkLst>
            <pc:docMk/>
            <pc:sldMk cId="2081930812" sldId="4818"/>
            <ac:picMk id="4098" creationId="{1C92B797-65B0-90E1-4191-8E458AC83913}"/>
          </ac:picMkLst>
        </pc:picChg>
        <pc:cxnChg chg="add mod">
          <ac:chgData name="Yuanhe Tian" userId="8b41a650fa060b16" providerId="LiveId" clId="{22B080D1-78CA-214A-9533-0068418D0107}" dt="2025-05-10T12:14:35.586" v="4579" actId="1037"/>
          <ac:cxnSpMkLst>
            <pc:docMk/>
            <pc:sldMk cId="2081930812" sldId="4818"/>
            <ac:cxnSpMk id="8" creationId="{F9A572F6-2C27-9DAE-0C1B-414DCC177339}"/>
          </ac:cxnSpMkLst>
        </pc:cxnChg>
        <pc:cxnChg chg="add mod">
          <ac:chgData name="Yuanhe Tian" userId="8b41a650fa060b16" providerId="LiveId" clId="{22B080D1-78CA-214A-9533-0068418D0107}" dt="2025-05-10T12:14:35.586" v="4579" actId="1037"/>
          <ac:cxnSpMkLst>
            <pc:docMk/>
            <pc:sldMk cId="2081930812" sldId="4818"/>
            <ac:cxnSpMk id="9" creationId="{D3855DC3-D9A0-5AA9-3AA6-ACAFAE5566F1}"/>
          </ac:cxnSpMkLst>
        </pc:cxnChg>
        <pc:cxnChg chg="add mod">
          <ac:chgData name="Yuanhe Tian" userId="8b41a650fa060b16" providerId="LiveId" clId="{22B080D1-78CA-214A-9533-0068418D0107}" dt="2025-05-10T12:15:11.580" v="4606" actId="14100"/>
          <ac:cxnSpMkLst>
            <pc:docMk/>
            <pc:sldMk cId="2081930812" sldId="4818"/>
            <ac:cxnSpMk id="15" creationId="{539751AC-D075-0C89-457F-A48F92919B71}"/>
          </ac:cxnSpMkLst>
        </pc:cxnChg>
        <pc:cxnChg chg="add mod">
          <ac:chgData name="Yuanhe Tian" userId="8b41a650fa060b16" providerId="LiveId" clId="{22B080D1-78CA-214A-9533-0068418D0107}" dt="2025-05-10T12:16:43.013" v="4640" actId="1076"/>
          <ac:cxnSpMkLst>
            <pc:docMk/>
            <pc:sldMk cId="2081930812" sldId="4818"/>
            <ac:cxnSpMk id="18" creationId="{F731AFDC-B813-C3F1-E5A6-5B97CCA02001}"/>
          </ac:cxnSpMkLst>
        </pc:cxnChg>
        <pc:cxnChg chg="add mod">
          <ac:chgData name="Yuanhe Tian" userId="8b41a650fa060b16" providerId="LiveId" clId="{22B080D1-78CA-214A-9533-0068418D0107}" dt="2025-05-10T12:16:43.013" v="4640" actId="1076"/>
          <ac:cxnSpMkLst>
            <pc:docMk/>
            <pc:sldMk cId="2081930812" sldId="4818"/>
            <ac:cxnSpMk id="21" creationId="{BC912809-D2F6-9CE6-E6BD-87864506E5AF}"/>
          </ac:cxnSpMkLst>
        </pc:cxnChg>
        <pc:cxnChg chg="add mod">
          <ac:chgData name="Yuanhe Tian" userId="8b41a650fa060b16" providerId="LiveId" clId="{22B080D1-78CA-214A-9533-0068418D0107}" dt="2025-05-10T12:15:32.136" v="4617" actId="1076"/>
          <ac:cxnSpMkLst>
            <pc:docMk/>
            <pc:sldMk cId="2081930812" sldId="4818"/>
            <ac:cxnSpMk id="25" creationId="{F1FB4376-2EA4-3DD3-AABD-A0C318D34400}"/>
          </ac:cxnSpMkLst>
        </pc:cxnChg>
        <pc:cxnChg chg="mod">
          <ac:chgData name="Yuanhe Tian" userId="8b41a650fa060b16" providerId="LiveId" clId="{22B080D1-78CA-214A-9533-0068418D0107}" dt="2025-05-10T12:16:38.118" v="4639" actId="1076"/>
          <ac:cxnSpMkLst>
            <pc:docMk/>
            <pc:sldMk cId="2081930812" sldId="4818"/>
            <ac:cxnSpMk id="35" creationId="{CB93F35A-1397-D068-1F32-E9DFFCFB8A08}"/>
          </ac:cxnSpMkLst>
        </pc:cxnChg>
        <pc:cxnChg chg="mod">
          <ac:chgData name="Yuanhe Tian" userId="8b41a650fa060b16" providerId="LiveId" clId="{22B080D1-78CA-214A-9533-0068418D0107}" dt="2025-05-10T12:16:38.118" v="4639" actId="1076"/>
          <ac:cxnSpMkLst>
            <pc:docMk/>
            <pc:sldMk cId="2081930812" sldId="4818"/>
            <ac:cxnSpMk id="36" creationId="{3D34E706-BA90-F291-A77D-7ED24D8385BB}"/>
          </ac:cxnSpMkLst>
        </pc:cxnChg>
        <pc:cxnChg chg="mod topLvl">
          <ac:chgData name="Yuanhe Tian" userId="8b41a650fa060b16" providerId="LiveId" clId="{22B080D1-78CA-214A-9533-0068418D0107}" dt="2025-05-10T12:16:38.118" v="4639" actId="1076"/>
          <ac:cxnSpMkLst>
            <pc:docMk/>
            <pc:sldMk cId="2081930812" sldId="4818"/>
            <ac:cxnSpMk id="43" creationId="{1365A314-FDA2-49AD-D0DC-1749D3AB12A2}"/>
          </ac:cxnSpMkLst>
        </pc:cxnChg>
      </pc:sldChg>
      <pc:sldChg chg="modSp mod modNotesTx">
        <pc:chgData name="Yuanhe Tian" userId="8b41a650fa060b16" providerId="LiveId" clId="{22B080D1-78CA-214A-9533-0068418D0107}" dt="2025-05-11T00:47:34.042" v="6643" actId="113"/>
        <pc:sldMkLst>
          <pc:docMk/>
          <pc:sldMk cId="469449259" sldId="4840"/>
        </pc:sldMkLst>
        <pc:spChg chg="mod">
          <ac:chgData name="Yuanhe Tian" userId="8b41a650fa060b16" providerId="LiveId" clId="{22B080D1-78CA-214A-9533-0068418D0107}" dt="2025-05-11T00:47:34.042" v="6643" actId="113"/>
          <ac:spMkLst>
            <pc:docMk/>
            <pc:sldMk cId="469449259" sldId="4840"/>
            <ac:spMk id="10" creationId="{72BB82E5-D5EF-6A1D-E86E-152055025CE2}"/>
          </ac:spMkLst>
        </pc:spChg>
      </pc:sldChg>
      <pc:sldChg chg="del">
        <pc:chgData name="Yuanhe Tian" userId="8b41a650fa060b16" providerId="LiveId" clId="{22B080D1-78CA-214A-9533-0068418D0107}" dt="2025-05-10T12:01:52.441" v="4210" actId="2696"/>
        <pc:sldMkLst>
          <pc:docMk/>
          <pc:sldMk cId="3091232707" sldId="4842"/>
        </pc:sldMkLst>
      </pc:sldChg>
      <pc:sldChg chg="modSp add mod modNotesTx">
        <pc:chgData name="Yuanhe Tian" userId="8b41a650fa060b16" providerId="LiveId" clId="{22B080D1-78CA-214A-9533-0068418D0107}" dt="2025-05-11T21:33:26.627" v="12579" actId="20577"/>
        <pc:sldMkLst>
          <pc:docMk/>
          <pc:sldMk cId="4205914392" sldId="4843"/>
        </pc:sldMkLst>
        <pc:spChg chg="mod">
          <ac:chgData name="Yuanhe Tian" userId="8b41a650fa060b16" providerId="LiveId" clId="{22B080D1-78CA-214A-9533-0068418D0107}" dt="2025-05-11T05:03:46.016" v="7415" actId="14"/>
          <ac:spMkLst>
            <pc:docMk/>
            <pc:sldMk cId="4205914392" sldId="4843"/>
            <ac:spMk id="5" creationId="{4602E2FC-9B90-D60F-4D2A-4F3595B90770}"/>
          </ac:spMkLst>
        </pc:spChg>
      </pc:sldChg>
      <pc:sldChg chg="addSp delSp modSp add mod modNotesTx">
        <pc:chgData name="Yuanhe Tian" userId="8b41a650fa060b16" providerId="LiveId" clId="{22B080D1-78CA-214A-9533-0068418D0107}" dt="2025-05-11T21:36:00.821" v="12788" actId="20577"/>
        <pc:sldMkLst>
          <pc:docMk/>
          <pc:sldMk cId="3852424056" sldId="4844"/>
        </pc:sldMkLst>
        <pc:spChg chg="mod">
          <ac:chgData name="Yuanhe Tian" userId="8b41a650fa060b16" providerId="LiveId" clId="{22B080D1-78CA-214A-9533-0068418D0107}" dt="2025-05-08T18:06:16.708" v="456" actId="20577"/>
          <ac:spMkLst>
            <pc:docMk/>
            <pc:sldMk cId="3852424056" sldId="4844"/>
            <ac:spMk id="3" creationId="{ADA1D48D-B8F1-82FF-379C-1260EA8570F6}"/>
          </ac:spMkLst>
        </pc:spChg>
        <pc:spChg chg="add mod">
          <ac:chgData name="Yuanhe Tian" userId="8b41a650fa060b16" providerId="LiveId" clId="{22B080D1-78CA-214A-9533-0068418D0107}" dt="2025-05-08T18:01:52.526" v="221" actId="164"/>
          <ac:spMkLst>
            <pc:docMk/>
            <pc:sldMk cId="3852424056" sldId="4844"/>
            <ac:spMk id="28" creationId="{99C0996E-AEE8-1592-24FF-20D97E907199}"/>
          </ac:spMkLst>
        </pc:spChg>
        <pc:spChg chg="add mod">
          <ac:chgData name="Yuanhe Tian" userId="8b41a650fa060b16" providerId="LiveId" clId="{22B080D1-78CA-214A-9533-0068418D0107}" dt="2025-05-08T18:01:52.526" v="221" actId="164"/>
          <ac:spMkLst>
            <pc:docMk/>
            <pc:sldMk cId="3852424056" sldId="4844"/>
            <ac:spMk id="30" creationId="{8500DB40-E063-C790-FAB9-7832EE48A6C9}"/>
          </ac:spMkLst>
        </pc:spChg>
        <pc:spChg chg="add mod">
          <ac:chgData name="Yuanhe Tian" userId="8b41a650fa060b16" providerId="LiveId" clId="{22B080D1-78CA-214A-9533-0068418D0107}" dt="2025-05-08T18:01:52.526" v="221" actId="164"/>
          <ac:spMkLst>
            <pc:docMk/>
            <pc:sldMk cId="3852424056" sldId="4844"/>
            <ac:spMk id="32" creationId="{7E4D1ACA-A244-A3BA-1E5C-D514D492F215}"/>
          </ac:spMkLst>
        </pc:spChg>
        <pc:spChg chg="mod">
          <ac:chgData name="Yuanhe Tian" userId="8b41a650fa060b16" providerId="LiveId" clId="{22B080D1-78CA-214A-9533-0068418D0107}" dt="2025-05-08T18:02:16.430" v="225" actId="207"/>
          <ac:spMkLst>
            <pc:docMk/>
            <pc:sldMk cId="3852424056" sldId="4844"/>
            <ac:spMk id="34" creationId="{404F0ED1-B6C9-A983-DF4E-7BCD199FE6A2}"/>
          </ac:spMkLst>
        </pc:spChg>
        <pc:spChg chg="add mod">
          <ac:chgData name="Yuanhe Tian" userId="8b41a650fa060b16" providerId="LiveId" clId="{22B080D1-78CA-214A-9533-0068418D0107}" dt="2025-05-08T18:02:16.430" v="225" actId="207"/>
          <ac:spMkLst>
            <pc:docMk/>
            <pc:sldMk cId="3852424056" sldId="4844"/>
            <ac:spMk id="35" creationId="{70B912FE-27EF-C627-96F5-A59C6AA8E117}"/>
          </ac:spMkLst>
        </pc:spChg>
        <pc:spChg chg="add mod">
          <ac:chgData name="Yuanhe Tian" userId="8b41a650fa060b16" providerId="LiveId" clId="{22B080D1-78CA-214A-9533-0068418D0107}" dt="2025-05-08T18:01:52.526" v="221" actId="164"/>
          <ac:spMkLst>
            <pc:docMk/>
            <pc:sldMk cId="3852424056" sldId="4844"/>
            <ac:spMk id="38" creationId="{F903DBC7-A743-1C9A-3842-E53B86FCEEB0}"/>
          </ac:spMkLst>
        </pc:spChg>
        <pc:spChg chg="add mod">
          <ac:chgData name="Yuanhe Tian" userId="8b41a650fa060b16" providerId="LiveId" clId="{22B080D1-78CA-214A-9533-0068418D0107}" dt="2025-05-08T18:02:16.430" v="225" actId="207"/>
          <ac:spMkLst>
            <pc:docMk/>
            <pc:sldMk cId="3852424056" sldId="4844"/>
            <ac:spMk id="39" creationId="{C25AAE61-2A11-C5CF-DAE4-36D288B38F5B}"/>
          </ac:spMkLst>
        </pc:spChg>
        <pc:spChg chg="mod">
          <ac:chgData name="Yuanhe Tian" userId="8b41a650fa060b16" providerId="LiveId" clId="{22B080D1-78CA-214A-9533-0068418D0107}" dt="2025-05-08T18:02:16.430" v="225" actId="207"/>
          <ac:spMkLst>
            <pc:docMk/>
            <pc:sldMk cId="3852424056" sldId="4844"/>
            <ac:spMk id="40" creationId="{AC2916E6-A9E7-E67C-AED0-A314528117AD}"/>
          </ac:spMkLst>
        </pc:spChg>
        <pc:spChg chg="add mod">
          <ac:chgData name="Yuanhe Tian" userId="8b41a650fa060b16" providerId="LiveId" clId="{22B080D1-78CA-214A-9533-0068418D0107}" dt="2025-05-08T18:01:52.526" v="221" actId="164"/>
          <ac:spMkLst>
            <pc:docMk/>
            <pc:sldMk cId="3852424056" sldId="4844"/>
            <ac:spMk id="41" creationId="{CE52CBAC-8614-CB30-68ED-8D2574493F86}"/>
          </ac:spMkLst>
        </pc:spChg>
        <pc:spChg chg="add mod">
          <ac:chgData name="Yuanhe Tian" userId="8b41a650fa060b16" providerId="LiveId" clId="{22B080D1-78CA-214A-9533-0068418D0107}" dt="2025-05-08T18:01:52.526" v="221" actId="164"/>
          <ac:spMkLst>
            <pc:docMk/>
            <pc:sldMk cId="3852424056" sldId="4844"/>
            <ac:spMk id="42" creationId="{F5F3B72C-564B-D681-B9DC-02877439A20D}"/>
          </ac:spMkLst>
        </pc:spChg>
        <pc:spChg chg="add mod">
          <ac:chgData name="Yuanhe Tian" userId="8b41a650fa060b16" providerId="LiveId" clId="{22B080D1-78CA-214A-9533-0068418D0107}" dt="2025-05-08T18:01:52.526" v="221" actId="164"/>
          <ac:spMkLst>
            <pc:docMk/>
            <pc:sldMk cId="3852424056" sldId="4844"/>
            <ac:spMk id="44" creationId="{8309C3C5-9C30-FC31-8C8A-D0150932C13F}"/>
          </ac:spMkLst>
        </pc:spChg>
        <pc:spChg chg="add mod">
          <ac:chgData name="Yuanhe Tian" userId="8b41a650fa060b16" providerId="LiveId" clId="{22B080D1-78CA-214A-9533-0068418D0107}" dt="2025-05-08T18:01:52.526" v="221" actId="164"/>
          <ac:spMkLst>
            <pc:docMk/>
            <pc:sldMk cId="3852424056" sldId="4844"/>
            <ac:spMk id="45" creationId="{7A732980-2939-7C8D-4F8F-680ECD485098}"/>
          </ac:spMkLst>
        </pc:spChg>
        <pc:spChg chg="mod">
          <ac:chgData name="Yuanhe Tian" userId="8b41a650fa060b16" providerId="LiveId" clId="{22B080D1-78CA-214A-9533-0068418D0107}" dt="2025-05-08T18:03:27.072" v="238" actId="164"/>
          <ac:spMkLst>
            <pc:docMk/>
            <pc:sldMk cId="3852424056" sldId="4844"/>
            <ac:spMk id="49" creationId="{085621B2-0AC2-FFA8-A354-ED784A61C5BC}"/>
          </ac:spMkLst>
        </pc:spChg>
        <pc:spChg chg="mod">
          <ac:chgData name="Yuanhe Tian" userId="8b41a650fa060b16" providerId="LiveId" clId="{22B080D1-78CA-214A-9533-0068418D0107}" dt="2025-05-08T18:03:27.072" v="238" actId="164"/>
          <ac:spMkLst>
            <pc:docMk/>
            <pc:sldMk cId="3852424056" sldId="4844"/>
            <ac:spMk id="50" creationId="{3AE6A561-C42B-6D38-7DC1-D1B232A05B6B}"/>
          </ac:spMkLst>
        </pc:spChg>
        <pc:spChg chg="mod">
          <ac:chgData name="Yuanhe Tian" userId="8b41a650fa060b16" providerId="LiveId" clId="{22B080D1-78CA-214A-9533-0068418D0107}" dt="2025-05-08T18:03:27.072" v="238" actId="164"/>
          <ac:spMkLst>
            <pc:docMk/>
            <pc:sldMk cId="3852424056" sldId="4844"/>
            <ac:spMk id="51" creationId="{31E98BBF-4FBC-CCD5-DD3A-EF57AC4ADCC6}"/>
          </ac:spMkLst>
        </pc:spChg>
        <pc:spChg chg="mod">
          <ac:chgData name="Yuanhe Tian" userId="8b41a650fa060b16" providerId="LiveId" clId="{22B080D1-78CA-214A-9533-0068418D0107}" dt="2025-05-08T18:03:27.072" v="238" actId="164"/>
          <ac:spMkLst>
            <pc:docMk/>
            <pc:sldMk cId="3852424056" sldId="4844"/>
            <ac:spMk id="52" creationId="{20B234EE-5953-9C8F-3E20-1A0C21C9D093}"/>
          </ac:spMkLst>
        </pc:spChg>
        <pc:spChg chg="mod topLvl">
          <ac:chgData name="Yuanhe Tian" userId="8b41a650fa060b16" providerId="LiveId" clId="{22B080D1-78CA-214A-9533-0068418D0107}" dt="2025-05-08T18:03:27.072" v="238" actId="164"/>
          <ac:spMkLst>
            <pc:docMk/>
            <pc:sldMk cId="3852424056" sldId="4844"/>
            <ac:spMk id="54" creationId="{3B06A78B-EB7C-E585-F5C0-08C46D6E434E}"/>
          </ac:spMkLst>
        </pc:spChg>
        <pc:spChg chg="mod">
          <ac:chgData name="Yuanhe Tian" userId="8b41a650fa060b16" providerId="LiveId" clId="{22B080D1-78CA-214A-9533-0068418D0107}" dt="2025-05-08T18:03:27.072" v="238" actId="164"/>
          <ac:spMkLst>
            <pc:docMk/>
            <pc:sldMk cId="3852424056" sldId="4844"/>
            <ac:spMk id="55" creationId="{92FCDF58-C2ED-A4B7-CBD4-E582390CFC5D}"/>
          </ac:spMkLst>
        </pc:spChg>
        <pc:spChg chg="mod">
          <ac:chgData name="Yuanhe Tian" userId="8b41a650fa060b16" providerId="LiveId" clId="{22B080D1-78CA-214A-9533-0068418D0107}" dt="2025-05-08T18:03:27.072" v="238" actId="164"/>
          <ac:spMkLst>
            <pc:docMk/>
            <pc:sldMk cId="3852424056" sldId="4844"/>
            <ac:spMk id="56" creationId="{7AFB762A-19B5-51FE-A5DC-7E017F3D9D0B}"/>
          </ac:spMkLst>
        </pc:spChg>
        <pc:spChg chg="mod topLvl">
          <ac:chgData name="Yuanhe Tian" userId="8b41a650fa060b16" providerId="LiveId" clId="{22B080D1-78CA-214A-9533-0068418D0107}" dt="2025-05-08T18:03:00.698" v="230" actId="165"/>
          <ac:spMkLst>
            <pc:docMk/>
            <pc:sldMk cId="3852424056" sldId="4844"/>
            <ac:spMk id="57" creationId="{04F2CF13-C880-5B41-8817-54C76DAA40D8}"/>
          </ac:spMkLst>
        </pc:spChg>
        <pc:spChg chg="mod topLvl">
          <ac:chgData name="Yuanhe Tian" userId="8b41a650fa060b16" providerId="LiveId" clId="{22B080D1-78CA-214A-9533-0068418D0107}" dt="2025-05-08T18:03:27.072" v="238" actId="164"/>
          <ac:spMkLst>
            <pc:docMk/>
            <pc:sldMk cId="3852424056" sldId="4844"/>
            <ac:spMk id="59" creationId="{FDC3D477-505A-6A02-C5B1-17E2C9F9D45C}"/>
          </ac:spMkLst>
        </pc:spChg>
        <pc:spChg chg="mod">
          <ac:chgData name="Yuanhe Tian" userId="8b41a650fa060b16" providerId="LiveId" clId="{22B080D1-78CA-214A-9533-0068418D0107}" dt="2025-05-08T18:03:27.072" v="238" actId="164"/>
          <ac:spMkLst>
            <pc:docMk/>
            <pc:sldMk cId="3852424056" sldId="4844"/>
            <ac:spMk id="60" creationId="{B220F34C-F467-4980-F221-388F74595E91}"/>
          </ac:spMkLst>
        </pc:spChg>
        <pc:spChg chg="mod topLvl">
          <ac:chgData name="Yuanhe Tian" userId="8b41a650fa060b16" providerId="LiveId" clId="{22B080D1-78CA-214A-9533-0068418D0107}" dt="2025-05-08T18:03:27.072" v="238" actId="164"/>
          <ac:spMkLst>
            <pc:docMk/>
            <pc:sldMk cId="3852424056" sldId="4844"/>
            <ac:spMk id="61" creationId="{2292B5FF-C019-FA7C-6CB0-215EEC7034E7}"/>
          </ac:spMkLst>
        </pc:spChg>
        <pc:spChg chg="mod topLvl">
          <ac:chgData name="Yuanhe Tian" userId="8b41a650fa060b16" providerId="LiveId" clId="{22B080D1-78CA-214A-9533-0068418D0107}" dt="2025-05-08T18:03:00.698" v="230" actId="165"/>
          <ac:spMkLst>
            <pc:docMk/>
            <pc:sldMk cId="3852424056" sldId="4844"/>
            <ac:spMk id="62" creationId="{DB7D17F4-0548-5AF9-1ACB-D247466DE340}"/>
          </ac:spMkLst>
        </pc:spChg>
        <pc:grpChg chg="mod">
          <ac:chgData name="Yuanhe Tian" userId="8b41a650fa060b16" providerId="LiveId" clId="{22B080D1-78CA-214A-9533-0068418D0107}" dt="2025-05-08T18:04:31.404" v="254" actId="1076"/>
          <ac:grpSpMkLst>
            <pc:docMk/>
            <pc:sldMk cId="3852424056" sldId="4844"/>
            <ac:grpSpMk id="47" creationId="{2A48468F-B0FA-3E9A-F561-BF07DF05A519}"/>
          </ac:grpSpMkLst>
        </pc:grpChg>
        <pc:grpChg chg="mod">
          <ac:chgData name="Yuanhe Tian" userId="8b41a650fa060b16" providerId="LiveId" clId="{22B080D1-78CA-214A-9533-0068418D0107}" dt="2025-05-08T18:04:31.404" v="254" actId="1076"/>
          <ac:grpSpMkLst>
            <pc:docMk/>
            <pc:sldMk cId="3852424056" sldId="4844"/>
            <ac:grpSpMk id="69" creationId="{1F917C16-4A20-0052-FA91-E44CC4D9FA10}"/>
          </ac:grpSpMkLst>
        </pc:grpChg>
        <pc:cxnChg chg="add mod">
          <ac:chgData name="Yuanhe Tian" userId="8b41a650fa060b16" providerId="LiveId" clId="{22B080D1-78CA-214A-9533-0068418D0107}" dt="2025-05-08T18:04:31.404" v="254" actId="1076"/>
          <ac:cxnSpMkLst>
            <pc:docMk/>
            <pc:sldMk cId="3852424056" sldId="4844"/>
            <ac:cxnSpMk id="71" creationId="{DBD3F260-E20A-F0E1-C553-3084D6CD63CA}"/>
          </ac:cxnSpMkLst>
        </pc:cxnChg>
        <pc:cxnChg chg="add mod">
          <ac:chgData name="Yuanhe Tian" userId="8b41a650fa060b16" providerId="LiveId" clId="{22B080D1-78CA-214A-9533-0068418D0107}" dt="2025-05-08T18:04:31.404" v="254" actId="1076"/>
          <ac:cxnSpMkLst>
            <pc:docMk/>
            <pc:sldMk cId="3852424056" sldId="4844"/>
            <ac:cxnSpMk id="72" creationId="{9F7B49E8-3668-22E8-32A8-402A273A727E}"/>
          </ac:cxnSpMkLst>
        </pc:cxnChg>
        <pc:cxnChg chg="add mod">
          <ac:chgData name="Yuanhe Tian" userId="8b41a650fa060b16" providerId="LiveId" clId="{22B080D1-78CA-214A-9533-0068418D0107}" dt="2025-05-08T18:04:31.404" v="254" actId="1076"/>
          <ac:cxnSpMkLst>
            <pc:docMk/>
            <pc:sldMk cId="3852424056" sldId="4844"/>
            <ac:cxnSpMk id="76" creationId="{031FCE26-7CDB-2DDF-37F7-6E09B2C2BEA2}"/>
          </ac:cxnSpMkLst>
        </pc:cxnChg>
        <pc:cxnChg chg="add mod">
          <ac:chgData name="Yuanhe Tian" userId="8b41a650fa060b16" providerId="LiveId" clId="{22B080D1-78CA-214A-9533-0068418D0107}" dt="2025-05-08T18:04:31.404" v="254" actId="1076"/>
          <ac:cxnSpMkLst>
            <pc:docMk/>
            <pc:sldMk cId="3852424056" sldId="4844"/>
            <ac:cxnSpMk id="79" creationId="{AFE1BCA6-C7A8-019B-9EE2-07BDACD6A46A}"/>
          </ac:cxnSpMkLst>
        </pc:cxnChg>
      </pc:sldChg>
      <pc:sldChg chg="add mod modShow">
        <pc:chgData name="Yuanhe Tian" userId="8b41a650fa060b16" providerId="LiveId" clId="{22B080D1-78CA-214A-9533-0068418D0107}" dt="2025-05-08T18:08:27.959" v="458" actId="729"/>
        <pc:sldMkLst>
          <pc:docMk/>
          <pc:sldMk cId="677373716" sldId="4863"/>
        </pc:sldMkLst>
      </pc:sldChg>
      <pc:sldChg chg="addSp modSp add mod modNotesTx">
        <pc:chgData name="Yuanhe Tian" userId="8b41a650fa060b16" providerId="LiveId" clId="{22B080D1-78CA-214A-9533-0068418D0107}" dt="2025-05-10T10:30:24.556" v="737" actId="1076"/>
        <pc:sldMkLst>
          <pc:docMk/>
          <pc:sldMk cId="3961814313" sldId="4864"/>
        </pc:sldMkLst>
        <pc:spChg chg="mod">
          <ac:chgData name="Yuanhe Tian" userId="8b41a650fa060b16" providerId="LiveId" clId="{22B080D1-78CA-214A-9533-0068418D0107}" dt="2025-05-10T10:30:00.018" v="706" actId="20577"/>
          <ac:spMkLst>
            <pc:docMk/>
            <pc:sldMk cId="3961814313" sldId="4864"/>
            <ac:spMk id="3" creationId="{8EA1498B-CEE0-E288-FA0D-F3B22541A333}"/>
          </ac:spMkLst>
        </pc:spChg>
        <pc:spChg chg="add mod">
          <ac:chgData name="Yuanhe Tian" userId="8b41a650fa060b16" providerId="LiveId" clId="{22B080D1-78CA-214A-9533-0068418D0107}" dt="2025-05-10T10:30:19.385" v="735" actId="403"/>
          <ac:spMkLst>
            <pc:docMk/>
            <pc:sldMk cId="3961814313" sldId="4864"/>
            <ac:spMk id="4" creationId="{1A96DB4C-48B9-5539-5438-D287E41427E4}"/>
          </ac:spMkLst>
        </pc:spChg>
        <pc:spChg chg="add mod">
          <ac:chgData name="Yuanhe Tian" userId="8b41a650fa060b16" providerId="LiveId" clId="{22B080D1-78CA-214A-9533-0068418D0107}" dt="2025-05-10T10:30:19.385" v="735" actId="403"/>
          <ac:spMkLst>
            <pc:docMk/>
            <pc:sldMk cId="3961814313" sldId="4864"/>
            <ac:spMk id="5" creationId="{885221EF-48AF-421E-0FE0-A4DC0DAEE138}"/>
          </ac:spMkLst>
        </pc:spChg>
        <pc:spChg chg="add mod">
          <ac:chgData name="Yuanhe Tian" userId="8b41a650fa060b16" providerId="LiveId" clId="{22B080D1-78CA-214A-9533-0068418D0107}" dt="2025-05-10T10:30:19.385" v="735" actId="403"/>
          <ac:spMkLst>
            <pc:docMk/>
            <pc:sldMk cId="3961814313" sldId="4864"/>
            <ac:spMk id="6" creationId="{FD3F627F-3D76-0F0C-4DDC-9E5B11B15552}"/>
          </ac:spMkLst>
        </pc:spChg>
        <pc:spChg chg="add mod">
          <ac:chgData name="Yuanhe Tian" userId="8b41a650fa060b16" providerId="LiveId" clId="{22B080D1-78CA-214A-9533-0068418D0107}" dt="2025-05-10T10:30:19.385" v="735" actId="403"/>
          <ac:spMkLst>
            <pc:docMk/>
            <pc:sldMk cId="3961814313" sldId="4864"/>
            <ac:spMk id="10" creationId="{BAE50DC1-8F8F-988E-C653-0D096D2181DF}"/>
          </ac:spMkLst>
        </pc:spChg>
        <pc:spChg chg="add mod">
          <ac:chgData name="Yuanhe Tian" userId="8b41a650fa060b16" providerId="LiveId" clId="{22B080D1-78CA-214A-9533-0068418D0107}" dt="2025-05-10T10:30:19.385" v="735" actId="403"/>
          <ac:spMkLst>
            <pc:docMk/>
            <pc:sldMk cId="3961814313" sldId="4864"/>
            <ac:spMk id="11" creationId="{011CFBC7-AB5C-9AF6-ADA4-D89A1650F107}"/>
          </ac:spMkLst>
        </pc:spChg>
        <pc:spChg chg="add mod">
          <ac:chgData name="Yuanhe Tian" userId="8b41a650fa060b16" providerId="LiveId" clId="{22B080D1-78CA-214A-9533-0068418D0107}" dt="2025-05-10T10:30:19.385" v="735" actId="403"/>
          <ac:spMkLst>
            <pc:docMk/>
            <pc:sldMk cId="3961814313" sldId="4864"/>
            <ac:spMk id="12" creationId="{A348441E-0526-C41A-AC86-429B0EDCE6A9}"/>
          </ac:spMkLst>
        </pc:spChg>
        <pc:spChg chg="add mod">
          <ac:chgData name="Yuanhe Tian" userId="8b41a650fa060b16" providerId="LiveId" clId="{22B080D1-78CA-214A-9533-0068418D0107}" dt="2025-05-10T10:30:19.385" v="735" actId="403"/>
          <ac:spMkLst>
            <pc:docMk/>
            <pc:sldMk cId="3961814313" sldId="4864"/>
            <ac:spMk id="13" creationId="{5F14D128-9DB2-D8A1-EB67-955B4DC5CD1D}"/>
          </ac:spMkLst>
        </pc:spChg>
        <pc:spChg chg="add mod">
          <ac:chgData name="Yuanhe Tian" userId="8b41a650fa060b16" providerId="LiveId" clId="{22B080D1-78CA-214A-9533-0068418D0107}" dt="2025-05-10T10:30:19.385" v="735" actId="403"/>
          <ac:spMkLst>
            <pc:docMk/>
            <pc:sldMk cId="3961814313" sldId="4864"/>
            <ac:spMk id="18" creationId="{D987084E-930A-6EBF-6661-909B52223BBB}"/>
          </ac:spMkLst>
        </pc:spChg>
        <pc:spChg chg="add mod">
          <ac:chgData name="Yuanhe Tian" userId="8b41a650fa060b16" providerId="LiveId" clId="{22B080D1-78CA-214A-9533-0068418D0107}" dt="2025-05-10T10:30:19.385" v="735" actId="403"/>
          <ac:spMkLst>
            <pc:docMk/>
            <pc:sldMk cId="3961814313" sldId="4864"/>
            <ac:spMk id="19" creationId="{05136138-84A7-B30D-BC78-5FBBA511E6DB}"/>
          </ac:spMkLst>
        </pc:spChg>
        <pc:spChg chg="add mod">
          <ac:chgData name="Yuanhe Tian" userId="8b41a650fa060b16" providerId="LiveId" clId="{22B080D1-78CA-214A-9533-0068418D0107}" dt="2025-05-10T10:30:19.385" v="735" actId="403"/>
          <ac:spMkLst>
            <pc:docMk/>
            <pc:sldMk cId="3961814313" sldId="4864"/>
            <ac:spMk id="20" creationId="{169F5D13-0EC9-FCDE-EA6D-D60BCB2139F1}"/>
          </ac:spMkLst>
        </pc:spChg>
        <pc:grpChg chg="mod">
          <ac:chgData name="Yuanhe Tian" userId="8b41a650fa060b16" providerId="LiveId" clId="{22B080D1-78CA-214A-9533-0068418D0107}" dt="2025-05-10T10:30:24.556" v="737" actId="1076"/>
          <ac:grpSpMkLst>
            <pc:docMk/>
            <pc:sldMk cId="3961814313" sldId="4864"/>
            <ac:grpSpMk id="23" creationId="{78F0397E-90F3-77C8-83B8-667D8B493CE7}"/>
          </ac:grpSpMkLst>
        </pc:grpChg>
      </pc:sldChg>
      <pc:sldChg chg="addSp modSp add mod modNotesTx">
        <pc:chgData name="Yuanhe Tian" userId="8b41a650fa060b16" providerId="LiveId" clId="{22B080D1-78CA-214A-9533-0068418D0107}" dt="2025-05-11T21:34:09.853" v="12693" actId="20577"/>
        <pc:sldMkLst>
          <pc:docMk/>
          <pc:sldMk cId="1776611266" sldId="4865"/>
        </pc:sldMkLst>
        <pc:spChg chg="mod">
          <ac:chgData name="Yuanhe Tian" userId="8b41a650fa060b16" providerId="LiveId" clId="{22B080D1-78CA-214A-9533-0068418D0107}" dt="2025-05-10T10:33:10.298" v="796" actId="1076"/>
          <ac:spMkLst>
            <pc:docMk/>
            <pc:sldMk cId="1776611266" sldId="4865"/>
            <ac:spMk id="21" creationId="{169C9CE0-7604-4527-2841-88873AC2090B}"/>
          </ac:spMkLst>
        </pc:spChg>
        <pc:grpChg chg="mod">
          <ac:chgData name="Yuanhe Tian" userId="8b41a650fa060b16" providerId="LiveId" clId="{22B080D1-78CA-214A-9533-0068418D0107}" dt="2025-05-10T10:33:07.748" v="795" actId="164"/>
          <ac:grpSpMkLst>
            <pc:docMk/>
            <pc:sldMk cId="1776611266" sldId="4865"/>
            <ac:grpSpMk id="6" creationId="{AD95BBAF-1313-0F22-FE03-EF744F5089CF}"/>
          </ac:grpSpMkLst>
        </pc:grpChg>
        <pc:grpChg chg="add mod">
          <ac:chgData name="Yuanhe Tian" userId="8b41a650fa060b16" providerId="LiveId" clId="{22B080D1-78CA-214A-9533-0068418D0107}" dt="2025-05-10T10:33:07.748" v="795" actId="164"/>
          <ac:grpSpMkLst>
            <pc:docMk/>
            <pc:sldMk cId="1776611266" sldId="4865"/>
            <ac:grpSpMk id="38" creationId="{3B41C77C-EB1B-8C30-742D-0C71F72FBB61}"/>
          </ac:grpSpMkLst>
        </pc:grpChg>
        <pc:cxnChg chg="mod">
          <ac:chgData name="Yuanhe Tian" userId="8b41a650fa060b16" providerId="LiveId" clId="{22B080D1-78CA-214A-9533-0068418D0107}" dt="2025-05-10T10:33:07.748" v="795" actId="164"/>
          <ac:cxnSpMkLst>
            <pc:docMk/>
            <pc:sldMk cId="1776611266" sldId="4865"/>
            <ac:cxnSpMk id="4" creationId="{244D5927-D22E-1B7F-439F-0C4569D2DBEB}"/>
          </ac:cxnSpMkLst>
        </pc:cxnChg>
        <pc:cxnChg chg="mod">
          <ac:chgData name="Yuanhe Tian" userId="8b41a650fa060b16" providerId="LiveId" clId="{22B080D1-78CA-214A-9533-0068418D0107}" dt="2025-05-10T10:33:07.748" v="795" actId="164"/>
          <ac:cxnSpMkLst>
            <pc:docMk/>
            <pc:sldMk cId="1776611266" sldId="4865"/>
            <ac:cxnSpMk id="5" creationId="{F203AB3C-37F6-6547-293A-F974160750A5}"/>
          </ac:cxnSpMkLst>
        </pc:cxnChg>
      </pc:sldChg>
      <pc:sldChg chg="addSp delSp modSp add mod modNotesTx">
        <pc:chgData name="Yuanhe Tian" userId="8b41a650fa060b16" providerId="LiveId" clId="{22B080D1-78CA-214A-9533-0068418D0107}" dt="2025-05-11T22:15:33.855" v="14141" actId="20577"/>
        <pc:sldMkLst>
          <pc:docMk/>
          <pc:sldMk cId="3486148897" sldId="4866"/>
        </pc:sldMkLst>
        <pc:spChg chg="mod">
          <ac:chgData name="Yuanhe Tian" userId="8b41a650fa060b16" providerId="LiveId" clId="{22B080D1-78CA-214A-9533-0068418D0107}" dt="2025-05-10T10:49:58.381" v="1365" actId="20577"/>
          <ac:spMkLst>
            <pc:docMk/>
            <pc:sldMk cId="3486148897" sldId="4866"/>
            <ac:spMk id="3" creationId="{E5F77290-C7AA-2A45-00BA-6974776BBC6E}"/>
          </ac:spMkLst>
        </pc:spChg>
        <pc:spChg chg="add mod">
          <ac:chgData name="Yuanhe Tian" userId="8b41a650fa060b16" providerId="LiveId" clId="{22B080D1-78CA-214A-9533-0068418D0107}" dt="2025-05-10T10:40:38.555" v="938" actId="164"/>
          <ac:spMkLst>
            <pc:docMk/>
            <pc:sldMk cId="3486148897" sldId="4866"/>
            <ac:spMk id="74" creationId="{F191DE3D-7DBD-23C5-2D86-27BAEA13324A}"/>
          </ac:spMkLst>
        </pc:spChg>
        <pc:spChg chg="add mod">
          <ac:chgData name="Yuanhe Tian" userId="8b41a650fa060b16" providerId="LiveId" clId="{22B080D1-78CA-214A-9533-0068418D0107}" dt="2025-05-10T10:40:38.555" v="938" actId="164"/>
          <ac:spMkLst>
            <pc:docMk/>
            <pc:sldMk cId="3486148897" sldId="4866"/>
            <ac:spMk id="75" creationId="{0E186156-0AE7-6841-81BE-8DC2EB843EF3}"/>
          </ac:spMkLst>
        </pc:spChg>
        <pc:grpChg chg="add mod">
          <ac:chgData name="Yuanhe Tian" userId="8b41a650fa060b16" providerId="LiveId" clId="{22B080D1-78CA-214A-9533-0068418D0107}" dt="2025-05-10T10:40:46.388" v="939" actId="1076"/>
          <ac:grpSpMkLst>
            <pc:docMk/>
            <pc:sldMk cId="3486148897" sldId="4866"/>
            <ac:grpSpMk id="76" creationId="{9B677195-25B1-2ED0-701F-DD4B25323015}"/>
          </ac:grpSpMkLst>
        </pc:grpChg>
        <pc:picChg chg="add mod">
          <ac:chgData name="Yuanhe Tian" userId="8b41a650fa060b16" providerId="LiveId" clId="{22B080D1-78CA-214A-9533-0068418D0107}" dt="2025-05-10T10:40:38.555" v="938" actId="164"/>
          <ac:picMkLst>
            <pc:docMk/>
            <pc:sldMk cId="3486148897" sldId="4866"/>
            <ac:picMk id="73" creationId="{0AFB4194-D987-0B09-0AEC-D79CDFD872C8}"/>
          </ac:picMkLst>
        </pc:picChg>
        <pc:picChg chg="add mod">
          <ac:chgData name="Yuanhe Tian" userId="8b41a650fa060b16" providerId="LiveId" clId="{22B080D1-78CA-214A-9533-0068418D0107}" dt="2025-05-10T10:48:23.810" v="1271" actId="1076"/>
          <ac:picMkLst>
            <pc:docMk/>
            <pc:sldMk cId="3486148897" sldId="4866"/>
            <ac:picMk id="2050" creationId="{21FE4EE6-031C-9B4E-D5D5-CB7167365D98}"/>
          </ac:picMkLst>
        </pc:picChg>
      </pc:sldChg>
      <pc:sldChg chg="addSp delSp modSp add mod modNotesTx">
        <pc:chgData name="Yuanhe Tian" userId="8b41a650fa060b16" providerId="LiveId" clId="{22B080D1-78CA-214A-9533-0068418D0107}" dt="2025-05-11T22:16:21.356" v="14179" actId="20577"/>
        <pc:sldMkLst>
          <pc:docMk/>
          <pc:sldMk cId="2441560073" sldId="4867"/>
        </pc:sldMkLst>
        <pc:spChg chg="mod">
          <ac:chgData name="Yuanhe Tian" userId="8b41a650fa060b16" providerId="LiveId" clId="{22B080D1-78CA-214A-9533-0068418D0107}" dt="2025-05-10T11:34:11.950" v="2870" actId="20577"/>
          <ac:spMkLst>
            <pc:docMk/>
            <pc:sldMk cId="2441560073" sldId="4867"/>
            <ac:spMk id="2" creationId="{1827B7C4-29DA-A05E-0846-C8D4D64FB011}"/>
          </ac:spMkLst>
        </pc:spChg>
        <pc:spChg chg="mod">
          <ac:chgData name="Yuanhe Tian" userId="8b41a650fa060b16" providerId="LiveId" clId="{22B080D1-78CA-214A-9533-0068418D0107}" dt="2025-05-10T10:51:28.641" v="1493" actId="14100"/>
          <ac:spMkLst>
            <pc:docMk/>
            <pc:sldMk cId="2441560073" sldId="4867"/>
            <ac:spMk id="3" creationId="{47F12204-1EA0-9AA6-CDC0-FCE9FE4F1AFD}"/>
          </ac:spMkLst>
        </pc:spChg>
        <pc:spChg chg="mod">
          <ac:chgData name="Yuanhe Tian" userId="8b41a650fa060b16" providerId="LiveId" clId="{22B080D1-78CA-214A-9533-0068418D0107}" dt="2025-05-11T22:15:51.238" v="14161"/>
          <ac:spMkLst>
            <pc:docMk/>
            <pc:sldMk cId="2441560073" sldId="4867"/>
            <ac:spMk id="8" creationId="{6239A611-B273-89CD-B61B-0FA4D90B024E}"/>
          </ac:spMkLst>
        </pc:spChg>
        <pc:spChg chg="mod">
          <ac:chgData name="Yuanhe Tian" userId="8b41a650fa060b16" providerId="LiveId" clId="{22B080D1-78CA-214A-9533-0068418D0107}" dt="2025-05-11T22:15:51.238" v="14161"/>
          <ac:spMkLst>
            <pc:docMk/>
            <pc:sldMk cId="2441560073" sldId="4867"/>
            <ac:spMk id="9" creationId="{9561090B-47CC-EB8E-44B3-46F4B45E40BC}"/>
          </ac:spMkLst>
        </pc:spChg>
        <pc:grpChg chg="add mod">
          <ac:chgData name="Yuanhe Tian" userId="8b41a650fa060b16" providerId="LiveId" clId="{22B080D1-78CA-214A-9533-0068418D0107}" dt="2025-05-11T22:15:53.538" v="14162" actId="1076"/>
          <ac:grpSpMkLst>
            <pc:docMk/>
            <pc:sldMk cId="2441560073" sldId="4867"/>
            <ac:grpSpMk id="6" creationId="{3385A878-E633-2ED9-FD64-238CC4D9CA67}"/>
          </ac:grpSpMkLst>
        </pc:grpChg>
        <pc:picChg chg="add mod">
          <ac:chgData name="Yuanhe Tian" userId="8b41a650fa060b16" providerId="LiveId" clId="{22B080D1-78CA-214A-9533-0068418D0107}" dt="2025-05-10T10:52:21.780" v="1511" actId="1076"/>
          <ac:picMkLst>
            <pc:docMk/>
            <pc:sldMk cId="2441560073" sldId="4867"/>
            <ac:picMk id="4" creationId="{7787C80D-B159-1CBF-2599-2DB53FF09E4C}"/>
          </ac:picMkLst>
        </pc:picChg>
        <pc:picChg chg="mod">
          <ac:chgData name="Yuanhe Tian" userId="8b41a650fa060b16" providerId="LiveId" clId="{22B080D1-78CA-214A-9533-0068418D0107}" dt="2025-05-11T22:15:51.238" v="14161"/>
          <ac:picMkLst>
            <pc:docMk/>
            <pc:sldMk cId="2441560073" sldId="4867"/>
            <ac:picMk id="7" creationId="{CC4343E8-7684-3238-99B0-94D89DE14B5E}"/>
          </ac:picMkLst>
        </pc:picChg>
        <pc:picChg chg="mod">
          <ac:chgData name="Yuanhe Tian" userId="8b41a650fa060b16" providerId="LiveId" clId="{22B080D1-78CA-214A-9533-0068418D0107}" dt="2025-05-10T10:52:27.543" v="1515" actId="1076"/>
          <ac:picMkLst>
            <pc:docMk/>
            <pc:sldMk cId="2441560073" sldId="4867"/>
            <ac:picMk id="2050" creationId="{399AE0F8-B66E-AA19-D633-1F0CE6BC79D0}"/>
          </ac:picMkLst>
        </pc:picChg>
      </pc:sldChg>
      <pc:sldChg chg="addSp delSp modSp add del mod modShow">
        <pc:chgData name="Yuanhe Tian" userId="8b41a650fa060b16" providerId="LiveId" clId="{22B080D1-78CA-214A-9533-0068418D0107}" dt="2025-05-11T11:29:03.027" v="7857" actId="2696"/>
        <pc:sldMkLst>
          <pc:docMk/>
          <pc:sldMk cId="3113992550" sldId="4868"/>
        </pc:sldMkLst>
      </pc:sldChg>
      <pc:sldChg chg="delSp modSp add del mod modShow">
        <pc:chgData name="Yuanhe Tian" userId="8b41a650fa060b16" providerId="LiveId" clId="{22B080D1-78CA-214A-9533-0068418D0107}" dt="2025-05-11T11:29:03.044" v="7860" actId="2696"/>
        <pc:sldMkLst>
          <pc:docMk/>
          <pc:sldMk cId="1206661318" sldId="4869"/>
        </pc:sldMkLst>
      </pc:sldChg>
      <pc:sldChg chg="addSp delSp modSp add del mod modShow">
        <pc:chgData name="Yuanhe Tian" userId="8b41a650fa060b16" providerId="LiveId" clId="{22B080D1-78CA-214A-9533-0068418D0107}" dt="2025-05-11T11:29:03.029" v="7858" actId="2696"/>
        <pc:sldMkLst>
          <pc:docMk/>
          <pc:sldMk cId="4093335376" sldId="4870"/>
        </pc:sldMkLst>
      </pc:sldChg>
      <pc:sldChg chg="addSp delSp modSp add mod modNotesTx">
        <pc:chgData name="Yuanhe Tian" userId="8b41a650fa060b16" providerId="LiveId" clId="{22B080D1-78CA-214A-9533-0068418D0107}" dt="2025-05-11T00:47:37.373" v="6644" actId="113"/>
        <pc:sldMkLst>
          <pc:docMk/>
          <pc:sldMk cId="1346565230" sldId="4871"/>
        </pc:sldMkLst>
        <pc:spChg chg="add mod">
          <ac:chgData name="Yuanhe Tian" userId="8b41a650fa060b16" providerId="LiveId" clId="{22B080D1-78CA-214A-9533-0068418D0107}" dt="2025-05-11T00:47:37.373" v="6644" actId="113"/>
          <ac:spMkLst>
            <pc:docMk/>
            <pc:sldMk cId="1346565230" sldId="4871"/>
            <ac:spMk id="3" creationId="{A4FEFEE4-6899-6648-4B2E-4A270FC59C08}"/>
          </ac:spMkLst>
        </pc:spChg>
      </pc:sldChg>
      <pc:sldChg chg="addSp delSp modSp add mod modNotesTx">
        <pc:chgData name="Yuanhe Tian" userId="8b41a650fa060b16" providerId="LiveId" clId="{22B080D1-78CA-214A-9533-0068418D0107}" dt="2025-05-10T11:54:57.442" v="3947" actId="27636"/>
        <pc:sldMkLst>
          <pc:docMk/>
          <pc:sldMk cId="3777561760" sldId="4872"/>
        </pc:sldMkLst>
        <pc:spChg chg="mod">
          <ac:chgData name="Yuanhe Tian" userId="8b41a650fa060b16" providerId="LiveId" clId="{22B080D1-78CA-214A-9533-0068418D0107}" dt="2025-05-10T11:13:01.650" v="1945" actId="20577"/>
          <ac:spMkLst>
            <pc:docMk/>
            <pc:sldMk cId="3777561760" sldId="4872"/>
            <ac:spMk id="2" creationId="{C3600206-E500-DFF9-1C2E-3FDEBE68806F}"/>
          </ac:spMkLst>
        </pc:spChg>
        <pc:spChg chg="mod">
          <ac:chgData name="Yuanhe Tian" userId="8b41a650fa060b16" providerId="LiveId" clId="{22B080D1-78CA-214A-9533-0068418D0107}" dt="2025-05-10T11:54:57.442" v="3947" actId="27636"/>
          <ac:spMkLst>
            <pc:docMk/>
            <pc:sldMk cId="3777561760" sldId="4872"/>
            <ac:spMk id="3" creationId="{D1A68AFA-E889-604C-1BDF-39346B76B742}"/>
          </ac:spMkLst>
        </pc:spChg>
        <pc:picChg chg="add mod">
          <ac:chgData name="Yuanhe Tian" userId="8b41a650fa060b16" providerId="LiveId" clId="{22B080D1-78CA-214A-9533-0068418D0107}" dt="2025-05-10T11:51:51.363" v="3611" actId="1076"/>
          <ac:picMkLst>
            <pc:docMk/>
            <pc:sldMk cId="3777561760" sldId="4872"/>
            <ac:picMk id="6" creationId="{3D394B18-C735-DFDA-A734-D40655CAAB32}"/>
          </ac:picMkLst>
        </pc:picChg>
      </pc:sldChg>
      <pc:sldChg chg="addSp delSp modSp add mod modNotesTx">
        <pc:chgData name="Yuanhe Tian" userId="8b41a650fa060b16" providerId="LiveId" clId="{22B080D1-78CA-214A-9533-0068418D0107}" dt="2025-05-11T23:18:06.867" v="20779" actId="20577"/>
        <pc:sldMkLst>
          <pc:docMk/>
          <pc:sldMk cId="4200951889" sldId="4873"/>
        </pc:sldMkLst>
        <pc:spChg chg="mod">
          <ac:chgData name="Yuanhe Tian" userId="8b41a650fa060b16" providerId="LiveId" clId="{22B080D1-78CA-214A-9533-0068418D0107}" dt="2025-05-10T11:13:36.290" v="1987" actId="20577"/>
          <ac:spMkLst>
            <pc:docMk/>
            <pc:sldMk cId="4200951889" sldId="4873"/>
            <ac:spMk id="2" creationId="{1BFA1432-1E8C-9CA5-AAE4-F45B4BAE0057}"/>
          </ac:spMkLst>
        </pc:spChg>
        <pc:spChg chg="mod">
          <ac:chgData name="Yuanhe Tian" userId="8b41a650fa060b16" providerId="LiveId" clId="{22B080D1-78CA-214A-9533-0068418D0107}" dt="2025-05-10T11:59:49.625" v="4109" actId="20577"/>
          <ac:spMkLst>
            <pc:docMk/>
            <pc:sldMk cId="4200951889" sldId="4873"/>
            <ac:spMk id="3" creationId="{EAEEAE3B-86E6-1744-08A4-73CFF6974F73}"/>
          </ac:spMkLst>
        </pc:spChg>
        <pc:spChg chg="add mod">
          <ac:chgData name="Yuanhe Tian" userId="8b41a650fa060b16" providerId="LiveId" clId="{22B080D1-78CA-214A-9533-0068418D0107}" dt="2025-05-10T12:00:37.419" v="4132" actId="164"/>
          <ac:spMkLst>
            <pc:docMk/>
            <pc:sldMk cId="4200951889" sldId="4873"/>
            <ac:spMk id="8" creationId="{AAE0D7FF-CF45-FD65-482D-1A0A5CFA9942}"/>
          </ac:spMkLst>
        </pc:spChg>
        <pc:spChg chg="add mod">
          <ac:chgData name="Yuanhe Tian" userId="8b41a650fa060b16" providerId="LiveId" clId="{22B080D1-78CA-214A-9533-0068418D0107}" dt="2025-05-10T12:00:37.419" v="4132" actId="164"/>
          <ac:spMkLst>
            <pc:docMk/>
            <pc:sldMk cId="4200951889" sldId="4873"/>
            <ac:spMk id="9" creationId="{88C4D66F-FB4F-4BAB-2766-B5F92970D35C}"/>
          </ac:spMkLst>
        </pc:spChg>
        <pc:spChg chg="add mod">
          <ac:chgData name="Yuanhe Tian" userId="8b41a650fa060b16" providerId="LiveId" clId="{22B080D1-78CA-214A-9533-0068418D0107}" dt="2025-05-10T12:00:37.419" v="4132" actId="164"/>
          <ac:spMkLst>
            <pc:docMk/>
            <pc:sldMk cId="4200951889" sldId="4873"/>
            <ac:spMk id="10" creationId="{432B8D0C-169C-4088-87E4-FB898C5410CA}"/>
          </ac:spMkLst>
        </pc:spChg>
        <pc:spChg chg="add mod">
          <ac:chgData name="Yuanhe Tian" userId="8b41a650fa060b16" providerId="LiveId" clId="{22B080D1-78CA-214A-9533-0068418D0107}" dt="2025-05-10T12:00:37.419" v="4132" actId="164"/>
          <ac:spMkLst>
            <pc:docMk/>
            <pc:sldMk cId="4200951889" sldId="4873"/>
            <ac:spMk id="11" creationId="{411553B8-9BA9-ED70-F07D-163248B2DB36}"/>
          </ac:spMkLst>
        </pc:spChg>
        <pc:spChg chg="add mod">
          <ac:chgData name="Yuanhe Tian" userId="8b41a650fa060b16" providerId="LiveId" clId="{22B080D1-78CA-214A-9533-0068418D0107}" dt="2025-05-10T12:00:37.419" v="4132" actId="164"/>
          <ac:spMkLst>
            <pc:docMk/>
            <pc:sldMk cId="4200951889" sldId="4873"/>
            <ac:spMk id="12" creationId="{7672F7D9-8F94-3180-A2ED-75B449BEB167}"/>
          </ac:spMkLst>
        </pc:spChg>
        <pc:spChg chg="add mod">
          <ac:chgData name="Yuanhe Tian" userId="8b41a650fa060b16" providerId="LiveId" clId="{22B080D1-78CA-214A-9533-0068418D0107}" dt="2025-05-10T12:00:37.419" v="4132" actId="164"/>
          <ac:spMkLst>
            <pc:docMk/>
            <pc:sldMk cId="4200951889" sldId="4873"/>
            <ac:spMk id="13" creationId="{0733E52A-2DD4-829A-2709-B13C0AE620E5}"/>
          </ac:spMkLst>
        </pc:spChg>
        <pc:spChg chg="add mod">
          <ac:chgData name="Yuanhe Tian" userId="8b41a650fa060b16" providerId="LiveId" clId="{22B080D1-78CA-214A-9533-0068418D0107}" dt="2025-05-10T12:01:58.364" v="4211"/>
          <ac:spMkLst>
            <pc:docMk/>
            <pc:sldMk cId="4200951889" sldId="4873"/>
            <ac:spMk id="15" creationId="{DA2F4B3C-891F-F599-6827-F5DA60121D37}"/>
          </ac:spMkLst>
        </pc:spChg>
        <pc:grpChg chg="add mod">
          <ac:chgData name="Yuanhe Tian" userId="8b41a650fa060b16" providerId="LiveId" clId="{22B080D1-78CA-214A-9533-0068418D0107}" dt="2025-05-10T12:02:00.788" v="4212" actId="1076"/>
          <ac:grpSpMkLst>
            <pc:docMk/>
            <pc:sldMk cId="4200951889" sldId="4873"/>
            <ac:grpSpMk id="14" creationId="{DD0C5098-7D02-0AFA-83E7-9E31555AA415}"/>
          </ac:grpSpMkLst>
        </pc:grpChg>
        <pc:picChg chg="add mod">
          <ac:chgData name="Yuanhe Tian" userId="8b41a650fa060b16" providerId="LiveId" clId="{22B080D1-78CA-214A-9533-0068418D0107}" dt="2025-05-10T12:00:37.419" v="4132" actId="164"/>
          <ac:picMkLst>
            <pc:docMk/>
            <pc:sldMk cId="4200951889" sldId="4873"/>
            <ac:picMk id="7" creationId="{068A04E2-DAA7-F140-0A4A-D04F7FAB95DE}"/>
          </ac:picMkLst>
        </pc:picChg>
      </pc:sldChg>
      <pc:sldChg chg="delSp modSp add del mod modShow">
        <pc:chgData name="Yuanhe Tian" userId="8b41a650fa060b16" providerId="LiveId" clId="{22B080D1-78CA-214A-9533-0068418D0107}" dt="2025-05-11T11:29:03.030" v="7859" actId="2696"/>
        <pc:sldMkLst>
          <pc:docMk/>
          <pc:sldMk cId="1951602453" sldId="4874"/>
        </pc:sldMkLst>
      </pc:sldChg>
      <pc:sldChg chg="modSp add mod modNotesTx">
        <pc:chgData name="Yuanhe Tian" userId="8b41a650fa060b16" providerId="LiveId" clId="{22B080D1-78CA-214A-9533-0068418D0107}" dt="2025-05-11T22:19:16.902" v="14610" actId="20577"/>
        <pc:sldMkLst>
          <pc:docMk/>
          <pc:sldMk cId="924836700" sldId="4875"/>
        </pc:sldMkLst>
        <pc:spChg chg="mod">
          <ac:chgData name="Yuanhe Tian" userId="8b41a650fa060b16" providerId="LiveId" clId="{22B080D1-78CA-214A-9533-0068418D0107}" dt="2025-05-11T12:15:29.877" v="9451"/>
          <ac:spMkLst>
            <pc:docMk/>
            <pc:sldMk cId="924836700" sldId="4875"/>
            <ac:spMk id="2" creationId="{BE151268-426C-9C93-D57A-728052A14E11}"/>
          </ac:spMkLst>
        </pc:spChg>
        <pc:spChg chg="mod">
          <ac:chgData name="Yuanhe Tian" userId="8b41a650fa060b16" providerId="LiveId" clId="{22B080D1-78CA-214A-9533-0068418D0107}" dt="2025-05-11T12:15:42.974" v="9469" actId="20577"/>
          <ac:spMkLst>
            <pc:docMk/>
            <pc:sldMk cId="924836700" sldId="4875"/>
            <ac:spMk id="4" creationId="{1907F862-80F2-29C7-0BF9-6D9BC6E1D87E}"/>
          </ac:spMkLst>
        </pc:spChg>
      </pc:sldChg>
      <pc:sldChg chg="addSp modSp add del mod modNotesTx">
        <pc:chgData name="Yuanhe Tian" userId="8b41a650fa060b16" providerId="LiveId" clId="{22B080D1-78CA-214A-9533-0068418D0107}" dt="2025-05-11T12:15:14.058" v="9449" actId="2696"/>
        <pc:sldMkLst>
          <pc:docMk/>
          <pc:sldMk cId="1797743590" sldId="4875"/>
        </pc:sldMkLst>
      </pc:sldChg>
      <pc:sldChg chg="modSp add mod">
        <pc:chgData name="Yuanhe Tian" userId="8b41a650fa060b16" providerId="LiveId" clId="{22B080D1-78CA-214A-9533-0068418D0107}" dt="2025-05-11T12:15:47.989" v="9470"/>
        <pc:sldMkLst>
          <pc:docMk/>
          <pc:sldMk cId="398961079" sldId="4876"/>
        </pc:sldMkLst>
        <pc:spChg chg="mod">
          <ac:chgData name="Yuanhe Tian" userId="8b41a650fa060b16" providerId="LiveId" clId="{22B080D1-78CA-214A-9533-0068418D0107}" dt="2025-05-11T12:15:33.339" v="9452"/>
          <ac:spMkLst>
            <pc:docMk/>
            <pc:sldMk cId="398961079" sldId="4876"/>
            <ac:spMk id="2" creationId="{C92972C6-2234-E274-482E-1CC660BA281D}"/>
          </ac:spMkLst>
        </pc:spChg>
        <pc:spChg chg="mod">
          <ac:chgData name="Yuanhe Tian" userId="8b41a650fa060b16" providerId="LiveId" clId="{22B080D1-78CA-214A-9533-0068418D0107}" dt="2025-05-11T12:15:47.989" v="9470"/>
          <ac:spMkLst>
            <pc:docMk/>
            <pc:sldMk cId="398961079" sldId="4876"/>
            <ac:spMk id="4" creationId="{310EA771-A8CA-DEBE-F072-1DE48ADE9870}"/>
          </ac:spMkLst>
        </pc:spChg>
      </pc:sldChg>
      <pc:sldChg chg="addSp delSp modSp add del mod modNotesTx">
        <pc:chgData name="Yuanhe Tian" userId="8b41a650fa060b16" providerId="LiveId" clId="{22B080D1-78CA-214A-9533-0068418D0107}" dt="2025-05-11T12:15:14.058" v="9449" actId="2696"/>
        <pc:sldMkLst>
          <pc:docMk/>
          <pc:sldMk cId="2016651129" sldId="4876"/>
        </pc:sldMkLst>
      </pc:sldChg>
      <pc:sldChg chg="addSp delSp modSp add mod modNotesTx">
        <pc:chgData name="Yuanhe Tian" userId="8b41a650fa060b16" providerId="LiveId" clId="{22B080D1-78CA-214A-9533-0068418D0107}" dt="2025-05-11T22:20:08.894" v="14718" actId="20577"/>
        <pc:sldMkLst>
          <pc:docMk/>
          <pc:sldMk cId="3639096728" sldId="4877"/>
        </pc:sldMkLst>
        <pc:spChg chg="mod">
          <ac:chgData name="Yuanhe Tian" userId="8b41a650fa060b16" providerId="LiveId" clId="{22B080D1-78CA-214A-9533-0068418D0107}" dt="2025-05-11T12:31:30.398" v="10669"/>
          <ac:spMkLst>
            <pc:docMk/>
            <pc:sldMk cId="3639096728" sldId="4877"/>
            <ac:spMk id="2" creationId="{3CCD76D4-4503-8075-DC75-048E40CF9B20}"/>
          </ac:spMkLst>
        </pc:spChg>
        <pc:spChg chg="mod">
          <ac:chgData name="Yuanhe Tian" userId="8b41a650fa060b16" providerId="LiveId" clId="{22B080D1-78CA-214A-9533-0068418D0107}" dt="2025-05-11T12:31:18.859" v="10668" actId="20577"/>
          <ac:spMkLst>
            <pc:docMk/>
            <pc:sldMk cId="3639096728" sldId="4877"/>
            <ac:spMk id="118" creationId="{8A911E25-AA4A-4592-D1A4-8B4A5C1C69A8}"/>
          </ac:spMkLst>
        </pc:spChg>
        <pc:picChg chg="add mod">
          <ac:chgData name="Yuanhe Tian" userId="8b41a650fa060b16" providerId="LiveId" clId="{22B080D1-78CA-214A-9533-0068418D0107}" dt="2025-05-11T12:27:53.868" v="10264" actId="1076"/>
          <ac:picMkLst>
            <pc:docMk/>
            <pc:sldMk cId="3639096728" sldId="4877"/>
            <ac:picMk id="3" creationId="{E0E7A56A-3F4A-C4F2-941E-7435CFA9BCEB}"/>
          </ac:picMkLst>
        </pc:picChg>
      </pc:sldChg>
      <pc:sldChg chg="delSp modSp add mod modNotesTx">
        <pc:chgData name="Yuanhe Tian" userId="8b41a650fa060b16" providerId="LiveId" clId="{22B080D1-78CA-214A-9533-0068418D0107}" dt="2025-05-11T23:05:30.049" v="18674" actId="20577"/>
        <pc:sldMkLst>
          <pc:docMk/>
          <pc:sldMk cId="2322531689" sldId="4878"/>
        </pc:sldMkLst>
        <pc:spChg chg="mod">
          <ac:chgData name="Yuanhe Tian" userId="8b41a650fa060b16" providerId="LiveId" clId="{22B080D1-78CA-214A-9533-0068418D0107}" dt="2025-05-11T12:34:14.766" v="10815"/>
          <ac:spMkLst>
            <pc:docMk/>
            <pc:sldMk cId="2322531689" sldId="4878"/>
            <ac:spMk id="2" creationId="{119B6357-3EB0-05EB-453E-1FAD63FF6166}"/>
          </ac:spMkLst>
        </pc:spChg>
        <pc:spChg chg="mod">
          <ac:chgData name="Yuanhe Tian" userId="8b41a650fa060b16" providerId="LiveId" clId="{22B080D1-78CA-214A-9533-0068418D0107}" dt="2025-05-11T23:05:30.049" v="18674" actId="20577"/>
          <ac:spMkLst>
            <pc:docMk/>
            <pc:sldMk cId="2322531689" sldId="4878"/>
            <ac:spMk id="118" creationId="{CD3E11B9-E1E2-57B5-15D7-27FC04E8A4CF}"/>
          </ac:spMkLst>
        </pc:spChg>
      </pc:sldChg>
      <pc:sldChg chg="addSp delSp modSp add mod modNotesTx">
        <pc:chgData name="Yuanhe Tian" userId="8b41a650fa060b16" providerId="LiveId" clId="{22B080D1-78CA-214A-9533-0068418D0107}" dt="2025-05-11T22:24:50.531" v="15429" actId="12385"/>
        <pc:sldMkLst>
          <pc:docMk/>
          <pc:sldMk cId="2139213269" sldId="4879"/>
        </pc:sldMkLst>
        <pc:spChg chg="mod">
          <ac:chgData name="Yuanhe Tian" userId="8b41a650fa060b16" providerId="LiveId" clId="{22B080D1-78CA-214A-9533-0068418D0107}" dt="2025-05-11T12:40:17.021" v="11151" actId="20577"/>
          <ac:spMkLst>
            <pc:docMk/>
            <pc:sldMk cId="2139213269" sldId="4879"/>
            <ac:spMk id="2" creationId="{07C7FC0D-4D92-8C5A-25DD-3125C28BEF41}"/>
          </ac:spMkLst>
        </pc:spChg>
        <pc:spChg chg="mod">
          <ac:chgData name="Yuanhe Tian" userId="8b41a650fa060b16" providerId="LiveId" clId="{22B080D1-78CA-214A-9533-0068418D0107}" dt="2025-05-11T12:45:48.061" v="11665" actId="20577"/>
          <ac:spMkLst>
            <pc:docMk/>
            <pc:sldMk cId="2139213269" sldId="4879"/>
            <ac:spMk id="118" creationId="{A38F64DC-18AF-FD9E-1FA5-BCD62F6DE73F}"/>
          </ac:spMkLst>
        </pc:spChg>
        <pc:graphicFrameChg chg="add mod modGraphic">
          <ac:chgData name="Yuanhe Tian" userId="8b41a650fa060b16" providerId="LiveId" clId="{22B080D1-78CA-214A-9533-0068418D0107}" dt="2025-05-11T22:24:50.531" v="15429" actId="12385"/>
          <ac:graphicFrameMkLst>
            <pc:docMk/>
            <pc:sldMk cId="2139213269" sldId="4879"/>
            <ac:graphicFrameMk id="4" creationId="{6FAC8FF9-3204-9785-BCF8-B2389EFBA75C}"/>
          </ac:graphicFrameMkLst>
        </pc:graphicFrameChg>
      </pc:sldChg>
      <pc:sldChg chg="modSp add del mod">
        <pc:chgData name="Yuanhe Tian" userId="8b41a650fa060b16" providerId="LiveId" clId="{22B080D1-78CA-214A-9533-0068418D0107}" dt="2025-05-10T12:11:27.677" v="4289" actId="2696"/>
        <pc:sldMkLst>
          <pc:docMk/>
          <pc:sldMk cId="3652298597" sldId="4880"/>
        </pc:sldMkLst>
      </pc:sldChg>
      <pc:sldChg chg="modSp add del mod">
        <pc:chgData name="Yuanhe Tian" userId="8b41a650fa060b16" providerId="LiveId" clId="{22B080D1-78CA-214A-9533-0068418D0107}" dt="2025-05-10T12:12:38.474" v="4488" actId="2696"/>
        <pc:sldMkLst>
          <pc:docMk/>
          <pc:sldMk cId="2919203774" sldId="4881"/>
        </pc:sldMkLst>
      </pc:sldChg>
      <pc:sldChg chg="modSp add mod modNotesTx">
        <pc:chgData name="Yuanhe Tian" userId="8b41a650fa060b16" providerId="LiveId" clId="{22B080D1-78CA-214A-9533-0068418D0107}" dt="2025-05-11T23:20:34.162" v="21141" actId="20577"/>
        <pc:sldMkLst>
          <pc:docMk/>
          <pc:sldMk cId="3805579431" sldId="4882"/>
        </pc:sldMkLst>
        <pc:spChg chg="mod">
          <ac:chgData name="Yuanhe Tian" userId="8b41a650fa060b16" providerId="LiveId" clId="{22B080D1-78CA-214A-9533-0068418D0107}" dt="2025-05-10T11:48:18.102" v="3545" actId="20577"/>
          <ac:spMkLst>
            <pc:docMk/>
            <pc:sldMk cId="3805579431" sldId="4882"/>
            <ac:spMk id="2" creationId="{D8D5FDF8-2A4E-A990-9277-FBAA53A11135}"/>
          </ac:spMkLst>
        </pc:spChg>
        <pc:spChg chg="mod">
          <ac:chgData name="Yuanhe Tian" userId="8b41a650fa060b16" providerId="LiveId" clId="{22B080D1-78CA-214A-9533-0068418D0107}" dt="2025-05-11T23:20:13.130" v="21069" actId="20577"/>
          <ac:spMkLst>
            <pc:docMk/>
            <pc:sldMk cId="3805579431" sldId="4882"/>
            <ac:spMk id="3" creationId="{59C5B766-90D8-85D7-6462-988ECDF1413E}"/>
          </ac:spMkLst>
        </pc:spChg>
      </pc:sldChg>
      <pc:sldChg chg="delSp modSp add mod modNotesTx">
        <pc:chgData name="Yuanhe Tian" userId="8b41a650fa060b16" providerId="LiveId" clId="{22B080D1-78CA-214A-9533-0068418D0107}" dt="2025-05-11T23:09:11.879" v="19033" actId="20577"/>
        <pc:sldMkLst>
          <pc:docMk/>
          <pc:sldMk cId="2578838543" sldId="4883"/>
        </pc:sldMkLst>
        <pc:spChg chg="mod">
          <ac:chgData name="Yuanhe Tian" userId="8b41a650fa060b16" providerId="LiveId" clId="{22B080D1-78CA-214A-9533-0068418D0107}" dt="2025-05-10T11:34:19.576" v="2878" actId="20577"/>
          <ac:spMkLst>
            <pc:docMk/>
            <pc:sldMk cId="2578838543" sldId="4883"/>
            <ac:spMk id="2" creationId="{991ACE87-9796-7844-FA4E-34B97672A827}"/>
          </ac:spMkLst>
        </pc:spChg>
        <pc:spChg chg="mod">
          <ac:chgData name="Yuanhe Tian" userId="8b41a650fa060b16" providerId="LiveId" clId="{22B080D1-78CA-214A-9533-0068418D0107}" dt="2025-05-11T12:59:46.181" v="12549" actId="20577"/>
          <ac:spMkLst>
            <pc:docMk/>
            <pc:sldMk cId="2578838543" sldId="4883"/>
            <ac:spMk id="3" creationId="{1B3D1714-1889-3F1A-45B8-8FB50F617C6B}"/>
          </ac:spMkLst>
        </pc:spChg>
      </pc:sldChg>
      <pc:sldChg chg="addSp delSp modSp add mod modNotesTx">
        <pc:chgData name="Yuanhe Tian" userId="8b41a650fa060b16" providerId="LiveId" clId="{22B080D1-78CA-214A-9533-0068418D0107}" dt="2025-05-11T22:29:14.816" v="15864" actId="20577"/>
        <pc:sldMkLst>
          <pc:docMk/>
          <pc:sldMk cId="2022953447" sldId="4884"/>
        </pc:sldMkLst>
        <pc:spChg chg="mod">
          <ac:chgData name="Yuanhe Tian" userId="8b41a650fa060b16" providerId="LiveId" clId="{22B080D1-78CA-214A-9533-0068418D0107}" dt="2025-05-11T12:46:38.779" v="11700"/>
          <ac:spMkLst>
            <pc:docMk/>
            <pc:sldMk cId="2022953447" sldId="4884"/>
            <ac:spMk id="2" creationId="{C5B86518-7E81-3683-C1D5-3453EF8A7F91}"/>
          </ac:spMkLst>
        </pc:spChg>
        <pc:spChg chg="mod">
          <ac:chgData name="Yuanhe Tian" userId="8b41a650fa060b16" providerId="LiveId" clId="{22B080D1-78CA-214A-9533-0068418D0107}" dt="2025-05-11T22:27:42.618" v="15669" actId="27636"/>
          <ac:spMkLst>
            <pc:docMk/>
            <pc:sldMk cId="2022953447" sldId="4884"/>
            <ac:spMk id="3" creationId="{CC8A182E-92B4-1242-1D39-23131ED149D3}"/>
          </ac:spMkLst>
        </pc:spChg>
        <pc:spChg chg="mod">
          <ac:chgData name="Yuanhe Tian" userId="8b41a650fa060b16" providerId="LiveId" clId="{22B080D1-78CA-214A-9533-0068418D0107}" dt="2025-05-10T11:39:07.707" v="3133"/>
          <ac:spMkLst>
            <pc:docMk/>
            <pc:sldMk cId="2022953447" sldId="4884"/>
            <ac:spMk id="69" creationId="{1C4014A8-8D18-37D7-4597-026FE7E0BA68}"/>
          </ac:spMkLst>
        </pc:spChg>
        <pc:spChg chg="mod">
          <ac:chgData name="Yuanhe Tian" userId="8b41a650fa060b16" providerId="LiveId" clId="{22B080D1-78CA-214A-9533-0068418D0107}" dt="2025-05-10T11:39:07.707" v="3133"/>
          <ac:spMkLst>
            <pc:docMk/>
            <pc:sldMk cId="2022953447" sldId="4884"/>
            <ac:spMk id="70" creationId="{B456A311-1C61-506C-8C8B-E9F8FCF2E273}"/>
          </ac:spMkLst>
        </pc:spChg>
        <pc:spChg chg="mod">
          <ac:chgData name="Yuanhe Tian" userId="8b41a650fa060b16" providerId="LiveId" clId="{22B080D1-78CA-214A-9533-0068418D0107}" dt="2025-05-10T11:39:07.707" v="3133"/>
          <ac:spMkLst>
            <pc:docMk/>
            <pc:sldMk cId="2022953447" sldId="4884"/>
            <ac:spMk id="71" creationId="{309B452D-B622-118E-2779-943B7302C322}"/>
          </ac:spMkLst>
        </pc:spChg>
        <pc:spChg chg="mod">
          <ac:chgData name="Yuanhe Tian" userId="8b41a650fa060b16" providerId="LiveId" clId="{22B080D1-78CA-214A-9533-0068418D0107}" dt="2025-05-10T11:39:07.707" v="3133"/>
          <ac:spMkLst>
            <pc:docMk/>
            <pc:sldMk cId="2022953447" sldId="4884"/>
            <ac:spMk id="86" creationId="{7D489057-6FBE-C5D2-A3D8-D9A50BC12B0B}"/>
          </ac:spMkLst>
        </pc:spChg>
        <pc:spChg chg="mod">
          <ac:chgData name="Yuanhe Tian" userId="8b41a650fa060b16" providerId="LiveId" clId="{22B080D1-78CA-214A-9533-0068418D0107}" dt="2025-05-10T11:39:07.707" v="3133"/>
          <ac:spMkLst>
            <pc:docMk/>
            <pc:sldMk cId="2022953447" sldId="4884"/>
            <ac:spMk id="100" creationId="{E16FCA9C-AD8C-3883-4C7D-F1CEE903DB93}"/>
          </ac:spMkLst>
        </pc:spChg>
        <pc:spChg chg="mod">
          <ac:chgData name="Yuanhe Tian" userId="8b41a650fa060b16" providerId="LiveId" clId="{22B080D1-78CA-214A-9533-0068418D0107}" dt="2025-05-10T11:39:07.707" v="3133"/>
          <ac:spMkLst>
            <pc:docMk/>
            <pc:sldMk cId="2022953447" sldId="4884"/>
            <ac:spMk id="112" creationId="{407A2C17-7D28-47EF-601C-3EBE9A52C840}"/>
          </ac:spMkLst>
        </pc:spChg>
        <pc:spChg chg="mod">
          <ac:chgData name="Yuanhe Tian" userId="8b41a650fa060b16" providerId="LiveId" clId="{22B080D1-78CA-214A-9533-0068418D0107}" dt="2025-05-10T11:39:07.707" v="3133"/>
          <ac:spMkLst>
            <pc:docMk/>
            <pc:sldMk cId="2022953447" sldId="4884"/>
            <ac:spMk id="120" creationId="{9E5A8D01-2CFB-9E83-3FEC-201992182443}"/>
          </ac:spMkLst>
        </pc:spChg>
        <pc:spChg chg="mod">
          <ac:chgData name="Yuanhe Tian" userId="8b41a650fa060b16" providerId="LiveId" clId="{22B080D1-78CA-214A-9533-0068418D0107}" dt="2025-05-10T11:39:07.707" v="3133"/>
          <ac:spMkLst>
            <pc:docMk/>
            <pc:sldMk cId="2022953447" sldId="4884"/>
            <ac:spMk id="121" creationId="{B239934C-63CE-CF02-6232-BB93C4574D68}"/>
          </ac:spMkLst>
        </pc:spChg>
        <pc:spChg chg="mod">
          <ac:chgData name="Yuanhe Tian" userId="8b41a650fa060b16" providerId="LiveId" clId="{22B080D1-78CA-214A-9533-0068418D0107}" dt="2025-05-10T11:39:07.707" v="3133"/>
          <ac:spMkLst>
            <pc:docMk/>
            <pc:sldMk cId="2022953447" sldId="4884"/>
            <ac:spMk id="122" creationId="{A1A2C37E-E25B-9ECE-A9DA-2AA2477BC77F}"/>
          </ac:spMkLst>
        </pc:spChg>
        <pc:spChg chg="mod">
          <ac:chgData name="Yuanhe Tian" userId="8b41a650fa060b16" providerId="LiveId" clId="{22B080D1-78CA-214A-9533-0068418D0107}" dt="2025-05-10T11:39:07.707" v="3133"/>
          <ac:spMkLst>
            <pc:docMk/>
            <pc:sldMk cId="2022953447" sldId="4884"/>
            <ac:spMk id="123" creationId="{D7107DA2-EED4-52A0-3ED5-3C9323F30938}"/>
          </ac:spMkLst>
        </pc:spChg>
      </pc:sldChg>
      <pc:sldChg chg="addSp delSp modSp add mod modNotesTx">
        <pc:chgData name="Yuanhe Tian" userId="8b41a650fa060b16" providerId="LiveId" clId="{22B080D1-78CA-214A-9533-0068418D0107}" dt="2025-05-11T23:08:16.333" v="18834" actId="20577"/>
        <pc:sldMkLst>
          <pc:docMk/>
          <pc:sldMk cId="2696965064" sldId="4885"/>
        </pc:sldMkLst>
        <pc:spChg chg="mod">
          <ac:chgData name="Yuanhe Tian" userId="8b41a650fa060b16" providerId="LiveId" clId="{22B080D1-78CA-214A-9533-0068418D0107}" dt="2025-05-11T00:41:10.443" v="6422"/>
          <ac:spMkLst>
            <pc:docMk/>
            <pc:sldMk cId="2696965064" sldId="4885"/>
            <ac:spMk id="2" creationId="{A0BA4330-7DE8-B5D6-C15D-B728FAEF4045}"/>
          </ac:spMkLst>
        </pc:spChg>
        <pc:spChg chg="mod">
          <ac:chgData name="Yuanhe Tian" userId="8b41a650fa060b16" providerId="LiveId" clId="{22B080D1-78CA-214A-9533-0068418D0107}" dt="2025-05-10T11:42:52.028" v="3521" actId="20577"/>
          <ac:spMkLst>
            <pc:docMk/>
            <pc:sldMk cId="2696965064" sldId="4885"/>
            <ac:spMk id="3" creationId="{899F4A33-579A-6405-1E18-9FC8C0C94797}"/>
          </ac:spMkLst>
        </pc:spChg>
        <pc:picChg chg="add mod">
          <ac:chgData name="Yuanhe Tian" userId="8b41a650fa060b16" providerId="LiveId" clId="{22B080D1-78CA-214A-9533-0068418D0107}" dt="2025-05-10T11:42:13.636" v="3388" actId="1076"/>
          <ac:picMkLst>
            <pc:docMk/>
            <pc:sldMk cId="2696965064" sldId="4885"/>
            <ac:picMk id="6" creationId="{8D83079F-26F2-E386-2216-29E093F6A3BF}"/>
          </ac:picMkLst>
        </pc:picChg>
        <pc:picChg chg="add mod">
          <ac:chgData name="Yuanhe Tian" userId="8b41a650fa060b16" providerId="LiveId" clId="{22B080D1-78CA-214A-9533-0068418D0107}" dt="2025-05-10T11:43:29.907" v="3524" actId="1076"/>
          <ac:picMkLst>
            <pc:docMk/>
            <pc:sldMk cId="2696965064" sldId="4885"/>
            <ac:picMk id="9" creationId="{86CCEA91-D021-BA87-3399-A55AA3BE85E1}"/>
          </ac:picMkLst>
        </pc:picChg>
      </pc:sldChg>
      <pc:sldChg chg="del">
        <pc:chgData name="Yuanhe Tian" userId="8b41a650fa060b16" providerId="LiveId" clId="{22B080D1-78CA-214A-9533-0068418D0107}" dt="2025-05-11T00:51:34.929" v="7034" actId="2696"/>
        <pc:sldMkLst>
          <pc:docMk/>
          <pc:sldMk cId="2891018947" sldId="4886"/>
        </pc:sldMkLst>
      </pc:sldChg>
      <pc:sldChg chg="del">
        <pc:chgData name="Yuanhe Tian" userId="8b41a650fa060b16" providerId="LiveId" clId="{22B080D1-78CA-214A-9533-0068418D0107}" dt="2025-05-11T00:49:29.140" v="6713" actId="2696"/>
        <pc:sldMkLst>
          <pc:docMk/>
          <pc:sldMk cId="1822700926" sldId="4887"/>
        </pc:sldMkLst>
      </pc:sldChg>
      <pc:sldChg chg="modSp add mod modNotesTx">
        <pc:chgData name="Yuanhe Tian" userId="8b41a650fa060b16" providerId="LiveId" clId="{22B080D1-78CA-214A-9533-0068418D0107}" dt="2025-05-11T00:51:23.603" v="7032" actId="20577"/>
        <pc:sldMkLst>
          <pc:docMk/>
          <pc:sldMk cId="1543165036" sldId="4888"/>
        </pc:sldMkLst>
        <pc:spChg chg="mod">
          <ac:chgData name="Yuanhe Tian" userId="8b41a650fa060b16" providerId="LiveId" clId="{22B080D1-78CA-214A-9533-0068418D0107}" dt="2025-05-11T00:49:19.978" v="6701" actId="20577"/>
          <ac:spMkLst>
            <pc:docMk/>
            <pc:sldMk cId="1543165036" sldId="4888"/>
            <ac:spMk id="2" creationId="{2DD2A1EE-1E2D-B817-14C4-2B1261D8320A}"/>
          </ac:spMkLst>
        </pc:spChg>
        <pc:spChg chg="mod">
          <ac:chgData name="Yuanhe Tian" userId="8b41a650fa060b16" providerId="LiveId" clId="{22B080D1-78CA-214A-9533-0068418D0107}" dt="2025-05-11T00:51:23.603" v="7032" actId="20577"/>
          <ac:spMkLst>
            <pc:docMk/>
            <pc:sldMk cId="1543165036" sldId="4888"/>
            <ac:spMk id="3" creationId="{C8FCCDEB-58F1-839A-2E9A-CD8FB28ED9EC}"/>
          </ac:spMkLst>
        </pc:spChg>
      </pc:sldChg>
      <pc:sldChg chg="modSp add mod modNotesTx">
        <pc:chgData name="Yuanhe Tian" userId="8b41a650fa060b16" providerId="LiveId" clId="{22B080D1-78CA-214A-9533-0068418D0107}" dt="2025-05-11T22:10:51.445" v="13980" actId="20577"/>
        <pc:sldMkLst>
          <pc:docMk/>
          <pc:sldMk cId="3346611826" sldId="4889"/>
        </pc:sldMkLst>
        <pc:spChg chg="mod">
          <ac:chgData name="Yuanhe Tian" userId="8b41a650fa060b16" providerId="LiveId" clId="{22B080D1-78CA-214A-9533-0068418D0107}" dt="2025-05-11T00:51:38.515" v="7044" actId="20577"/>
          <ac:spMkLst>
            <pc:docMk/>
            <pc:sldMk cId="3346611826" sldId="4889"/>
            <ac:spMk id="2" creationId="{8F484D12-0DE9-1CED-D668-962989695FDE}"/>
          </ac:spMkLst>
        </pc:spChg>
        <pc:spChg chg="mod">
          <ac:chgData name="Yuanhe Tian" userId="8b41a650fa060b16" providerId="LiveId" clId="{22B080D1-78CA-214A-9533-0068418D0107}" dt="2025-05-11T22:06:01.439" v="13851" actId="20577"/>
          <ac:spMkLst>
            <pc:docMk/>
            <pc:sldMk cId="3346611826" sldId="4889"/>
            <ac:spMk id="3" creationId="{5AAFE4C3-CE47-BB76-A106-BFC146C20582}"/>
          </ac:spMkLst>
        </pc:spChg>
      </pc:sldChg>
      <pc:sldChg chg="modSp add del mod">
        <pc:chgData name="Yuanhe Tian" userId="8b41a650fa060b16" providerId="LiveId" clId="{22B080D1-78CA-214A-9533-0068418D0107}" dt="2025-05-11T12:22:32.957" v="10121" actId="2696"/>
        <pc:sldMkLst>
          <pc:docMk/>
          <pc:sldMk cId="437197568" sldId="4890"/>
        </pc:sldMkLst>
      </pc:sldChg>
      <pc:sldChg chg="add del">
        <pc:chgData name="Yuanhe Tian" userId="8b41a650fa060b16" providerId="LiveId" clId="{22B080D1-78CA-214A-9533-0068418D0107}" dt="2025-05-11T12:22:31.181" v="10120" actId="2696"/>
        <pc:sldMkLst>
          <pc:docMk/>
          <pc:sldMk cId="4268102965" sldId="4891"/>
        </pc:sldMkLst>
      </pc:sldChg>
      <pc:sldChg chg="addSp modSp add mod modNotesTx">
        <pc:chgData name="Yuanhe Tian" userId="8b41a650fa060b16" providerId="LiveId" clId="{22B080D1-78CA-214A-9533-0068418D0107}" dt="2025-05-11T22:40:29.158" v="16619" actId="20577"/>
        <pc:sldMkLst>
          <pc:docMk/>
          <pc:sldMk cId="1916623224" sldId="4892"/>
        </pc:sldMkLst>
        <pc:spChg chg="mod">
          <ac:chgData name="Yuanhe Tian" userId="8b41a650fa060b16" providerId="LiveId" clId="{22B080D1-78CA-214A-9533-0068418D0107}" dt="2025-05-11T11:36:14.151" v="8479" actId="20577"/>
          <ac:spMkLst>
            <pc:docMk/>
            <pc:sldMk cId="1916623224" sldId="4892"/>
            <ac:spMk id="2" creationId="{F69724AF-70F5-A8F3-AF09-0F6B4CDACD03}"/>
          </ac:spMkLst>
        </pc:spChg>
        <pc:spChg chg="mod">
          <ac:chgData name="Yuanhe Tian" userId="8b41a650fa060b16" providerId="LiveId" clId="{22B080D1-78CA-214A-9533-0068418D0107}" dt="2025-05-11T22:39:33.252" v="16414" actId="20577"/>
          <ac:spMkLst>
            <pc:docMk/>
            <pc:sldMk cId="1916623224" sldId="4892"/>
            <ac:spMk id="4" creationId="{621EBAE5-EE91-7B70-34F4-05913923D5D5}"/>
          </ac:spMkLst>
        </pc:spChg>
        <pc:spChg chg="mod">
          <ac:chgData name="Yuanhe Tian" userId="8b41a650fa060b16" providerId="LiveId" clId="{22B080D1-78CA-214A-9533-0068418D0107}" dt="2025-05-11T12:05:17.822" v="9001"/>
          <ac:spMkLst>
            <pc:docMk/>
            <pc:sldMk cId="1916623224" sldId="4892"/>
            <ac:spMk id="18" creationId="{92DB768F-5533-7236-C08A-1E04D7334E9F}"/>
          </ac:spMkLst>
        </pc:spChg>
        <pc:spChg chg="mod">
          <ac:chgData name="Yuanhe Tian" userId="8b41a650fa060b16" providerId="LiveId" clId="{22B080D1-78CA-214A-9533-0068418D0107}" dt="2025-05-11T12:05:17.822" v="9001"/>
          <ac:spMkLst>
            <pc:docMk/>
            <pc:sldMk cId="1916623224" sldId="4892"/>
            <ac:spMk id="23" creationId="{05D2A472-AEC8-997B-6CB4-56FAB954D1C3}"/>
          </ac:spMkLst>
        </pc:spChg>
        <pc:spChg chg="mod">
          <ac:chgData name="Yuanhe Tian" userId="8b41a650fa060b16" providerId="LiveId" clId="{22B080D1-78CA-214A-9533-0068418D0107}" dt="2025-05-11T12:05:17.822" v="9001"/>
          <ac:spMkLst>
            <pc:docMk/>
            <pc:sldMk cId="1916623224" sldId="4892"/>
            <ac:spMk id="27" creationId="{34690BD8-8019-6FD4-9612-9867A93DA1B3}"/>
          </ac:spMkLst>
        </pc:spChg>
        <pc:spChg chg="mod">
          <ac:chgData name="Yuanhe Tian" userId="8b41a650fa060b16" providerId="LiveId" clId="{22B080D1-78CA-214A-9533-0068418D0107}" dt="2025-05-11T12:05:17.822" v="9001"/>
          <ac:spMkLst>
            <pc:docMk/>
            <pc:sldMk cId="1916623224" sldId="4892"/>
            <ac:spMk id="32" creationId="{06A7ECD9-40CC-D625-7A9E-7A8282A270F1}"/>
          </ac:spMkLst>
        </pc:spChg>
        <pc:spChg chg="mod">
          <ac:chgData name="Yuanhe Tian" userId="8b41a650fa060b16" providerId="LiveId" clId="{22B080D1-78CA-214A-9533-0068418D0107}" dt="2025-05-11T12:05:17.822" v="9001"/>
          <ac:spMkLst>
            <pc:docMk/>
            <pc:sldMk cId="1916623224" sldId="4892"/>
            <ac:spMk id="59" creationId="{B78140D6-BA0F-7503-8F73-01C22EE5968F}"/>
          </ac:spMkLst>
        </pc:spChg>
        <pc:spChg chg="mod">
          <ac:chgData name="Yuanhe Tian" userId="8b41a650fa060b16" providerId="LiveId" clId="{22B080D1-78CA-214A-9533-0068418D0107}" dt="2025-05-11T12:05:17.822" v="9001"/>
          <ac:spMkLst>
            <pc:docMk/>
            <pc:sldMk cId="1916623224" sldId="4892"/>
            <ac:spMk id="85" creationId="{F148739F-7882-9161-629F-4AC8E7F232EB}"/>
          </ac:spMkLst>
        </pc:spChg>
        <pc:spChg chg="mod">
          <ac:chgData name="Yuanhe Tian" userId="8b41a650fa060b16" providerId="LiveId" clId="{22B080D1-78CA-214A-9533-0068418D0107}" dt="2025-05-11T12:05:17.822" v="9001"/>
          <ac:spMkLst>
            <pc:docMk/>
            <pc:sldMk cId="1916623224" sldId="4892"/>
            <ac:spMk id="91" creationId="{93D8339F-7727-03D5-DDE9-1257CDFB28A9}"/>
          </ac:spMkLst>
        </pc:spChg>
        <pc:spChg chg="mod">
          <ac:chgData name="Yuanhe Tian" userId="8b41a650fa060b16" providerId="LiveId" clId="{22B080D1-78CA-214A-9533-0068418D0107}" dt="2025-05-11T12:05:17.822" v="9001"/>
          <ac:spMkLst>
            <pc:docMk/>
            <pc:sldMk cId="1916623224" sldId="4892"/>
            <ac:spMk id="98" creationId="{B3899529-841C-CEFD-9BCF-3A834705A6B0}"/>
          </ac:spMkLst>
        </pc:spChg>
        <pc:spChg chg="mod">
          <ac:chgData name="Yuanhe Tian" userId="8b41a650fa060b16" providerId="LiveId" clId="{22B080D1-78CA-214A-9533-0068418D0107}" dt="2025-05-11T12:05:17.822" v="9001"/>
          <ac:spMkLst>
            <pc:docMk/>
            <pc:sldMk cId="1916623224" sldId="4892"/>
            <ac:spMk id="99" creationId="{B8C42696-A935-1EE6-1BDD-D4D91E6B61FC}"/>
          </ac:spMkLst>
        </pc:spChg>
        <pc:spChg chg="mod">
          <ac:chgData name="Yuanhe Tian" userId="8b41a650fa060b16" providerId="LiveId" clId="{22B080D1-78CA-214A-9533-0068418D0107}" dt="2025-05-11T12:05:17.822" v="9001"/>
          <ac:spMkLst>
            <pc:docMk/>
            <pc:sldMk cId="1916623224" sldId="4892"/>
            <ac:spMk id="106" creationId="{B2F6800A-A6D3-C4D0-505B-14CA6C341E31}"/>
          </ac:spMkLst>
        </pc:spChg>
        <pc:spChg chg="mod">
          <ac:chgData name="Yuanhe Tian" userId="8b41a650fa060b16" providerId="LiveId" clId="{22B080D1-78CA-214A-9533-0068418D0107}" dt="2025-05-11T12:05:41.879" v="9027" actId="164"/>
          <ac:spMkLst>
            <pc:docMk/>
            <pc:sldMk cId="1916623224" sldId="4892"/>
            <ac:spMk id="155" creationId="{C9E0518D-5CA0-4E77-9967-83197A3831C6}"/>
          </ac:spMkLst>
        </pc:spChg>
        <pc:spChg chg="mod">
          <ac:chgData name="Yuanhe Tian" userId="8b41a650fa060b16" providerId="LiveId" clId="{22B080D1-78CA-214A-9533-0068418D0107}" dt="2025-05-11T12:05:41.879" v="9027" actId="164"/>
          <ac:spMkLst>
            <pc:docMk/>
            <pc:sldMk cId="1916623224" sldId="4892"/>
            <ac:spMk id="156" creationId="{1DC3B5DF-1324-EB32-6B59-6472B39438A0}"/>
          </ac:spMkLst>
        </pc:spChg>
        <pc:spChg chg="mod">
          <ac:chgData name="Yuanhe Tian" userId="8b41a650fa060b16" providerId="LiveId" clId="{22B080D1-78CA-214A-9533-0068418D0107}" dt="2025-05-11T12:05:41.879" v="9027" actId="164"/>
          <ac:spMkLst>
            <pc:docMk/>
            <pc:sldMk cId="1916623224" sldId="4892"/>
            <ac:spMk id="157" creationId="{1462E526-51F0-AA3E-8C4C-8B1619CA7EEE}"/>
          </ac:spMkLst>
        </pc:spChg>
        <pc:spChg chg="mod">
          <ac:chgData name="Yuanhe Tian" userId="8b41a650fa060b16" providerId="LiveId" clId="{22B080D1-78CA-214A-9533-0068418D0107}" dt="2025-05-11T12:05:41.879" v="9027" actId="164"/>
          <ac:spMkLst>
            <pc:docMk/>
            <pc:sldMk cId="1916623224" sldId="4892"/>
            <ac:spMk id="158" creationId="{CCE86B02-0803-17F6-F66D-35389EF3A1FD}"/>
          </ac:spMkLst>
        </pc:spChg>
        <pc:grpChg chg="mod">
          <ac:chgData name="Yuanhe Tian" userId="8b41a650fa060b16" providerId="LiveId" clId="{22B080D1-78CA-214A-9533-0068418D0107}" dt="2025-05-11T12:05:46.994" v="9029" actId="1076"/>
          <ac:grpSpMkLst>
            <pc:docMk/>
            <pc:sldMk cId="1916623224" sldId="4892"/>
            <ac:grpSpMk id="3" creationId="{FF0D0EB0-9FE3-ABB1-5E8F-A7E69ACA25B1}"/>
          </ac:grpSpMkLst>
        </pc:grpChg>
        <pc:grpChg chg="mod">
          <ac:chgData name="Yuanhe Tian" userId="8b41a650fa060b16" providerId="LiveId" clId="{22B080D1-78CA-214A-9533-0068418D0107}" dt="2025-05-11T12:05:41.879" v="9027" actId="164"/>
          <ac:grpSpMkLst>
            <pc:docMk/>
            <pc:sldMk cId="1916623224" sldId="4892"/>
            <ac:grpSpMk id="80" creationId="{0D3622FC-6733-7E57-E2CA-A6558DED2C84}"/>
          </ac:grpSpMkLst>
        </pc:grpChg>
        <pc:grpChg chg="add mod">
          <ac:chgData name="Yuanhe Tian" userId="8b41a650fa060b16" providerId="LiveId" clId="{22B080D1-78CA-214A-9533-0068418D0107}" dt="2025-05-11T12:05:53.503" v="9030" actId="1076"/>
          <ac:grpSpMkLst>
            <pc:docMk/>
            <pc:sldMk cId="1916623224" sldId="4892"/>
            <ac:grpSpMk id="159" creationId="{9A8C6AFD-2B46-2BFA-0BC5-A69F504A99AA}"/>
          </ac:grpSpMkLst>
        </pc:grpChg>
      </pc:sldChg>
      <pc:sldChg chg="addSp modSp add mod modNotesTx">
        <pc:chgData name="Yuanhe Tian" userId="8b41a650fa060b16" providerId="LiveId" clId="{22B080D1-78CA-214A-9533-0068418D0107}" dt="2025-05-11T22:19:47.858" v="14659" actId="20577"/>
        <pc:sldMkLst>
          <pc:docMk/>
          <pc:sldMk cId="2715970842" sldId="4893"/>
        </pc:sldMkLst>
        <pc:spChg chg="mod">
          <ac:chgData name="Yuanhe Tian" userId="8b41a650fa060b16" providerId="LiveId" clId="{22B080D1-78CA-214A-9533-0068418D0107}" dt="2025-05-11T12:07:16.660" v="9057" actId="20577"/>
          <ac:spMkLst>
            <pc:docMk/>
            <pc:sldMk cId="2715970842" sldId="4893"/>
            <ac:spMk id="2" creationId="{FB8A5E11-985D-2D98-41E2-E9FE1D9DE050}"/>
          </ac:spMkLst>
        </pc:spChg>
        <pc:spChg chg="mod">
          <ac:chgData name="Yuanhe Tian" userId="8b41a650fa060b16" providerId="LiveId" clId="{22B080D1-78CA-214A-9533-0068418D0107}" dt="2025-05-11T12:14:03.099" v="9443" actId="20577"/>
          <ac:spMkLst>
            <pc:docMk/>
            <pc:sldMk cId="2715970842" sldId="4893"/>
            <ac:spMk id="4" creationId="{4DFF7A8D-0DA4-7EE5-665B-11EDA88819B7}"/>
          </ac:spMkLst>
        </pc:spChg>
        <pc:picChg chg="add mod">
          <ac:chgData name="Yuanhe Tian" userId="8b41a650fa060b16" providerId="LiveId" clId="{22B080D1-78CA-214A-9533-0068418D0107}" dt="2025-05-11T12:14:51.866" v="9448" actId="1076"/>
          <ac:picMkLst>
            <pc:docMk/>
            <pc:sldMk cId="2715970842" sldId="4893"/>
            <ac:picMk id="3" creationId="{49F6DAEE-1D69-9095-77E1-49223C294EC1}"/>
          </ac:picMkLst>
        </pc:picChg>
      </pc:sldChg>
      <pc:sldChg chg="delSp modSp add mod modNotesTx">
        <pc:chgData name="Yuanhe Tian" userId="8b41a650fa060b16" providerId="LiveId" clId="{22B080D1-78CA-214A-9533-0068418D0107}" dt="2025-05-11T23:03:15.050" v="18605" actId="20577"/>
        <pc:sldMkLst>
          <pc:docMk/>
          <pc:sldMk cId="775208135" sldId="4894"/>
        </pc:sldMkLst>
        <pc:spChg chg="mod">
          <ac:chgData name="Yuanhe Tian" userId="8b41a650fa060b16" providerId="LiveId" clId="{22B080D1-78CA-214A-9533-0068418D0107}" dt="2025-05-11T23:01:12.658" v="18371" actId="20577"/>
          <ac:spMkLst>
            <pc:docMk/>
            <pc:sldMk cId="775208135" sldId="4894"/>
            <ac:spMk id="4" creationId="{256CDD95-82DF-81E5-CCB6-AFA16B6ABBF0}"/>
          </ac:spMkLst>
        </pc:spChg>
        <pc:spChg chg="mod">
          <ac:chgData name="Yuanhe Tian" userId="8b41a650fa060b16" providerId="LiveId" clId="{22B080D1-78CA-214A-9533-0068418D0107}" dt="2025-05-11T22:58:18.196" v="18249" actId="403"/>
          <ac:spMkLst>
            <pc:docMk/>
            <pc:sldMk cId="775208135" sldId="4894"/>
            <ac:spMk id="9" creationId="{04735769-7E0A-EA69-D641-996FB7FBD8A6}"/>
          </ac:spMkLst>
        </pc:spChg>
        <pc:spChg chg="mod">
          <ac:chgData name="Yuanhe Tian" userId="8b41a650fa060b16" providerId="LiveId" clId="{22B080D1-78CA-214A-9533-0068418D0107}" dt="2025-05-11T22:58:18.196" v="18249" actId="403"/>
          <ac:spMkLst>
            <pc:docMk/>
            <pc:sldMk cId="775208135" sldId="4894"/>
            <ac:spMk id="12" creationId="{8C37B3FF-E179-D9D9-1AB6-3D3BDA6E4366}"/>
          </ac:spMkLst>
        </pc:spChg>
        <pc:spChg chg="mod">
          <ac:chgData name="Yuanhe Tian" userId="8b41a650fa060b16" providerId="LiveId" clId="{22B080D1-78CA-214A-9533-0068418D0107}" dt="2025-05-11T22:58:46.266" v="18268" actId="1076"/>
          <ac:spMkLst>
            <pc:docMk/>
            <pc:sldMk cId="775208135" sldId="4894"/>
            <ac:spMk id="16" creationId="{76B6AD40-D26A-83BB-F382-E170CBF43482}"/>
          </ac:spMkLst>
        </pc:spChg>
        <pc:spChg chg="mod">
          <ac:chgData name="Yuanhe Tian" userId="8b41a650fa060b16" providerId="LiveId" clId="{22B080D1-78CA-214A-9533-0068418D0107}" dt="2025-05-11T22:58:18.196" v="18249" actId="403"/>
          <ac:spMkLst>
            <pc:docMk/>
            <pc:sldMk cId="775208135" sldId="4894"/>
            <ac:spMk id="18" creationId="{E48F4607-11B7-597A-D9A0-1A1C6D4E5B97}"/>
          </ac:spMkLst>
        </pc:spChg>
        <pc:spChg chg="mod">
          <ac:chgData name="Yuanhe Tian" userId="8b41a650fa060b16" providerId="LiveId" clId="{22B080D1-78CA-214A-9533-0068418D0107}" dt="2025-05-11T22:58:18.196" v="18249" actId="403"/>
          <ac:spMkLst>
            <pc:docMk/>
            <pc:sldMk cId="775208135" sldId="4894"/>
            <ac:spMk id="20" creationId="{5EF37A10-AA57-B13B-2E34-2F5CB220051D}"/>
          </ac:spMkLst>
        </pc:spChg>
        <pc:spChg chg="mod">
          <ac:chgData name="Yuanhe Tian" userId="8b41a650fa060b16" providerId="LiveId" clId="{22B080D1-78CA-214A-9533-0068418D0107}" dt="2025-05-11T23:03:01.272" v="18558" actId="20577"/>
          <ac:spMkLst>
            <pc:docMk/>
            <pc:sldMk cId="775208135" sldId="4894"/>
            <ac:spMk id="21" creationId="{6F0DCB7A-D750-EA3D-3A9B-9B26D6CFB04F}"/>
          </ac:spMkLst>
        </pc:spChg>
        <pc:spChg chg="mod">
          <ac:chgData name="Yuanhe Tian" userId="8b41a650fa060b16" providerId="LiveId" clId="{22B080D1-78CA-214A-9533-0068418D0107}" dt="2025-05-11T22:58:18.196" v="18249" actId="403"/>
          <ac:spMkLst>
            <pc:docMk/>
            <pc:sldMk cId="775208135" sldId="4894"/>
            <ac:spMk id="23" creationId="{C84BC400-F854-BE32-2A65-019B355C0816}"/>
          </ac:spMkLst>
        </pc:spChg>
        <pc:spChg chg="mod">
          <ac:chgData name="Yuanhe Tian" userId="8b41a650fa060b16" providerId="LiveId" clId="{22B080D1-78CA-214A-9533-0068418D0107}" dt="2025-05-11T22:58:18.196" v="18249" actId="403"/>
          <ac:spMkLst>
            <pc:docMk/>
            <pc:sldMk cId="775208135" sldId="4894"/>
            <ac:spMk id="25" creationId="{8AE0C858-BD3E-F269-90B1-D9A406E44E5B}"/>
          </ac:spMkLst>
        </pc:spChg>
        <pc:spChg chg="mod">
          <ac:chgData name="Yuanhe Tian" userId="8b41a650fa060b16" providerId="LiveId" clId="{22B080D1-78CA-214A-9533-0068418D0107}" dt="2025-05-11T22:58:42.667" v="18267" actId="20577"/>
          <ac:spMkLst>
            <pc:docMk/>
            <pc:sldMk cId="775208135" sldId="4894"/>
            <ac:spMk id="27" creationId="{7CFF1447-0319-5832-ACA5-F1E71FAAFF6F}"/>
          </ac:spMkLst>
        </pc:spChg>
        <pc:spChg chg="mod">
          <ac:chgData name="Yuanhe Tian" userId="8b41a650fa060b16" providerId="LiveId" clId="{22B080D1-78CA-214A-9533-0068418D0107}" dt="2025-05-11T22:58:18.196" v="18249" actId="403"/>
          <ac:spMkLst>
            <pc:docMk/>
            <pc:sldMk cId="775208135" sldId="4894"/>
            <ac:spMk id="28" creationId="{AF0EC59B-8C5D-6AE4-2603-8A6EA469A1AA}"/>
          </ac:spMkLst>
        </pc:spChg>
        <pc:spChg chg="mod">
          <ac:chgData name="Yuanhe Tian" userId="8b41a650fa060b16" providerId="LiveId" clId="{22B080D1-78CA-214A-9533-0068418D0107}" dt="2025-05-11T23:03:03.472" v="18559" actId="20577"/>
          <ac:spMkLst>
            <pc:docMk/>
            <pc:sldMk cId="775208135" sldId="4894"/>
            <ac:spMk id="32" creationId="{B9F0CEC6-972C-CE88-EA17-8130F71812FA}"/>
          </ac:spMkLst>
        </pc:spChg>
        <pc:spChg chg="mod">
          <ac:chgData name="Yuanhe Tian" userId="8b41a650fa060b16" providerId="LiveId" clId="{22B080D1-78CA-214A-9533-0068418D0107}" dt="2025-05-11T22:58:18.196" v="18249" actId="403"/>
          <ac:spMkLst>
            <pc:docMk/>
            <pc:sldMk cId="775208135" sldId="4894"/>
            <ac:spMk id="34" creationId="{D5F40046-9FB8-99F3-3A44-8730C385BEE8}"/>
          </ac:spMkLst>
        </pc:spChg>
        <pc:spChg chg="mod">
          <ac:chgData name="Yuanhe Tian" userId="8b41a650fa060b16" providerId="LiveId" clId="{22B080D1-78CA-214A-9533-0068418D0107}" dt="2025-05-11T22:58:18.196" v="18249" actId="403"/>
          <ac:spMkLst>
            <pc:docMk/>
            <pc:sldMk cId="775208135" sldId="4894"/>
            <ac:spMk id="35" creationId="{C4D10F4E-1420-6B77-4536-E1166A5E4ADA}"/>
          </ac:spMkLst>
        </pc:spChg>
        <pc:spChg chg="mod">
          <ac:chgData name="Yuanhe Tian" userId="8b41a650fa060b16" providerId="LiveId" clId="{22B080D1-78CA-214A-9533-0068418D0107}" dt="2025-05-11T22:58:18.196" v="18249" actId="403"/>
          <ac:spMkLst>
            <pc:docMk/>
            <pc:sldMk cId="775208135" sldId="4894"/>
            <ac:spMk id="36" creationId="{2A50E886-353C-2A20-0371-C45213ACA8E9}"/>
          </ac:spMkLst>
        </pc:spChg>
        <pc:grpChg chg="mod topLvl">
          <ac:chgData name="Yuanhe Tian" userId="8b41a650fa060b16" providerId="LiveId" clId="{22B080D1-78CA-214A-9533-0068418D0107}" dt="2025-05-11T22:58:21.356" v="18250" actId="1076"/>
          <ac:grpSpMkLst>
            <pc:docMk/>
            <pc:sldMk cId="775208135" sldId="4894"/>
            <ac:grpSpMk id="6" creationId="{BB3F8B8F-DA2C-1311-8B6E-98D90C0E2E95}"/>
          </ac:grpSpMkLst>
        </pc:grpChg>
      </pc:sldChg>
      <pc:sldChg chg="addSp delSp modSp add mod modNotesTx">
        <pc:chgData name="Yuanhe Tian" userId="8b41a650fa060b16" providerId="LiveId" clId="{22B080D1-78CA-214A-9533-0068418D0107}" dt="2025-05-11T22:21:00.650" v="14815" actId="20577"/>
        <pc:sldMkLst>
          <pc:docMk/>
          <pc:sldMk cId="3913758436" sldId="4895"/>
        </pc:sldMkLst>
        <pc:spChg chg="mod">
          <ac:chgData name="Yuanhe Tian" userId="8b41a650fa060b16" providerId="LiveId" clId="{22B080D1-78CA-214A-9533-0068418D0107}" dt="2025-05-11T12:33:41.813" v="10814" actId="20577"/>
          <ac:spMkLst>
            <pc:docMk/>
            <pc:sldMk cId="3913758436" sldId="4895"/>
            <ac:spMk id="118" creationId="{BA2C7BFC-C373-7A1B-C7A4-B260080DF141}"/>
          </ac:spMkLst>
        </pc:spChg>
        <pc:spChg chg="mod">
          <ac:chgData name="Yuanhe Tian" userId="8b41a650fa060b16" providerId="LiveId" clId="{22B080D1-78CA-214A-9533-0068418D0107}" dt="2025-05-11T12:33:02.929" v="10796" actId="1076"/>
          <ac:spMkLst>
            <pc:docMk/>
            <pc:sldMk cId="3913758436" sldId="4895"/>
            <ac:spMk id="119" creationId="{6C9AF855-0A14-99FA-FE81-72E11A303DCF}"/>
          </ac:spMkLst>
        </pc:spChg>
        <pc:picChg chg="add mod">
          <ac:chgData name="Yuanhe Tian" userId="8b41a650fa060b16" providerId="LiveId" clId="{22B080D1-78CA-214A-9533-0068418D0107}" dt="2025-05-11T12:32:52.396" v="10791" actId="1076"/>
          <ac:picMkLst>
            <pc:docMk/>
            <pc:sldMk cId="3913758436" sldId="4895"/>
            <ac:picMk id="4" creationId="{78E6A47C-6B0A-C6E0-0548-C08B6123D12E}"/>
          </ac:picMkLst>
        </pc:picChg>
      </pc:sldChg>
      <pc:sldChg chg="modSp add mod ord modNotesTx">
        <pc:chgData name="Yuanhe Tian" userId="8b41a650fa060b16" providerId="LiveId" clId="{22B080D1-78CA-214A-9533-0068418D0107}" dt="2025-05-11T22:23:05.075" v="15223" actId="20577"/>
        <pc:sldMkLst>
          <pc:docMk/>
          <pc:sldMk cId="1760172176" sldId="4896"/>
        </pc:sldMkLst>
        <pc:spChg chg="mod">
          <ac:chgData name="Yuanhe Tian" userId="8b41a650fa060b16" providerId="LiveId" clId="{22B080D1-78CA-214A-9533-0068418D0107}" dt="2025-05-11T12:53:27.748" v="11988" actId="403"/>
          <ac:spMkLst>
            <pc:docMk/>
            <pc:sldMk cId="1760172176" sldId="4896"/>
            <ac:spMk id="26" creationId="{E44E8838-73D4-82B7-0A4E-84677749C0CD}"/>
          </ac:spMkLst>
        </pc:spChg>
        <pc:spChg chg="mod">
          <ac:chgData name="Yuanhe Tian" userId="8b41a650fa060b16" providerId="LiveId" clId="{22B080D1-78CA-214A-9533-0068418D0107}" dt="2025-05-11T12:53:27.748" v="11988" actId="403"/>
          <ac:spMkLst>
            <pc:docMk/>
            <pc:sldMk cId="1760172176" sldId="4896"/>
            <ac:spMk id="30" creationId="{99EEB0C5-D01A-878E-910F-E9C41003AA46}"/>
          </ac:spMkLst>
        </pc:spChg>
        <pc:spChg chg="mod">
          <ac:chgData name="Yuanhe Tian" userId="8b41a650fa060b16" providerId="LiveId" clId="{22B080D1-78CA-214A-9533-0068418D0107}" dt="2025-05-11T12:53:27.748" v="11988" actId="403"/>
          <ac:spMkLst>
            <pc:docMk/>
            <pc:sldMk cId="1760172176" sldId="4896"/>
            <ac:spMk id="36" creationId="{F4235170-ECBE-D8AD-8A1D-835E16C59ED7}"/>
          </ac:spMkLst>
        </pc:spChg>
        <pc:spChg chg="mod">
          <ac:chgData name="Yuanhe Tian" userId="8b41a650fa060b16" providerId="LiveId" clId="{22B080D1-78CA-214A-9533-0068418D0107}" dt="2025-05-11T12:53:27.748" v="11988" actId="403"/>
          <ac:spMkLst>
            <pc:docMk/>
            <pc:sldMk cId="1760172176" sldId="4896"/>
            <ac:spMk id="39" creationId="{A940E516-2922-9144-B8DF-F9EAD39F84B4}"/>
          </ac:spMkLst>
        </pc:spChg>
        <pc:spChg chg="mod">
          <ac:chgData name="Yuanhe Tian" userId="8b41a650fa060b16" providerId="LiveId" clId="{22B080D1-78CA-214A-9533-0068418D0107}" dt="2025-05-11T12:53:27.748" v="11988" actId="403"/>
          <ac:spMkLst>
            <pc:docMk/>
            <pc:sldMk cId="1760172176" sldId="4896"/>
            <ac:spMk id="40" creationId="{765AD891-3BE8-6471-B024-1A106BC16305}"/>
          </ac:spMkLst>
        </pc:spChg>
        <pc:spChg chg="mod">
          <ac:chgData name="Yuanhe Tian" userId="8b41a650fa060b16" providerId="LiveId" clId="{22B080D1-78CA-214A-9533-0068418D0107}" dt="2025-05-11T12:53:27.748" v="11988" actId="403"/>
          <ac:spMkLst>
            <pc:docMk/>
            <pc:sldMk cId="1760172176" sldId="4896"/>
            <ac:spMk id="65" creationId="{D3702CFD-034E-2D37-18C6-01D788898C3B}"/>
          </ac:spMkLst>
        </pc:spChg>
        <pc:spChg chg="mod">
          <ac:chgData name="Yuanhe Tian" userId="8b41a650fa060b16" providerId="LiveId" clId="{22B080D1-78CA-214A-9533-0068418D0107}" dt="2025-05-11T12:53:27.748" v="11988" actId="403"/>
          <ac:spMkLst>
            <pc:docMk/>
            <pc:sldMk cId="1760172176" sldId="4896"/>
            <ac:spMk id="71" creationId="{1B65FCC1-00AB-2906-A9CF-E595A85BAE17}"/>
          </ac:spMkLst>
        </pc:spChg>
        <pc:spChg chg="mod">
          <ac:chgData name="Yuanhe Tian" userId="8b41a650fa060b16" providerId="LiveId" clId="{22B080D1-78CA-214A-9533-0068418D0107}" dt="2025-05-11T12:53:27.748" v="11988" actId="403"/>
          <ac:spMkLst>
            <pc:docMk/>
            <pc:sldMk cId="1760172176" sldId="4896"/>
            <ac:spMk id="75" creationId="{D690EE99-1B91-0C4D-3B9B-02E10B413DD2}"/>
          </ac:spMkLst>
        </pc:spChg>
        <pc:spChg chg="mod">
          <ac:chgData name="Yuanhe Tian" userId="8b41a650fa060b16" providerId="LiveId" clId="{22B080D1-78CA-214A-9533-0068418D0107}" dt="2025-05-11T12:39:38.545" v="11146" actId="1076"/>
          <ac:spMkLst>
            <pc:docMk/>
            <pc:sldMk cId="1760172176" sldId="4896"/>
            <ac:spMk id="79" creationId="{BB30532D-FFAC-6D4D-84D0-B21111F153FB}"/>
          </ac:spMkLst>
        </pc:spChg>
        <pc:spChg chg="mod">
          <ac:chgData name="Yuanhe Tian" userId="8b41a650fa060b16" providerId="LiveId" clId="{22B080D1-78CA-214A-9533-0068418D0107}" dt="2025-05-11T12:53:27.748" v="11988" actId="403"/>
          <ac:spMkLst>
            <pc:docMk/>
            <pc:sldMk cId="1760172176" sldId="4896"/>
            <ac:spMk id="89" creationId="{05991A94-114C-A31A-80F2-4783B3361B3B}"/>
          </ac:spMkLst>
        </pc:spChg>
        <pc:spChg chg="mod">
          <ac:chgData name="Yuanhe Tian" userId="8b41a650fa060b16" providerId="LiveId" clId="{22B080D1-78CA-214A-9533-0068418D0107}" dt="2025-05-11T12:53:27.748" v="11988" actId="403"/>
          <ac:spMkLst>
            <pc:docMk/>
            <pc:sldMk cId="1760172176" sldId="4896"/>
            <ac:spMk id="92" creationId="{1C76A76B-7AC3-699B-F476-A3128B04FCCD}"/>
          </ac:spMkLst>
        </pc:spChg>
        <pc:spChg chg="mod">
          <ac:chgData name="Yuanhe Tian" userId="8b41a650fa060b16" providerId="LiveId" clId="{22B080D1-78CA-214A-9533-0068418D0107}" dt="2025-05-11T12:53:02.947" v="11982" actId="27636"/>
          <ac:spMkLst>
            <pc:docMk/>
            <pc:sldMk cId="1760172176" sldId="4896"/>
            <ac:spMk id="118" creationId="{B8D60D4A-1E22-DA6F-6E9D-453C2ACF0AB8}"/>
          </ac:spMkLst>
        </pc:spChg>
        <pc:grpChg chg="mod">
          <ac:chgData name="Yuanhe Tian" userId="8b41a650fa060b16" providerId="LiveId" clId="{22B080D1-78CA-214A-9533-0068418D0107}" dt="2025-05-11T12:53:39.011" v="11990" actId="1076"/>
          <ac:grpSpMkLst>
            <pc:docMk/>
            <pc:sldMk cId="1760172176" sldId="4896"/>
            <ac:grpSpMk id="3" creationId="{16F87025-A206-98E0-9D91-B2509BC48221}"/>
          </ac:grpSpMkLst>
        </pc:grpChg>
      </pc:sldChg>
      <pc:sldChg chg="addSp modSp add mod modNotesTx">
        <pc:chgData name="Yuanhe Tian" userId="8b41a650fa060b16" providerId="LiveId" clId="{22B080D1-78CA-214A-9533-0068418D0107}" dt="2025-05-11T22:23:54.379" v="15427" actId="20577"/>
        <pc:sldMkLst>
          <pc:docMk/>
          <pc:sldMk cId="2075928364" sldId="4897"/>
        </pc:sldMkLst>
        <pc:spChg chg="mod">
          <ac:chgData name="Yuanhe Tian" userId="8b41a650fa060b16" providerId="LiveId" clId="{22B080D1-78CA-214A-9533-0068418D0107}" dt="2025-05-11T12:55:14.124" v="12072"/>
          <ac:spMkLst>
            <pc:docMk/>
            <pc:sldMk cId="2075928364" sldId="4897"/>
            <ac:spMk id="5" creationId="{8A00C17E-D1EB-1328-9A03-A9A0EC769C96}"/>
          </ac:spMkLst>
        </pc:spChg>
        <pc:spChg chg="mod">
          <ac:chgData name="Yuanhe Tian" userId="8b41a650fa060b16" providerId="LiveId" clId="{22B080D1-78CA-214A-9533-0068418D0107}" dt="2025-05-11T12:55:14.124" v="12072"/>
          <ac:spMkLst>
            <pc:docMk/>
            <pc:sldMk cId="2075928364" sldId="4897"/>
            <ac:spMk id="17" creationId="{A7AE6B0A-6403-CE60-CA08-FA0D497876D4}"/>
          </ac:spMkLst>
        </pc:spChg>
        <pc:spChg chg="add mod">
          <ac:chgData name="Yuanhe Tian" userId="8b41a650fa060b16" providerId="LiveId" clId="{22B080D1-78CA-214A-9533-0068418D0107}" dt="2025-05-11T12:56:14.480" v="12222" actId="1036"/>
          <ac:spMkLst>
            <pc:docMk/>
            <pc:sldMk cId="2075928364" sldId="4897"/>
            <ac:spMk id="20" creationId="{B4E983FF-37CE-9D4E-0A5B-4646860B2DD3}"/>
          </ac:spMkLst>
        </pc:spChg>
        <pc:spChg chg="mod">
          <ac:chgData name="Yuanhe Tian" userId="8b41a650fa060b16" providerId="LiveId" clId="{22B080D1-78CA-214A-9533-0068418D0107}" dt="2025-05-11T12:56:14.480" v="12222" actId="1036"/>
          <ac:spMkLst>
            <pc:docMk/>
            <pc:sldMk cId="2075928364" sldId="4897"/>
            <ac:spMk id="22" creationId="{5EA5B050-047F-3726-7945-5409AA5EE8FE}"/>
          </ac:spMkLst>
        </pc:spChg>
        <pc:spChg chg="mod">
          <ac:chgData name="Yuanhe Tian" userId="8b41a650fa060b16" providerId="LiveId" clId="{22B080D1-78CA-214A-9533-0068418D0107}" dt="2025-05-11T12:56:14.480" v="12222" actId="1036"/>
          <ac:spMkLst>
            <pc:docMk/>
            <pc:sldMk cId="2075928364" sldId="4897"/>
            <ac:spMk id="23" creationId="{027F5591-67BC-E53A-82FD-77605044DE9B}"/>
          </ac:spMkLst>
        </pc:spChg>
        <pc:spChg chg="mod">
          <ac:chgData name="Yuanhe Tian" userId="8b41a650fa060b16" providerId="LiveId" clId="{22B080D1-78CA-214A-9533-0068418D0107}" dt="2025-05-11T12:56:14.480" v="12222" actId="1036"/>
          <ac:spMkLst>
            <pc:docMk/>
            <pc:sldMk cId="2075928364" sldId="4897"/>
            <ac:spMk id="24" creationId="{016C600C-332A-D22A-B730-B57C9F91A9DE}"/>
          </ac:spMkLst>
        </pc:spChg>
        <pc:spChg chg="mod">
          <ac:chgData name="Yuanhe Tian" userId="8b41a650fa060b16" providerId="LiveId" clId="{22B080D1-78CA-214A-9533-0068418D0107}" dt="2025-05-11T12:55:14.124" v="12072"/>
          <ac:spMkLst>
            <pc:docMk/>
            <pc:sldMk cId="2075928364" sldId="4897"/>
            <ac:spMk id="27" creationId="{B8F53A98-EEBB-D525-7A22-A8753641C06C}"/>
          </ac:spMkLst>
        </pc:spChg>
        <pc:spChg chg="mod">
          <ac:chgData name="Yuanhe Tian" userId="8b41a650fa060b16" providerId="LiveId" clId="{22B080D1-78CA-214A-9533-0068418D0107}" dt="2025-05-11T12:55:14.124" v="12072"/>
          <ac:spMkLst>
            <pc:docMk/>
            <pc:sldMk cId="2075928364" sldId="4897"/>
            <ac:spMk id="29" creationId="{06AC7CCF-FE58-2652-2012-55BF50CB23C7}"/>
          </ac:spMkLst>
        </pc:spChg>
        <pc:spChg chg="mod">
          <ac:chgData name="Yuanhe Tian" userId="8b41a650fa060b16" providerId="LiveId" clId="{22B080D1-78CA-214A-9533-0068418D0107}" dt="2025-05-11T12:55:14.124" v="12072"/>
          <ac:spMkLst>
            <pc:docMk/>
            <pc:sldMk cId="2075928364" sldId="4897"/>
            <ac:spMk id="34" creationId="{F2276E65-E9F2-6018-8CAA-EF07B709BFFE}"/>
          </ac:spMkLst>
        </pc:spChg>
        <pc:spChg chg="mod">
          <ac:chgData name="Yuanhe Tian" userId="8b41a650fa060b16" providerId="LiveId" clId="{22B080D1-78CA-214A-9533-0068418D0107}" dt="2025-05-11T12:55:14.124" v="12072"/>
          <ac:spMkLst>
            <pc:docMk/>
            <pc:sldMk cId="2075928364" sldId="4897"/>
            <ac:spMk id="36" creationId="{AA5C040E-EC83-BDD7-D4C8-0693A7234E83}"/>
          </ac:spMkLst>
        </pc:spChg>
        <pc:spChg chg="mod">
          <ac:chgData name="Yuanhe Tian" userId="8b41a650fa060b16" providerId="LiveId" clId="{22B080D1-78CA-214A-9533-0068418D0107}" dt="2025-05-11T12:55:14.124" v="12072"/>
          <ac:spMkLst>
            <pc:docMk/>
            <pc:sldMk cId="2075928364" sldId="4897"/>
            <ac:spMk id="43" creationId="{BD00810D-1CDD-4512-247F-D10F8F8A8862}"/>
          </ac:spMkLst>
        </pc:spChg>
        <pc:spChg chg="mod">
          <ac:chgData name="Yuanhe Tian" userId="8b41a650fa060b16" providerId="LiveId" clId="{22B080D1-78CA-214A-9533-0068418D0107}" dt="2025-05-11T12:55:14.124" v="12072"/>
          <ac:spMkLst>
            <pc:docMk/>
            <pc:sldMk cId="2075928364" sldId="4897"/>
            <ac:spMk id="47" creationId="{9470AC31-860B-C997-6DDC-35771170DDF4}"/>
          </ac:spMkLst>
        </pc:spChg>
        <pc:spChg chg="mod">
          <ac:chgData name="Yuanhe Tian" userId="8b41a650fa060b16" providerId="LiveId" clId="{22B080D1-78CA-214A-9533-0068418D0107}" dt="2025-05-11T12:55:14.124" v="12072"/>
          <ac:spMkLst>
            <pc:docMk/>
            <pc:sldMk cId="2075928364" sldId="4897"/>
            <ac:spMk id="48" creationId="{6580AA5F-F2C2-6235-3BBF-09E451D05A34}"/>
          </ac:spMkLst>
        </pc:spChg>
        <pc:spChg chg="mod">
          <ac:chgData name="Yuanhe Tian" userId="8b41a650fa060b16" providerId="LiveId" clId="{22B080D1-78CA-214A-9533-0068418D0107}" dt="2025-05-11T12:56:14.480" v="12222" actId="1036"/>
          <ac:spMkLst>
            <pc:docMk/>
            <pc:sldMk cId="2075928364" sldId="4897"/>
            <ac:spMk id="51" creationId="{90C13CC8-B0AA-0220-C231-21FD57BF5F98}"/>
          </ac:spMkLst>
        </pc:spChg>
        <pc:spChg chg="mod">
          <ac:chgData name="Yuanhe Tian" userId="8b41a650fa060b16" providerId="LiveId" clId="{22B080D1-78CA-214A-9533-0068418D0107}" dt="2025-05-11T12:56:14.480" v="12222" actId="1036"/>
          <ac:spMkLst>
            <pc:docMk/>
            <pc:sldMk cId="2075928364" sldId="4897"/>
            <ac:spMk id="52" creationId="{3EF6FEE1-964B-D3F8-B3F1-A29F652B5D87}"/>
          </ac:spMkLst>
        </pc:spChg>
        <pc:spChg chg="mod">
          <ac:chgData name="Yuanhe Tian" userId="8b41a650fa060b16" providerId="LiveId" clId="{22B080D1-78CA-214A-9533-0068418D0107}" dt="2025-05-11T12:56:14.480" v="12222" actId="1036"/>
          <ac:spMkLst>
            <pc:docMk/>
            <pc:sldMk cId="2075928364" sldId="4897"/>
            <ac:spMk id="53" creationId="{6FE9A6D8-2793-40C4-1759-B72204EAF5EB}"/>
          </ac:spMkLst>
        </pc:spChg>
        <pc:spChg chg="mod">
          <ac:chgData name="Yuanhe Tian" userId="8b41a650fa060b16" providerId="LiveId" clId="{22B080D1-78CA-214A-9533-0068418D0107}" dt="2025-05-11T12:56:14.480" v="12222" actId="1036"/>
          <ac:spMkLst>
            <pc:docMk/>
            <pc:sldMk cId="2075928364" sldId="4897"/>
            <ac:spMk id="54" creationId="{A804B9AC-C154-D53B-33C2-CE442F19CE6C}"/>
          </ac:spMkLst>
        </pc:spChg>
        <pc:spChg chg="mod">
          <ac:chgData name="Yuanhe Tian" userId="8b41a650fa060b16" providerId="LiveId" clId="{22B080D1-78CA-214A-9533-0068418D0107}" dt="2025-05-11T12:56:14.480" v="12222" actId="1036"/>
          <ac:spMkLst>
            <pc:docMk/>
            <pc:sldMk cId="2075928364" sldId="4897"/>
            <ac:spMk id="55" creationId="{8D379181-7514-4223-C068-CAD948F8C607}"/>
          </ac:spMkLst>
        </pc:spChg>
        <pc:spChg chg="mod">
          <ac:chgData name="Yuanhe Tian" userId="8b41a650fa060b16" providerId="LiveId" clId="{22B080D1-78CA-214A-9533-0068418D0107}" dt="2025-05-11T12:56:14.480" v="12222" actId="1036"/>
          <ac:spMkLst>
            <pc:docMk/>
            <pc:sldMk cId="2075928364" sldId="4897"/>
            <ac:spMk id="56" creationId="{C735694B-8DFF-4FE7-68CF-0AEF89896063}"/>
          </ac:spMkLst>
        </pc:spChg>
        <pc:spChg chg="mod">
          <ac:chgData name="Yuanhe Tian" userId="8b41a650fa060b16" providerId="LiveId" clId="{22B080D1-78CA-214A-9533-0068418D0107}" dt="2025-05-11T12:56:08.264" v="12209" actId="20577"/>
          <ac:spMkLst>
            <pc:docMk/>
            <pc:sldMk cId="2075928364" sldId="4897"/>
            <ac:spMk id="118" creationId="{AD8A0828-01B5-8BEC-EA83-82902C53107C}"/>
          </ac:spMkLst>
        </pc:spChg>
      </pc:sldChg>
      <pc:sldChg chg="modSp add del mod">
        <pc:chgData name="Yuanhe Tian" userId="8b41a650fa060b16" providerId="LiveId" clId="{22B080D1-78CA-214A-9533-0068418D0107}" dt="2025-05-11T12:56:47.893" v="12225" actId="2696"/>
        <pc:sldMkLst>
          <pc:docMk/>
          <pc:sldMk cId="436241623" sldId="4898"/>
        </pc:sldMkLst>
      </pc:sldChg>
      <pc:sldChg chg="addSp modSp mod modNotesTx">
        <pc:chgData name="Yuanhe Tian" userId="8b41a650fa060b16" providerId="LiveId" clId="{22B080D1-78CA-214A-9533-0068418D0107}" dt="2025-05-11T23:02:49.357" v="18554"/>
        <pc:sldMkLst>
          <pc:docMk/>
          <pc:sldMk cId="1664649621" sldId="4898"/>
        </pc:sldMkLst>
        <pc:spChg chg="mod">
          <ac:chgData name="Yuanhe Tian" userId="8b41a650fa060b16" providerId="LiveId" clId="{22B080D1-78CA-214A-9533-0068418D0107}" dt="2025-05-11T23:01:54.529" v="18424" actId="20577"/>
          <ac:spMkLst>
            <pc:docMk/>
            <pc:sldMk cId="1664649621" sldId="4898"/>
            <ac:spMk id="3" creationId="{DD8E656A-6757-4982-9C3A-C74284BBEB19}"/>
          </ac:spMkLst>
        </pc:spChg>
        <pc:spChg chg="mod">
          <ac:chgData name="Yuanhe Tian" userId="8b41a650fa060b16" providerId="LiveId" clId="{22B080D1-78CA-214A-9533-0068418D0107}" dt="2025-05-11T23:02:49.357" v="18554"/>
          <ac:spMkLst>
            <pc:docMk/>
            <pc:sldMk cId="1664649621" sldId="4898"/>
            <ac:spMk id="5" creationId="{41C754F4-2BD5-5287-97F5-DB6F36FB4EF1}"/>
          </ac:spMkLst>
        </pc:spChg>
        <pc:spChg chg="mod">
          <ac:chgData name="Yuanhe Tian" userId="8b41a650fa060b16" providerId="LiveId" clId="{22B080D1-78CA-214A-9533-0068418D0107}" dt="2025-05-11T23:02:49.357" v="18554"/>
          <ac:spMkLst>
            <pc:docMk/>
            <pc:sldMk cId="1664649621" sldId="4898"/>
            <ac:spMk id="9" creationId="{A8F93783-0789-63D6-1EC1-CC65DDC69904}"/>
          </ac:spMkLst>
        </pc:spChg>
        <pc:spChg chg="mod">
          <ac:chgData name="Yuanhe Tian" userId="8b41a650fa060b16" providerId="LiveId" clId="{22B080D1-78CA-214A-9533-0068418D0107}" dt="2025-05-11T23:02:49.357" v="18554"/>
          <ac:spMkLst>
            <pc:docMk/>
            <pc:sldMk cId="1664649621" sldId="4898"/>
            <ac:spMk id="12" creationId="{F43C1EAA-0E10-21AB-8E43-AD1AC7589A33}"/>
          </ac:spMkLst>
        </pc:spChg>
        <pc:spChg chg="mod">
          <ac:chgData name="Yuanhe Tian" userId="8b41a650fa060b16" providerId="LiveId" clId="{22B080D1-78CA-214A-9533-0068418D0107}" dt="2025-05-11T23:02:49.357" v="18554"/>
          <ac:spMkLst>
            <pc:docMk/>
            <pc:sldMk cId="1664649621" sldId="4898"/>
            <ac:spMk id="30" creationId="{F81328AD-CAFE-9EBE-2F14-AE49B8C414BF}"/>
          </ac:spMkLst>
        </pc:spChg>
        <pc:spChg chg="mod">
          <ac:chgData name="Yuanhe Tian" userId="8b41a650fa060b16" providerId="LiveId" clId="{22B080D1-78CA-214A-9533-0068418D0107}" dt="2025-05-11T23:02:49.357" v="18554"/>
          <ac:spMkLst>
            <pc:docMk/>
            <pc:sldMk cId="1664649621" sldId="4898"/>
            <ac:spMk id="35" creationId="{AC770149-BB82-8EB4-0874-F2D97E57B0C2}"/>
          </ac:spMkLst>
        </pc:spChg>
        <pc:spChg chg="mod">
          <ac:chgData name="Yuanhe Tian" userId="8b41a650fa060b16" providerId="LiveId" clId="{22B080D1-78CA-214A-9533-0068418D0107}" dt="2025-05-11T23:02:49.357" v="18554"/>
          <ac:spMkLst>
            <pc:docMk/>
            <pc:sldMk cId="1664649621" sldId="4898"/>
            <ac:spMk id="36" creationId="{54D0000D-D3AA-D3E4-6D0A-E6B624A4D113}"/>
          </ac:spMkLst>
        </pc:spChg>
        <pc:spChg chg="mod">
          <ac:chgData name="Yuanhe Tian" userId="8b41a650fa060b16" providerId="LiveId" clId="{22B080D1-78CA-214A-9533-0068418D0107}" dt="2025-05-11T23:02:49.357" v="18554"/>
          <ac:spMkLst>
            <pc:docMk/>
            <pc:sldMk cId="1664649621" sldId="4898"/>
            <ac:spMk id="39" creationId="{8BAFB1CC-F888-7063-6FFF-A48663341CCD}"/>
          </ac:spMkLst>
        </pc:spChg>
        <pc:spChg chg="mod">
          <ac:chgData name="Yuanhe Tian" userId="8b41a650fa060b16" providerId="LiveId" clId="{22B080D1-78CA-214A-9533-0068418D0107}" dt="2025-05-11T23:02:49.357" v="18554"/>
          <ac:spMkLst>
            <pc:docMk/>
            <pc:sldMk cId="1664649621" sldId="4898"/>
            <ac:spMk id="40" creationId="{DC5DEB46-8DB9-DB95-092D-2FD51A41FA43}"/>
          </ac:spMkLst>
        </pc:spChg>
        <pc:spChg chg="mod">
          <ac:chgData name="Yuanhe Tian" userId="8b41a650fa060b16" providerId="LiveId" clId="{22B080D1-78CA-214A-9533-0068418D0107}" dt="2025-05-11T23:02:49.357" v="18554"/>
          <ac:spMkLst>
            <pc:docMk/>
            <pc:sldMk cId="1664649621" sldId="4898"/>
            <ac:spMk id="41" creationId="{EFB2205E-C750-DDAC-E957-FC706BE97A52}"/>
          </ac:spMkLst>
        </pc:spChg>
        <pc:spChg chg="mod">
          <ac:chgData name="Yuanhe Tian" userId="8b41a650fa060b16" providerId="LiveId" clId="{22B080D1-78CA-214A-9533-0068418D0107}" dt="2025-05-11T23:02:49.357" v="18554"/>
          <ac:spMkLst>
            <pc:docMk/>
            <pc:sldMk cId="1664649621" sldId="4898"/>
            <ac:spMk id="59" creationId="{527E445A-F3AE-B51D-08B8-227BBFC50DC6}"/>
          </ac:spMkLst>
        </pc:spChg>
      </pc:sldChg>
      <pc:sldChg chg="addSp modSp mod modNotesTx">
        <pc:chgData name="Yuanhe Tian" userId="8b41a650fa060b16" providerId="LiveId" clId="{22B080D1-78CA-214A-9533-0068418D0107}" dt="2025-05-11T22:40:51.257" v="16718" actId="20577"/>
        <pc:sldMkLst>
          <pc:docMk/>
          <pc:sldMk cId="224683289" sldId="4900"/>
        </pc:sldMkLst>
        <pc:spChg chg="mod">
          <ac:chgData name="Yuanhe Tian" userId="8b41a650fa060b16" providerId="LiveId" clId="{22B080D1-78CA-214A-9533-0068418D0107}" dt="2025-05-11T22:37:06.114" v="16219" actId="20577"/>
          <ac:spMkLst>
            <pc:docMk/>
            <pc:sldMk cId="224683289" sldId="4900"/>
            <ac:spMk id="3" creationId="{DD8E656A-6757-4982-9C3A-C74284BBEB19}"/>
          </ac:spMkLst>
        </pc:spChg>
        <pc:spChg chg="mod">
          <ac:chgData name="Yuanhe Tian" userId="8b41a650fa060b16" providerId="LiveId" clId="{22B080D1-78CA-214A-9533-0068418D0107}" dt="2025-05-11T22:36:19.309" v="16172"/>
          <ac:spMkLst>
            <pc:docMk/>
            <pc:sldMk cId="224683289" sldId="4900"/>
            <ac:spMk id="7" creationId="{8E6BE4C4-7F88-177F-9DBF-85F230C52E5E}"/>
          </ac:spMkLst>
        </pc:spChg>
        <pc:spChg chg="mod">
          <ac:chgData name="Yuanhe Tian" userId="8b41a650fa060b16" providerId="LiveId" clId="{22B080D1-78CA-214A-9533-0068418D0107}" dt="2025-05-11T22:36:19.309" v="16172"/>
          <ac:spMkLst>
            <pc:docMk/>
            <pc:sldMk cId="224683289" sldId="4900"/>
            <ac:spMk id="9" creationId="{8E0CFFB1-BD71-5877-72DC-B71BC3A6C27F}"/>
          </ac:spMkLst>
        </pc:spChg>
        <pc:spChg chg="mod">
          <ac:chgData name="Yuanhe Tian" userId="8b41a650fa060b16" providerId="LiveId" clId="{22B080D1-78CA-214A-9533-0068418D0107}" dt="2025-05-11T22:36:19.309" v="16172"/>
          <ac:spMkLst>
            <pc:docMk/>
            <pc:sldMk cId="224683289" sldId="4900"/>
            <ac:spMk id="16" creationId="{CF60ABD8-51CF-1D16-895E-95C19A22B30A}"/>
          </ac:spMkLst>
        </pc:spChg>
        <pc:spChg chg="mod">
          <ac:chgData name="Yuanhe Tian" userId="8b41a650fa060b16" providerId="LiveId" clId="{22B080D1-78CA-214A-9533-0068418D0107}" dt="2025-05-11T22:36:19.309" v="16172"/>
          <ac:spMkLst>
            <pc:docMk/>
            <pc:sldMk cId="224683289" sldId="4900"/>
            <ac:spMk id="17" creationId="{8AAF8B44-68B5-448E-41FC-9D244BB76ACF}"/>
          </ac:spMkLst>
        </pc:spChg>
        <pc:spChg chg="mod">
          <ac:chgData name="Yuanhe Tian" userId="8b41a650fa060b16" providerId="LiveId" clId="{22B080D1-78CA-214A-9533-0068418D0107}" dt="2025-05-11T22:36:19.309" v="16172"/>
          <ac:spMkLst>
            <pc:docMk/>
            <pc:sldMk cId="224683289" sldId="4900"/>
            <ac:spMk id="23" creationId="{C26DF150-EFA2-3E94-A1C3-5C5462C98509}"/>
          </ac:spMkLst>
        </pc:spChg>
        <pc:spChg chg="mod">
          <ac:chgData name="Yuanhe Tian" userId="8b41a650fa060b16" providerId="LiveId" clId="{22B080D1-78CA-214A-9533-0068418D0107}" dt="2025-05-11T22:36:19.309" v="16172"/>
          <ac:spMkLst>
            <pc:docMk/>
            <pc:sldMk cId="224683289" sldId="4900"/>
            <ac:spMk id="30" creationId="{92750689-9A11-7F6E-2F5D-1B325800D4A0}"/>
          </ac:spMkLst>
        </pc:spChg>
        <pc:spChg chg="mod">
          <ac:chgData name="Yuanhe Tian" userId="8b41a650fa060b16" providerId="LiveId" clId="{22B080D1-78CA-214A-9533-0068418D0107}" dt="2025-05-11T22:36:19.309" v="16172"/>
          <ac:spMkLst>
            <pc:docMk/>
            <pc:sldMk cId="224683289" sldId="4900"/>
            <ac:spMk id="35" creationId="{AFE778BF-6AD4-3B89-0046-F645D3BF4BD9}"/>
          </ac:spMkLst>
        </pc:spChg>
        <pc:spChg chg="mod">
          <ac:chgData name="Yuanhe Tian" userId="8b41a650fa060b16" providerId="LiveId" clId="{22B080D1-78CA-214A-9533-0068418D0107}" dt="2025-05-11T22:36:19.309" v="16172"/>
          <ac:spMkLst>
            <pc:docMk/>
            <pc:sldMk cId="224683289" sldId="4900"/>
            <ac:spMk id="39" creationId="{80E77E91-DE75-CF4D-93F1-4F46ADAC680D}"/>
          </ac:spMkLst>
        </pc:spChg>
        <pc:spChg chg="mod">
          <ac:chgData name="Yuanhe Tian" userId="8b41a650fa060b16" providerId="LiveId" clId="{22B080D1-78CA-214A-9533-0068418D0107}" dt="2025-05-11T22:36:19.309" v="16172"/>
          <ac:spMkLst>
            <pc:docMk/>
            <pc:sldMk cId="224683289" sldId="4900"/>
            <ac:spMk id="43" creationId="{A249C2CD-8C86-220E-C1AF-694E9A6C9912}"/>
          </ac:spMkLst>
        </pc:spChg>
        <pc:spChg chg="mod">
          <ac:chgData name="Yuanhe Tian" userId="8b41a650fa060b16" providerId="LiveId" clId="{22B080D1-78CA-214A-9533-0068418D0107}" dt="2025-05-11T22:36:19.309" v="16172"/>
          <ac:spMkLst>
            <pc:docMk/>
            <pc:sldMk cId="224683289" sldId="4900"/>
            <ac:spMk id="44" creationId="{79E82DD4-433F-5EB5-7B70-9E927E86C48B}"/>
          </ac:spMkLst>
        </pc:spChg>
        <pc:grpChg chg="mod">
          <ac:chgData name="Yuanhe Tian" userId="8b41a650fa060b16" providerId="LiveId" clId="{22B080D1-78CA-214A-9533-0068418D0107}" dt="2025-05-11T22:37:11.492" v="16220" actId="1076"/>
          <ac:grpSpMkLst>
            <pc:docMk/>
            <pc:sldMk cId="224683289" sldId="4900"/>
            <ac:grpSpMk id="4" creationId="{A46CF0E6-5543-75B9-DB21-8ADB91AF0049}"/>
          </ac:grpSpMkLst>
        </pc:grpChg>
      </pc:sldChg>
      <pc:sldChg chg="addSp delSp modSp mod modNotesTx">
        <pc:chgData name="Yuanhe Tian" userId="8b41a650fa060b16" providerId="LiveId" clId="{22B080D1-78CA-214A-9533-0068418D0107}" dt="2025-05-11T23:03:46.934" v="18673" actId="20577"/>
        <pc:sldMkLst>
          <pc:docMk/>
          <pc:sldMk cId="3531267461" sldId="4901"/>
        </pc:sldMkLst>
        <pc:spChg chg="mod">
          <ac:chgData name="Yuanhe Tian" userId="8b41a650fa060b16" providerId="LiveId" clId="{22B080D1-78CA-214A-9533-0068418D0107}" dt="2025-05-11T22:18:56.288" v="14592" actId="207"/>
          <ac:spMkLst>
            <pc:docMk/>
            <pc:sldMk cId="3531267461" sldId="4901"/>
            <ac:spMk id="2" creationId="{3767B7EA-E859-4A88-9EBD-58B530D4E84F}"/>
          </ac:spMkLst>
        </pc:spChg>
        <pc:spChg chg="mod">
          <ac:chgData name="Yuanhe Tian" userId="8b41a650fa060b16" providerId="LiveId" clId="{22B080D1-78CA-214A-9533-0068418D0107}" dt="2025-05-11T23:03:46.934" v="18673" actId="20577"/>
          <ac:spMkLst>
            <pc:docMk/>
            <pc:sldMk cId="3531267461" sldId="4901"/>
            <ac:spMk id="3" creationId="{CF15D0D4-AC9D-459A-9FBB-81F6DC8FE4B0}"/>
          </ac:spMkLst>
        </pc:spChg>
        <pc:spChg chg="mod">
          <ac:chgData name="Yuanhe Tian" userId="8b41a650fa060b16" providerId="LiveId" clId="{22B080D1-78CA-214A-9533-0068418D0107}" dt="2025-05-11T22:52:37.565" v="17939" actId="403"/>
          <ac:spMkLst>
            <pc:docMk/>
            <pc:sldMk cId="3531267461" sldId="4901"/>
            <ac:spMk id="7" creationId="{D73DA529-6619-7D34-31D0-4DEC6A774474}"/>
          </ac:spMkLst>
        </pc:spChg>
        <pc:spChg chg="mod">
          <ac:chgData name="Yuanhe Tian" userId="8b41a650fa060b16" providerId="LiveId" clId="{22B080D1-78CA-214A-9533-0068418D0107}" dt="2025-05-11T22:52:37.565" v="17939" actId="403"/>
          <ac:spMkLst>
            <pc:docMk/>
            <pc:sldMk cId="3531267461" sldId="4901"/>
            <ac:spMk id="8" creationId="{B454A5DB-7D99-1A33-7B84-DDE5804B1732}"/>
          </ac:spMkLst>
        </pc:spChg>
        <pc:spChg chg="mod">
          <ac:chgData name="Yuanhe Tian" userId="8b41a650fa060b16" providerId="LiveId" clId="{22B080D1-78CA-214A-9533-0068418D0107}" dt="2025-05-11T22:52:37.565" v="17939" actId="403"/>
          <ac:spMkLst>
            <pc:docMk/>
            <pc:sldMk cId="3531267461" sldId="4901"/>
            <ac:spMk id="17" creationId="{375D621C-5162-D421-5107-F83E5CE87B1B}"/>
          </ac:spMkLst>
        </pc:spChg>
        <pc:spChg chg="mod">
          <ac:chgData name="Yuanhe Tian" userId="8b41a650fa060b16" providerId="LiveId" clId="{22B080D1-78CA-214A-9533-0068418D0107}" dt="2025-05-11T22:52:37.565" v="17939" actId="403"/>
          <ac:spMkLst>
            <pc:docMk/>
            <pc:sldMk cId="3531267461" sldId="4901"/>
            <ac:spMk id="20" creationId="{9111F04B-2D4A-A6A1-0E96-C41D99AD0F01}"/>
          </ac:spMkLst>
        </pc:spChg>
        <pc:spChg chg="mod">
          <ac:chgData name="Yuanhe Tian" userId="8b41a650fa060b16" providerId="LiveId" clId="{22B080D1-78CA-214A-9533-0068418D0107}" dt="2025-05-11T22:52:57.333" v="17955" actId="1038"/>
          <ac:spMkLst>
            <pc:docMk/>
            <pc:sldMk cId="3531267461" sldId="4901"/>
            <ac:spMk id="25" creationId="{D74CB638-D84C-7569-BB30-B9A2FB4C3007}"/>
          </ac:spMkLst>
        </pc:spChg>
        <pc:spChg chg="mod">
          <ac:chgData name="Yuanhe Tian" userId="8b41a650fa060b16" providerId="LiveId" clId="{22B080D1-78CA-214A-9533-0068418D0107}" dt="2025-05-11T22:52:37.565" v="17939" actId="403"/>
          <ac:spMkLst>
            <pc:docMk/>
            <pc:sldMk cId="3531267461" sldId="4901"/>
            <ac:spMk id="29" creationId="{901AEB12-2D4D-1AAE-C057-1821083D326D}"/>
          </ac:spMkLst>
        </pc:spChg>
        <pc:spChg chg="mod">
          <ac:chgData name="Yuanhe Tian" userId="8b41a650fa060b16" providerId="LiveId" clId="{22B080D1-78CA-214A-9533-0068418D0107}" dt="2025-05-11T22:52:37.565" v="17939" actId="403"/>
          <ac:spMkLst>
            <pc:docMk/>
            <pc:sldMk cId="3531267461" sldId="4901"/>
            <ac:spMk id="30" creationId="{7411C458-E3E8-45BA-28DF-8BCB935E425A}"/>
          </ac:spMkLst>
        </pc:spChg>
        <pc:spChg chg="mod">
          <ac:chgData name="Yuanhe Tian" userId="8b41a650fa060b16" providerId="LiveId" clId="{22B080D1-78CA-214A-9533-0068418D0107}" dt="2025-05-11T22:53:04.185" v="17961" actId="1038"/>
          <ac:spMkLst>
            <pc:docMk/>
            <pc:sldMk cId="3531267461" sldId="4901"/>
            <ac:spMk id="31" creationId="{2256A728-5655-CD86-3ADA-CE818A9C6FF3}"/>
          </ac:spMkLst>
        </pc:spChg>
        <pc:spChg chg="mod">
          <ac:chgData name="Yuanhe Tian" userId="8b41a650fa060b16" providerId="LiveId" clId="{22B080D1-78CA-214A-9533-0068418D0107}" dt="2025-05-11T22:52:37.565" v="17939" actId="403"/>
          <ac:spMkLst>
            <pc:docMk/>
            <pc:sldMk cId="3531267461" sldId="4901"/>
            <ac:spMk id="34" creationId="{115AB0ED-CDC8-6B6A-0C21-48293168ABD9}"/>
          </ac:spMkLst>
        </pc:spChg>
        <pc:spChg chg="mod">
          <ac:chgData name="Yuanhe Tian" userId="8b41a650fa060b16" providerId="LiveId" clId="{22B080D1-78CA-214A-9533-0068418D0107}" dt="2025-05-11T22:52:50.881" v="17948" actId="1038"/>
          <ac:spMkLst>
            <pc:docMk/>
            <pc:sldMk cId="3531267461" sldId="4901"/>
            <ac:spMk id="36" creationId="{45E60CC4-E217-C861-0FF7-844180F4CF58}"/>
          </ac:spMkLst>
        </pc:spChg>
        <pc:spChg chg="mod">
          <ac:chgData name="Yuanhe Tian" userId="8b41a650fa060b16" providerId="LiveId" clId="{22B080D1-78CA-214A-9533-0068418D0107}" dt="2025-05-11T22:52:37.565" v="17939" actId="403"/>
          <ac:spMkLst>
            <pc:docMk/>
            <pc:sldMk cId="3531267461" sldId="4901"/>
            <ac:spMk id="43" creationId="{17D0E766-7391-7933-49F9-BE0EA9F4A772}"/>
          </ac:spMkLst>
        </pc:spChg>
        <pc:spChg chg="mod">
          <ac:chgData name="Yuanhe Tian" userId="8b41a650fa060b16" providerId="LiveId" clId="{22B080D1-78CA-214A-9533-0068418D0107}" dt="2025-05-11T22:52:37.565" v="17939" actId="403"/>
          <ac:spMkLst>
            <pc:docMk/>
            <pc:sldMk cId="3531267461" sldId="4901"/>
            <ac:spMk id="45" creationId="{C3F67F13-4979-2CE5-9025-69D56C3F3419}"/>
          </ac:spMkLst>
        </pc:spChg>
        <pc:spChg chg="mod">
          <ac:chgData name="Yuanhe Tian" userId="8b41a650fa060b16" providerId="LiveId" clId="{22B080D1-78CA-214A-9533-0068418D0107}" dt="2025-05-11T22:52:37.565" v="17939" actId="403"/>
          <ac:spMkLst>
            <pc:docMk/>
            <pc:sldMk cId="3531267461" sldId="4901"/>
            <ac:spMk id="46" creationId="{6EBBD67A-FE30-CEB5-1F34-C2F70ABDDA53}"/>
          </ac:spMkLst>
        </pc:spChg>
        <pc:grpChg chg="mod">
          <ac:chgData name="Yuanhe Tian" userId="8b41a650fa060b16" providerId="LiveId" clId="{22B080D1-78CA-214A-9533-0068418D0107}" dt="2025-05-11T22:52:46.684" v="17941" actId="1076"/>
          <ac:grpSpMkLst>
            <pc:docMk/>
            <pc:sldMk cId="3531267461" sldId="4901"/>
            <ac:grpSpMk id="4" creationId="{CC5F74DE-0A11-D0A4-80C9-3EBDFEDEF0FD}"/>
          </ac:grpSpMkLst>
        </pc:grpChg>
      </pc:sldChg>
      <pc:sldChg chg="addSp delSp modSp add mod ord modNotesTx">
        <pc:chgData name="Yuanhe Tian" userId="8b41a650fa060b16" providerId="LiveId" clId="{22B080D1-78CA-214A-9533-0068418D0107}" dt="2025-05-11T22:04:25.584" v="13717" actId="20577"/>
        <pc:sldMkLst>
          <pc:docMk/>
          <pc:sldMk cId="950276607" sldId="4902"/>
        </pc:sldMkLst>
        <pc:spChg chg="mod">
          <ac:chgData name="Yuanhe Tian" userId="8b41a650fa060b16" providerId="LiveId" clId="{22B080D1-78CA-214A-9533-0068418D0107}" dt="2025-05-11T21:42:58.235" v="13035" actId="20577"/>
          <ac:spMkLst>
            <pc:docMk/>
            <pc:sldMk cId="950276607" sldId="4902"/>
            <ac:spMk id="3" creationId="{AD6840AE-5B28-39DD-C12F-F0BB2ACE56CD}"/>
          </ac:spMkLst>
        </pc:spChg>
        <pc:picChg chg="add mod">
          <ac:chgData name="Yuanhe Tian" userId="8b41a650fa060b16" providerId="LiveId" clId="{22B080D1-78CA-214A-9533-0068418D0107}" dt="2025-05-11T22:03:53.863" v="13645" actId="1076"/>
          <ac:picMkLst>
            <pc:docMk/>
            <pc:sldMk cId="950276607" sldId="4902"/>
            <ac:picMk id="8" creationId="{A5AD3815-4704-A740-654A-DA76173D9705}"/>
          </ac:picMkLst>
        </pc:picChg>
      </pc:sldChg>
      <pc:sldChg chg="addSp delSp modSp mod modNotesTx">
        <pc:chgData name="Yuanhe Tian" userId="8b41a650fa060b16" providerId="LiveId" clId="{22B080D1-78CA-214A-9533-0068418D0107}" dt="2025-05-12T06:05:38.363" v="21407" actId="20577"/>
        <pc:sldMkLst>
          <pc:docMk/>
          <pc:sldMk cId="789585500" sldId="4903"/>
        </pc:sldMkLst>
        <pc:spChg chg="mod">
          <ac:chgData name="Yuanhe Tian" userId="8b41a650fa060b16" providerId="LiveId" clId="{22B080D1-78CA-214A-9533-0068418D0107}" dt="2025-05-12T05:52:44.796" v="21201" actId="14100"/>
          <ac:spMkLst>
            <pc:docMk/>
            <pc:sldMk cId="789585500" sldId="4903"/>
            <ac:spMk id="3" creationId="{02A04FD4-9A20-4B0C-8358-2AC0BF20268D}"/>
          </ac:spMkLst>
        </pc:spChg>
        <pc:spChg chg="add mod">
          <ac:chgData name="Yuanhe Tian" userId="8b41a650fa060b16" providerId="LiveId" clId="{22B080D1-78CA-214A-9533-0068418D0107}" dt="2025-05-12T06:02:26.031" v="21366" actId="403"/>
          <ac:spMkLst>
            <pc:docMk/>
            <pc:sldMk cId="789585500" sldId="4903"/>
            <ac:spMk id="4" creationId="{5BCC6626-D69F-A149-D749-4EA53E637F08}"/>
          </ac:spMkLst>
        </pc:spChg>
        <pc:spChg chg="add mod">
          <ac:chgData name="Yuanhe Tian" userId="8b41a650fa060b16" providerId="LiveId" clId="{22B080D1-78CA-214A-9533-0068418D0107}" dt="2025-05-12T06:02:12.532" v="21363" actId="403"/>
          <ac:spMkLst>
            <pc:docMk/>
            <pc:sldMk cId="789585500" sldId="4903"/>
            <ac:spMk id="5" creationId="{7E835779-E822-331F-4D81-B2FFDC410732}"/>
          </ac:spMkLst>
        </pc:spChg>
        <pc:spChg chg="add mod">
          <ac:chgData name="Yuanhe Tian" userId="8b41a650fa060b16" providerId="LiveId" clId="{22B080D1-78CA-214A-9533-0068418D0107}" dt="2025-05-12T06:04:39.605" v="21381" actId="114"/>
          <ac:spMkLst>
            <pc:docMk/>
            <pc:sldMk cId="789585500" sldId="4903"/>
            <ac:spMk id="6" creationId="{D3F05769-0992-BEEC-CCFB-4395FE05283D}"/>
          </ac:spMkLst>
        </pc:spChg>
        <pc:spChg chg="add mod">
          <ac:chgData name="Yuanhe Tian" userId="8b41a650fa060b16" providerId="LiveId" clId="{22B080D1-78CA-214A-9533-0068418D0107}" dt="2025-05-12T06:05:05.058" v="21391" actId="114"/>
          <ac:spMkLst>
            <pc:docMk/>
            <pc:sldMk cId="789585500" sldId="4903"/>
            <ac:spMk id="7" creationId="{F0C86524-4F08-A0C5-036B-AFD23275DFE5}"/>
          </ac:spMkLst>
        </pc:spChg>
        <pc:spChg chg="add mod">
          <ac:chgData name="Yuanhe Tian" userId="8b41a650fa060b16" providerId="LiveId" clId="{22B080D1-78CA-214A-9533-0068418D0107}" dt="2025-05-12T06:04:57.221" v="21385" actId="207"/>
          <ac:spMkLst>
            <pc:docMk/>
            <pc:sldMk cId="789585500" sldId="4903"/>
            <ac:spMk id="8" creationId="{4A18AE07-9C01-8BFE-69D4-B772AA8B0B7C}"/>
          </ac:spMkLst>
        </pc:spChg>
        <pc:spChg chg="mod">
          <ac:chgData name="Yuanhe Tian" userId="8b41a650fa060b16" providerId="LiveId" clId="{22B080D1-78CA-214A-9533-0068418D0107}" dt="2025-05-12T06:04:52.659" v="21383" actId="207"/>
          <ac:spMkLst>
            <pc:docMk/>
            <pc:sldMk cId="789585500" sldId="4903"/>
            <ac:spMk id="23" creationId="{E56C2763-C5F1-AEF4-F0B7-322C684CCEE7}"/>
          </ac:spMkLst>
        </pc:spChg>
        <pc:grpChg chg="add mod">
          <ac:chgData name="Yuanhe Tian" userId="8b41a650fa060b16" providerId="LiveId" clId="{22B080D1-78CA-214A-9533-0068418D0107}" dt="2025-05-12T05:58:55.411" v="21336" actId="1036"/>
          <ac:grpSpMkLst>
            <pc:docMk/>
            <pc:sldMk cId="789585500" sldId="4903"/>
            <ac:grpSpMk id="21" creationId="{97A944BF-BA0A-C5A0-AC9F-7D955AF465FE}"/>
          </ac:grpSpMkLst>
        </pc:grpChg>
        <pc:grpChg chg="add mod">
          <ac:chgData name="Yuanhe Tian" userId="8b41a650fa060b16" providerId="LiveId" clId="{22B080D1-78CA-214A-9533-0068418D0107}" dt="2025-05-12T05:58:55.411" v="21336" actId="1036"/>
          <ac:grpSpMkLst>
            <pc:docMk/>
            <pc:sldMk cId="789585500" sldId="4903"/>
            <ac:grpSpMk id="22" creationId="{28060B19-BE67-007A-1BE3-944B7B5A0BBA}"/>
          </ac:grpSpMkLst>
        </pc:grpChg>
        <pc:grpChg chg="add mod">
          <ac:chgData name="Yuanhe Tian" userId="8b41a650fa060b16" providerId="LiveId" clId="{22B080D1-78CA-214A-9533-0068418D0107}" dt="2025-05-12T06:02:48.130" v="21371" actId="1076"/>
          <ac:grpSpMkLst>
            <pc:docMk/>
            <pc:sldMk cId="789585500" sldId="4903"/>
            <ac:grpSpMk id="25" creationId="{4C86C0CB-B447-5F16-F8C2-9E31482DF4D2}"/>
          </ac:grpSpMkLst>
        </pc:grpChg>
        <pc:picChg chg="mod">
          <ac:chgData name="Yuanhe Tian" userId="8b41a650fa060b16" providerId="LiveId" clId="{22B080D1-78CA-214A-9533-0068418D0107}" dt="2025-05-12T05:58:55.411" v="21336" actId="1036"/>
          <ac:picMkLst>
            <pc:docMk/>
            <pc:sldMk cId="789585500" sldId="4903"/>
            <ac:picMk id="24" creationId="{842A56C0-1F35-41EA-863F-56A4D0AE3EF5}"/>
          </ac:picMkLst>
        </pc:picChg>
        <pc:picChg chg="add mod">
          <ac:chgData name="Yuanhe Tian" userId="8b41a650fa060b16" providerId="LiveId" clId="{22B080D1-78CA-214A-9533-0068418D0107}" dt="2025-05-12T06:01:17.657" v="21355" actId="1035"/>
          <ac:picMkLst>
            <pc:docMk/>
            <pc:sldMk cId="789585500" sldId="4903"/>
            <ac:picMk id="1026" creationId="{EED159B3-24A2-1416-CAF1-8696D20E904A}"/>
          </ac:picMkLst>
        </pc:picChg>
        <pc:picChg chg="add mod">
          <ac:chgData name="Yuanhe Tian" userId="8b41a650fa060b16" providerId="LiveId" clId="{22B080D1-78CA-214A-9533-0068418D0107}" dt="2025-05-12T06:01:17.657" v="21355" actId="1035"/>
          <ac:picMkLst>
            <pc:docMk/>
            <pc:sldMk cId="789585500" sldId="4903"/>
            <ac:picMk id="1028" creationId="{DFC0F516-25CE-9398-BDA5-73B2B5885F38}"/>
          </ac:picMkLst>
        </pc:picChg>
        <pc:picChg chg="add mod">
          <ac:chgData name="Yuanhe Tian" userId="8b41a650fa060b16" providerId="LiveId" clId="{22B080D1-78CA-214A-9533-0068418D0107}" dt="2025-05-12T06:01:17.657" v="21355" actId="1035"/>
          <ac:picMkLst>
            <pc:docMk/>
            <pc:sldMk cId="789585500" sldId="4903"/>
            <ac:picMk id="1030" creationId="{7BA09D60-E1EB-19E2-45B4-E36751982BDF}"/>
          </ac:picMkLst>
        </pc:picChg>
        <pc:picChg chg="add mod">
          <ac:chgData name="Yuanhe Tian" userId="8b41a650fa060b16" providerId="LiveId" clId="{22B080D1-78CA-214A-9533-0068418D0107}" dt="2025-05-12T06:02:48.130" v="21371" actId="1076"/>
          <ac:picMkLst>
            <pc:docMk/>
            <pc:sldMk cId="789585500" sldId="4903"/>
            <ac:picMk id="1032" creationId="{6F07E3C4-4923-D90C-8B78-39A9BD85DA78}"/>
          </ac:picMkLst>
        </pc:picChg>
        <pc:picChg chg="add mod">
          <ac:chgData name="Yuanhe Tian" userId="8b41a650fa060b16" providerId="LiveId" clId="{22B080D1-78CA-214A-9533-0068418D0107}" dt="2025-05-12T05:58:55.411" v="21336" actId="1036"/>
          <ac:picMkLst>
            <pc:docMk/>
            <pc:sldMk cId="789585500" sldId="4903"/>
            <ac:picMk id="1034" creationId="{E00E0BCC-B544-F0E3-452C-6DD1AD3856FA}"/>
          </ac:picMkLst>
        </pc:picChg>
        <pc:cxnChg chg="add mod">
          <ac:chgData name="Yuanhe Tian" userId="8b41a650fa060b16" providerId="LiveId" clId="{22B080D1-78CA-214A-9533-0068418D0107}" dt="2025-05-12T06:02:53.669" v="21372" actId="14100"/>
          <ac:cxnSpMkLst>
            <pc:docMk/>
            <pc:sldMk cId="789585500" sldId="4903"/>
            <ac:cxnSpMk id="11" creationId="{76E10230-B37C-4063-E84F-5B8BED63CB3C}"/>
          </ac:cxnSpMkLst>
        </pc:cxnChg>
        <pc:cxnChg chg="add mod">
          <ac:chgData name="Yuanhe Tian" userId="8b41a650fa060b16" providerId="LiveId" clId="{22B080D1-78CA-214A-9533-0068418D0107}" dt="2025-05-12T06:03:02.015" v="21374" actId="14100"/>
          <ac:cxnSpMkLst>
            <pc:docMk/>
            <pc:sldMk cId="789585500" sldId="4903"/>
            <ac:cxnSpMk id="12" creationId="{ACC6213E-A4C7-0CBE-233C-6771409FAE70}"/>
          </ac:cxnSpMkLst>
        </pc:cxnChg>
        <pc:cxnChg chg="add mod">
          <ac:chgData name="Yuanhe Tian" userId="8b41a650fa060b16" providerId="LiveId" clId="{22B080D1-78CA-214A-9533-0068418D0107}" dt="2025-05-12T06:04:37.299" v="21380" actId="14100"/>
          <ac:cxnSpMkLst>
            <pc:docMk/>
            <pc:sldMk cId="789585500" sldId="4903"/>
            <ac:cxnSpMk id="15" creationId="{A7AD0AE5-7B5A-B90D-0794-137825DAB579}"/>
          </ac:cxnSpMkLst>
        </pc:cxn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FD9EC146-7103-4549-868D-FD3600C3A425}" type="datetimeFigureOut">
              <a:rPr lang="zh-CN" altLang="en-US" smtClean="0"/>
              <a:t>2026/10/19</a:t>
            </a:fld>
            <a:endParaRPr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2E76AA05-AB2B-4215-978B-A09B2D34874E}" type="slidenum">
              <a:rPr lang="zh-CN" altLang="en-US" smtClean="0"/>
              <a:t>‹#›</a:t>
            </a:fld>
            <a:endParaRPr lang="zh-CN" altLang="en-US"/>
          </a:p>
        </p:txBody>
      </p:sp>
    </p:spTree>
    <p:extLst>
      <p:ext uri="{BB962C8B-B14F-4D97-AF65-F5344CB8AC3E}">
        <p14:creationId xmlns:p14="http://schemas.microsoft.com/office/powerpoint/2010/main" val="271251967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2" Type="http://schemas.openxmlformats.org/officeDocument/2006/relationships/slide" Target="../slides/slide60.xml"/><Relationship Id="rId1" Type="http://schemas.openxmlformats.org/officeDocument/2006/relationships/notesMaster" Target="../notesMasters/notesMaster1.xml"/></Relationships>
</file>

<file path=ppt/notesSlides/_rels/notesSlide61.xml.rels><?xml version="1.0" encoding="UTF-8" standalone="yes"?>
<Relationships xmlns="http://schemas.openxmlformats.org/package/2006/relationships"><Relationship Id="rId2" Type="http://schemas.openxmlformats.org/officeDocument/2006/relationships/slide" Target="../slides/slide61.xml"/><Relationship Id="rId1" Type="http://schemas.openxmlformats.org/officeDocument/2006/relationships/notesMaster" Target="../notesMasters/notesMaster1.xml"/></Relationships>
</file>

<file path=ppt/notesSlides/_rels/notesSlide62.xml.rels><?xml version="1.0" encoding="UTF-8" standalone="yes"?>
<Relationships xmlns="http://schemas.openxmlformats.org/package/2006/relationships"><Relationship Id="rId2" Type="http://schemas.openxmlformats.org/officeDocument/2006/relationships/slide" Target="../slides/slide62.xml"/><Relationship Id="rId1" Type="http://schemas.openxmlformats.org/officeDocument/2006/relationships/notesMaster" Target="../notesMasters/notesMaster1.xml"/></Relationships>
</file>

<file path=ppt/notesSlides/_rels/notesSlide63.xml.rels><?xml version="1.0" encoding="UTF-8" standalone="yes"?>
<Relationships xmlns="http://schemas.openxmlformats.org/package/2006/relationships"><Relationship Id="rId2" Type="http://schemas.openxmlformats.org/officeDocument/2006/relationships/slide" Target="../slides/slide6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kumimoji="1" lang="zh-CN" altLang="en-US"/>
          </a:p>
        </p:txBody>
      </p:sp>
      <p:sp>
        <p:nvSpPr>
          <p:cNvPr id="4" name="幻灯片编号占位符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AC82B69B-4CDB-45EF-AF2E-DEBF6EE82A6D}" type="slidenum">
              <a:rPr kumimoji="0" lang="en-US" sz="1200" b="0" i="0" u="none" strike="noStrike" kern="1200" cap="none" spc="0" normalizeH="0" baseline="0" noProof="0" smtClean="0">
                <a:ln>
                  <a:noFill/>
                </a:ln>
                <a:solidFill>
                  <a:prstClr val="black"/>
                </a:solidFill>
                <a:effectLst/>
                <a:uLnTx/>
                <a:uFillTx/>
                <a:latin typeface="等线"/>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a:t>
            </a:fld>
            <a:endParaRPr kumimoji="0" lang="en-US" sz="1200" b="0" i="0" u="none" strike="noStrike" kern="1200" cap="none" spc="0" normalizeH="0" baseline="0" noProof="0">
              <a:ln>
                <a:noFill/>
              </a:ln>
              <a:solidFill>
                <a:prstClr val="black"/>
              </a:solidFill>
              <a:effectLst/>
              <a:uLnTx/>
              <a:uFillTx/>
              <a:latin typeface="等线"/>
              <a:ea typeface="+mn-ea"/>
              <a:cs typeface="+mn-cs"/>
            </a:endParaRPr>
          </a:p>
        </p:txBody>
      </p:sp>
    </p:spTree>
    <p:extLst>
      <p:ext uri="{BB962C8B-B14F-4D97-AF65-F5344CB8AC3E}">
        <p14:creationId xmlns:p14="http://schemas.microsoft.com/office/powerpoint/2010/main" val="1814492456"/>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2B735503-9D21-443F-BC18-5459550EB72F}" type="slidenum">
              <a:rPr kumimoji="0" lang="zh-CN" altLang="en-US" sz="1200" b="0" i="0" u="none" strike="noStrike" kern="1200" cap="none" spc="0" normalizeH="0" baseline="0" noProof="0" smtClean="0">
                <a:ln>
                  <a:noFill/>
                </a:ln>
                <a:solidFill>
                  <a:prstClr val="black"/>
                </a:solidFill>
                <a:effectLst/>
                <a:uLnTx/>
                <a:uFillTx/>
                <a:latin typeface="等线" panose="020F0502020204030204"/>
                <a:ea typeface="等线" panose="02010600030101010101" pitchFamily="2" charset="-122"/>
                <a:cs typeface="+mn-cs"/>
              </a:rPr>
              <a:pPr marL="0" marR="0" lvl="0" indent="0" algn="r" defTabSz="914400" rtl="0" eaLnBrk="1" fontAlgn="auto" latinLnBrk="0" hangingPunct="1">
                <a:lnSpc>
                  <a:spcPct val="100000"/>
                </a:lnSpc>
                <a:spcBef>
                  <a:spcPts val="0"/>
                </a:spcBef>
                <a:spcAft>
                  <a:spcPts val="0"/>
                </a:spcAft>
                <a:buClrTx/>
                <a:buSzTx/>
                <a:buFontTx/>
                <a:buNone/>
                <a:tabLst/>
                <a:defRPr/>
              </a:pPr>
              <a:t>2</a:t>
            </a:fld>
            <a:endParaRPr kumimoji="0" lang="zh-CN" altLang="en-US" sz="12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Tree>
    <p:extLst>
      <p:ext uri="{BB962C8B-B14F-4D97-AF65-F5344CB8AC3E}">
        <p14:creationId xmlns:p14="http://schemas.microsoft.com/office/powerpoint/2010/main" val="3919007617"/>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err="1"/>
              <a:t>Transformer的输入有两部分</a:t>
            </a:r>
            <a:r>
              <a:rPr lang="zh-CN" altLang="en-US" dirty="0"/>
              <a:t>，本质上是一个向量序列（矩阵）</a:t>
            </a:r>
            <a:endParaRPr lang="en-US" dirty="0"/>
          </a:p>
        </p:txBody>
      </p:sp>
      <p:sp>
        <p:nvSpPr>
          <p:cNvPr id="4" name="Slide Number Placeholder 3"/>
          <p:cNvSpPr>
            <a:spLocks noGrp="1"/>
          </p:cNvSpPr>
          <p:nvPr>
            <p:ph type="sldNum" sz="quarter" idx="5"/>
          </p:nvPr>
        </p:nvSpPr>
        <p:spPr/>
        <p:txBody>
          <a:bodyPr/>
          <a:lstStyle/>
          <a:p>
            <a:fld id="{997DF73A-65DB-6E41-B185-11DF594A0732}" type="slidenum">
              <a:rPr lang="en-US" smtClean="0"/>
              <a:t>3</a:t>
            </a:fld>
            <a:endParaRPr lang="en-US"/>
          </a:p>
        </p:txBody>
      </p:sp>
    </p:spTree>
    <p:extLst>
      <p:ext uri="{BB962C8B-B14F-4D97-AF65-F5344CB8AC3E}">
        <p14:creationId xmlns:p14="http://schemas.microsoft.com/office/powerpoint/2010/main" val="396975639"/>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A34BEB0-FAEC-58CD-C2E8-F038BABFF67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B7F582D-5629-1DB0-EABC-337B69679FA8}"/>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9260E8D-A0B0-2785-F585-990D05AFB0CF}"/>
              </a:ext>
            </a:extLst>
          </p:cNvPr>
          <p:cNvSpPr>
            <a:spLocks noGrp="1"/>
          </p:cNvSpPr>
          <p:nvPr>
            <p:ph type="body" idx="1"/>
          </p:nvPr>
        </p:nvSpPr>
        <p:spPr/>
        <p:txBody>
          <a:bodyPr/>
          <a:lstStyle/>
          <a:p>
            <a:r>
              <a:rPr lang="en-US" dirty="0" err="1"/>
              <a:t>引入</a:t>
            </a:r>
            <a:r>
              <a:rPr lang="zh-CN" altLang="en-US" dirty="0"/>
              <a:t> </a:t>
            </a:r>
            <a:r>
              <a:rPr lang="en-US" altLang="zh-CN" dirty="0"/>
              <a:t>Token</a:t>
            </a:r>
            <a:r>
              <a:rPr lang="zh-CN" altLang="en-US" dirty="0"/>
              <a:t> 的概念</a:t>
            </a:r>
            <a:endParaRPr lang="en-US" dirty="0"/>
          </a:p>
        </p:txBody>
      </p:sp>
      <p:sp>
        <p:nvSpPr>
          <p:cNvPr id="4" name="Slide Number Placeholder 3">
            <a:extLst>
              <a:ext uri="{FF2B5EF4-FFF2-40B4-BE49-F238E27FC236}">
                <a16:creationId xmlns:a16="http://schemas.microsoft.com/office/drawing/2014/main" id="{B294B0ED-BF96-96EF-2BFB-16493C7E49C6}"/>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1A99E5C6-2D23-F14A-AAED-D6085048DF0D}" type="slidenum">
              <a:rPr kumimoji="0" lang="en-US" sz="1200" b="0" i="0" u="none" strike="noStrike" kern="1200" cap="none" spc="0" normalizeH="0" baseline="0" noProof="0" smtClean="0">
                <a:ln>
                  <a:noFill/>
                </a:ln>
                <a:solidFill>
                  <a:prstClr val="black"/>
                </a:solidFill>
                <a:effectLst/>
                <a:uLnTx/>
                <a:uFillTx/>
                <a:latin typeface="等线"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4</a:t>
            </a:fld>
            <a:endParaRPr kumimoji="0" lang="en-US" sz="1200" b="0" i="0" u="none" strike="noStrike" kern="1200" cap="none" spc="0" normalizeH="0" baseline="0" noProof="0">
              <a:ln>
                <a:noFill/>
              </a:ln>
              <a:solidFill>
                <a:prstClr val="black"/>
              </a:solidFill>
              <a:effectLst/>
              <a:uLnTx/>
              <a:uFillTx/>
              <a:latin typeface="等线" panose="020F0502020204030204"/>
              <a:ea typeface="+mn-ea"/>
              <a:cs typeface="+mn-cs"/>
            </a:endParaRPr>
          </a:p>
        </p:txBody>
      </p:sp>
    </p:spTree>
    <p:extLst>
      <p:ext uri="{BB962C8B-B14F-4D97-AF65-F5344CB8AC3E}">
        <p14:creationId xmlns:p14="http://schemas.microsoft.com/office/powerpoint/2010/main" val="188508368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err="1"/>
              <a:t>对于文本</a:t>
            </a:r>
            <a:r>
              <a:rPr lang="zh-CN" altLang="en-US" dirty="0"/>
              <a:t>，</a:t>
            </a:r>
            <a:r>
              <a:rPr lang="en-US" altLang="zh-CN" dirty="0"/>
              <a:t>Token</a:t>
            </a:r>
            <a:r>
              <a:rPr lang="zh-CN" altLang="en-US" dirty="0"/>
              <a:t> 可能是什么</a:t>
            </a:r>
            <a:endParaRPr lang="en-US" dirty="0"/>
          </a:p>
        </p:txBody>
      </p:sp>
      <p:sp>
        <p:nvSpPr>
          <p:cNvPr id="4" name="Slide Number Placeholder 3"/>
          <p:cNvSpPr>
            <a:spLocks noGrp="1"/>
          </p:cNvSpPr>
          <p:nvPr>
            <p:ph type="sldNum" sz="quarter" idx="5"/>
          </p:nvPr>
        </p:nvSpPr>
        <p:spPr/>
        <p:txBody>
          <a:bodyPr/>
          <a:lstStyle/>
          <a:p>
            <a:fld id="{2E76AA05-AB2B-4215-978B-A09B2D34874E}" type="slidenum">
              <a:rPr lang="zh-CN" altLang="en-US" smtClean="0"/>
              <a:t>5</a:t>
            </a:fld>
            <a:endParaRPr lang="zh-CN" altLang="en-US"/>
          </a:p>
        </p:txBody>
      </p:sp>
    </p:spTree>
    <p:extLst>
      <p:ext uri="{BB962C8B-B14F-4D97-AF65-F5344CB8AC3E}">
        <p14:creationId xmlns:p14="http://schemas.microsoft.com/office/powerpoint/2010/main" val="3255285623"/>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err="1"/>
              <a:t>两种典型的分词方法</a:t>
            </a:r>
            <a:r>
              <a:rPr lang="zh-CN" altLang="en-US" dirty="0"/>
              <a:t>，都是基于统计信息的</a:t>
            </a:r>
            <a:endParaRPr lang="en-US" dirty="0"/>
          </a:p>
        </p:txBody>
      </p:sp>
      <p:sp>
        <p:nvSpPr>
          <p:cNvPr id="4" name="Slide Number Placeholder 3"/>
          <p:cNvSpPr>
            <a:spLocks noGrp="1"/>
          </p:cNvSpPr>
          <p:nvPr>
            <p:ph type="sldNum" sz="quarter" idx="5"/>
          </p:nvPr>
        </p:nvSpPr>
        <p:spPr/>
        <p:txBody>
          <a:bodyPr/>
          <a:lstStyle/>
          <a:p>
            <a:fld id="{2E76AA05-AB2B-4215-978B-A09B2D34874E}" type="slidenum">
              <a:rPr lang="zh-CN" altLang="en-US" smtClean="0"/>
              <a:t>6</a:t>
            </a:fld>
            <a:endParaRPr lang="zh-CN" altLang="en-US"/>
          </a:p>
        </p:txBody>
      </p:sp>
    </p:spTree>
    <p:extLst>
      <p:ext uri="{BB962C8B-B14F-4D97-AF65-F5344CB8AC3E}">
        <p14:creationId xmlns:p14="http://schemas.microsoft.com/office/powerpoint/2010/main" val="251718586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ltLang="zh-CN"/>
              <a:t>BPE</a:t>
            </a:r>
            <a:r>
              <a:rPr lang="zh-CN" altLang="en-US"/>
              <a:t> 背景和使用原因</a:t>
            </a:r>
            <a:endParaRPr lang="en-US" altLang="zh-CN"/>
          </a:p>
          <a:p>
            <a:endParaRPr lang="en-US" altLang="zh-CN"/>
          </a:p>
          <a:p>
            <a:r>
              <a:rPr lang="zh-CN" altLang="en-US"/>
              <a:t>本质是 </a:t>
            </a:r>
            <a:r>
              <a:rPr lang="en-US" altLang="zh-CN" err="1"/>
              <a:t>subword</a:t>
            </a:r>
            <a:r>
              <a:rPr lang="zh-CN" altLang="en-US"/>
              <a:t>，之前词向量的提升部分讲过 </a:t>
            </a:r>
            <a:r>
              <a:rPr lang="en-US" altLang="zh-CN" err="1"/>
              <a:t>subword</a:t>
            </a:r>
            <a:r>
              <a:rPr lang="zh-CN" altLang="en-US"/>
              <a:t> 对文本表征的提升作用</a:t>
            </a:r>
            <a:endParaRPr lang="en-US" altLang="zh-CN"/>
          </a:p>
          <a:p>
            <a:endParaRPr lang="en-US" altLang="zh-CN"/>
          </a:p>
          <a:p>
            <a:r>
              <a:rPr lang="en-US" err="1"/>
              <a:t>学习</a:t>
            </a:r>
            <a:r>
              <a:rPr lang="zh-CN" altLang="en-US"/>
              <a:t> </a:t>
            </a:r>
            <a:r>
              <a:rPr lang="en-US" altLang="zh-CN"/>
              <a:t>merge</a:t>
            </a:r>
            <a:r>
              <a:rPr lang="zh-CN" altLang="en-US"/>
              <a:t> </a:t>
            </a:r>
            <a:r>
              <a:rPr lang="en-US" altLang="zh-CN"/>
              <a:t>rules</a:t>
            </a:r>
          </a:p>
          <a:p>
            <a:r>
              <a:rPr lang="zh-CN" altLang="en-US"/>
              <a:t>分词的时候先把词分成字母，然后使用这些学习的 </a:t>
            </a:r>
            <a:r>
              <a:rPr lang="en-US" altLang="zh-CN"/>
              <a:t>merge</a:t>
            </a:r>
            <a:r>
              <a:rPr lang="zh-CN" altLang="en-US"/>
              <a:t> </a:t>
            </a:r>
            <a:r>
              <a:rPr lang="en-US" altLang="zh-CN"/>
              <a:t>rules</a:t>
            </a:r>
            <a:r>
              <a:rPr lang="zh-CN" altLang="en-US"/>
              <a:t> 组合这些字母，最终形成 </a:t>
            </a:r>
            <a:r>
              <a:rPr lang="en-US" altLang="zh-CN" err="1"/>
              <a:t>subwords</a:t>
            </a:r>
            <a:endParaRPr lang="en-US" altLang="zh-CN"/>
          </a:p>
          <a:p>
            <a:endParaRPr lang="en-US"/>
          </a:p>
          <a:p>
            <a:r>
              <a:rPr lang="en-US" err="1"/>
              <a:t>Word</a:t>
            </a:r>
            <a:r>
              <a:rPr lang="en-US" altLang="zh-CN" err="1"/>
              <a:t>piece</a:t>
            </a:r>
            <a:r>
              <a:rPr lang="zh-CN" altLang="en-US"/>
              <a:t> 的切分方法是找到最长的字串</a:t>
            </a:r>
            <a:endParaRPr lang="en-US"/>
          </a:p>
          <a:p>
            <a:endParaRPr lang="en-US" altLang="zh-CN"/>
          </a:p>
          <a:p>
            <a:endParaRPr lang="en-US"/>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43DBFDAC-C4E3-BC4C-9CC2-A9827FD46082}" type="slidenum">
              <a:rPr kumimoji="0" lang="en-US" sz="1200" b="0" i="0" u="none" strike="noStrike" kern="1200" cap="none" spc="0" normalizeH="0" baseline="0" noProof="0" smtClean="0">
                <a:ln>
                  <a:noFill/>
                </a:ln>
                <a:solidFill>
                  <a:prstClr val="black"/>
                </a:solidFill>
                <a:effectLst/>
                <a:uLnTx/>
                <a:uFillTx/>
                <a:latin typeface="等线"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7</a:t>
            </a:fld>
            <a:endParaRPr kumimoji="0" lang="en-US" sz="1200" b="0" i="0" u="none" strike="noStrike" kern="1200" cap="none" spc="0" normalizeH="0" baseline="0" noProof="0">
              <a:ln>
                <a:noFill/>
              </a:ln>
              <a:solidFill>
                <a:prstClr val="black"/>
              </a:solidFill>
              <a:effectLst/>
              <a:uLnTx/>
              <a:uFillTx/>
              <a:latin typeface="等线" panose="020F0502020204030204"/>
              <a:ea typeface="+mn-ea"/>
              <a:cs typeface="+mn-cs"/>
            </a:endParaRPr>
          </a:p>
        </p:txBody>
      </p:sp>
    </p:spTree>
    <p:extLst>
      <p:ext uri="{BB962C8B-B14F-4D97-AF65-F5344CB8AC3E}">
        <p14:creationId xmlns:p14="http://schemas.microsoft.com/office/powerpoint/2010/main" val="3512131640"/>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err="1"/>
              <a:t>四个步骤</a:t>
            </a:r>
            <a:r>
              <a:rPr lang="zh-CN" altLang="en-US"/>
              <a:t>，逐步根据频率，合并高频的 </a:t>
            </a:r>
            <a:r>
              <a:rPr lang="en-US" altLang="zh-CN"/>
              <a:t>token</a:t>
            </a:r>
          </a:p>
          <a:p>
            <a:endParaRPr lang="en-US"/>
          </a:p>
          <a:p>
            <a:r>
              <a:rPr lang="en-US" altLang="zh-CN" err="1"/>
              <a:t>Wordpiece</a:t>
            </a:r>
            <a:r>
              <a:rPr lang="zh-CN" altLang="en-US"/>
              <a:t> 使用 </a:t>
            </a:r>
            <a:r>
              <a:rPr lang="en-US" altLang="zh-CN"/>
              <a:t>PMI</a:t>
            </a:r>
            <a:r>
              <a:rPr lang="zh-CN" altLang="en-US"/>
              <a:t>，然而 </a:t>
            </a:r>
            <a:r>
              <a:rPr lang="en-US" altLang="zh-CN"/>
              <a:t>BPE</a:t>
            </a:r>
            <a:r>
              <a:rPr lang="zh-CN" altLang="en-US"/>
              <a:t> 用的是频率</a:t>
            </a:r>
            <a:endParaRPr lang="en-US"/>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43DBFDAC-C4E3-BC4C-9CC2-A9827FD46082}" type="slidenum">
              <a:rPr kumimoji="0" lang="en-US" sz="1200" b="0" i="0" u="none" strike="noStrike" kern="1200" cap="none" spc="0" normalizeH="0" baseline="0" noProof="0" smtClean="0">
                <a:ln>
                  <a:noFill/>
                </a:ln>
                <a:solidFill>
                  <a:prstClr val="black"/>
                </a:solidFill>
                <a:effectLst/>
                <a:uLnTx/>
                <a:uFillTx/>
                <a:latin typeface="等线"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8</a:t>
            </a:fld>
            <a:endParaRPr kumimoji="0" lang="en-US" sz="1200" b="0" i="0" u="none" strike="noStrike" kern="1200" cap="none" spc="0" normalizeH="0" baseline="0" noProof="0">
              <a:ln>
                <a:noFill/>
              </a:ln>
              <a:solidFill>
                <a:prstClr val="black"/>
              </a:solidFill>
              <a:effectLst/>
              <a:uLnTx/>
              <a:uFillTx/>
              <a:latin typeface="等线" panose="020F0502020204030204"/>
              <a:ea typeface="+mn-ea"/>
              <a:cs typeface="+mn-cs"/>
            </a:endParaRPr>
          </a:p>
        </p:txBody>
      </p:sp>
    </p:spTree>
    <p:extLst>
      <p:ext uri="{BB962C8B-B14F-4D97-AF65-F5344CB8AC3E}">
        <p14:creationId xmlns:p14="http://schemas.microsoft.com/office/powerpoint/2010/main" val="2617727246"/>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ltLang="zh-CN"/>
              <a:t>Corpus</a:t>
            </a:r>
            <a:r>
              <a:rPr lang="zh-CN" altLang="en-US"/>
              <a:t> 里面表示 词和词频</a:t>
            </a:r>
            <a:endParaRPr lang="en-US" altLang="zh-CN"/>
          </a:p>
          <a:p>
            <a:endParaRPr lang="en-US"/>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1A99E5C6-2D23-F14A-AAED-D6085048DF0D}" type="slidenum">
              <a:rPr kumimoji="0" lang="en-US" sz="1200" b="0" i="0" u="none" strike="noStrike" kern="1200" cap="none" spc="0" normalizeH="0" baseline="0" noProof="0" smtClean="0">
                <a:ln>
                  <a:noFill/>
                </a:ln>
                <a:solidFill>
                  <a:prstClr val="black"/>
                </a:solidFill>
                <a:effectLst/>
                <a:uLnTx/>
                <a:uFillTx/>
                <a:latin typeface="等线"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9</a:t>
            </a:fld>
            <a:endParaRPr kumimoji="0" lang="en-US" sz="1200" b="0" i="0" u="none" strike="noStrike" kern="1200" cap="none" spc="0" normalizeH="0" baseline="0" noProof="0">
              <a:ln>
                <a:noFill/>
              </a:ln>
              <a:solidFill>
                <a:prstClr val="black"/>
              </a:solidFill>
              <a:effectLst/>
              <a:uLnTx/>
              <a:uFillTx/>
              <a:latin typeface="等线" panose="020F0502020204030204"/>
              <a:ea typeface="+mn-ea"/>
              <a:cs typeface="+mn-cs"/>
            </a:endParaRPr>
          </a:p>
        </p:txBody>
      </p:sp>
    </p:spTree>
    <p:extLst>
      <p:ext uri="{BB962C8B-B14F-4D97-AF65-F5344CB8AC3E}">
        <p14:creationId xmlns:p14="http://schemas.microsoft.com/office/powerpoint/2010/main" val="2668221468"/>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err="1"/>
              <a:t>例子继续</a:t>
            </a:r>
            <a:endParaRPr lang="en-US"/>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43DBFDAC-C4E3-BC4C-9CC2-A9827FD46082}" type="slidenum">
              <a:rPr kumimoji="0" lang="en-US" sz="1200" b="0" i="0" u="none" strike="noStrike" kern="1200" cap="none" spc="0" normalizeH="0" baseline="0" noProof="0" smtClean="0">
                <a:ln>
                  <a:noFill/>
                </a:ln>
                <a:solidFill>
                  <a:prstClr val="black"/>
                </a:solidFill>
                <a:effectLst/>
                <a:uLnTx/>
                <a:uFillTx/>
                <a:latin typeface="等线"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10</a:t>
            </a:fld>
            <a:endParaRPr kumimoji="0" lang="en-US" sz="1200" b="0" i="0" u="none" strike="noStrike" kern="1200" cap="none" spc="0" normalizeH="0" baseline="0" noProof="0">
              <a:ln>
                <a:noFill/>
              </a:ln>
              <a:solidFill>
                <a:prstClr val="black"/>
              </a:solidFill>
              <a:effectLst/>
              <a:uLnTx/>
              <a:uFillTx/>
              <a:latin typeface="等线" panose="020F0502020204030204"/>
              <a:ea typeface="+mn-ea"/>
              <a:cs typeface="+mn-cs"/>
            </a:endParaRPr>
          </a:p>
        </p:txBody>
      </p:sp>
    </p:spTree>
    <p:extLst>
      <p:ext uri="{BB962C8B-B14F-4D97-AF65-F5344CB8AC3E}">
        <p14:creationId xmlns:p14="http://schemas.microsoft.com/office/powerpoint/2010/main" val="1869153082"/>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err="1"/>
              <a:t>例子继续</a:t>
            </a:r>
            <a:endParaRPr lang="en-US"/>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43DBFDAC-C4E3-BC4C-9CC2-A9827FD46082}" type="slidenum">
              <a:rPr kumimoji="0" lang="en-US" sz="1200" b="0" i="0" u="none" strike="noStrike" kern="1200" cap="none" spc="0" normalizeH="0" baseline="0" noProof="0" smtClean="0">
                <a:ln>
                  <a:noFill/>
                </a:ln>
                <a:solidFill>
                  <a:prstClr val="black"/>
                </a:solidFill>
                <a:effectLst/>
                <a:uLnTx/>
                <a:uFillTx/>
                <a:latin typeface="等线"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11</a:t>
            </a:fld>
            <a:endParaRPr kumimoji="0" lang="en-US" sz="1200" b="0" i="0" u="none" strike="noStrike" kern="1200" cap="none" spc="0" normalizeH="0" baseline="0" noProof="0">
              <a:ln>
                <a:noFill/>
              </a:ln>
              <a:solidFill>
                <a:prstClr val="black"/>
              </a:solidFill>
              <a:effectLst/>
              <a:uLnTx/>
              <a:uFillTx/>
              <a:latin typeface="等线" panose="020F0502020204030204"/>
              <a:ea typeface="+mn-ea"/>
              <a:cs typeface="+mn-cs"/>
            </a:endParaRPr>
          </a:p>
        </p:txBody>
      </p:sp>
    </p:spTree>
    <p:extLst>
      <p:ext uri="{BB962C8B-B14F-4D97-AF65-F5344CB8AC3E}">
        <p14:creationId xmlns:p14="http://schemas.microsoft.com/office/powerpoint/2010/main" val="2912737310"/>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err="1"/>
              <a:t>重复上述过程</a:t>
            </a:r>
            <a:endParaRPr lang="en-US"/>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1A99E5C6-2D23-F14A-AAED-D6085048DF0D}" type="slidenum">
              <a:rPr kumimoji="0" lang="en-US" sz="1200" b="0" i="0" u="none" strike="noStrike" kern="1200" cap="none" spc="0" normalizeH="0" baseline="0" noProof="0" smtClean="0">
                <a:ln>
                  <a:noFill/>
                </a:ln>
                <a:solidFill>
                  <a:prstClr val="black"/>
                </a:solidFill>
                <a:effectLst/>
                <a:uLnTx/>
                <a:uFillTx/>
                <a:latin typeface="等线"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12</a:t>
            </a:fld>
            <a:endParaRPr kumimoji="0" lang="en-US" sz="1200" b="0" i="0" u="none" strike="noStrike" kern="1200" cap="none" spc="0" normalizeH="0" baseline="0" noProof="0">
              <a:ln>
                <a:noFill/>
              </a:ln>
              <a:solidFill>
                <a:prstClr val="black"/>
              </a:solidFill>
              <a:effectLst/>
              <a:uLnTx/>
              <a:uFillTx/>
              <a:latin typeface="等线" panose="020F0502020204030204"/>
              <a:ea typeface="+mn-ea"/>
              <a:cs typeface="+mn-cs"/>
            </a:endParaRPr>
          </a:p>
        </p:txBody>
      </p:sp>
    </p:spTree>
    <p:extLst>
      <p:ext uri="{BB962C8B-B14F-4D97-AF65-F5344CB8AC3E}">
        <p14:creationId xmlns:p14="http://schemas.microsoft.com/office/powerpoint/2010/main" val="2893480279"/>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22E652F-5390-FB8D-48E4-0EC83DBCB3B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B4E78C0-D32E-18FB-D46C-3B3FF3FB3668}"/>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33DA96E-FD6A-3FA2-D3F0-32C626548DAD}"/>
              </a:ext>
            </a:extLst>
          </p:cNvPr>
          <p:cNvSpPr>
            <a:spLocks noGrp="1"/>
          </p:cNvSpPr>
          <p:nvPr>
            <p:ph type="body" idx="1"/>
          </p:nvPr>
        </p:nvSpPr>
        <p:spPr/>
        <p:txBody>
          <a:bodyPr/>
          <a:lstStyle/>
          <a:p>
            <a:r>
              <a:rPr lang="en-US" dirty="0" err="1"/>
              <a:t>整体流程总结</a:t>
            </a:r>
            <a:endParaRPr lang="en-US" dirty="0"/>
          </a:p>
        </p:txBody>
      </p:sp>
      <p:sp>
        <p:nvSpPr>
          <p:cNvPr id="4" name="Slide Number Placeholder 3">
            <a:extLst>
              <a:ext uri="{FF2B5EF4-FFF2-40B4-BE49-F238E27FC236}">
                <a16:creationId xmlns:a16="http://schemas.microsoft.com/office/drawing/2014/main" id="{D09FA4F0-C639-5C2D-64E8-2FE6E49A9EC1}"/>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1A99E5C6-2D23-F14A-AAED-D6085048DF0D}" type="slidenum">
              <a:rPr kumimoji="0" lang="en-US" sz="1200" b="0" i="0" u="none" strike="noStrike" kern="1200" cap="none" spc="0" normalizeH="0" baseline="0" noProof="0" smtClean="0">
                <a:ln>
                  <a:noFill/>
                </a:ln>
                <a:solidFill>
                  <a:prstClr val="black"/>
                </a:solidFill>
                <a:effectLst/>
                <a:uLnTx/>
                <a:uFillTx/>
                <a:latin typeface="等线"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13</a:t>
            </a:fld>
            <a:endParaRPr kumimoji="0" lang="en-US" sz="1200" b="0" i="0" u="none" strike="noStrike" kern="1200" cap="none" spc="0" normalizeH="0" baseline="0" noProof="0">
              <a:ln>
                <a:noFill/>
              </a:ln>
              <a:solidFill>
                <a:prstClr val="black"/>
              </a:solidFill>
              <a:effectLst/>
              <a:uLnTx/>
              <a:uFillTx/>
              <a:latin typeface="等线" panose="020F0502020204030204"/>
              <a:ea typeface="+mn-ea"/>
              <a:cs typeface="+mn-cs"/>
            </a:endParaRPr>
          </a:p>
        </p:txBody>
      </p:sp>
    </p:spTree>
    <p:extLst>
      <p:ext uri="{BB962C8B-B14F-4D97-AF65-F5344CB8AC3E}">
        <p14:creationId xmlns:p14="http://schemas.microsoft.com/office/powerpoint/2010/main" val="1642028197"/>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err="1"/>
              <a:t>使用学习的</a:t>
            </a:r>
            <a:r>
              <a:rPr lang="zh-CN" altLang="en-US"/>
              <a:t> </a:t>
            </a:r>
            <a:r>
              <a:rPr lang="en-US" altLang="zh-CN"/>
              <a:t>Merge</a:t>
            </a:r>
            <a:r>
              <a:rPr lang="zh-CN" altLang="en-US"/>
              <a:t> </a:t>
            </a:r>
            <a:r>
              <a:rPr lang="en-US" altLang="zh-CN"/>
              <a:t>rule</a:t>
            </a:r>
            <a:r>
              <a:rPr lang="zh-CN" altLang="en-US"/>
              <a:t> 实现 </a:t>
            </a:r>
            <a:r>
              <a:rPr lang="en-US" altLang="zh-CN"/>
              <a:t>tokenization</a:t>
            </a:r>
            <a:endParaRPr lang="en-US"/>
          </a:p>
          <a:p>
            <a:endParaRPr lang="en-US"/>
          </a:p>
          <a:p>
            <a:r>
              <a:rPr lang="en-US" err="1"/>
              <a:t>例子展示了</a:t>
            </a:r>
            <a:r>
              <a:rPr lang="zh-CN" altLang="en-US"/>
              <a:t> </a:t>
            </a:r>
            <a:r>
              <a:rPr lang="en-US" altLang="zh-CN"/>
              <a:t>bug</a:t>
            </a:r>
            <a:r>
              <a:rPr lang="zh-CN" altLang="en-US"/>
              <a:t> 和 </a:t>
            </a:r>
            <a:r>
              <a:rPr lang="en-US" altLang="zh-CN"/>
              <a:t>mug</a:t>
            </a:r>
            <a:r>
              <a:rPr lang="zh-CN" altLang="en-US"/>
              <a:t> 分步的分词效果</a:t>
            </a:r>
            <a:endParaRPr lang="en-US" altLang="zh-CN"/>
          </a:p>
          <a:p>
            <a:r>
              <a:rPr lang="en-US" err="1"/>
              <a:t>第一步分成字母</a:t>
            </a:r>
            <a:r>
              <a:rPr lang="zh-CN" altLang="en-US"/>
              <a:t>，第二步依次使用 </a:t>
            </a:r>
            <a:r>
              <a:rPr lang="en-US" altLang="zh-CN"/>
              <a:t>Merge</a:t>
            </a:r>
            <a:r>
              <a:rPr lang="zh-CN" altLang="en-US"/>
              <a:t> </a:t>
            </a:r>
            <a:r>
              <a:rPr lang="en-US" altLang="zh-CN"/>
              <a:t>rules</a:t>
            </a:r>
            <a:r>
              <a:rPr lang="zh-CN" altLang="en-US"/>
              <a:t>，合并字母。如果最后剩下的不在 </a:t>
            </a:r>
            <a:r>
              <a:rPr lang="en-US" altLang="zh-CN"/>
              <a:t>vocab</a:t>
            </a:r>
            <a:r>
              <a:rPr lang="zh-CN" altLang="en-US"/>
              <a:t> 里面，用 </a:t>
            </a:r>
            <a:r>
              <a:rPr lang="en-US" altLang="zh-CN"/>
              <a:t>[UNK]</a:t>
            </a:r>
            <a:r>
              <a:rPr lang="zh-CN" altLang="en-US"/>
              <a:t> 替代</a:t>
            </a:r>
            <a:endParaRPr lang="en-US"/>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1A99E5C6-2D23-F14A-AAED-D6085048DF0D}" type="slidenum">
              <a:rPr kumimoji="0" lang="en-US" sz="1200" b="0" i="0" u="none" strike="noStrike" kern="1200" cap="none" spc="0" normalizeH="0" baseline="0" noProof="0" smtClean="0">
                <a:ln>
                  <a:noFill/>
                </a:ln>
                <a:solidFill>
                  <a:prstClr val="black"/>
                </a:solidFill>
                <a:effectLst/>
                <a:uLnTx/>
                <a:uFillTx/>
                <a:latin typeface="等线"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14</a:t>
            </a:fld>
            <a:endParaRPr kumimoji="0" lang="en-US" sz="1200" b="0" i="0" u="none" strike="noStrike" kern="1200" cap="none" spc="0" normalizeH="0" baseline="0" noProof="0">
              <a:ln>
                <a:noFill/>
              </a:ln>
              <a:solidFill>
                <a:prstClr val="black"/>
              </a:solidFill>
              <a:effectLst/>
              <a:uLnTx/>
              <a:uFillTx/>
              <a:latin typeface="等线" panose="020F0502020204030204"/>
              <a:ea typeface="+mn-ea"/>
              <a:cs typeface="+mn-cs"/>
            </a:endParaRPr>
          </a:p>
        </p:txBody>
      </p:sp>
    </p:spTree>
    <p:extLst>
      <p:ext uri="{BB962C8B-B14F-4D97-AF65-F5344CB8AC3E}">
        <p14:creationId xmlns:p14="http://schemas.microsoft.com/office/powerpoint/2010/main" val="1384539765"/>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2285786-C27D-9E8D-441B-50F1AE31F1C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8FF465F-9D1D-2BCE-6C85-F36E8B8FF998}"/>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0C24843-EE5A-BECA-76E4-96BB9E783BA1}"/>
              </a:ext>
            </a:extLst>
          </p:cNvPr>
          <p:cNvSpPr>
            <a:spLocks noGrp="1"/>
          </p:cNvSpPr>
          <p:nvPr>
            <p:ph type="body" idx="1"/>
          </p:nvPr>
        </p:nvSpPr>
        <p:spPr/>
        <p:txBody>
          <a:bodyPr/>
          <a:lstStyle/>
          <a:p>
            <a:r>
              <a:rPr lang="en-US" dirty="0" err="1"/>
              <a:t>小结</a:t>
            </a:r>
            <a:endParaRPr lang="en-US" dirty="0"/>
          </a:p>
        </p:txBody>
      </p:sp>
      <p:sp>
        <p:nvSpPr>
          <p:cNvPr id="4" name="Slide Number Placeholder 3">
            <a:extLst>
              <a:ext uri="{FF2B5EF4-FFF2-40B4-BE49-F238E27FC236}">
                <a16:creationId xmlns:a16="http://schemas.microsoft.com/office/drawing/2014/main" id="{81DA14A8-762E-2594-88D1-FD234B3076EB}"/>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1A99E5C6-2D23-F14A-AAED-D6085048DF0D}" type="slidenum">
              <a:rPr kumimoji="0" lang="en-US" sz="1200" b="0" i="0" u="none" strike="noStrike" kern="1200" cap="none" spc="0" normalizeH="0" baseline="0" noProof="0" smtClean="0">
                <a:ln>
                  <a:noFill/>
                </a:ln>
                <a:solidFill>
                  <a:prstClr val="black"/>
                </a:solidFill>
                <a:effectLst/>
                <a:uLnTx/>
                <a:uFillTx/>
                <a:latin typeface="等线"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15</a:t>
            </a:fld>
            <a:endParaRPr kumimoji="0" lang="en-US" sz="1200" b="0" i="0" u="none" strike="noStrike" kern="1200" cap="none" spc="0" normalizeH="0" baseline="0" noProof="0">
              <a:ln>
                <a:noFill/>
              </a:ln>
              <a:solidFill>
                <a:prstClr val="black"/>
              </a:solidFill>
              <a:effectLst/>
              <a:uLnTx/>
              <a:uFillTx/>
              <a:latin typeface="等线" panose="020F0502020204030204"/>
              <a:ea typeface="+mn-ea"/>
              <a:cs typeface="+mn-cs"/>
            </a:endParaRPr>
          </a:p>
        </p:txBody>
      </p:sp>
    </p:spTree>
    <p:extLst>
      <p:ext uri="{BB962C8B-B14F-4D97-AF65-F5344CB8AC3E}">
        <p14:creationId xmlns:p14="http://schemas.microsoft.com/office/powerpoint/2010/main" val="3713284575"/>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err="1"/>
              <a:t>传统CNN编码方法</a:t>
            </a:r>
            <a:endParaRPr lang="en-US" dirty="0"/>
          </a:p>
        </p:txBody>
      </p:sp>
      <p:sp>
        <p:nvSpPr>
          <p:cNvPr id="4" name="Slide Number Placeholder 3"/>
          <p:cNvSpPr>
            <a:spLocks noGrp="1"/>
          </p:cNvSpPr>
          <p:nvPr>
            <p:ph type="sldNum" sz="quarter" idx="5"/>
          </p:nvPr>
        </p:nvSpPr>
        <p:spPr/>
        <p:txBody>
          <a:bodyPr/>
          <a:lstStyle/>
          <a:p>
            <a:fld id="{2E76AA05-AB2B-4215-978B-A09B2D34874E}" type="slidenum">
              <a:rPr lang="zh-CN" altLang="en-US" smtClean="0"/>
              <a:t>16</a:t>
            </a:fld>
            <a:endParaRPr lang="zh-CN" altLang="en-US"/>
          </a:p>
        </p:txBody>
      </p:sp>
    </p:spTree>
    <p:extLst>
      <p:ext uri="{BB962C8B-B14F-4D97-AF65-F5344CB8AC3E}">
        <p14:creationId xmlns:p14="http://schemas.microsoft.com/office/powerpoint/2010/main" val="2418402124"/>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err="1"/>
              <a:t>传统方法不适合</a:t>
            </a:r>
            <a:r>
              <a:rPr lang="zh-CN" altLang="en-US" dirty="0"/>
              <a:t>图像</a:t>
            </a:r>
            <a:endParaRPr lang="en-US" dirty="0"/>
          </a:p>
        </p:txBody>
      </p:sp>
      <p:sp>
        <p:nvSpPr>
          <p:cNvPr id="4" name="Slide Number Placeholder 3"/>
          <p:cNvSpPr>
            <a:spLocks noGrp="1"/>
          </p:cNvSpPr>
          <p:nvPr>
            <p:ph type="sldNum" sz="quarter" idx="5"/>
          </p:nvPr>
        </p:nvSpPr>
        <p:spPr/>
        <p:txBody>
          <a:bodyPr/>
          <a:lstStyle/>
          <a:p>
            <a:fld id="{2E76AA05-AB2B-4215-978B-A09B2D34874E}" type="slidenum">
              <a:rPr lang="zh-CN" altLang="en-US" smtClean="0"/>
              <a:t>17</a:t>
            </a:fld>
            <a:endParaRPr lang="zh-CN" altLang="en-US"/>
          </a:p>
        </p:txBody>
      </p:sp>
    </p:spTree>
    <p:extLst>
      <p:ext uri="{BB962C8B-B14F-4D97-AF65-F5344CB8AC3E}">
        <p14:creationId xmlns:p14="http://schemas.microsoft.com/office/powerpoint/2010/main" val="1620402978"/>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Patch</a:t>
            </a:r>
            <a:r>
              <a:rPr lang="zh-CN" altLang="en-US" dirty="0"/>
              <a:t> 其实就是图像小块</a:t>
            </a:r>
            <a:endParaRPr lang="en-US" dirty="0"/>
          </a:p>
        </p:txBody>
      </p:sp>
      <p:sp>
        <p:nvSpPr>
          <p:cNvPr id="4" name="Slide Number Placeholder 3"/>
          <p:cNvSpPr>
            <a:spLocks noGrp="1"/>
          </p:cNvSpPr>
          <p:nvPr>
            <p:ph type="sldNum" sz="quarter" idx="5"/>
          </p:nvPr>
        </p:nvSpPr>
        <p:spPr/>
        <p:txBody>
          <a:bodyPr/>
          <a:lstStyle/>
          <a:p>
            <a:fld id="{2E76AA05-AB2B-4215-978B-A09B2D34874E}" type="slidenum">
              <a:rPr lang="zh-CN" altLang="en-US" smtClean="0"/>
              <a:t>18</a:t>
            </a:fld>
            <a:endParaRPr lang="zh-CN" altLang="en-US"/>
          </a:p>
        </p:txBody>
      </p:sp>
    </p:spTree>
    <p:extLst>
      <p:ext uri="{BB962C8B-B14F-4D97-AF65-F5344CB8AC3E}">
        <p14:creationId xmlns:p14="http://schemas.microsoft.com/office/powerpoint/2010/main" val="4284402647"/>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err="1"/>
              <a:t>切Patch的过程</a:t>
            </a:r>
            <a:r>
              <a:rPr lang="zh-CN" altLang="en-US" dirty="0"/>
              <a:t>，以及两个例子</a:t>
            </a:r>
            <a:endParaRPr lang="en-US" altLang="zh-CN" dirty="0"/>
          </a:p>
          <a:p>
            <a:r>
              <a:rPr lang="zh-CN" altLang="en-US" dirty="0"/>
              <a:t>通过这一步得到了 </a:t>
            </a:r>
            <a:r>
              <a:rPr lang="en-US" altLang="zh-CN" dirty="0"/>
              <a:t>patch</a:t>
            </a:r>
            <a:endParaRPr lang="en-US" dirty="0"/>
          </a:p>
        </p:txBody>
      </p:sp>
      <p:sp>
        <p:nvSpPr>
          <p:cNvPr id="4" name="Slide Number Placeholder 3"/>
          <p:cNvSpPr>
            <a:spLocks noGrp="1"/>
          </p:cNvSpPr>
          <p:nvPr>
            <p:ph type="sldNum" sz="quarter" idx="5"/>
          </p:nvPr>
        </p:nvSpPr>
        <p:spPr/>
        <p:txBody>
          <a:bodyPr/>
          <a:lstStyle/>
          <a:p>
            <a:fld id="{2E76AA05-AB2B-4215-978B-A09B2D34874E}" type="slidenum">
              <a:rPr lang="zh-CN" altLang="en-US" smtClean="0"/>
              <a:t>19</a:t>
            </a:fld>
            <a:endParaRPr lang="zh-CN" altLang="en-US"/>
          </a:p>
        </p:txBody>
      </p:sp>
    </p:spTree>
    <p:extLst>
      <p:ext uri="{BB962C8B-B14F-4D97-AF65-F5344CB8AC3E}">
        <p14:creationId xmlns:p14="http://schemas.microsoft.com/office/powerpoint/2010/main" val="100478381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err="1"/>
              <a:t>这里讲解怎么从</a:t>
            </a:r>
            <a:r>
              <a:rPr lang="zh-CN" altLang="en-US" dirty="0"/>
              <a:t> </a:t>
            </a:r>
            <a:r>
              <a:rPr lang="en-US" altLang="zh-CN" dirty="0"/>
              <a:t>patch</a:t>
            </a:r>
            <a:r>
              <a:rPr lang="zh-CN" altLang="en-US" dirty="0"/>
              <a:t> 转换为 </a:t>
            </a:r>
            <a:r>
              <a:rPr lang="en-US" altLang="zh-CN" dirty="0"/>
              <a:t>patch</a:t>
            </a:r>
            <a:r>
              <a:rPr lang="zh-CN" altLang="en-US" dirty="0"/>
              <a:t> </a:t>
            </a:r>
            <a:r>
              <a:rPr lang="en-US" altLang="zh-CN" dirty="0"/>
              <a:t>Embedding</a:t>
            </a:r>
            <a:endParaRPr lang="en-US" dirty="0"/>
          </a:p>
        </p:txBody>
      </p:sp>
      <p:sp>
        <p:nvSpPr>
          <p:cNvPr id="4" name="Slide Number Placeholder 3"/>
          <p:cNvSpPr>
            <a:spLocks noGrp="1"/>
          </p:cNvSpPr>
          <p:nvPr>
            <p:ph type="sldNum" sz="quarter" idx="5"/>
          </p:nvPr>
        </p:nvSpPr>
        <p:spPr/>
        <p:txBody>
          <a:bodyPr/>
          <a:lstStyle/>
          <a:p>
            <a:fld id="{2E76AA05-AB2B-4215-978B-A09B2D34874E}" type="slidenum">
              <a:rPr lang="zh-CN" altLang="en-US" smtClean="0"/>
              <a:t>20</a:t>
            </a:fld>
            <a:endParaRPr lang="zh-CN" altLang="en-US"/>
          </a:p>
        </p:txBody>
      </p:sp>
    </p:spTree>
    <p:extLst>
      <p:ext uri="{BB962C8B-B14F-4D97-AF65-F5344CB8AC3E}">
        <p14:creationId xmlns:p14="http://schemas.microsoft.com/office/powerpoint/2010/main" val="936549243"/>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008CBC2-BDD7-5795-983E-0BE12733474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E5D0C34-0EF2-6298-3408-C7EC6CD9FF5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1FA8A98-8280-437C-48DB-AFEE6175B9C1}"/>
              </a:ext>
            </a:extLst>
          </p:cNvPr>
          <p:cNvSpPr>
            <a:spLocks noGrp="1"/>
          </p:cNvSpPr>
          <p:nvPr>
            <p:ph type="body" idx="1"/>
          </p:nvPr>
        </p:nvSpPr>
        <p:spPr/>
        <p:txBody>
          <a:bodyPr/>
          <a:lstStyle/>
          <a:p>
            <a:r>
              <a:rPr lang="en-US" dirty="0" err="1"/>
              <a:t>图像是怎么被处理为便于被Transformer处理的形式的</a:t>
            </a:r>
            <a:endParaRPr lang="en-US" dirty="0"/>
          </a:p>
        </p:txBody>
      </p:sp>
      <p:sp>
        <p:nvSpPr>
          <p:cNvPr id="4" name="Slide Number Placeholder 3">
            <a:extLst>
              <a:ext uri="{FF2B5EF4-FFF2-40B4-BE49-F238E27FC236}">
                <a16:creationId xmlns:a16="http://schemas.microsoft.com/office/drawing/2014/main" id="{071BFC18-3A19-257D-3A74-EE221CD16915}"/>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1A99E5C6-2D23-F14A-AAED-D6085048DF0D}" type="slidenum">
              <a:rPr kumimoji="0" lang="en-US" sz="1200" b="0" i="0" u="none" strike="noStrike" kern="1200" cap="none" spc="0" normalizeH="0" baseline="0" noProof="0" smtClean="0">
                <a:ln>
                  <a:noFill/>
                </a:ln>
                <a:solidFill>
                  <a:prstClr val="black"/>
                </a:solidFill>
                <a:effectLst/>
                <a:uLnTx/>
                <a:uFillTx/>
                <a:latin typeface="等线"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21</a:t>
            </a:fld>
            <a:endParaRPr kumimoji="0" lang="en-US" sz="1200" b="0" i="0" u="none" strike="noStrike" kern="1200" cap="none" spc="0" normalizeH="0" baseline="0" noProof="0">
              <a:ln>
                <a:noFill/>
              </a:ln>
              <a:solidFill>
                <a:prstClr val="black"/>
              </a:solidFill>
              <a:effectLst/>
              <a:uLnTx/>
              <a:uFillTx/>
              <a:latin typeface="等线" panose="020F0502020204030204"/>
              <a:ea typeface="+mn-ea"/>
              <a:cs typeface="+mn-cs"/>
            </a:endParaRPr>
          </a:p>
        </p:txBody>
      </p:sp>
    </p:spTree>
    <p:extLst>
      <p:ext uri="{BB962C8B-B14F-4D97-AF65-F5344CB8AC3E}">
        <p14:creationId xmlns:p14="http://schemas.microsoft.com/office/powerpoint/2010/main" val="2602620627"/>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altLang="en-US" dirty="0">
                <a:solidFill>
                  <a:schemeClr val="tx1"/>
                </a:solidFill>
              </a:rPr>
              <a:t>传统的图像 </a:t>
            </a:r>
            <a:r>
              <a:rPr lang="en-US" altLang="zh-CN" dirty="0">
                <a:solidFill>
                  <a:schemeClr val="tx1"/>
                </a:solidFill>
              </a:rPr>
              <a:t>2D</a:t>
            </a:r>
            <a:r>
              <a:rPr lang="zh-CN" altLang="en-US" dirty="0">
                <a:solidFill>
                  <a:schemeClr val="tx1"/>
                </a:solidFill>
              </a:rPr>
              <a:t> </a:t>
            </a:r>
            <a:r>
              <a:rPr lang="en-US" altLang="zh-CN" dirty="0">
                <a:solidFill>
                  <a:schemeClr val="tx1"/>
                </a:solidFill>
              </a:rPr>
              <a:t>Patch</a:t>
            </a:r>
            <a:r>
              <a:rPr lang="zh-CN" altLang="en-US" dirty="0">
                <a:solidFill>
                  <a:schemeClr val="tx1"/>
                </a:solidFill>
              </a:rPr>
              <a:t>（黄色的）</a:t>
            </a:r>
            <a:endParaRPr lang="en-US" altLang="zh-CN" dirty="0">
              <a:solidFill>
                <a:schemeClr val="tx1"/>
              </a:solidFill>
            </a:endParaRPr>
          </a:p>
          <a:p>
            <a:r>
              <a:rPr lang="en-US" dirty="0" err="1"/>
              <a:t>还有方块的</a:t>
            </a:r>
            <a:r>
              <a:rPr lang="zh-CN" altLang="en-US" dirty="0"/>
              <a:t> </a:t>
            </a:r>
            <a:r>
              <a:rPr lang="en-US" altLang="zh-CN" dirty="0"/>
              <a:t>patch</a:t>
            </a:r>
            <a:r>
              <a:rPr lang="zh-CN" altLang="en-US" dirty="0"/>
              <a:t>，这些方块覆盖了图片特定位置（例如左上角）的多张图片，从而形成对视频的不同部分在时间维度上的理解。可以使用多种不同规格的方块，每个方块覆盖的每张图的大小，以及覆盖的时间大小都不确定。从而实现对图像的混合理解。</a:t>
            </a:r>
            <a:endParaRPr lang="en-US" dirty="0"/>
          </a:p>
        </p:txBody>
      </p:sp>
      <p:sp>
        <p:nvSpPr>
          <p:cNvPr id="4" name="Slide Number Placeholder 3"/>
          <p:cNvSpPr>
            <a:spLocks noGrp="1"/>
          </p:cNvSpPr>
          <p:nvPr>
            <p:ph type="sldNum" sz="quarter" idx="5"/>
          </p:nvPr>
        </p:nvSpPr>
        <p:spPr/>
        <p:txBody>
          <a:bodyPr/>
          <a:lstStyle/>
          <a:p>
            <a:fld id="{2E76AA05-AB2B-4215-978B-A09B2D34874E}" type="slidenum">
              <a:rPr lang="zh-CN" altLang="en-US" smtClean="0"/>
              <a:t>22</a:t>
            </a:fld>
            <a:endParaRPr lang="zh-CN" altLang="en-US"/>
          </a:p>
        </p:txBody>
      </p:sp>
    </p:spTree>
    <p:extLst>
      <p:ext uri="{BB962C8B-B14F-4D97-AF65-F5344CB8AC3E}">
        <p14:creationId xmlns:p14="http://schemas.microsoft.com/office/powerpoint/2010/main" val="296622730"/>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err="1"/>
              <a:t>概念</a:t>
            </a:r>
            <a:r>
              <a:rPr lang="zh-CN" altLang="en-US" dirty="0"/>
              <a:t>：本质是向量。可以通过一个概念编码器对输入的词进行编码得到。概念不对应具体的词（类似软提示）。编码得到的概念向量输入</a:t>
            </a:r>
            <a:r>
              <a:rPr lang="en-US" altLang="zh-CN" dirty="0"/>
              <a:t>Transformer</a:t>
            </a:r>
            <a:r>
              <a:rPr lang="zh-CN" altLang="en-US" dirty="0"/>
              <a:t>，然后输出也是概念。这些概念通过解码器得到对应的单词。</a:t>
            </a:r>
            <a:endParaRPr lang="en-US" altLang="zh-CN" dirty="0"/>
          </a:p>
          <a:p>
            <a:r>
              <a:rPr lang="zh-CN" altLang="en-US" dirty="0"/>
              <a:t>思想：本质也是向量，而不对应具体的词。通过让大模型生成这些向量，然后把生成的向量作为输入从而让模型生成下一个词，可以逐步得到一组由这些向量组成的思维链，然后用这些思维链来生成真正的、文本的回答。</a:t>
            </a:r>
            <a:endParaRPr lang="en-US" altLang="zh-CN" dirty="0"/>
          </a:p>
        </p:txBody>
      </p:sp>
      <p:sp>
        <p:nvSpPr>
          <p:cNvPr id="4" name="Slide Number Placeholder 3"/>
          <p:cNvSpPr>
            <a:spLocks noGrp="1"/>
          </p:cNvSpPr>
          <p:nvPr>
            <p:ph type="sldNum" sz="quarter" idx="5"/>
          </p:nvPr>
        </p:nvSpPr>
        <p:spPr/>
        <p:txBody>
          <a:bodyPr/>
          <a:lstStyle/>
          <a:p>
            <a:fld id="{2E76AA05-AB2B-4215-978B-A09B2D34874E}" type="slidenum">
              <a:rPr lang="zh-CN" altLang="en-US" smtClean="0"/>
              <a:t>23</a:t>
            </a:fld>
            <a:endParaRPr lang="zh-CN" altLang="en-US"/>
          </a:p>
        </p:txBody>
      </p:sp>
    </p:spTree>
    <p:extLst>
      <p:ext uri="{BB962C8B-B14F-4D97-AF65-F5344CB8AC3E}">
        <p14:creationId xmlns:p14="http://schemas.microsoft.com/office/powerpoint/2010/main" val="1923015472"/>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err="1"/>
              <a:t>DNA序列类似语言</a:t>
            </a:r>
            <a:r>
              <a:rPr lang="zh-CN" altLang="en-US" dirty="0"/>
              <a:t>，也可以被当做类似文本的方式处理</a:t>
            </a:r>
            <a:endParaRPr lang="en-US" altLang="zh-CN" dirty="0"/>
          </a:p>
          <a:p>
            <a:r>
              <a:rPr lang="zh-CN" altLang="en-US" dirty="0"/>
              <a:t>音频可以被表达为语谱图，按照图像处理方式来处理音频</a:t>
            </a:r>
            <a:endParaRPr lang="en-US" dirty="0"/>
          </a:p>
        </p:txBody>
      </p:sp>
      <p:sp>
        <p:nvSpPr>
          <p:cNvPr id="4" name="Slide Number Placeholder 3"/>
          <p:cNvSpPr>
            <a:spLocks noGrp="1"/>
          </p:cNvSpPr>
          <p:nvPr>
            <p:ph type="sldNum" sz="quarter" idx="5"/>
          </p:nvPr>
        </p:nvSpPr>
        <p:spPr/>
        <p:txBody>
          <a:bodyPr/>
          <a:lstStyle/>
          <a:p>
            <a:fld id="{2E76AA05-AB2B-4215-978B-A09B2D34874E}" type="slidenum">
              <a:rPr lang="zh-CN" altLang="en-US" smtClean="0"/>
              <a:t>24</a:t>
            </a:fld>
            <a:endParaRPr lang="zh-CN" altLang="en-US"/>
          </a:p>
        </p:txBody>
      </p:sp>
    </p:spTree>
    <p:extLst>
      <p:ext uri="{BB962C8B-B14F-4D97-AF65-F5344CB8AC3E}">
        <p14:creationId xmlns:p14="http://schemas.microsoft.com/office/powerpoint/2010/main" val="1045369166"/>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err="1"/>
              <a:t>Token不局限于文本的词</a:t>
            </a:r>
            <a:endParaRPr lang="en-US" dirty="0"/>
          </a:p>
        </p:txBody>
      </p:sp>
      <p:sp>
        <p:nvSpPr>
          <p:cNvPr id="4" name="Slide Number Placeholder 3"/>
          <p:cNvSpPr>
            <a:spLocks noGrp="1"/>
          </p:cNvSpPr>
          <p:nvPr>
            <p:ph type="sldNum" sz="quarter" idx="5"/>
          </p:nvPr>
        </p:nvSpPr>
        <p:spPr/>
        <p:txBody>
          <a:bodyPr/>
          <a:lstStyle/>
          <a:p>
            <a:fld id="{2E76AA05-AB2B-4215-978B-A09B2D34874E}" type="slidenum">
              <a:rPr lang="zh-CN" altLang="en-US" smtClean="0"/>
              <a:t>25</a:t>
            </a:fld>
            <a:endParaRPr lang="zh-CN" altLang="en-US"/>
          </a:p>
        </p:txBody>
      </p:sp>
    </p:spTree>
    <p:extLst>
      <p:ext uri="{BB962C8B-B14F-4D97-AF65-F5344CB8AC3E}">
        <p14:creationId xmlns:p14="http://schemas.microsoft.com/office/powerpoint/2010/main" val="9164816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95171A0-B078-998E-FD88-CE84E2BBB502}"/>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F8EA4409-97B8-F5C7-2B59-B107C6F27EA2}"/>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8F5E7B7B-11A4-9761-06FD-F91D5B8DA7A8}"/>
              </a:ext>
            </a:extLst>
          </p:cNvPr>
          <p:cNvSpPr>
            <a:spLocks noGrp="1"/>
          </p:cNvSpPr>
          <p:nvPr>
            <p:ph type="body" idx="1"/>
          </p:nvPr>
        </p:nvSpPr>
        <p:spPr/>
        <p:txBody>
          <a:bodyPr/>
          <a:lstStyle/>
          <a:p>
            <a:endParaRPr lang="zh-CN" altLang="en-US"/>
          </a:p>
        </p:txBody>
      </p:sp>
      <p:sp>
        <p:nvSpPr>
          <p:cNvPr id="4" name="灯片编号占位符 3">
            <a:extLst>
              <a:ext uri="{FF2B5EF4-FFF2-40B4-BE49-F238E27FC236}">
                <a16:creationId xmlns:a16="http://schemas.microsoft.com/office/drawing/2014/main" id="{0EABE265-0E43-9FC0-3A4D-322E5EC073BD}"/>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2B735503-9D21-443F-BC18-5459550EB72F}" type="slidenum">
              <a:rPr kumimoji="0" lang="zh-CN" altLang="en-US" sz="1200" b="0" i="0" u="none" strike="noStrike" kern="1200" cap="none" spc="0" normalizeH="0" baseline="0" noProof="0" smtClean="0">
                <a:ln>
                  <a:noFill/>
                </a:ln>
                <a:solidFill>
                  <a:prstClr val="black"/>
                </a:solidFill>
                <a:effectLst/>
                <a:uLnTx/>
                <a:uFillTx/>
                <a:latin typeface="等线" panose="020F0502020204030204"/>
                <a:ea typeface="等线" panose="02010600030101010101" pitchFamily="2" charset="-122"/>
                <a:cs typeface="+mn-cs"/>
              </a:rPr>
              <a:pPr marL="0" marR="0" lvl="0" indent="0" algn="r" defTabSz="914400" rtl="0" eaLnBrk="1" fontAlgn="auto" latinLnBrk="0" hangingPunct="1">
                <a:lnSpc>
                  <a:spcPct val="100000"/>
                </a:lnSpc>
                <a:spcBef>
                  <a:spcPts val="0"/>
                </a:spcBef>
                <a:spcAft>
                  <a:spcPts val="0"/>
                </a:spcAft>
                <a:buClrTx/>
                <a:buSzTx/>
                <a:buFontTx/>
                <a:buNone/>
                <a:tabLst/>
                <a:defRPr/>
              </a:pPr>
              <a:t>26</a:t>
            </a:fld>
            <a:endParaRPr kumimoji="0" lang="zh-CN" altLang="en-US" sz="12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Tree>
    <p:extLst>
      <p:ext uri="{BB962C8B-B14F-4D97-AF65-F5344CB8AC3E}">
        <p14:creationId xmlns:p14="http://schemas.microsoft.com/office/powerpoint/2010/main" val="3006072634"/>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err="1"/>
              <a:t>Transformer可以用于处理各种不同的输入</a:t>
            </a:r>
            <a:endParaRPr lang="en-US" dirty="0"/>
          </a:p>
        </p:txBody>
      </p:sp>
      <p:sp>
        <p:nvSpPr>
          <p:cNvPr id="4" name="Slide Number Placeholder 3"/>
          <p:cNvSpPr>
            <a:spLocks noGrp="1"/>
          </p:cNvSpPr>
          <p:nvPr>
            <p:ph type="sldNum" sz="quarter" idx="5"/>
          </p:nvPr>
        </p:nvSpPr>
        <p:spPr/>
        <p:txBody>
          <a:bodyPr/>
          <a:lstStyle/>
          <a:p>
            <a:fld id="{2E76AA05-AB2B-4215-978B-A09B2D34874E}" type="slidenum">
              <a:rPr lang="zh-CN" altLang="en-US" smtClean="0"/>
              <a:t>27</a:t>
            </a:fld>
            <a:endParaRPr lang="zh-CN" altLang="en-US"/>
          </a:p>
        </p:txBody>
      </p:sp>
    </p:spTree>
    <p:extLst>
      <p:ext uri="{BB962C8B-B14F-4D97-AF65-F5344CB8AC3E}">
        <p14:creationId xmlns:p14="http://schemas.microsoft.com/office/powerpoint/2010/main" val="639712308"/>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ltLang="zh-CN" dirty="0"/>
              <a:t>Transformer</a:t>
            </a:r>
            <a:r>
              <a:rPr lang="zh-CN" altLang="en-US" dirty="0"/>
              <a:t> 是目前各种表征模型采用的架构，分为基于编码器的模型，基于编码器和解码器的模型，以及基于解码器的模型</a:t>
            </a:r>
            <a:endParaRPr lang="en-US" altLang="zh-CN" dirty="0"/>
          </a:p>
          <a:p>
            <a:endParaRPr lang="en-US" altLang="zh-CN" dirty="0"/>
          </a:p>
          <a:p>
            <a:r>
              <a:rPr lang="zh-CN" altLang="en-US" dirty="0"/>
              <a:t>后面按照从输入到输出，从编码器到解码器的顺序介绍</a:t>
            </a:r>
            <a:endParaRPr lang="en-US" dirty="0"/>
          </a:p>
        </p:txBody>
      </p:sp>
      <p:sp>
        <p:nvSpPr>
          <p:cNvPr id="4" name="Slide Number Placeholder 3"/>
          <p:cNvSpPr>
            <a:spLocks noGrp="1"/>
          </p:cNvSpPr>
          <p:nvPr>
            <p:ph type="sldNum" sz="quarter" idx="5"/>
          </p:nvPr>
        </p:nvSpPr>
        <p:spPr/>
        <p:txBody>
          <a:bodyPr/>
          <a:lstStyle/>
          <a:p>
            <a:fld id="{2E76AA05-AB2B-4215-978B-A09B2D34874E}" type="slidenum">
              <a:rPr lang="zh-CN" altLang="en-US" smtClean="0"/>
              <a:t>28</a:t>
            </a:fld>
            <a:endParaRPr lang="zh-CN" altLang="en-US"/>
          </a:p>
        </p:txBody>
      </p:sp>
    </p:spTree>
    <p:extLst>
      <p:ext uri="{BB962C8B-B14F-4D97-AF65-F5344CB8AC3E}">
        <p14:creationId xmlns:p14="http://schemas.microsoft.com/office/powerpoint/2010/main" val="1904428707"/>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err="1"/>
              <a:t>Transformer在应用时</a:t>
            </a:r>
            <a:r>
              <a:rPr lang="zh-CN" altLang="en-US" dirty="0"/>
              <a:t>，需要考虑数据形态并选择合适的架构</a:t>
            </a:r>
            <a:endParaRPr lang="en-US" altLang="zh-CN" dirty="0"/>
          </a:p>
          <a:p>
            <a:r>
              <a:rPr lang="zh-CN" altLang="en-US" dirty="0"/>
              <a:t>后续以图像和文本为例介绍应用</a:t>
            </a:r>
            <a:endParaRPr lang="en-US" dirty="0"/>
          </a:p>
        </p:txBody>
      </p:sp>
      <p:sp>
        <p:nvSpPr>
          <p:cNvPr id="4" name="Slide Number Placeholder 3"/>
          <p:cNvSpPr>
            <a:spLocks noGrp="1"/>
          </p:cNvSpPr>
          <p:nvPr>
            <p:ph type="sldNum" sz="quarter" idx="5"/>
          </p:nvPr>
        </p:nvSpPr>
        <p:spPr/>
        <p:txBody>
          <a:bodyPr/>
          <a:lstStyle/>
          <a:p>
            <a:fld id="{2E76AA05-AB2B-4215-978B-A09B2D34874E}" type="slidenum">
              <a:rPr lang="zh-CN" altLang="en-US" smtClean="0"/>
              <a:t>29</a:t>
            </a:fld>
            <a:endParaRPr lang="zh-CN" altLang="en-US"/>
          </a:p>
        </p:txBody>
      </p:sp>
    </p:spTree>
    <p:extLst>
      <p:ext uri="{BB962C8B-B14F-4D97-AF65-F5344CB8AC3E}">
        <p14:creationId xmlns:p14="http://schemas.microsoft.com/office/powerpoint/2010/main" val="1523679796"/>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err="1"/>
              <a:t>Transformer应用于文本处理的一般流程</a:t>
            </a:r>
            <a:r>
              <a:rPr lang="zh-CN" altLang="en-US" dirty="0"/>
              <a:t>，以及主要的三种架构</a:t>
            </a:r>
            <a:endParaRPr lang="en-US" altLang="zh-CN" dirty="0"/>
          </a:p>
          <a:p>
            <a:r>
              <a:rPr lang="zh-CN" altLang="en-US" dirty="0"/>
              <a:t>以下介绍三种架构在文本处理的应用</a:t>
            </a:r>
            <a:endParaRPr lang="en-US" dirty="0"/>
          </a:p>
        </p:txBody>
      </p:sp>
      <p:sp>
        <p:nvSpPr>
          <p:cNvPr id="4" name="Slide Number Placeholder 3"/>
          <p:cNvSpPr>
            <a:spLocks noGrp="1"/>
          </p:cNvSpPr>
          <p:nvPr>
            <p:ph type="sldNum" sz="quarter" idx="5"/>
          </p:nvPr>
        </p:nvSpPr>
        <p:spPr/>
        <p:txBody>
          <a:bodyPr/>
          <a:lstStyle/>
          <a:p>
            <a:fld id="{2E76AA05-AB2B-4215-978B-A09B2D34874E}" type="slidenum">
              <a:rPr lang="zh-CN" altLang="en-US" smtClean="0"/>
              <a:t>30</a:t>
            </a:fld>
            <a:endParaRPr lang="zh-CN" altLang="en-US"/>
          </a:p>
        </p:txBody>
      </p:sp>
    </p:spTree>
    <p:extLst>
      <p:ext uri="{BB962C8B-B14F-4D97-AF65-F5344CB8AC3E}">
        <p14:creationId xmlns:p14="http://schemas.microsoft.com/office/powerpoint/2010/main" val="143813350"/>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Transformer</a:t>
            </a:r>
            <a:r>
              <a:rPr lang="zh-CN" altLang="en-US" dirty="0"/>
              <a:t> </a:t>
            </a:r>
            <a:r>
              <a:rPr lang="en-US" dirty="0" err="1"/>
              <a:t>编码器的应用过程</a:t>
            </a:r>
            <a:endParaRPr lang="en-US" dirty="0"/>
          </a:p>
          <a:p>
            <a:r>
              <a:rPr lang="en-US" dirty="0" err="1"/>
              <a:t>在得到每个词的表征后</a:t>
            </a:r>
            <a:r>
              <a:rPr lang="zh-CN" altLang="en-US" dirty="0"/>
              <a:t>，根据后续任务，有不同的处理方式。主要有两类任务，序列标注任务和文本分类任务</a:t>
            </a:r>
            <a:endParaRPr lang="en-US" dirty="0"/>
          </a:p>
        </p:txBody>
      </p:sp>
      <p:sp>
        <p:nvSpPr>
          <p:cNvPr id="4" name="Slide Number Placeholder 3"/>
          <p:cNvSpPr>
            <a:spLocks noGrp="1"/>
          </p:cNvSpPr>
          <p:nvPr>
            <p:ph type="sldNum" sz="quarter" idx="5"/>
          </p:nvPr>
        </p:nvSpPr>
        <p:spPr/>
        <p:txBody>
          <a:bodyPr/>
          <a:lstStyle/>
          <a:p>
            <a:fld id="{2E76AA05-AB2B-4215-978B-A09B2D34874E}" type="slidenum">
              <a:rPr lang="zh-CN" altLang="en-US" smtClean="0"/>
              <a:t>31</a:t>
            </a:fld>
            <a:endParaRPr lang="zh-CN" altLang="en-US"/>
          </a:p>
        </p:txBody>
      </p:sp>
    </p:spTree>
    <p:extLst>
      <p:ext uri="{BB962C8B-B14F-4D97-AF65-F5344CB8AC3E}">
        <p14:creationId xmlns:p14="http://schemas.microsoft.com/office/powerpoint/2010/main" val="2381153712"/>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err="1"/>
              <a:t>什么是序列标注任务</a:t>
            </a:r>
            <a:endParaRPr lang="en-US" dirty="0"/>
          </a:p>
          <a:p>
            <a:r>
              <a:rPr lang="en-US" dirty="0" err="1"/>
              <a:t>编码器要怎么应用</a:t>
            </a:r>
            <a:endParaRPr lang="en-US" dirty="0"/>
          </a:p>
        </p:txBody>
      </p:sp>
      <p:sp>
        <p:nvSpPr>
          <p:cNvPr id="4" name="Slide Number Placeholder 3"/>
          <p:cNvSpPr>
            <a:spLocks noGrp="1"/>
          </p:cNvSpPr>
          <p:nvPr>
            <p:ph type="sldNum" sz="quarter" idx="5"/>
          </p:nvPr>
        </p:nvSpPr>
        <p:spPr/>
        <p:txBody>
          <a:bodyPr/>
          <a:lstStyle/>
          <a:p>
            <a:fld id="{2E76AA05-AB2B-4215-978B-A09B2D34874E}" type="slidenum">
              <a:rPr lang="zh-CN" altLang="en-US" smtClean="0"/>
              <a:t>32</a:t>
            </a:fld>
            <a:endParaRPr lang="zh-CN" altLang="en-US"/>
          </a:p>
        </p:txBody>
      </p:sp>
    </p:spTree>
    <p:extLst>
      <p:ext uri="{BB962C8B-B14F-4D97-AF65-F5344CB8AC3E}">
        <p14:creationId xmlns:p14="http://schemas.microsoft.com/office/powerpoint/2010/main" val="527392327"/>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err="1"/>
              <a:t>以命名实体识别为例介绍怎么应用</a:t>
            </a:r>
            <a:r>
              <a:rPr lang="zh-CN" altLang="en-US" dirty="0"/>
              <a:t>。</a:t>
            </a:r>
            <a:endParaRPr lang="en-US" altLang="zh-CN" dirty="0"/>
          </a:p>
          <a:p>
            <a:r>
              <a:rPr lang="zh-CN" altLang="en-US" dirty="0"/>
              <a:t>文字展示任务，右边的图展示怎么应用</a:t>
            </a:r>
            <a:endParaRPr lang="en-US" dirty="0"/>
          </a:p>
        </p:txBody>
      </p:sp>
      <p:sp>
        <p:nvSpPr>
          <p:cNvPr id="4" name="Slide Number Placeholder 3"/>
          <p:cNvSpPr>
            <a:spLocks noGrp="1"/>
          </p:cNvSpPr>
          <p:nvPr>
            <p:ph type="sldNum" sz="quarter" idx="5"/>
          </p:nvPr>
        </p:nvSpPr>
        <p:spPr/>
        <p:txBody>
          <a:bodyPr/>
          <a:lstStyle/>
          <a:p>
            <a:fld id="{2E76AA05-AB2B-4215-978B-A09B2D34874E}" type="slidenum">
              <a:rPr lang="zh-CN" altLang="en-US" smtClean="0"/>
              <a:t>33</a:t>
            </a:fld>
            <a:endParaRPr lang="zh-CN" altLang="en-US"/>
          </a:p>
        </p:txBody>
      </p:sp>
    </p:spTree>
    <p:extLst>
      <p:ext uri="{BB962C8B-B14F-4D97-AF65-F5344CB8AC3E}">
        <p14:creationId xmlns:p14="http://schemas.microsoft.com/office/powerpoint/2010/main" val="441064832"/>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err="1"/>
              <a:t>什么是文本分类</a:t>
            </a:r>
            <a:endParaRPr lang="en-US" dirty="0"/>
          </a:p>
          <a:p>
            <a:r>
              <a:rPr lang="en-US" dirty="0" err="1"/>
              <a:t>Transformer编码器的具体应用</a:t>
            </a:r>
            <a:r>
              <a:rPr lang="zh-CN" altLang="en-US" dirty="0"/>
              <a:t>。其中 </a:t>
            </a:r>
            <a:r>
              <a:rPr lang="en-US" altLang="zh-CN" dirty="0"/>
              <a:t>[CLS]</a:t>
            </a:r>
            <a:r>
              <a:rPr lang="zh-CN" altLang="en-US" dirty="0"/>
              <a:t> 特殊字符用于预测标签</a:t>
            </a:r>
            <a:endParaRPr lang="en-US" dirty="0"/>
          </a:p>
        </p:txBody>
      </p:sp>
      <p:sp>
        <p:nvSpPr>
          <p:cNvPr id="4" name="Slide Number Placeholder 3"/>
          <p:cNvSpPr>
            <a:spLocks noGrp="1"/>
          </p:cNvSpPr>
          <p:nvPr>
            <p:ph type="sldNum" sz="quarter" idx="5"/>
          </p:nvPr>
        </p:nvSpPr>
        <p:spPr/>
        <p:txBody>
          <a:bodyPr/>
          <a:lstStyle/>
          <a:p>
            <a:fld id="{2E76AA05-AB2B-4215-978B-A09B2D34874E}" type="slidenum">
              <a:rPr lang="zh-CN" altLang="en-US" smtClean="0"/>
              <a:t>34</a:t>
            </a:fld>
            <a:endParaRPr lang="zh-CN" altLang="en-US"/>
          </a:p>
        </p:txBody>
      </p:sp>
    </p:spTree>
    <p:extLst>
      <p:ext uri="{BB962C8B-B14F-4D97-AF65-F5344CB8AC3E}">
        <p14:creationId xmlns:p14="http://schemas.microsoft.com/office/powerpoint/2010/main" val="41776064"/>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err="1"/>
              <a:t>先解释什么是情感分析</a:t>
            </a:r>
            <a:r>
              <a:rPr lang="zh-CN" altLang="en-US" dirty="0"/>
              <a:t>，然后解释具体流程</a:t>
            </a:r>
            <a:endParaRPr lang="en-US" dirty="0"/>
          </a:p>
        </p:txBody>
      </p:sp>
      <p:sp>
        <p:nvSpPr>
          <p:cNvPr id="4" name="Slide Number Placeholder 3"/>
          <p:cNvSpPr>
            <a:spLocks noGrp="1"/>
          </p:cNvSpPr>
          <p:nvPr>
            <p:ph type="sldNum" sz="quarter" idx="5"/>
          </p:nvPr>
        </p:nvSpPr>
        <p:spPr/>
        <p:txBody>
          <a:bodyPr/>
          <a:lstStyle/>
          <a:p>
            <a:fld id="{2E76AA05-AB2B-4215-978B-A09B2D34874E}" type="slidenum">
              <a:rPr lang="zh-CN" altLang="en-US" smtClean="0"/>
              <a:t>35</a:t>
            </a:fld>
            <a:endParaRPr lang="zh-CN" altLang="en-US"/>
          </a:p>
        </p:txBody>
      </p:sp>
    </p:spTree>
    <p:extLst>
      <p:ext uri="{BB962C8B-B14F-4D97-AF65-F5344CB8AC3E}">
        <p14:creationId xmlns:p14="http://schemas.microsoft.com/office/powerpoint/2010/main" val="2426304137"/>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err="1"/>
              <a:t>有研究探索了Transformer编码器每层学到的内容</a:t>
            </a:r>
            <a:endParaRPr lang="en-US" dirty="0"/>
          </a:p>
          <a:p>
            <a:endParaRPr lang="en-US" dirty="0"/>
          </a:p>
          <a:p>
            <a:r>
              <a:rPr lang="en-US" dirty="0" err="1"/>
              <a:t>右边图</a:t>
            </a:r>
            <a:r>
              <a:rPr lang="zh-CN" altLang="en-US" dirty="0"/>
              <a:t>：抽取不同层 </a:t>
            </a:r>
            <a:r>
              <a:rPr lang="en-US" altLang="zh-CN" dirty="0"/>
              <a:t>text</a:t>
            </a:r>
            <a:r>
              <a:rPr lang="zh-CN" altLang="en-US" dirty="0"/>
              <a:t> </a:t>
            </a:r>
            <a:r>
              <a:rPr lang="en-US" altLang="zh-CN" dirty="0"/>
              <a:t>span</a:t>
            </a:r>
            <a:r>
              <a:rPr lang="zh-CN" altLang="en-US" dirty="0"/>
              <a:t> 的表征，然后做聚类。每个颜色的点代表了 </a:t>
            </a:r>
            <a:r>
              <a:rPr lang="en-US" altLang="zh-CN" dirty="0"/>
              <a:t>text</a:t>
            </a:r>
            <a:r>
              <a:rPr lang="zh-CN" altLang="en-US" dirty="0"/>
              <a:t> </a:t>
            </a:r>
            <a:r>
              <a:rPr lang="en-US" altLang="zh-CN" dirty="0"/>
              <a:t>span</a:t>
            </a:r>
            <a:r>
              <a:rPr lang="zh-CN" altLang="en-US" dirty="0"/>
              <a:t> 的 </a:t>
            </a:r>
            <a:r>
              <a:rPr lang="en-US" altLang="zh-CN" dirty="0"/>
              <a:t>POS</a:t>
            </a:r>
            <a:r>
              <a:rPr lang="zh-CN" altLang="en-US" dirty="0"/>
              <a:t> </a:t>
            </a:r>
            <a:r>
              <a:rPr lang="en-US" altLang="zh-CN" dirty="0"/>
              <a:t>tag</a:t>
            </a:r>
            <a:r>
              <a:rPr lang="zh-CN" altLang="en-US" dirty="0"/>
              <a:t>。</a:t>
            </a:r>
            <a:endParaRPr lang="en-US" altLang="zh-CN" dirty="0"/>
          </a:p>
          <a:p>
            <a:r>
              <a:rPr lang="zh-CN" altLang="en-US" dirty="0"/>
              <a:t>底层学到句法信息（不同颜色的点边界比较明显）</a:t>
            </a:r>
            <a:endParaRPr lang="en-US" altLang="zh-CN" dirty="0"/>
          </a:p>
          <a:p>
            <a:endParaRPr lang="en-US" dirty="0"/>
          </a:p>
        </p:txBody>
      </p:sp>
      <p:sp>
        <p:nvSpPr>
          <p:cNvPr id="4" name="Slide Number Placeholder 3"/>
          <p:cNvSpPr>
            <a:spLocks noGrp="1"/>
          </p:cNvSpPr>
          <p:nvPr>
            <p:ph type="sldNum" sz="quarter" idx="5"/>
          </p:nvPr>
        </p:nvSpPr>
        <p:spPr/>
        <p:txBody>
          <a:bodyPr/>
          <a:lstStyle/>
          <a:p>
            <a:fld id="{2E76AA05-AB2B-4215-978B-A09B2D34874E}" type="slidenum">
              <a:rPr lang="zh-CN" altLang="en-US" smtClean="0"/>
              <a:t>36</a:t>
            </a:fld>
            <a:endParaRPr lang="zh-CN" altLang="en-US"/>
          </a:p>
        </p:txBody>
      </p:sp>
    </p:spTree>
    <p:extLst>
      <p:ext uri="{BB962C8B-B14F-4D97-AF65-F5344CB8AC3E}">
        <p14:creationId xmlns:p14="http://schemas.microsoft.com/office/powerpoint/2010/main" val="387660440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FD0221C-9BB6-6A21-B150-3A3226B5821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4447EE7-D061-DA74-B0DD-28006F46686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2A9EF32-9FD2-D279-723F-B3E6CA0207E6}"/>
              </a:ext>
            </a:extLst>
          </p:cNvPr>
          <p:cNvSpPr>
            <a:spLocks noGrp="1"/>
          </p:cNvSpPr>
          <p:nvPr>
            <p:ph type="body" idx="1"/>
          </p:nvPr>
        </p:nvSpPr>
        <p:spPr/>
        <p:txBody>
          <a:bodyPr/>
          <a:lstStyle/>
          <a:p>
            <a:r>
              <a:rPr lang="en-US" dirty="0" err="1"/>
              <a:t>不同层的表征做不同任务</a:t>
            </a:r>
            <a:endParaRPr lang="en-US" dirty="0"/>
          </a:p>
          <a:p>
            <a:endParaRPr lang="en-US" dirty="0"/>
          </a:p>
          <a:p>
            <a:r>
              <a:rPr lang="en-US" dirty="0" err="1"/>
              <a:t>可以看到</a:t>
            </a:r>
            <a:r>
              <a:rPr lang="zh-CN" altLang="en-US" dirty="0"/>
              <a:t>，使用底层的，在句法任务上效果好</a:t>
            </a:r>
            <a:endParaRPr lang="en-US" altLang="zh-CN" dirty="0"/>
          </a:p>
          <a:p>
            <a:r>
              <a:rPr lang="zh-CN" altLang="en-US" dirty="0"/>
              <a:t>使用高层的，在语义任务上效果好</a:t>
            </a:r>
            <a:endParaRPr lang="en-US" altLang="zh-CN" dirty="0"/>
          </a:p>
          <a:p>
            <a:endParaRPr lang="en-US" dirty="0"/>
          </a:p>
          <a:p>
            <a:r>
              <a:rPr lang="zh-CN" altLang="en-US" dirty="0"/>
              <a:t>表示底层学习结构信息，上层学习语义信息</a:t>
            </a:r>
            <a:endParaRPr lang="en-US" dirty="0"/>
          </a:p>
          <a:p>
            <a:endParaRPr lang="en-US" dirty="0"/>
          </a:p>
        </p:txBody>
      </p:sp>
      <p:sp>
        <p:nvSpPr>
          <p:cNvPr id="4" name="Slide Number Placeholder 3">
            <a:extLst>
              <a:ext uri="{FF2B5EF4-FFF2-40B4-BE49-F238E27FC236}">
                <a16:creationId xmlns:a16="http://schemas.microsoft.com/office/drawing/2014/main" id="{73D46C3B-C308-336C-8DC8-F47A3566A800}"/>
              </a:ext>
            </a:extLst>
          </p:cNvPr>
          <p:cNvSpPr>
            <a:spLocks noGrp="1"/>
          </p:cNvSpPr>
          <p:nvPr>
            <p:ph type="sldNum" sz="quarter" idx="5"/>
          </p:nvPr>
        </p:nvSpPr>
        <p:spPr/>
        <p:txBody>
          <a:bodyPr/>
          <a:lstStyle/>
          <a:p>
            <a:fld id="{2E76AA05-AB2B-4215-978B-A09B2D34874E}" type="slidenum">
              <a:rPr lang="zh-CN" altLang="en-US" smtClean="0"/>
              <a:t>37</a:t>
            </a:fld>
            <a:endParaRPr lang="zh-CN" altLang="en-US"/>
          </a:p>
        </p:txBody>
      </p:sp>
    </p:spTree>
    <p:extLst>
      <p:ext uri="{BB962C8B-B14F-4D97-AF65-F5344CB8AC3E}">
        <p14:creationId xmlns:p14="http://schemas.microsoft.com/office/powerpoint/2010/main" val="3367832783"/>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err="1"/>
              <a:t>编码器</a:t>
            </a:r>
            <a:r>
              <a:rPr lang="en-US" altLang="zh-CN" dirty="0"/>
              <a:t>+</a:t>
            </a:r>
            <a:r>
              <a:rPr lang="zh-CN" altLang="en-US" dirty="0"/>
              <a:t>解码器架构的一般应用流程</a:t>
            </a:r>
            <a:endParaRPr lang="en-US" dirty="0"/>
          </a:p>
        </p:txBody>
      </p:sp>
      <p:sp>
        <p:nvSpPr>
          <p:cNvPr id="4" name="Slide Number Placeholder 3"/>
          <p:cNvSpPr>
            <a:spLocks noGrp="1"/>
          </p:cNvSpPr>
          <p:nvPr>
            <p:ph type="sldNum" sz="quarter" idx="5"/>
          </p:nvPr>
        </p:nvSpPr>
        <p:spPr/>
        <p:txBody>
          <a:bodyPr/>
          <a:lstStyle/>
          <a:p>
            <a:fld id="{2E76AA05-AB2B-4215-978B-A09B2D34874E}" type="slidenum">
              <a:rPr lang="zh-CN" altLang="en-US" smtClean="0"/>
              <a:t>38</a:t>
            </a:fld>
            <a:endParaRPr lang="zh-CN" altLang="en-US"/>
          </a:p>
        </p:txBody>
      </p:sp>
    </p:spTree>
    <p:extLst>
      <p:ext uri="{BB962C8B-B14F-4D97-AF65-F5344CB8AC3E}">
        <p14:creationId xmlns:p14="http://schemas.microsoft.com/office/powerpoint/2010/main" val="93175023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err="1"/>
              <a:t>编码器</a:t>
            </a:r>
            <a:r>
              <a:rPr lang="en-US" altLang="zh-CN" dirty="0"/>
              <a:t>+</a:t>
            </a:r>
            <a:r>
              <a:rPr lang="zh-CN" altLang="en-US" dirty="0"/>
              <a:t>解码器的局限，从而引出纯解码器结构</a:t>
            </a:r>
            <a:endParaRPr lang="en-US" dirty="0"/>
          </a:p>
        </p:txBody>
      </p:sp>
      <p:sp>
        <p:nvSpPr>
          <p:cNvPr id="4" name="Slide Number Placeholder 3"/>
          <p:cNvSpPr>
            <a:spLocks noGrp="1"/>
          </p:cNvSpPr>
          <p:nvPr>
            <p:ph type="sldNum" sz="quarter" idx="5"/>
          </p:nvPr>
        </p:nvSpPr>
        <p:spPr/>
        <p:txBody>
          <a:bodyPr/>
          <a:lstStyle/>
          <a:p>
            <a:fld id="{2E76AA05-AB2B-4215-978B-A09B2D34874E}" type="slidenum">
              <a:rPr lang="zh-CN" altLang="en-US" smtClean="0"/>
              <a:t>39</a:t>
            </a:fld>
            <a:endParaRPr lang="zh-CN" altLang="en-US"/>
          </a:p>
        </p:txBody>
      </p:sp>
    </p:spTree>
    <p:extLst>
      <p:ext uri="{BB962C8B-B14F-4D97-AF65-F5344CB8AC3E}">
        <p14:creationId xmlns:p14="http://schemas.microsoft.com/office/powerpoint/2010/main" val="1618849365"/>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err="1"/>
              <a:t>单纯解码器架构和处理流程</a:t>
            </a:r>
            <a:r>
              <a:rPr lang="zh-CN" altLang="en-US" dirty="0"/>
              <a:t>，这个流程主要处理生成任务</a:t>
            </a:r>
            <a:endParaRPr lang="en-US" dirty="0"/>
          </a:p>
        </p:txBody>
      </p:sp>
      <p:sp>
        <p:nvSpPr>
          <p:cNvPr id="4" name="Slide Number Placeholder 3"/>
          <p:cNvSpPr>
            <a:spLocks noGrp="1"/>
          </p:cNvSpPr>
          <p:nvPr>
            <p:ph type="sldNum" sz="quarter" idx="5"/>
          </p:nvPr>
        </p:nvSpPr>
        <p:spPr/>
        <p:txBody>
          <a:bodyPr/>
          <a:lstStyle/>
          <a:p>
            <a:fld id="{2E76AA05-AB2B-4215-978B-A09B2D34874E}" type="slidenum">
              <a:rPr lang="zh-CN" altLang="en-US" smtClean="0"/>
              <a:t>40</a:t>
            </a:fld>
            <a:endParaRPr lang="zh-CN" altLang="en-US"/>
          </a:p>
        </p:txBody>
      </p:sp>
    </p:spTree>
    <p:extLst>
      <p:ext uri="{BB962C8B-B14F-4D97-AF65-F5344CB8AC3E}">
        <p14:creationId xmlns:p14="http://schemas.microsoft.com/office/powerpoint/2010/main" val="1813074406"/>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err="1"/>
              <a:t>如果用解码器做分类任务</a:t>
            </a:r>
            <a:r>
              <a:rPr lang="zh-CN" altLang="en-US" dirty="0"/>
              <a:t>，应该怎么做</a:t>
            </a:r>
            <a:endParaRPr lang="en-US" dirty="0"/>
          </a:p>
        </p:txBody>
      </p:sp>
      <p:sp>
        <p:nvSpPr>
          <p:cNvPr id="4" name="Slide Number Placeholder 3"/>
          <p:cNvSpPr>
            <a:spLocks noGrp="1"/>
          </p:cNvSpPr>
          <p:nvPr>
            <p:ph type="sldNum" sz="quarter" idx="5"/>
          </p:nvPr>
        </p:nvSpPr>
        <p:spPr/>
        <p:txBody>
          <a:bodyPr/>
          <a:lstStyle/>
          <a:p>
            <a:fld id="{2E76AA05-AB2B-4215-978B-A09B2D34874E}" type="slidenum">
              <a:rPr lang="zh-CN" altLang="en-US" smtClean="0"/>
              <a:t>41</a:t>
            </a:fld>
            <a:endParaRPr lang="zh-CN" altLang="en-US"/>
          </a:p>
        </p:txBody>
      </p:sp>
    </p:spTree>
    <p:extLst>
      <p:ext uri="{BB962C8B-B14F-4D97-AF65-F5344CB8AC3E}">
        <p14:creationId xmlns:p14="http://schemas.microsoft.com/office/powerpoint/2010/main" val="1924227814"/>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err="1"/>
              <a:t>如果我们改变输入的形式</a:t>
            </a:r>
            <a:r>
              <a:rPr lang="zh-CN" altLang="en-US" dirty="0"/>
              <a:t>，那么 </a:t>
            </a:r>
            <a:r>
              <a:rPr lang="en-US" altLang="zh-CN" dirty="0"/>
              <a:t>Transformer</a:t>
            </a:r>
            <a:r>
              <a:rPr lang="zh-CN" altLang="en-US" dirty="0"/>
              <a:t> 还可以做更多类型的分类任务。</a:t>
            </a:r>
            <a:endParaRPr lang="en-US" altLang="zh-CN" dirty="0"/>
          </a:p>
          <a:p>
            <a:r>
              <a:rPr lang="zh-CN" altLang="en-US" dirty="0"/>
              <a:t>例如将两个句子拼接，从而预测其关系</a:t>
            </a:r>
            <a:endParaRPr lang="en-US" altLang="zh-CN" dirty="0"/>
          </a:p>
          <a:p>
            <a:endParaRPr lang="en-US" dirty="0"/>
          </a:p>
          <a:p>
            <a:r>
              <a:rPr lang="zh-CN" altLang="en-US" dirty="0"/>
              <a:t>我们从前述流程（包括公式表达）来看，</a:t>
            </a:r>
            <a:r>
              <a:rPr lang="en-US" altLang="zh-CN" dirty="0"/>
              <a:t>Transformer</a:t>
            </a:r>
            <a:r>
              <a:rPr lang="zh-CN" altLang="en-US" dirty="0"/>
              <a:t> </a:t>
            </a:r>
            <a:r>
              <a:rPr lang="en-US" altLang="zh-CN" dirty="0"/>
              <a:t>decoder</a:t>
            </a:r>
            <a:r>
              <a:rPr lang="zh-CN" altLang="en-US" dirty="0"/>
              <a:t> 与 </a:t>
            </a:r>
            <a:r>
              <a:rPr lang="en-US" altLang="zh-CN" dirty="0"/>
              <a:t>encoder</a:t>
            </a:r>
            <a:r>
              <a:rPr lang="zh-CN" altLang="en-US" dirty="0"/>
              <a:t> 很相似，那么区别在哪里？</a:t>
            </a:r>
            <a:endParaRPr lang="en-US" dirty="0"/>
          </a:p>
        </p:txBody>
      </p:sp>
      <p:sp>
        <p:nvSpPr>
          <p:cNvPr id="4" name="Slide Number Placeholder 3"/>
          <p:cNvSpPr>
            <a:spLocks noGrp="1"/>
          </p:cNvSpPr>
          <p:nvPr>
            <p:ph type="sldNum" sz="quarter" idx="5"/>
          </p:nvPr>
        </p:nvSpPr>
        <p:spPr/>
        <p:txBody>
          <a:bodyPr/>
          <a:lstStyle/>
          <a:p>
            <a:fld id="{2E76AA05-AB2B-4215-978B-A09B2D34874E}" type="slidenum">
              <a:rPr lang="zh-CN" altLang="en-US" smtClean="0"/>
              <a:t>42</a:t>
            </a:fld>
            <a:endParaRPr lang="zh-CN" altLang="en-US"/>
          </a:p>
        </p:txBody>
      </p:sp>
    </p:spTree>
    <p:extLst>
      <p:ext uri="{BB962C8B-B14F-4D97-AF65-F5344CB8AC3E}">
        <p14:creationId xmlns:p14="http://schemas.microsoft.com/office/powerpoint/2010/main" val="3171275507"/>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err="1"/>
              <a:t>为了回答这个问题</a:t>
            </a:r>
            <a:r>
              <a:rPr lang="zh-CN" altLang="en-US" dirty="0"/>
              <a:t>，我们先回顾一下他们的差异。其中最重要的是掩码机制，这使得解码器只能看到单向上文，而编码器可以看到双向信息</a:t>
            </a:r>
            <a:endParaRPr lang="en-US" dirty="0"/>
          </a:p>
        </p:txBody>
      </p:sp>
      <p:sp>
        <p:nvSpPr>
          <p:cNvPr id="4" name="Slide Number Placeholder 3"/>
          <p:cNvSpPr>
            <a:spLocks noGrp="1"/>
          </p:cNvSpPr>
          <p:nvPr>
            <p:ph type="sldNum" sz="quarter" idx="5"/>
          </p:nvPr>
        </p:nvSpPr>
        <p:spPr/>
        <p:txBody>
          <a:bodyPr/>
          <a:lstStyle/>
          <a:p>
            <a:fld id="{2E76AA05-AB2B-4215-978B-A09B2D34874E}" type="slidenum">
              <a:rPr lang="zh-CN" altLang="en-US" smtClean="0"/>
              <a:t>43</a:t>
            </a:fld>
            <a:endParaRPr lang="zh-CN" altLang="en-US"/>
          </a:p>
        </p:txBody>
      </p:sp>
    </p:spTree>
    <p:extLst>
      <p:ext uri="{BB962C8B-B14F-4D97-AF65-F5344CB8AC3E}">
        <p14:creationId xmlns:p14="http://schemas.microsoft.com/office/powerpoint/2010/main" val="1752743215"/>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156281D-1703-48F4-FC83-6EE86B9FAC8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9B81D3F-3917-2DDA-26BD-8AA7191275C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CB8DC7D-02FE-67EF-3040-90DA7D36A4FA}"/>
              </a:ext>
            </a:extLst>
          </p:cNvPr>
          <p:cNvSpPr>
            <a:spLocks noGrp="1"/>
          </p:cNvSpPr>
          <p:nvPr>
            <p:ph type="body" idx="1"/>
          </p:nvPr>
        </p:nvSpPr>
        <p:spPr/>
        <p:txBody>
          <a:bodyPr/>
          <a:lstStyle/>
          <a:p>
            <a:r>
              <a:rPr lang="en-US" dirty="0" err="1"/>
              <a:t>不同模型对比</a:t>
            </a:r>
            <a:endParaRPr lang="en-US" dirty="0"/>
          </a:p>
        </p:txBody>
      </p:sp>
      <p:sp>
        <p:nvSpPr>
          <p:cNvPr id="4" name="Slide Number Placeholder 3">
            <a:extLst>
              <a:ext uri="{FF2B5EF4-FFF2-40B4-BE49-F238E27FC236}">
                <a16:creationId xmlns:a16="http://schemas.microsoft.com/office/drawing/2014/main" id="{B7246B8F-5C67-E35C-64D7-FCFDCE4BD661}"/>
              </a:ext>
            </a:extLst>
          </p:cNvPr>
          <p:cNvSpPr>
            <a:spLocks noGrp="1"/>
          </p:cNvSpPr>
          <p:nvPr>
            <p:ph type="sldNum" sz="quarter" idx="5"/>
          </p:nvPr>
        </p:nvSpPr>
        <p:spPr/>
        <p:txBody>
          <a:bodyPr/>
          <a:lstStyle/>
          <a:p>
            <a:fld id="{2E76AA05-AB2B-4215-978B-A09B2D34874E}" type="slidenum">
              <a:rPr lang="zh-CN" altLang="en-US" smtClean="0"/>
              <a:t>44</a:t>
            </a:fld>
            <a:endParaRPr lang="zh-CN" altLang="en-US"/>
          </a:p>
        </p:txBody>
      </p:sp>
    </p:spTree>
    <p:extLst>
      <p:ext uri="{BB962C8B-B14F-4D97-AF65-F5344CB8AC3E}">
        <p14:creationId xmlns:p14="http://schemas.microsoft.com/office/powerpoint/2010/main" val="962083379"/>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err="1"/>
              <a:t>从</a:t>
            </a:r>
            <a:r>
              <a:rPr lang="zh-CN" altLang="en-US" dirty="0"/>
              <a:t> </a:t>
            </a:r>
            <a:r>
              <a:rPr lang="en-US" altLang="zh-CN" dirty="0"/>
              <a:t>patch</a:t>
            </a:r>
            <a:r>
              <a:rPr lang="zh-CN" altLang="en-US" dirty="0"/>
              <a:t> 到表征的过程是之前讲的，将 </a:t>
            </a:r>
            <a:r>
              <a:rPr lang="en-US" altLang="zh-CN" dirty="0"/>
              <a:t>patch</a:t>
            </a:r>
            <a:r>
              <a:rPr lang="zh-CN" altLang="en-US" dirty="0"/>
              <a:t> 展开为向量，然后通过全连接映射到输入表征</a:t>
            </a:r>
            <a:endParaRPr lang="en-US" dirty="0"/>
          </a:p>
        </p:txBody>
      </p:sp>
      <p:sp>
        <p:nvSpPr>
          <p:cNvPr id="4" name="Slide Number Placeholder 3"/>
          <p:cNvSpPr>
            <a:spLocks noGrp="1"/>
          </p:cNvSpPr>
          <p:nvPr>
            <p:ph type="sldNum" sz="quarter" idx="5"/>
          </p:nvPr>
        </p:nvSpPr>
        <p:spPr/>
        <p:txBody>
          <a:bodyPr/>
          <a:lstStyle/>
          <a:p>
            <a:fld id="{2E76AA05-AB2B-4215-978B-A09B2D34874E}" type="slidenum">
              <a:rPr lang="zh-CN" altLang="en-US" smtClean="0"/>
              <a:t>45</a:t>
            </a:fld>
            <a:endParaRPr lang="zh-CN" altLang="en-US"/>
          </a:p>
        </p:txBody>
      </p:sp>
    </p:spTree>
    <p:extLst>
      <p:ext uri="{BB962C8B-B14F-4D97-AF65-F5344CB8AC3E}">
        <p14:creationId xmlns:p14="http://schemas.microsoft.com/office/powerpoint/2010/main" val="4216604560"/>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err="1"/>
              <a:t>使用Transformer编码器处理图片</a:t>
            </a:r>
            <a:r>
              <a:rPr lang="zh-CN" altLang="en-US" dirty="0"/>
              <a:t>，计算表征并完成分类，过程与文本类似</a:t>
            </a:r>
            <a:endParaRPr lang="en-US" altLang="zh-CN" dirty="0"/>
          </a:p>
          <a:p>
            <a:endParaRPr lang="en-US" dirty="0"/>
          </a:p>
          <a:p>
            <a:r>
              <a:rPr lang="zh-CN" altLang="en-US" dirty="0"/>
              <a:t>在使用中，一般分为预训练与微调两个阶段</a:t>
            </a:r>
            <a:endParaRPr lang="en-US" dirty="0"/>
          </a:p>
        </p:txBody>
      </p:sp>
      <p:sp>
        <p:nvSpPr>
          <p:cNvPr id="4" name="Slide Number Placeholder 3"/>
          <p:cNvSpPr>
            <a:spLocks noGrp="1"/>
          </p:cNvSpPr>
          <p:nvPr>
            <p:ph type="sldNum" sz="quarter" idx="5"/>
          </p:nvPr>
        </p:nvSpPr>
        <p:spPr/>
        <p:txBody>
          <a:bodyPr/>
          <a:lstStyle/>
          <a:p>
            <a:fld id="{2E76AA05-AB2B-4215-978B-A09B2D34874E}" type="slidenum">
              <a:rPr lang="zh-CN" altLang="en-US" smtClean="0"/>
              <a:t>46</a:t>
            </a:fld>
            <a:endParaRPr lang="zh-CN" altLang="en-US"/>
          </a:p>
        </p:txBody>
      </p:sp>
    </p:spTree>
    <p:extLst>
      <p:ext uri="{BB962C8B-B14F-4D97-AF65-F5344CB8AC3E}">
        <p14:creationId xmlns:p14="http://schemas.microsoft.com/office/powerpoint/2010/main" val="2335070635"/>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err="1"/>
              <a:t>这里有一些例子</a:t>
            </a:r>
            <a:r>
              <a:rPr lang="zh-CN" altLang="en-US" dirty="0"/>
              <a:t>，展示 </a:t>
            </a:r>
            <a:r>
              <a:rPr lang="en-US" altLang="zh-CN" dirty="0" err="1"/>
              <a:t>ViT</a:t>
            </a:r>
            <a:r>
              <a:rPr lang="zh-CN" altLang="en-US" dirty="0"/>
              <a:t> 能够凸显关键部位。</a:t>
            </a:r>
            <a:endParaRPr lang="en-US" altLang="zh-CN" dirty="0"/>
          </a:p>
          <a:p>
            <a:endParaRPr lang="en-US" dirty="0"/>
          </a:p>
          <a:p>
            <a:r>
              <a:rPr lang="zh-CN" altLang="en-US" dirty="0"/>
              <a:t>例如右边第一行的狗被高亮；第二行的飞机被高亮</a:t>
            </a:r>
            <a:endParaRPr lang="en-US" dirty="0"/>
          </a:p>
        </p:txBody>
      </p:sp>
      <p:sp>
        <p:nvSpPr>
          <p:cNvPr id="4" name="Slide Number Placeholder 3"/>
          <p:cNvSpPr>
            <a:spLocks noGrp="1"/>
          </p:cNvSpPr>
          <p:nvPr>
            <p:ph type="sldNum" sz="quarter" idx="5"/>
          </p:nvPr>
        </p:nvSpPr>
        <p:spPr/>
        <p:txBody>
          <a:bodyPr/>
          <a:lstStyle/>
          <a:p>
            <a:fld id="{2E76AA05-AB2B-4215-978B-A09B2D34874E}" type="slidenum">
              <a:rPr lang="zh-CN" altLang="en-US" smtClean="0"/>
              <a:t>47</a:t>
            </a:fld>
            <a:endParaRPr lang="zh-CN" altLang="en-US"/>
          </a:p>
        </p:txBody>
      </p:sp>
    </p:spTree>
    <p:extLst>
      <p:ext uri="{BB962C8B-B14F-4D97-AF65-F5344CB8AC3E}">
        <p14:creationId xmlns:p14="http://schemas.microsoft.com/office/powerpoint/2010/main" val="49984270"/>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Transformer</a:t>
            </a:r>
            <a:r>
              <a:rPr lang="zh-CN" altLang="en-US" dirty="0"/>
              <a:t> 可以用于各种数据类型；在文本上，</a:t>
            </a:r>
            <a:r>
              <a:rPr lang="en-US" altLang="zh-CN" dirty="0"/>
              <a:t>Transformer</a:t>
            </a:r>
            <a:r>
              <a:rPr lang="zh-CN" altLang="en-US" dirty="0"/>
              <a:t> 有很多变体并且各自有优势以及局限性；在图像处理上，一般是使用 </a:t>
            </a:r>
            <a:r>
              <a:rPr lang="en-US" altLang="zh-CN" dirty="0"/>
              <a:t>encoder</a:t>
            </a:r>
            <a:r>
              <a:rPr lang="zh-CN" altLang="en-US" dirty="0"/>
              <a:t> 架构</a:t>
            </a:r>
            <a:endParaRPr lang="en-US" dirty="0"/>
          </a:p>
        </p:txBody>
      </p:sp>
      <p:sp>
        <p:nvSpPr>
          <p:cNvPr id="4" name="Slide Number Placeholder 3"/>
          <p:cNvSpPr>
            <a:spLocks noGrp="1"/>
          </p:cNvSpPr>
          <p:nvPr>
            <p:ph type="sldNum" sz="quarter" idx="5"/>
          </p:nvPr>
        </p:nvSpPr>
        <p:spPr/>
        <p:txBody>
          <a:bodyPr/>
          <a:lstStyle/>
          <a:p>
            <a:fld id="{2E76AA05-AB2B-4215-978B-A09B2D34874E}" type="slidenum">
              <a:rPr lang="zh-CN" altLang="en-US" smtClean="0"/>
              <a:t>48</a:t>
            </a:fld>
            <a:endParaRPr lang="zh-CN" altLang="en-US"/>
          </a:p>
        </p:txBody>
      </p:sp>
    </p:spTree>
    <p:extLst>
      <p:ext uri="{BB962C8B-B14F-4D97-AF65-F5344CB8AC3E}">
        <p14:creationId xmlns:p14="http://schemas.microsoft.com/office/powerpoint/2010/main" val="594952951"/>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4940BD7-F5F6-D2B8-4E1F-F625021CDE27}"/>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28B65FDD-7C91-91AE-165E-2F0FBCDA21F4}"/>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5997064D-33D5-143C-8D0E-1A1097B6843F}"/>
              </a:ext>
            </a:extLst>
          </p:cNvPr>
          <p:cNvSpPr>
            <a:spLocks noGrp="1"/>
          </p:cNvSpPr>
          <p:nvPr>
            <p:ph type="body" idx="1"/>
          </p:nvPr>
        </p:nvSpPr>
        <p:spPr/>
        <p:txBody>
          <a:bodyPr/>
          <a:lstStyle/>
          <a:p>
            <a:endParaRPr lang="zh-CN" altLang="en-US"/>
          </a:p>
        </p:txBody>
      </p:sp>
      <p:sp>
        <p:nvSpPr>
          <p:cNvPr id="4" name="灯片编号占位符 3">
            <a:extLst>
              <a:ext uri="{FF2B5EF4-FFF2-40B4-BE49-F238E27FC236}">
                <a16:creationId xmlns:a16="http://schemas.microsoft.com/office/drawing/2014/main" id="{7F439810-A0E8-08D2-A9E1-81FFA37F9196}"/>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2B735503-9D21-443F-BC18-5459550EB72F}" type="slidenum">
              <a:rPr kumimoji="0" lang="zh-CN" altLang="en-US" sz="1200" b="0" i="0" u="none" strike="noStrike" kern="1200" cap="none" spc="0" normalizeH="0" baseline="0" noProof="0" smtClean="0">
                <a:ln>
                  <a:noFill/>
                </a:ln>
                <a:solidFill>
                  <a:prstClr val="black"/>
                </a:solidFill>
                <a:effectLst/>
                <a:uLnTx/>
                <a:uFillTx/>
                <a:latin typeface="等线" panose="020F0502020204030204"/>
                <a:ea typeface="等线" panose="02010600030101010101" pitchFamily="2" charset="-122"/>
                <a:cs typeface="+mn-cs"/>
              </a:rPr>
              <a:pPr marL="0" marR="0" lvl="0" indent="0" algn="r" defTabSz="914400" rtl="0" eaLnBrk="1" fontAlgn="auto" latinLnBrk="0" hangingPunct="1">
                <a:lnSpc>
                  <a:spcPct val="100000"/>
                </a:lnSpc>
                <a:spcBef>
                  <a:spcPts val="0"/>
                </a:spcBef>
                <a:spcAft>
                  <a:spcPts val="0"/>
                </a:spcAft>
                <a:buClrTx/>
                <a:buSzTx/>
                <a:buFontTx/>
                <a:buNone/>
                <a:tabLst/>
                <a:defRPr/>
              </a:pPr>
              <a:t>49</a:t>
            </a:fld>
            <a:endParaRPr kumimoji="0" lang="zh-CN" altLang="en-US" sz="12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Tree>
    <p:extLst>
      <p:ext uri="{BB962C8B-B14F-4D97-AF65-F5344CB8AC3E}">
        <p14:creationId xmlns:p14="http://schemas.microsoft.com/office/powerpoint/2010/main" val="1655162764"/>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Transformer</a:t>
            </a:r>
            <a:r>
              <a:rPr lang="zh-CN" altLang="en-US" dirty="0"/>
              <a:t> 应用于跨模态编码的挑战和解决方案</a:t>
            </a:r>
            <a:endParaRPr lang="en-US" dirty="0"/>
          </a:p>
        </p:txBody>
      </p:sp>
      <p:sp>
        <p:nvSpPr>
          <p:cNvPr id="4" name="Slide Number Placeholder 3"/>
          <p:cNvSpPr>
            <a:spLocks noGrp="1"/>
          </p:cNvSpPr>
          <p:nvPr>
            <p:ph type="sldNum" sz="quarter" idx="5"/>
          </p:nvPr>
        </p:nvSpPr>
        <p:spPr/>
        <p:txBody>
          <a:bodyPr/>
          <a:lstStyle/>
          <a:p>
            <a:fld id="{2E76AA05-AB2B-4215-978B-A09B2D34874E}" type="slidenum">
              <a:rPr lang="zh-CN" altLang="en-US" smtClean="0"/>
              <a:t>50</a:t>
            </a:fld>
            <a:endParaRPr lang="zh-CN" altLang="en-US"/>
          </a:p>
        </p:txBody>
      </p:sp>
    </p:spTree>
    <p:extLst>
      <p:ext uri="{BB962C8B-B14F-4D97-AF65-F5344CB8AC3E}">
        <p14:creationId xmlns:p14="http://schemas.microsoft.com/office/powerpoint/2010/main" val="2187651249"/>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err="1"/>
              <a:t>早期典型工作</a:t>
            </a:r>
            <a:r>
              <a:rPr lang="zh-CN" altLang="en-US" dirty="0"/>
              <a:t> </a:t>
            </a:r>
            <a:r>
              <a:rPr lang="en-US" altLang="zh-CN" dirty="0"/>
              <a:t>clip</a:t>
            </a:r>
            <a:r>
              <a:rPr lang="zh-CN" altLang="en-US" dirty="0"/>
              <a:t>，先分别编码，然后通过预训练对齐图文特征</a:t>
            </a:r>
            <a:endParaRPr lang="en-US" dirty="0"/>
          </a:p>
        </p:txBody>
      </p:sp>
      <p:sp>
        <p:nvSpPr>
          <p:cNvPr id="4" name="Slide Number Placeholder 3"/>
          <p:cNvSpPr>
            <a:spLocks noGrp="1"/>
          </p:cNvSpPr>
          <p:nvPr>
            <p:ph type="sldNum" sz="quarter" idx="5"/>
          </p:nvPr>
        </p:nvSpPr>
        <p:spPr/>
        <p:txBody>
          <a:bodyPr/>
          <a:lstStyle/>
          <a:p>
            <a:fld id="{2E76AA05-AB2B-4215-978B-A09B2D34874E}" type="slidenum">
              <a:rPr lang="zh-CN" altLang="en-US" smtClean="0"/>
              <a:t>51</a:t>
            </a:fld>
            <a:endParaRPr lang="zh-CN" altLang="en-US"/>
          </a:p>
        </p:txBody>
      </p:sp>
    </p:spTree>
    <p:extLst>
      <p:ext uri="{BB962C8B-B14F-4D97-AF65-F5344CB8AC3E}">
        <p14:creationId xmlns:p14="http://schemas.microsoft.com/office/powerpoint/2010/main" val="645491853"/>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err="1"/>
              <a:t>预训练的过程</a:t>
            </a:r>
            <a:endParaRPr lang="en-US" dirty="0"/>
          </a:p>
          <a:p>
            <a:r>
              <a:rPr lang="en-US" dirty="0" err="1"/>
              <a:t>右边矩阵的每行对应一个图</a:t>
            </a:r>
            <a:r>
              <a:rPr lang="zh-CN" altLang="en-US" dirty="0"/>
              <a:t>，每列对应一个文本。对角线上的图文是匹配的，非对角线上的是不匹配的。所以对角线上的相似度应该高，其他地方应该低。用这个方式来优化模型，实现图文对齐</a:t>
            </a:r>
            <a:endParaRPr lang="en-US" dirty="0"/>
          </a:p>
        </p:txBody>
      </p:sp>
      <p:sp>
        <p:nvSpPr>
          <p:cNvPr id="4" name="Slide Number Placeholder 3"/>
          <p:cNvSpPr>
            <a:spLocks noGrp="1"/>
          </p:cNvSpPr>
          <p:nvPr>
            <p:ph type="sldNum" sz="quarter" idx="5"/>
          </p:nvPr>
        </p:nvSpPr>
        <p:spPr/>
        <p:txBody>
          <a:bodyPr/>
          <a:lstStyle/>
          <a:p>
            <a:fld id="{2E76AA05-AB2B-4215-978B-A09B2D34874E}" type="slidenum">
              <a:rPr lang="zh-CN" altLang="en-US" smtClean="0"/>
              <a:t>52</a:t>
            </a:fld>
            <a:endParaRPr lang="zh-CN" altLang="en-US"/>
          </a:p>
        </p:txBody>
      </p:sp>
    </p:spTree>
    <p:extLst>
      <p:ext uri="{BB962C8B-B14F-4D97-AF65-F5344CB8AC3E}">
        <p14:creationId xmlns:p14="http://schemas.microsoft.com/office/powerpoint/2010/main" val="3975266051"/>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err="1"/>
              <a:t>在应用中</a:t>
            </a:r>
            <a:r>
              <a:rPr lang="zh-CN" altLang="en-US" dirty="0"/>
              <a:t>（例如分类），可以将类别作为文本输入，得到多个表征（一个类别对应一个表征）。然后计算每个表征与测试图片的相似度。选择相似度最大的文本对应的类别，从而实现零样本分类</a:t>
            </a:r>
            <a:endParaRPr lang="en-US" dirty="0"/>
          </a:p>
        </p:txBody>
      </p:sp>
      <p:sp>
        <p:nvSpPr>
          <p:cNvPr id="4" name="Slide Number Placeholder 3"/>
          <p:cNvSpPr>
            <a:spLocks noGrp="1"/>
          </p:cNvSpPr>
          <p:nvPr>
            <p:ph type="sldNum" sz="quarter" idx="5"/>
          </p:nvPr>
        </p:nvSpPr>
        <p:spPr/>
        <p:txBody>
          <a:bodyPr/>
          <a:lstStyle/>
          <a:p>
            <a:fld id="{2E76AA05-AB2B-4215-978B-A09B2D34874E}" type="slidenum">
              <a:rPr lang="zh-CN" altLang="en-US" smtClean="0"/>
              <a:t>53</a:t>
            </a:fld>
            <a:endParaRPr lang="zh-CN" altLang="en-US"/>
          </a:p>
        </p:txBody>
      </p:sp>
    </p:spTree>
    <p:extLst>
      <p:ext uri="{BB962C8B-B14F-4D97-AF65-F5344CB8AC3E}">
        <p14:creationId xmlns:p14="http://schemas.microsoft.com/office/powerpoint/2010/main" val="1105265815"/>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altLang="en-US" dirty="0">
                <a:solidFill>
                  <a:schemeClr val="tx1"/>
                </a:solidFill>
              </a:rPr>
              <a:t>右图展示了，将在</a:t>
            </a:r>
            <a:r>
              <a:rPr lang="en-US" altLang="zh-CN" dirty="0">
                <a:solidFill>
                  <a:schemeClr val="tx1"/>
                </a:solidFill>
              </a:rPr>
              <a:t>ImageNet</a:t>
            </a:r>
            <a:r>
              <a:rPr lang="zh-CN" altLang="en-US" dirty="0">
                <a:solidFill>
                  <a:schemeClr val="tx1"/>
                </a:solidFill>
              </a:rPr>
              <a:t>上面训练的</a:t>
            </a:r>
            <a:r>
              <a:rPr lang="en-US" altLang="zh-CN" dirty="0">
                <a:solidFill>
                  <a:schemeClr val="tx1"/>
                </a:solidFill>
              </a:rPr>
              <a:t>ResNet101</a:t>
            </a:r>
            <a:r>
              <a:rPr lang="zh-CN" altLang="en-US" dirty="0">
                <a:solidFill>
                  <a:schemeClr val="tx1"/>
                </a:solidFill>
              </a:rPr>
              <a:t>和</a:t>
            </a:r>
            <a:r>
              <a:rPr lang="en-US" altLang="zh-CN" dirty="0">
                <a:solidFill>
                  <a:schemeClr val="tx1"/>
                </a:solidFill>
              </a:rPr>
              <a:t>CLIP</a:t>
            </a:r>
            <a:r>
              <a:rPr lang="zh-CN" altLang="en-US" dirty="0">
                <a:solidFill>
                  <a:schemeClr val="tx1"/>
                </a:solidFill>
              </a:rPr>
              <a:t>模型应用于其他风格图片（以香蕉为例）的结果</a:t>
            </a:r>
            <a:endParaRPr lang="en-US" altLang="zh-CN" dirty="0">
              <a:solidFill>
                <a:schemeClr val="tx1"/>
              </a:solidFill>
            </a:endParaRPr>
          </a:p>
          <a:p>
            <a:r>
              <a:rPr lang="zh-CN" altLang="en-US" dirty="0">
                <a:solidFill>
                  <a:schemeClr val="tx1"/>
                </a:solidFill>
              </a:rPr>
              <a:t>可以看到 </a:t>
            </a:r>
            <a:r>
              <a:rPr lang="en-US" altLang="zh-CN" dirty="0">
                <a:solidFill>
                  <a:schemeClr val="tx1"/>
                </a:solidFill>
              </a:rPr>
              <a:t>CLIP</a:t>
            </a:r>
            <a:r>
              <a:rPr lang="zh-CN" altLang="en-US" dirty="0">
                <a:solidFill>
                  <a:schemeClr val="tx1"/>
                </a:solidFill>
              </a:rPr>
              <a:t> 性能一直很高，体现了对不同风格数据的鲁棒性</a:t>
            </a:r>
            <a:endParaRPr lang="en-US" dirty="0"/>
          </a:p>
        </p:txBody>
      </p:sp>
      <p:sp>
        <p:nvSpPr>
          <p:cNvPr id="4" name="Slide Number Placeholder 3"/>
          <p:cNvSpPr>
            <a:spLocks noGrp="1"/>
          </p:cNvSpPr>
          <p:nvPr>
            <p:ph type="sldNum" sz="quarter" idx="5"/>
          </p:nvPr>
        </p:nvSpPr>
        <p:spPr/>
        <p:txBody>
          <a:bodyPr/>
          <a:lstStyle/>
          <a:p>
            <a:fld id="{2E76AA05-AB2B-4215-978B-A09B2D34874E}" type="slidenum">
              <a:rPr lang="zh-CN" altLang="en-US" smtClean="0"/>
              <a:t>54</a:t>
            </a:fld>
            <a:endParaRPr lang="zh-CN" altLang="en-US"/>
          </a:p>
        </p:txBody>
      </p:sp>
    </p:spTree>
    <p:extLst>
      <p:ext uri="{BB962C8B-B14F-4D97-AF65-F5344CB8AC3E}">
        <p14:creationId xmlns:p14="http://schemas.microsoft.com/office/powerpoint/2010/main" val="2036869304"/>
      </p:ext>
    </p:extLst>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err="1"/>
              <a:t>CLIP的局限</a:t>
            </a:r>
            <a:endParaRPr lang="en-US" dirty="0"/>
          </a:p>
        </p:txBody>
      </p:sp>
      <p:sp>
        <p:nvSpPr>
          <p:cNvPr id="4" name="Slide Number Placeholder 3"/>
          <p:cNvSpPr>
            <a:spLocks noGrp="1"/>
          </p:cNvSpPr>
          <p:nvPr>
            <p:ph type="sldNum" sz="quarter" idx="5"/>
          </p:nvPr>
        </p:nvSpPr>
        <p:spPr/>
        <p:txBody>
          <a:bodyPr/>
          <a:lstStyle/>
          <a:p>
            <a:fld id="{2E76AA05-AB2B-4215-978B-A09B2D34874E}" type="slidenum">
              <a:rPr lang="zh-CN" altLang="en-US" smtClean="0"/>
              <a:t>55</a:t>
            </a:fld>
            <a:endParaRPr lang="zh-CN" altLang="en-US"/>
          </a:p>
        </p:txBody>
      </p:sp>
    </p:spTree>
    <p:extLst>
      <p:ext uri="{BB962C8B-B14F-4D97-AF65-F5344CB8AC3E}">
        <p14:creationId xmlns:p14="http://schemas.microsoft.com/office/powerpoint/2010/main" val="2760594904"/>
      </p:ext>
    </p:extLst>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err="1"/>
              <a:t>作为改进</a:t>
            </a:r>
            <a:r>
              <a:rPr lang="zh-CN" altLang="en-US" dirty="0"/>
              <a:t>，提出了</a:t>
            </a:r>
            <a:r>
              <a:rPr lang="en-US" altLang="zh-CN" dirty="0"/>
              <a:t>BLIP</a:t>
            </a:r>
            <a:r>
              <a:rPr lang="zh-CN" altLang="en-US" dirty="0"/>
              <a:t>模型。</a:t>
            </a:r>
            <a:endParaRPr lang="en-US" altLang="zh-CN" dirty="0"/>
          </a:p>
          <a:p>
            <a:r>
              <a:rPr lang="zh-CN" altLang="en-US" dirty="0"/>
              <a:t>右图：</a:t>
            </a:r>
            <a:endParaRPr lang="en-US" altLang="zh-CN" dirty="0"/>
          </a:p>
          <a:p>
            <a:r>
              <a:rPr lang="zh-CN" altLang="en-US" dirty="0"/>
              <a:t>左边是图像编码器，输出图像表征。然后这个图像表征用于三个任务（依次对应右边三个架构）</a:t>
            </a:r>
            <a:endParaRPr lang="en-US" altLang="zh-CN" dirty="0"/>
          </a:p>
          <a:p>
            <a:r>
              <a:rPr lang="zh-CN" altLang="en-US" dirty="0"/>
              <a:t>第一个类似 </a:t>
            </a:r>
            <a:r>
              <a:rPr lang="en-US" altLang="zh-CN" dirty="0"/>
              <a:t>CLIP</a:t>
            </a:r>
            <a:r>
              <a:rPr lang="zh-CN" altLang="en-US" dirty="0"/>
              <a:t>，使用文本编码器对文本编码，然后计算图文相似度；</a:t>
            </a:r>
            <a:endParaRPr lang="en-US" altLang="zh-CN" dirty="0"/>
          </a:p>
          <a:p>
            <a:r>
              <a:rPr lang="zh-CN" altLang="en-US" dirty="0"/>
              <a:t>第二个使用</a:t>
            </a:r>
            <a:r>
              <a:rPr lang="en-US" altLang="zh-CN" dirty="0"/>
              <a:t>Transformer</a:t>
            </a:r>
            <a:r>
              <a:rPr lang="zh-CN" altLang="en-US" dirty="0"/>
              <a:t>编码器对文本编码，并且使用交叉注意力融合图文表征（整体上类似</a:t>
            </a:r>
            <a:r>
              <a:rPr lang="en-US" altLang="zh-CN" dirty="0"/>
              <a:t>Transformer</a:t>
            </a:r>
            <a:r>
              <a:rPr lang="zh-CN" altLang="en-US" dirty="0"/>
              <a:t>编码器</a:t>
            </a:r>
            <a:r>
              <a:rPr lang="en-US" altLang="zh-CN" dirty="0"/>
              <a:t>+</a:t>
            </a:r>
            <a:r>
              <a:rPr lang="zh-CN" altLang="en-US" dirty="0"/>
              <a:t>解码器架构，但是这里两个模型都是编码器，所以没有掩码），从而做图文理解，用于分类任务</a:t>
            </a:r>
            <a:endParaRPr lang="en-US" altLang="zh-CN" dirty="0"/>
          </a:p>
          <a:p>
            <a:r>
              <a:rPr lang="zh-CN" altLang="en-US" dirty="0"/>
              <a:t>第三个使用</a:t>
            </a:r>
            <a:r>
              <a:rPr lang="en-US" altLang="zh-CN" dirty="0"/>
              <a:t>Transformer</a:t>
            </a:r>
            <a:r>
              <a:rPr lang="zh-CN" altLang="en-US" dirty="0"/>
              <a:t>解码器生成文本，一般用于生成任务</a:t>
            </a:r>
            <a:endParaRPr lang="en-US" altLang="zh-CN" dirty="0"/>
          </a:p>
          <a:p>
            <a:endParaRPr lang="en-US" dirty="0"/>
          </a:p>
          <a:p>
            <a:r>
              <a:rPr lang="zh-CN" altLang="en-US" dirty="0"/>
              <a:t>三个合在一起作为模型训练的目标</a:t>
            </a:r>
            <a:endParaRPr lang="en-US" dirty="0"/>
          </a:p>
        </p:txBody>
      </p:sp>
      <p:sp>
        <p:nvSpPr>
          <p:cNvPr id="4" name="Slide Number Placeholder 3"/>
          <p:cNvSpPr>
            <a:spLocks noGrp="1"/>
          </p:cNvSpPr>
          <p:nvPr>
            <p:ph type="sldNum" sz="quarter" idx="5"/>
          </p:nvPr>
        </p:nvSpPr>
        <p:spPr/>
        <p:txBody>
          <a:bodyPr/>
          <a:lstStyle/>
          <a:p>
            <a:fld id="{2E76AA05-AB2B-4215-978B-A09B2D34874E}" type="slidenum">
              <a:rPr lang="zh-CN" altLang="en-US" smtClean="0"/>
              <a:t>56</a:t>
            </a:fld>
            <a:endParaRPr lang="zh-CN" altLang="en-US"/>
          </a:p>
        </p:txBody>
      </p:sp>
    </p:spTree>
    <p:extLst>
      <p:ext uri="{BB962C8B-B14F-4D97-AF65-F5344CB8AC3E}">
        <p14:creationId xmlns:p14="http://schemas.microsoft.com/office/powerpoint/2010/main" val="1014802002"/>
      </p:ext>
    </p:extLst>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err="1"/>
              <a:t>BLIP生成的图片描述举例</a:t>
            </a:r>
            <a:endParaRPr lang="en-US" dirty="0"/>
          </a:p>
        </p:txBody>
      </p:sp>
      <p:sp>
        <p:nvSpPr>
          <p:cNvPr id="4" name="Slide Number Placeholder 3"/>
          <p:cNvSpPr>
            <a:spLocks noGrp="1"/>
          </p:cNvSpPr>
          <p:nvPr>
            <p:ph type="sldNum" sz="quarter" idx="5"/>
          </p:nvPr>
        </p:nvSpPr>
        <p:spPr/>
        <p:txBody>
          <a:bodyPr/>
          <a:lstStyle/>
          <a:p>
            <a:fld id="{2E76AA05-AB2B-4215-978B-A09B2D34874E}" type="slidenum">
              <a:rPr lang="zh-CN" altLang="en-US" smtClean="0"/>
              <a:t>57</a:t>
            </a:fld>
            <a:endParaRPr lang="zh-CN" altLang="en-US"/>
          </a:p>
        </p:txBody>
      </p:sp>
    </p:spTree>
    <p:extLst>
      <p:ext uri="{BB962C8B-B14F-4D97-AF65-F5344CB8AC3E}">
        <p14:creationId xmlns:p14="http://schemas.microsoft.com/office/powerpoint/2010/main" val="1721463948"/>
      </p:ext>
    </p:extLst>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err="1"/>
              <a:t>BLIP的优势</a:t>
            </a:r>
            <a:endParaRPr lang="en-US" dirty="0"/>
          </a:p>
        </p:txBody>
      </p:sp>
      <p:sp>
        <p:nvSpPr>
          <p:cNvPr id="4" name="Slide Number Placeholder 3"/>
          <p:cNvSpPr>
            <a:spLocks noGrp="1"/>
          </p:cNvSpPr>
          <p:nvPr>
            <p:ph type="sldNum" sz="quarter" idx="5"/>
          </p:nvPr>
        </p:nvSpPr>
        <p:spPr/>
        <p:txBody>
          <a:bodyPr/>
          <a:lstStyle/>
          <a:p>
            <a:fld id="{2E76AA05-AB2B-4215-978B-A09B2D34874E}" type="slidenum">
              <a:rPr lang="zh-CN" altLang="en-US" smtClean="0"/>
              <a:t>58</a:t>
            </a:fld>
            <a:endParaRPr lang="zh-CN" altLang="en-US"/>
          </a:p>
        </p:txBody>
      </p:sp>
    </p:spTree>
    <p:extLst>
      <p:ext uri="{BB962C8B-B14F-4D97-AF65-F5344CB8AC3E}">
        <p14:creationId xmlns:p14="http://schemas.microsoft.com/office/powerpoint/2010/main" val="2960055691"/>
      </p:ext>
    </p:extLst>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err="1"/>
              <a:t>多模态情感分析的定义和应用</a:t>
            </a:r>
            <a:endParaRPr lang="en-US" dirty="0"/>
          </a:p>
          <a:p>
            <a:endParaRPr lang="en-US" dirty="0"/>
          </a:p>
          <a:p>
            <a:r>
              <a:rPr lang="en-US" dirty="0" err="1"/>
              <a:t>分为两种做法</a:t>
            </a:r>
            <a:r>
              <a:rPr lang="zh-CN" altLang="en-US" dirty="0"/>
              <a:t>，一种是分别编码，然后融合进行分类；还有一种是用 </a:t>
            </a:r>
            <a:r>
              <a:rPr lang="en-US" altLang="zh-CN" dirty="0"/>
              <a:t>BLIP</a:t>
            </a:r>
            <a:r>
              <a:rPr lang="zh-CN" altLang="en-US" dirty="0"/>
              <a:t> 的方式，直接一起编码</a:t>
            </a:r>
            <a:endParaRPr lang="en-US" dirty="0"/>
          </a:p>
        </p:txBody>
      </p:sp>
      <p:sp>
        <p:nvSpPr>
          <p:cNvPr id="4" name="Slide Number Placeholder 3"/>
          <p:cNvSpPr>
            <a:spLocks noGrp="1"/>
          </p:cNvSpPr>
          <p:nvPr>
            <p:ph type="sldNum" sz="quarter" idx="5"/>
          </p:nvPr>
        </p:nvSpPr>
        <p:spPr/>
        <p:txBody>
          <a:bodyPr/>
          <a:lstStyle/>
          <a:p>
            <a:fld id="{2E76AA05-AB2B-4215-978B-A09B2D34874E}" type="slidenum">
              <a:rPr lang="zh-CN" altLang="en-US" smtClean="0"/>
              <a:t>59</a:t>
            </a:fld>
            <a:endParaRPr lang="zh-CN" altLang="en-US"/>
          </a:p>
        </p:txBody>
      </p:sp>
    </p:spTree>
    <p:extLst>
      <p:ext uri="{BB962C8B-B14F-4D97-AF65-F5344CB8AC3E}">
        <p14:creationId xmlns:p14="http://schemas.microsoft.com/office/powerpoint/2010/main" val="3013194857"/>
      </p:ext>
    </p:extLst>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err="1"/>
              <a:t>效果展示</a:t>
            </a:r>
            <a:endParaRPr lang="en-US" dirty="0"/>
          </a:p>
        </p:txBody>
      </p:sp>
      <p:sp>
        <p:nvSpPr>
          <p:cNvPr id="4" name="Slide Number Placeholder 3"/>
          <p:cNvSpPr>
            <a:spLocks noGrp="1"/>
          </p:cNvSpPr>
          <p:nvPr>
            <p:ph type="sldNum" sz="quarter" idx="5"/>
          </p:nvPr>
        </p:nvSpPr>
        <p:spPr/>
        <p:txBody>
          <a:bodyPr/>
          <a:lstStyle/>
          <a:p>
            <a:fld id="{2E76AA05-AB2B-4215-978B-A09B2D34874E}" type="slidenum">
              <a:rPr lang="zh-CN" altLang="en-US" smtClean="0"/>
              <a:t>60</a:t>
            </a:fld>
            <a:endParaRPr lang="zh-CN" altLang="en-US"/>
          </a:p>
        </p:txBody>
      </p:sp>
    </p:spTree>
    <p:extLst>
      <p:ext uri="{BB962C8B-B14F-4D97-AF65-F5344CB8AC3E}">
        <p14:creationId xmlns:p14="http://schemas.microsoft.com/office/powerpoint/2010/main" val="3396151276"/>
      </p:ext>
    </p:extLst>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err="1"/>
              <a:t>Transformer做多模态内容处理的代表性模型以及多模态情感分析举例</a:t>
            </a:r>
            <a:endParaRPr lang="en-US" dirty="0"/>
          </a:p>
        </p:txBody>
      </p:sp>
      <p:sp>
        <p:nvSpPr>
          <p:cNvPr id="4" name="Slide Number Placeholder 3"/>
          <p:cNvSpPr>
            <a:spLocks noGrp="1"/>
          </p:cNvSpPr>
          <p:nvPr>
            <p:ph type="sldNum" sz="quarter" idx="5"/>
          </p:nvPr>
        </p:nvSpPr>
        <p:spPr/>
        <p:txBody>
          <a:bodyPr/>
          <a:lstStyle/>
          <a:p>
            <a:fld id="{2E76AA05-AB2B-4215-978B-A09B2D34874E}" type="slidenum">
              <a:rPr lang="zh-CN" altLang="en-US" smtClean="0"/>
              <a:t>61</a:t>
            </a:fld>
            <a:endParaRPr lang="zh-CN" altLang="en-US"/>
          </a:p>
        </p:txBody>
      </p:sp>
    </p:spTree>
    <p:extLst>
      <p:ext uri="{BB962C8B-B14F-4D97-AF65-F5344CB8AC3E}">
        <p14:creationId xmlns:p14="http://schemas.microsoft.com/office/powerpoint/2010/main" val="3589652759"/>
      </p:ext>
    </p:extLst>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09F29F8-757D-FF8E-12E3-D3921F1222B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68BEC24-D6F6-DEFB-A552-577DF734071A}"/>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796062C-7645-C6FC-6F2E-7076DC25DA21}"/>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195E6475-84A7-F53A-823A-6CFC39AFA02D}"/>
              </a:ext>
            </a:extLst>
          </p:cNvPr>
          <p:cNvSpPr>
            <a:spLocks noGrp="1"/>
          </p:cNvSpPr>
          <p:nvPr>
            <p:ph type="sldNum" sz="quarter" idx="5"/>
          </p:nvPr>
        </p:nvSpPr>
        <p:spPr/>
        <p:txBody>
          <a:bodyPr/>
          <a:lstStyle/>
          <a:p>
            <a:fld id="{2E76AA05-AB2B-4215-978B-A09B2D34874E}" type="slidenum">
              <a:rPr lang="zh-CN" altLang="en-US" smtClean="0"/>
              <a:t>62</a:t>
            </a:fld>
            <a:endParaRPr lang="zh-CN" altLang="en-US"/>
          </a:p>
        </p:txBody>
      </p:sp>
    </p:spTree>
    <p:extLst>
      <p:ext uri="{BB962C8B-B14F-4D97-AF65-F5344CB8AC3E}">
        <p14:creationId xmlns:p14="http://schemas.microsoft.com/office/powerpoint/2010/main" val="894612749"/>
      </p:ext>
    </p:extLst>
  </p:cSld>
  <p:clrMapOvr>
    <a:masterClrMapping/>
  </p:clrMapOvr>
</p:notes>
</file>

<file path=ppt/notesSlides/notesSlide6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9F991BE-BD60-64CB-DA7A-3F1D4E5DD2D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84B9082-1A7D-D976-3010-545CEAF3B85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C1BA0E0-E63B-6350-4F32-61D30372B7AE}"/>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2E695F66-A492-3206-DA09-2989890DD029}"/>
              </a:ext>
            </a:extLst>
          </p:cNvPr>
          <p:cNvSpPr>
            <a:spLocks noGrp="1"/>
          </p:cNvSpPr>
          <p:nvPr>
            <p:ph type="sldNum" sz="quarter" idx="5"/>
          </p:nvPr>
        </p:nvSpPr>
        <p:spPr/>
        <p:txBody>
          <a:bodyPr/>
          <a:lstStyle/>
          <a:p>
            <a:fld id="{2E76AA05-AB2B-4215-978B-A09B2D34874E}" type="slidenum">
              <a:rPr lang="zh-CN" altLang="en-US" smtClean="0"/>
              <a:t>63</a:t>
            </a:fld>
            <a:endParaRPr lang="zh-CN" altLang="en-US"/>
          </a:p>
        </p:txBody>
      </p:sp>
    </p:spTree>
    <p:extLst>
      <p:ext uri="{BB962C8B-B14F-4D97-AF65-F5344CB8AC3E}">
        <p14:creationId xmlns:p14="http://schemas.microsoft.com/office/powerpoint/2010/main" val="712568584"/>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1524000" y="1122363"/>
            <a:ext cx="9144000" cy="2387600"/>
          </a:xfrm>
        </p:spPr>
        <p:txBody>
          <a:bodyPr anchor="b"/>
          <a:lstStyle>
            <a:lvl1pPr algn="ctr">
              <a:defRPr sz="6000"/>
            </a:lvl1pPr>
          </a:lstStyle>
          <a:p>
            <a:r>
              <a:rPr lang="zh-CN" altLang="en-US"/>
              <a:t>单击此处编辑母版标题样式</a:t>
            </a:r>
          </a:p>
        </p:txBody>
      </p:sp>
      <p:sp>
        <p:nvSpPr>
          <p:cNvPr id="3" name="副标题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a:t>单击此处编辑母版副标题样式</a:t>
            </a:r>
          </a:p>
        </p:txBody>
      </p:sp>
      <p:sp>
        <p:nvSpPr>
          <p:cNvPr id="4" name="日期占位符 3"/>
          <p:cNvSpPr>
            <a:spLocks noGrp="1"/>
          </p:cNvSpPr>
          <p:nvPr>
            <p:ph type="dt" sz="half" idx="10"/>
          </p:nvPr>
        </p:nvSpPr>
        <p:spPr/>
        <p:txBody>
          <a:bodyPr/>
          <a:lstStyle/>
          <a:p>
            <a:fld id="{4CED6292-6C13-4F21-ABA9-7D7BEAFB5B41}" type="datetimeFigureOut">
              <a:rPr lang="zh-CN" altLang="en-US" smtClean="0"/>
              <a:t>2026/10/19</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26D11B20-7BE2-4D3A-BBD1-988185DBD1E4}" type="slidenum">
              <a:rPr lang="zh-CN" altLang="en-US" smtClean="0"/>
              <a:t>‹#›</a:t>
            </a:fld>
            <a:endParaRPr lang="zh-CN" altLang="en-US"/>
          </a:p>
        </p:txBody>
      </p:sp>
    </p:spTree>
    <p:extLst>
      <p:ext uri="{BB962C8B-B14F-4D97-AF65-F5344CB8AC3E}">
        <p14:creationId xmlns:p14="http://schemas.microsoft.com/office/powerpoint/2010/main" val="375830404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grpSp>
        <p:nvGrpSpPr>
          <p:cNvPr id="7" name="Group 9">
            <a:extLst>
              <a:ext uri="{FF2B5EF4-FFF2-40B4-BE49-F238E27FC236}">
                <a16:creationId xmlns:a16="http://schemas.microsoft.com/office/drawing/2014/main" id="{2084DECC-635F-A9A9-8E0A-AEB3DEC3B199}"/>
              </a:ext>
            </a:extLst>
          </p:cNvPr>
          <p:cNvGrpSpPr>
            <a:grpSpLocks noChangeAspect="1"/>
          </p:cNvGrpSpPr>
          <p:nvPr userDrawn="1"/>
        </p:nvGrpSpPr>
        <p:grpSpPr bwMode="auto">
          <a:xfrm>
            <a:off x="0" y="-1589"/>
            <a:ext cx="12191999" cy="767234"/>
            <a:chOff x="-1" y="-1"/>
            <a:chExt cx="7719" cy="568"/>
          </a:xfrm>
        </p:grpSpPr>
        <p:sp>
          <p:nvSpPr>
            <p:cNvPr id="8" name="Freeform 11">
              <a:extLst>
                <a:ext uri="{FF2B5EF4-FFF2-40B4-BE49-F238E27FC236}">
                  <a16:creationId xmlns:a16="http://schemas.microsoft.com/office/drawing/2014/main" id="{9E3C7524-DC17-69B7-C185-A67E9E146CB2}"/>
                </a:ext>
              </a:extLst>
            </p:cNvPr>
            <p:cNvSpPr/>
            <p:nvPr/>
          </p:nvSpPr>
          <p:spPr bwMode="auto">
            <a:xfrm>
              <a:off x="1469" y="-1"/>
              <a:ext cx="6249" cy="568"/>
            </a:xfrm>
            <a:custGeom>
              <a:avLst/>
              <a:gdLst>
                <a:gd name="T0" fmla="*/ 718 w 10599"/>
                <a:gd name="T1" fmla="*/ 0 h 1172"/>
                <a:gd name="T2" fmla="*/ 718 w 10599"/>
                <a:gd name="T3" fmla="*/ 0 h 1172"/>
                <a:gd name="T4" fmla="*/ 659 w 10599"/>
                <a:gd name="T5" fmla="*/ 37 h 1172"/>
                <a:gd name="T6" fmla="*/ 0 w 10599"/>
                <a:gd name="T7" fmla="*/ 1172 h 1172"/>
                <a:gd name="T8" fmla="*/ 10599 w 10599"/>
                <a:gd name="T9" fmla="*/ 1172 h 1172"/>
                <a:gd name="T10" fmla="*/ 10599 w 10599"/>
                <a:gd name="T11" fmla="*/ 0 h 1172"/>
                <a:gd name="T12" fmla="*/ 718 w 10599"/>
                <a:gd name="T13" fmla="*/ 0 h 1172"/>
              </a:gdLst>
              <a:ahLst/>
              <a:cxnLst>
                <a:cxn ang="0">
                  <a:pos x="T0" y="T1"/>
                </a:cxn>
                <a:cxn ang="0">
                  <a:pos x="T2" y="T3"/>
                </a:cxn>
                <a:cxn ang="0">
                  <a:pos x="T4" y="T5"/>
                </a:cxn>
                <a:cxn ang="0">
                  <a:pos x="T6" y="T7"/>
                </a:cxn>
                <a:cxn ang="0">
                  <a:pos x="T8" y="T9"/>
                </a:cxn>
                <a:cxn ang="0">
                  <a:pos x="T10" y="T11"/>
                </a:cxn>
                <a:cxn ang="0">
                  <a:pos x="T12" y="T13"/>
                </a:cxn>
              </a:cxnLst>
              <a:rect l="0" t="0" r="r" b="b"/>
              <a:pathLst>
                <a:path w="10599" h="1172">
                  <a:moveTo>
                    <a:pt x="718" y="0"/>
                  </a:moveTo>
                  <a:lnTo>
                    <a:pt x="718" y="0"/>
                  </a:lnTo>
                  <a:lnTo>
                    <a:pt x="659" y="37"/>
                  </a:lnTo>
                  <a:lnTo>
                    <a:pt x="0" y="1172"/>
                  </a:lnTo>
                  <a:lnTo>
                    <a:pt x="10599" y="1172"/>
                  </a:lnTo>
                  <a:lnTo>
                    <a:pt x="10599" y="0"/>
                  </a:lnTo>
                  <a:lnTo>
                    <a:pt x="718" y="0"/>
                  </a:lnTo>
                  <a:close/>
                </a:path>
              </a:pathLst>
            </a:custGeom>
            <a:solidFill>
              <a:srgbClr val="649EB2">
                <a:lumMod val="20000"/>
                <a:lumOff val="80000"/>
              </a:srgbClr>
            </a:solidFill>
            <a:ln w="0">
              <a:noFill/>
              <a:prstDash val="solid"/>
              <a:round/>
            </a:ln>
          </p:spPr>
          <p:txBody>
            <a:bodyPr vert="horz" wrap="square" lIns="91440" tIns="45720" rIns="91440" bIns="45720" numCol="1" anchor="t" anchorCtr="0" compatLnSpc="1"/>
            <a:lstStyle/>
            <a:p>
              <a:pPr marL="0" marR="0" lvl="0" indent="0" algn="l" defTabSz="622300" rtl="0" eaLnBrk="1" fontAlgn="auto" latinLnBrk="0" hangingPunct="1">
                <a:lnSpc>
                  <a:spcPct val="100000"/>
                </a:lnSpc>
                <a:spcBef>
                  <a:spcPts val="0"/>
                </a:spcBef>
                <a:spcAft>
                  <a:spcPts val="0"/>
                </a:spcAft>
                <a:buClrTx/>
                <a:buSzTx/>
                <a:buFontTx/>
                <a:buNone/>
                <a:tabLst/>
                <a:defRPr/>
              </a:pPr>
              <a:endParaRPr kumimoji="0" lang="zh-CN" altLang="en-US" sz="2500" b="0" i="0" u="none" strike="noStrike" kern="0" cap="none" spc="0" normalizeH="0" baseline="0" noProof="0">
                <a:ln>
                  <a:noFill/>
                </a:ln>
                <a:solidFill>
                  <a:srgbClr val="000000"/>
                </a:solidFill>
                <a:effectLst/>
                <a:uLnTx/>
                <a:uFillTx/>
                <a:cs typeface="+mn-ea"/>
                <a:sym typeface="+mn-lt"/>
              </a:endParaRPr>
            </a:p>
          </p:txBody>
        </p:sp>
        <p:sp>
          <p:nvSpPr>
            <p:cNvPr id="9" name="AutoShape 8">
              <a:extLst>
                <a:ext uri="{FF2B5EF4-FFF2-40B4-BE49-F238E27FC236}">
                  <a16:creationId xmlns:a16="http://schemas.microsoft.com/office/drawing/2014/main" id="{B4990747-A3C4-D8FC-E5F8-6B957914C32E}"/>
                </a:ext>
              </a:extLst>
            </p:cNvPr>
            <p:cNvSpPr>
              <a:spLocks noChangeAspect="1" noChangeArrowheads="1" noTextEdit="1"/>
            </p:cNvSpPr>
            <p:nvPr/>
          </p:nvSpPr>
          <p:spPr bwMode="auto">
            <a:xfrm>
              <a:off x="-1" y="0"/>
              <a:ext cx="7713" cy="56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lstStyle/>
            <a:p>
              <a:pPr marL="0" marR="0" lvl="0" indent="0" algn="l" defTabSz="622300" rtl="0" eaLnBrk="1" fontAlgn="auto" latinLnBrk="0" hangingPunct="1">
                <a:lnSpc>
                  <a:spcPct val="100000"/>
                </a:lnSpc>
                <a:spcBef>
                  <a:spcPts val="0"/>
                </a:spcBef>
                <a:spcAft>
                  <a:spcPts val="0"/>
                </a:spcAft>
                <a:buClrTx/>
                <a:buSzTx/>
                <a:buFontTx/>
                <a:buNone/>
                <a:tabLst/>
                <a:defRPr/>
              </a:pPr>
              <a:endParaRPr kumimoji="0" lang="zh-CN" altLang="en-US" sz="2500" b="0" i="0" u="none" strike="noStrike" kern="0" cap="none" spc="0" normalizeH="0" baseline="0" noProof="0">
                <a:ln>
                  <a:noFill/>
                </a:ln>
                <a:solidFill>
                  <a:srgbClr val="000000"/>
                </a:solidFill>
                <a:effectLst/>
                <a:uLnTx/>
                <a:uFillTx/>
                <a:latin typeface="等线"/>
                <a:ea typeface="等线" panose="02010600030101010101" pitchFamily="2" charset="-122"/>
                <a:cs typeface="+mn-cs"/>
              </a:endParaRPr>
            </a:p>
          </p:txBody>
        </p:sp>
      </p:grpSp>
      <p:sp>
        <p:nvSpPr>
          <p:cNvPr id="10" name="任意多边形: 形状 12">
            <a:extLst>
              <a:ext uri="{FF2B5EF4-FFF2-40B4-BE49-F238E27FC236}">
                <a16:creationId xmlns:a16="http://schemas.microsoft.com/office/drawing/2014/main" id="{3C7CF462-A1A5-83F2-D8AE-C54905EF222D}"/>
              </a:ext>
            </a:extLst>
          </p:cNvPr>
          <p:cNvSpPr/>
          <p:nvPr userDrawn="1"/>
        </p:nvSpPr>
        <p:spPr bwMode="auto">
          <a:xfrm>
            <a:off x="0" y="-1589"/>
            <a:ext cx="9288002" cy="768585"/>
          </a:xfrm>
          <a:custGeom>
            <a:avLst/>
            <a:gdLst>
              <a:gd name="connsiteX0" fmla="*/ 0 w 9288002"/>
              <a:gd name="connsiteY0" fmla="*/ 0 h 768585"/>
              <a:gd name="connsiteX1" fmla="*/ 9288002 w 9288002"/>
              <a:gd name="connsiteY1" fmla="*/ 0 h 768585"/>
              <a:gd name="connsiteX2" fmla="*/ 8786022 w 9288002"/>
              <a:gd name="connsiteY2" fmla="*/ 754718 h 768585"/>
              <a:gd name="connsiteX3" fmla="*/ 8743383 w 9288002"/>
              <a:gd name="connsiteY3" fmla="*/ 768585 h 768585"/>
              <a:gd name="connsiteX4" fmla="*/ 0 w 9288002"/>
              <a:gd name="connsiteY4" fmla="*/ 768585 h 76858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288002" h="768585">
                <a:moveTo>
                  <a:pt x="0" y="0"/>
                </a:moveTo>
                <a:lnTo>
                  <a:pt x="9288002" y="0"/>
                </a:lnTo>
                <a:lnTo>
                  <a:pt x="8786022" y="754718"/>
                </a:lnTo>
                <a:lnTo>
                  <a:pt x="8743383" y="768585"/>
                </a:lnTo>
                <a:lnTo>
                  <a:pt x="0" y="768585"/>
                </a:lnTo>
                <a:close/>
              </a:path>
            </a:pathLst>
          </a:custGeom>
          <a:solidFill>
            <a:srgbClr val="203864"/>
          </a:solidFill>
          <a:ln w="0">
            <a:noFill/>
            <a:prstDash val="solid"/>
            <a:round/>
          </a:ln>
        </p:spPr>
        <p:txBody>
          <a:bodyPr vert="horz" wrap="square" lIns="91440" tIns="45720" rIns="91440" bIns="45720" numCol="1" anchor="t" anchorCtr="0" compatLnSpc="1">
            <a:noAutofit/>
          </a:bodyPr>
          <a:lstStyle/>
          <a:p>
            <a:pPr marL="0" marR="0" lvl="0" indent="0" algn="l" defTabSz="622300" rtl="0" eaLnBrk="1" fontAlgn="auto" latinLnBrk="0" hangingPunct="1">
              <a:lnSpc>
                <a:spcPct val="100000"/>
              </a:lnSpc>
              <a:spcBef>
                <a:spcPts val="0"/>
              </a:spcBef>
              <a:spcAft>
                <a:spcPts val="0"/>
              </a:spcAft>
              <a:buClrTx/>
              <a:buSzTx/>
              <a:buFontTx/>
              <a:buNone/>
              <a:tabLst/>
              <a:defRPr/>
            </a:pPr>
            <a:endParaRPr kumimoji="0" lang="zh-CN" altLang="en-US" sz="2500" b="0" i="0" u="none" strike="noStrike" kern="0" cap="none" spc="0" normalizeH="0" baseline="0" noProof="0">
              <a:ln>
                <a:noFill/>
              </a:ln>
              <a:solidFill>
                <a:srgbClr val="000000"/>
              </a:solidFill>
              <a:effectLst/>
              <a:uLnTx/>
              <a:uFillTx/>
              <a:cs typeface="+mn-ea"/>
              <a:sym typeface="+mn-lt"/>
            </a:endParaRPr>
          </a:p>
        </p:txBody>
      </p:sp>
      <p:sp>
        <p:nvSpPr>
          <p:cNvPr id="2" name="标题 1"/>
          <p:cNvSpPr>
            <a:spLocks noGrp="1"/>
          </p:cNvSpPr>
          <p:nvPr>
            <p:ph type="title"/>
          </p:nvPr>
        </p:nvSpPr>
        <p:spPr>
          <a:xfrm>
            <a:off x="350439" y="144471"/>
            <a:ext cx="10515600" cy="475113"/>
          </a:xfrm>
        </p:spPr>
        <p:txBody>
          <a:bodyPr>
            <a:noAutofit/>
          </a:bodyPr>
          <a:lstStyle>
            <a:lvl1pPr>
              <a:defRPr kumimoji="0" lang="zh-CN" altLang="en-US" sz="2800" b="1" i="0" u="none" strike="noStrike" kern="1200" cap="none" spc="0" normalizeH="0" baseline="0" dirty="0">
                <a:ln>
                  <a:noFill/>
                </a:ln>
                <a:solidFill>
                  <a:prstClr val="white"/>
                </a:solidFill>
                <a:effectLst/>
                <a:uLnTx/>
                <a:uFillTx/>
                <a:latin typeface="+mn-lt"/>
                <a:ea typeface="+mn-ea"/>
                <a:cs typeface="+mn-ea"/>
              </a:defRPr>
            </a:lvl1pPr>
          </a:lstStyle>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a:t>单击此处编辑母版标题样式</a:t>
            </a:r>
          </a:p>
        </p:txBody>
      </p:sp>
      <p:sp>
        <p:nvSpPr>
          <p:cNvPr id="3" name="内容占位符 2"/>
          <p:cNvSpPr>
            <a:spLocks noGrp="1"/>
          </p:cNvSpPr>
          <p:nvPr>
            <p:ph idx="1" hasCustomPrompt="1"/>
          </p:nvPr>
        </p:nvSpPr>
        <p:spPr>
          <a:xfrm>
            <a:off x="657774" y="987972"/>
            <a:ext cx="10696026" cy="5188991"/>
          </a:xfrm>
        </p:spPr>
        <p:txBody>
          <a:bodyPr/>
          <a:lstStyle>
            <a:lvl1pPr marL="228600" indent="-228600">
              <a:defRPr lang="zh-CN" altLang="en-US" sz="2400" b="1" kern="100" dirty="0">
                <a:solidFill>
                  <a:prstClr val="black"/>
                </a:solidFill>
                <a:latin typeface="+mn-lt"/>
                <a:ea typeface="+mn-ea"/>
                <a:cs typeface="+mn-ea"/>
              </a:defRPr>
            </a:lvl1pPr>
            <a:lvl2pPr marL="457200" indent="0">
              <a:buNone/>
              <a:defRPr/>
            </a:lvl2pPr>
            <a:lvl3pPr marL="914400" indent="0">
              <a:buNone/>
              <a:defRPr/>
            </a:lvl3pPr>
          </a:lstStyle>
          <a:p>
            <a:pPr marL="457200" marR="0" lvl="0" indent="-457200" algn="just" defTabSz="914400" rtl="0" eaLnBrk="1" fontAlgn="auto" latinLnBrk="0" hangingPunct="1">
              <a:lnSpc>
                <a:spcPct val="150000"/>
              </a:lnSpc>
              <a:spcBef>
                <a:spcPts val="0"/>
              </a:spcBef>
              <a:spcAft>
                <a:spcPts val="0"/>
              </a:spcAft>
              <a:buClrTx/>
              <a:buSzTx/>
              <a:buFont typeface="Wingdings" panose="05000000000000000000" pitchFamily="2" charset="2"/>
              <a:buChar char="p"/>
              <a:tabLst/>
              <a:defRPr/>
            </a:pPr>
            <a:r>
              <a:rPr lang="zh-CN" altLang="en-US"/>
              <a:t>单击此处编辑母版文本样式</a:t>
            </a:r>
            <a:endParaRPr lang="en-US" altLang="zh-CN"/>
          </a:p>
          <a:p>
            <a:pPr marL="914400" marR="0" lvl="1" indent="-457200" algn="just" defTabSz="914400" rtl="0" eaLnBrk="1" fontAlgn="auto" latinLnBrk="0" hangingPunct="1">
              <a:lnSpc>
                <a:spcPct val="150000"/>
              </a:lnSpc>
              <a:spcBef>
                <a:spcPts val="0"/>
              </a:spcBef>
              <a:spcAft>
                <a:spcPts val="0"/>
              </a:spcAft>
              <a:buClrTx/>
              <a:buSzTx/>
              <a:buFont typeface="Wingdings" panose="05000000000000000000" pitchFamily="2" charset="2"/>
              <a:buChar char="p"/>
              <a:tabLst/>
              <a:defRPr/>
            </a:pPr>
            <a:r>
              <a:rPr lang="zh-CN" altLang="en-US"/>
              <a:t>二级</a:t>
            </a:r>
            <a:endParaRPr lang="en-US" altLang="zh-CN"/>
          </a:p>
          <a:p>
            <a:pPr marL="1371600" marR="0" lvl="2" indent="-457200" algn="just" defTabSz="914400" rtl="0" eaLnBrk="1" fontAlgn="auto" latinLnBrk="0" hangingPunct="1">
              <a:lnSpc>
                <a:spcPct val="150000"/>
              </a:lnSpc>
              <a:spcBef>
                <a:spcPts val="0"/>
              </a:spcBef>
              <a:spcAft>
                <a:spcPts val="0"/>
              </a:spcAft>
              <a:buClrTx/>
              <a:buSzTx/>
              <a:buFont typeface="Wingdings" panose="05000000000000000000" pitchFamily="2" charset="2"/>
              <a:buChar char="p"/>
              <a:tabLst/>
              <a:defRPr/>
            </a:pPr>
            <a:r>
              <a:rPr lang="zh-CN" altLang="en-US"/>
              <a:t>三级</a:t>
            </a:r>
          </a:p>
          <a:p>
            <a:pPr lvl="3"/>
            <a:r>
              <a:rPr lang="zh-CN" altLang="en-US"/>
              <a:t>四级</a:t>
            </a:r>
          </a:p>
          <a:p>
            <a:pPr lvl="4"/>
            <a:r>
              <a:rPr lang="zh-CN" altLang="en-US"/>
              <a:t>五级</a:t>
            </a:r>
          </a:p>
        </p:txBody>
      </p:sp>
      <p:sp>
        <p:nvSpPr>
          <p:cNvPr id="4" name="日期占位符 3"/>
          <p:cNvSpPr>
            <a:spLocks noGrp="1"/>
          </p:cNvSpPr>
          <p:nvPr>
            <p:ph type="dt" sz="half" idx="10"/>
          </p:nvPr>
        </p:nvSpPr>
        <p:spPr/>
        <p:txBody>
          <a:bodyPr/>
          <a:lstStyle/>
          <a:p>
            <a:fld id="{4CED6292-6C13-4F21-ABA9-7D7BEAFB5B41}" type="datetimeFigureOut">
              <a:rPr lang="zh-CN" altLang="en-US" smtClean="0"/>
              <a:t>2026/10/19</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26D11B20-7BE2-4D3A-BBD1-988185DBD1E4}" type="slidenum">
              <a:rPr lang="zh-CN" altLang="en-US" smtClean="0"/>
              <a:t>‹#›</a:t>
            </a:fld>
            <a:endParaRPr lang="zh-CN" altLang="en-US"/>
          </a:p>
        </p:txBody>
      </p:sp>
    </p:spTree>
    <p:extLst>
      <p:ext uri="{BB962C8B-B14F-4D97-AF65-F5344CB8AC3E}">
        <p14:creationId xmlns:p14="http://schemas.microsoft.com/office/powerpoint/2010/main" val="232637503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831850" y="1709738"/>
            <a:ext cx="10515600" cy="2852737"/>
          </a:xfrm>
        </p:spPr>
        <p:txBody>
          <a:bodyPr anchor="b"/>
          <a:lstStyle>
            <a:lvl1pPr>
              <a:defRPr sz="6000"/>
            </a:lvl1pPr>
          </a:lstStyle>
          <a:p>
            <a:r>
              <a:rPr lang="zh-CN" altLang="en-US"/>
              <a:t>单击此处编辑母版标题样式</a:t>
            </a:r>
          </a:p>
        </p:txBody>
      </p:sp>
      <p:sp>
        <p:nvSpPr>
          <p:cNvPr id="3" name="文本占位符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a:t>单击此处编辑母版文本样式</a:t>
            </a:r>
          </a:p>
        </p:txBody>
      </p:sp>
      <p:sp>
        <p:nvSpPr>
          <p:cNvPr id="4" name="日期占位符 3"/>
          <p:cNvSpPr>
            <a:spLocks noGrp="1"/>
          </p:cNvSpPr>
          <p:nvPr>
            <p:ph type="dt" sz="half" idx="10"/>
          </p:nvPr>
        </p:nvSpPr>
        <p:spPr/>
        <p:txBody>
          <a:bodyPr/>
          <a:lstStyle/>
          <a:p>
            <a:fld id="{4CED6292-6C13-4F21-ABA9-7D7BEAFB5B41}" type="datetimeFigureOut">
              <a:rPr lang="zh-CN" altLang="en-US" smtClean="0"/>
              <a:t>2026/10/19</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26D11B20-7BE2-4D3A-BBD1-988185DBD1E4}" type="slidenum">
              <a:rPr lang="zh-CN" altLang="en-US" smtClean="0"/>
              <a:t>‹#›</a:t>
            </a:fld>
            <a:endParaRPr lang="zh-CN" altLang="en-US"/>
          </a:p>
        </p:txBody>
      </p:sp>
    </p:spTree>
    <p:extLst>
      <p:ext uri="{BB962C8B-B14F-4D97-AF65-F5344CB8AC3E}">
        <p14:creationId xmlns:p14="http://schemas.microsoft.com/office/powerpoint/2010/main" val="109675143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sz="half" idx="1"/>
          </p:nvPr>
        </p:nvSpPr>
        <p:spPr>
          <a:xfrm>
            <a:off x="838200" y="1825625"/>
            <a:ext cx="5181600" cy="435133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内容占位符 3"/>
          <p:cNvSpPr>
            <a:spLocks noGrp="1"/>
          </p:cNvSpPr>
          <p:nvPr>
            <p:ph sz="half" idx="2"/>
          </p:nvPr>
        </p:nvSpPr>
        <p:spPr>
          <a:xfrm>
            <a:off x="6172200" y="1825625"/>
            <a:ext cx="5181600" cy="435133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5" name="日期占位符 4"/>
          <p:cNvSpPr>
            <a:spLocks noGrp="1"/>
          </p:cNvSpPr>
          <p:nvPr>
            <p:ph type="dt" sz="half" idx="10"/>
          </p:nvPr>
        </p:nvSpPr>
        <p:spPr/>
        <p:txBody>
          <a:bodyPr/>
          <a:lstStyle/>
          <a:p>
            <a:fld id="{4CED6292-6C13-4F21-ABA9-7D7BEAFB5B41}" type="datetimeFigureOut">
              <a:rPr lang="zh-CN" altLang="en-US" smtClean="0"/>
              <a:t>2026/10/19</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26D11B20-7BE2-4D3A-BBD1-988185DBD1E4}" type="slidenum">
              <a:rPr lang="zh-CN" altLang="en-US" smtClean="0"/>
              <a:t>‹#›</a:t>
            </a:fld>
            <a:endParaRPr lang="zh-CN" altLang="en-US"/>
          </a:p>
        </p:txBody>
      </p:sp>
    </p:spTree>
    <p:extLst>
      <p:ext uri="{BB962C8B-B14F-4D97-AF65-F5344CB8AC3E}">
        <p14:creationId xmlns:p14="http://schemas.microsoft.com/office/powerpoint/2010/main" val="347233834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839788" y="365125"/>
            <a:ext cx="10515600" cy="1325563"/>
          </a:xfrm>
        </p:spPr>
        <p:txBody>
          <a:bodyPr/>
          <a:lstStyle/>
          <a:p>
            <a:r>
              <a:rPr lang="zh-CN" altLang="en-US"/>
              <a:t>单击此处编辑母版标题样式</a:t>
            </a:r>
          </a:p>
        </p:txBody>
      </p:sp>
      <p:sp>
        <p:nvSpPr>
          <p:cNvPr id="3" name="文本占位符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4" name="内容占位符 3"/>
          <p:cNvSpPr>
            <a:spLocks noGrp="1"/>
          </p:cNvSpPr>
          <p:nvPr>
            <p:ph sz="half" idx="2"/>
          </p:nvPr>
        </p:nvSpPr>
        <p:spPr>
          <a:xfrm>
            <a:off x="839788" y="2505075"/>
            <a:ext cx="5157787" cy="368458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5" name="文本占位符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6" name="内容占位符 5"/>
          <p:cNvSpPr>
            <a:spLocks noGrp="1"/>
          </p:cNvSpPr>
          <p:nvPr>
            <p:ph sz="quarter" idx="4"/>
          </p:nvPr>
        </p:nvSpPr>
        <p:spPr>
          <a:xfrm>
            <a:off x="6172200" y="2505075"/>
            <a:ext cx="5183188" cy="368458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7" name="日期占位符 6"/>
          <p:cNvSpPr>
            <a:spLocks noGrp="1"/>
          </p:cNvSpPr>
          <p:nvPr>
            <p:ph type="dt" sz="half" idx="10"/>
          </p:nvPr>
        </p:nvSpPr>
        <p:spPr/>
        <p:txBody>
          <a:bodyPr/>
          <a:lstStyle/>
          <a:p>
            <a:fld id="{4CED6292-6C13-4F21-ABA9-7D7BEAFB5B41}" type="datetimeFigureOut">
              <a:rPr lang="zh-CN" altLang="en-US" smtClean="0"/>
              <a:t>2026/10/19</a:t>
            </a:fld>
            <a:endParaRPr lang="zh-CN" altLang="en-US"/>
          </a:p>
        </p:txBody>
      </p:sp>
      <p:sp>
        <p:nvSpPr>
          <p:cNvPr id="8" name="页脚占位符 7"/>
          <p:cNvSpPr>
            <a:spLocks noGrp="1"/>
          </p:cNvSpPr>
          <p:nvPr>
            <p:ph type="ftr" sz="quarter" idx="11"/>
          </p:nvPr>
        </p:nvSpPr>
        <p:spPr/>
        <p:txBody>
          <a:bodyPr/>
          <a:lstStyle/>
          <a:p>
            <a:endParaRPr lang="zh-CN" altLang="en-US"/>
          </a:p>
        </p:txBody>
      </p:sp>
      <p:sp>
        <p:nvSpPr>
          <p:cNvPr id="9" name="灯片编号占位符 8"/>
          <p:cNvSpPr>
            <a:spLocks noGrp="1"/>
          </p:cNvSpPr>
          <p:nvPr>
            <p:ph type="sldNum" sz="quarter" idx="12"/>
          </p:nvPr>
        </p:nvSpPr>
        <p:spPr/>
        <p:txBody>
          <a:bodyPr/>
          <a:lstStyle/>
          <a:p>
            <a:fld id="{26D11B20-7BE2-4D3A-BBD1-988185DBD1E4}" type="slidenum">
              <a:rPr lang="zh-CN" altLang="en-US" smtClean="0"/>
              <a:t>‹#›</a:t>
            </a:fld>
            <a:endParaRPr lang="zh-CN" altLang="en-US"/>
          </a:p>
        </p:txBody>
      </p:sp>
    </p:spTree>
    <p:extLst>
      <p:ext uri="{BB962C8B-B14F-4D97-AF65-F5344CB8AC3E}">
        <p14:creationId xmlns:p14="http://schemas.microsoft.com/office/powerpoint/2010/main" val="40273565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日期占位符 2"/>
          <p:cNvSpPr>
            <a:spLocks noGrp="1"/>
          </p:cNvSpPr>
          <p:nvPr>
            <p:ph type="dt" sz="half" idx="10"/>
          </p:nvPr>
        </p:nvSpPr>
        <p:spPr/>
        <p:txBody>
          <a:bodyPr/>
          <a:lstStyle/>
          <a:p>
            <a:fld id="{4CED6292-6C13-4F21-ABA9-7D7BEAFB5B41}" type="datetimeFigureOut">
              <a:rPr lang="zh-CN" altLang="en-US" smtClean="0"/>
              <a:t>2026/10/19</a:t>
            </a:fld>
            <a:endParaRPr lang="zh-CN" altLang="en-US"/>
          </a:p>
        </p:txBody>
      </p:sp>
      <p:sp>
        <p:nvSpPr>
          <p:cNvPr id="4" name="页脚占位符 3"/>
          <p:cNvSpPr>
            <a:spLocks noGrp="1"/>
          </p:cNvSpPr>
          <p:nvPr>
            <p:ph type="ftr" sz="quarter" idx="11"/>
          </p:nvPr>
        </p:nvSpPr>
        <p:spPr/>
        <p:txBody>
          <a:bodyPr/>
          <a:lstStyle/>
          <a:p>
            <a:endParaRPr lang="zh-CN" altLang="en-US"/>
          </a:p>
        </p:txBody>
      </p:sp>
      <p:sp>
        <p:nvSpPr>
          <p:cNvPr id="5" name="灯片编号占位符 4"/>
          <p:cNvSpPr>
            <a:spLocks noGrp="1"/>
          </p:cNvSpPr>
          <p:nvPr>
            <p:ph type="sldNum" sz="quarter" idx="12"/>
          </p:nvPr>
        </p:nvSpPr>
        <p:spPr/>
        <p:txBody>
          <a:bodyPr/>
          <a:lstStyle/>
          <a:p>
            <a:fld id="{26D11B20-7BE2-4D3A-BBD1-988185DBD1E4}" type="slidenum">
              <a:rPr lang="zh-CN" altLang="en-US" smtClean="0"/>
              <a:t>‹#›</a:t>
            </a:fld>
            <a:endParaRPr lang="zh-CN" altLang="en-US"/>
          </a:p>
        </p:txBody>
      </p:sp>
    </p:spTree>
    <p:extLst>
      <p:ext uri="{BB962C8B-B14F-4D97-AF65-F5344CB8AC3E}">
        <p14:creationId xmlns:p14="http://schemas.microsoft.com/office/powerpoint/2010/main" val="318436625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4CED6292-6C13-4F21-ABA9-7D7BEAFB5B41}" type="datetimeFigureOut">
              <a:rPr lang="zh-CN" altLang="en-US" smtClean="0"/>
              <a:t>2026/10/19</a:t>
            </a:fld>
            <a:endParaRPr lang="zh-CN" altLang="en-US"/>
          </a:p>
        </p:txBody>
      </p:sp>
      <p:sp>
        <p:nvSpPr>
          <p:cNvPr id="3" name="页脚占位符 2"/>
          <p:cNvSpPr>
            <a:spLocks noGrp="1"/>
          </p:cNvSpPr>
          <p:nvPr>
            <p:ph type="ftr" sz="quarter" idx="11"/>
          </p:nvPr>
        </p:nvSpPr>
        <p:spPr/>
        <p:txBody>
          <a:bodyPr/>
          <a:lstStyle/>
          <a:p>
            <a:endParaRPr lang="zh-CN" altLang="en-US"/>
          </a:p>
        </p:txBody>
      </p:sp>
      <p:sp>
        <p:nvSpPr>
          <p:cNvPr id="4" name="灯片编号占位符 3"/>
          <p:cNvSpPr>
            <a:spLocks noGrp="1"/>
          </p:cNvSpPr>
          <p:nvPr>
            <p:ph type="sldNum" sz="quarter" idx="12"/>
          </p:nvPr>
        </p:nvSpPr>
        <p:spPr/>
        <p:txBody>
          <a:bodyPr/>
          <a:lstStyle/>
          <a:p>
            <a:fld id="{26D11B20-7BE2-4D3A-BBD1-988185DBD1E4}" type="slidenum">
              <a:rPr lang="zh-CN" altLang="en-US" smtClean="0"/>
              <a:t>‹#›</a:t>
            </a:fld>
            <a:endParaRPr lang="zh-CN" altLang="en-US"/>
          </a:p>
        </p:txBody>
      </p:sp>
    </p:spTree>
    <p:extLst>
      <p:ext uri="{BB962C8B-B14F-4D97-AF65-F5344CB8AC3E}">
        <p14:creationId xmlns:p14="http://schemas.microsoft.com/office/powerpoint/2010/main" val="183171850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p>
        </p:txBody>
      </p:sp>
      <p:sp>
        <p:nvSpPr>
          <p:cNvPr id="3" name="内容占位符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文本占位符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p>
        </p:txBody>
      </p:sp>
      <p:sp>
        <p:nvSpPr>
          <p:cNvPr id="5" name="日期占位符 4"/>
          <p:cNvSpPr>
            <a:spLocks noGrp="1"/>
          </p:cNvSpPr>
          <p:nvPr>
            <p:ph type="dt" sz="half" idx="10"/>
          </p:nvPr>
        </p:nvSpPr>
        <p:spPr/>
        <p:txBody>
          <a:bodyPr/>
          <a:lstStyle/>
          <a:p>
            <a:fld id="{4CED6292-6C13-4F21-ABA9-7D7BEAFB5B41}" type="datetimeFigureOut">
              <a:rPr lang="zh-CN" altLang="en-US" smtClean="0"/>
              <a:t>2026/10/19</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26D11B20-7BE2-4D3A-BBD1-988185DBD1E4}" type="slidenum">
              <a:rPr lang="zh-CN" altLang="en-US" smtClean="0"/>
              <a:t>‹#›</a:t>
            </a:fld>
            <a:endParaRPr lang="zh-CN" altLang="en-US"/>
          </a:p>
        </p:txBody>
      </p:sp>
    </p:spTree>
    <p:extLst>
      <p:ext uri="{BB962C8B-B14F-4D97-AF65-F5344CB8AC3E}">
        <p14:creationId xmlns:p14="http://schemas.microsoft.com/office/powerpoint/2010/main" val="222564733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p>
        </p:txBody>
      </p:sp>
      <p:sp>
        <p:nvSpPr>
          <p:cNvPr id="3" name="图片占位符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CN" altLang="en-US"/>
          </a:p>
        </p:txBody>
      </p:sp>
      <p:sp>
        <p:nvSpPr>
          <p:cNvPr id="4" name="文本占位符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p>
        </p:txBody>
      </p:sp>
      <p:sp>
        <p:nvSpPr>
          <p:cNvPr id="5" name="日期占位符 4"/>
          <p:cNvSpPr>
            <a:spLocks noGrp="1"/>
          </p:cNvSpPr>
          <p:nvPr>
            <p:ph type="dt" sz="half" idx="10"/>
          </p:nvPr>
        </p:nvSpPr>
        <p:spPr/>
        <p:txBody>
          <a:bodyPr/>
          <a:lstStyle/>
          <a:p>
            <a:fld id="{4CED6292-6C13-4F21-ABA9-7D7BEAFB5B41}" type="datetimeFigureOut">
              <a:rPr lang="zh-CN" altLang="en-US" smtClean="0"/>
              <a:t>2026/10/19</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26D11B20-7BE2-4D3A-BBD1-988185DBD1E4}" type="slidenum">
              <a:rPr lang="zh-CN" altLang="en-US" smtClean="0"/>
              <a:t>‹#›</a:t>
            </a:fld>
            <a:endParaRPr lang="zh-CN" altLang="en-US"/>
          </a:p>
        </p:txBody>
      </p:sp>
    </p:spTree>
    <p:extLst>
      <p:ext uri="{BB962C8B-B14F-4D97-AF65-F5344CB8AC3E}">
        <p14:creationId xmlns:p14="http://schemas.microsoft.com/office/powerpoint/2010/main" val="153522371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竖排文字占位符 2"/>
          <p:cNvSpPr>
            <a:spLocks noGrp="1"/>
          </p:cNvSpPr>
          <p:nvPr>
            <p:ph type="body" orient="vert" idx="1"/>
          </p:nvPr>
        </p:nvSpPr>
        <p:spPr/>
        <p:txBody>
          <a:bodyPr vert="eaVert"/>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p:cNvSpPr>
            <a:spLocks noGrp="1"/>
          </p:cNvSpPr>
          <p:nvPr>
            <p:ph type="dt" sz="half" idx="10"/>
          </p:nvPr>
        </p:nvSpPr>
        <p:spPr/>
        <p:txBody>
          <a:bodyPr/>
          <a:lstStyle/>
          <a:p>
            <a:fld id="{4CED6292-6C13-4F21-ABA9-7D7BEAFB5B41}" type="datetimeFigureOut">
              <a:rPr lang="zh-CN" altLang="en-US" smtClean="0"/>
              <a:t>2026/10/19</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26D11B20-7BE2-4D3A-BBD1-988185DBD1E4}" type="slidenum">
              <a:rPr lang="zh-CN" altLang="en-US" smtClean="0"/>
              <a:t>‹#›</a:t>
            </a:fld>
            <a:endParaRPr lang="zh-CN" altLang="en-US"/>
          </a:p>
        </p:txBody>
      </p:sp>
    </p:spTree>
    <p:extLst>
      <p:ext uri="{BB962C8B-B14F-4D97-AF65-F5344CB8AC3E}">
        <p14:creationId xmlns:p14="http://schemas.microsoft.com/office/powerpoint/2010/main" val="139260411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8724900" y="365125"/>
            <a:ext cx="2628900" cy="5811838"/>
          </a:xfrm>
        </p:spPr>
        <p:txBody>
          <a:bodyPr vert="eaVert"/>
          <a:lstStyle/>
          <a:p>
            <a:r>
              <a:rPr lang="zh-CN" altLang="en-US"/>
              <a:t>单击此处编辑母版标题样式</a:t>
            </a:r>
          </a:p>
        </p:txBody>
      </p:sp>
      <p:sp>
        <p:nvSpPr>
          <p:cNvPr id="3" name="竖排文字占位符 2"/>
          <p:cNvSpPr>
            <a:spLocks noGrp="1"/>
          </p:cNvSpPr>
          <p:nvPr>
            <p:ph type="body" orient="vert" idx="1"/>
          </p:nvPr>
        </p:nvSpPr>
        <p:spPr>
          <a:xfrm>
            <a:off x="838200" y="365125"/>
            <a:ext cx="7734300" cy="5811838"/>
          </a:xfrm>
        </p:spPr>
        <p:txBody>
          <a:bodyPr vert="eaVert"/>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p:cNvSpPr>
            <a:spLocks noGrp="1"/>
          </p:cNvSpPr>
          <p:nvPr>
            <p:ph type="dt" sz="half" idx="10"/>
          </p:nvPr>
        </p:nvSpPr>
        <p:spPr/>
        <p:txBody>
          <a:bodyPr/>
          <a:lstStyle/>
          <a:p>
            <a:fld id="{4CED6292-6C13-4F21-ABA9-7D7BEAFB5B41}" type="datetimeFigureOut">
              <a:rPr lang="zh-CN" altLang="en-US" smtClean="0"/>
              <a:t>2026/10/19</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26D11B20-7BE2-4D3A-BBD1-988185DBD1E4}" type="slidenum">
              <a:rPr lang="zh-CN" altLang="en-US" smtClean="0"/>
              <a:t>‹#›</a:t>
            </a:fld>
            <a:endParaRPr lang="zh-CN" altLang="en-US"/>
          </a:p>
        </p:txBody>
      </p:sp>
    </p:spTree>
    <p:extLst>
      <p:ext uri="{BB962C8B-B14F-4D97-AF65-F5344CB8AC3E}">
        <p14:creationId xmlns:p14="http://schemas.microsoft.com/office/powerpoint/2010/main" val="2871797211"/>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userDrawn="1">
  <p:cSld name="1_标题和内容">
    <p:spTree>
      <p:nvGrpSpPr>
        <p:cNvPr id="1" name=""/>
        <p:cNvGrpSpPr/>
        <p:nvPr/>
      </p:nvGrpSpPr>
      <p:grpSpPr>
        <a:xfrm>
          <a:off x="0" y="0"/>
          <a:ext cx="0" cy="0"/>
          <a:chOff x="0" y="0"/>
          <a:chExt cx="0" cy="0"/>
        </a:xfrm>
      </p:grpSpPr>
    </p:spTree>
    <p:extLst>
      <p:ext uri="{BB962C8B-B14F-4D97-AF65-F5344CB8AC3E}">
        <p14:creationId xmlns:p14="http://schemas.microsoft.com/office/powerpoint/2010/main" val="2371946899"/>
      </p:ext>
    </p:extLst>
  </p:cSld>
  <p:clrMapOvr>
    <a:masterClrMapping/>
  </p:clrMapOvr>
  <p:transition/>
</p:sldLayout>
</file>

<file path=ppt/slideLayouts/slideLayout13.xml><?xml version="1.0" encoding="utf-8"?>
<p:sldLayout xmlns:a="http://schemas.openxmlformats.org/drawingml/2006/main" xmlns:r="http://schemas.openxmlformats.org/officeDocument/2006/relationships" xmlns:p="http://schemas.openxmlformats.org/presentationml/2006/main" userDrawn="1">
  <p:cSld name="3_内容4">
    <p:bg>
      <p:bgPr>
        <a:solidFill>
          <a:schemeClr val="bg1"/>
        </a:solidFill>
        <a:effectLst/>
      </p:bgPr>
    </p:bg>
    <p:spTree>
      <p:nvGrpSpPr>
        <p:cNvPr id="1" name=""/>
        <p:cNvGrpSpPr/>
        <p:nvPr/>
      </p:nvGrpSpPr>
      <p:grpSpPr>
        <a:xfrm>
          <a:off x="0" y="0"/>
          <a:ext cx="0" cy="0"/>
          <a:chOff x="0" y="0"/>
          <a:chExt cx="0" cy="0"/>
        </a:xfrm>
      </p:grpSpPr>
      <p:sp>
        <p:nvSpPr>
          <p:cNvPr id="3" name="圆角矩形 2"/>
          <p:cNvSpPr/>
          <p:nvPr userDrawn="1"/>
        </p:nvSpPr>
        <p:spPr>
          <a:xfrm>
            <a:off x="344170" y="258445"/>
            <a:ext cx="360000" cy="107950"/>
          </a:xfrm>
          <a:prstGeom prst="roundRect">
            <a:avLst>
              <a:gd name="adj" fmla="val 27634"/>
            </a:avLst>
          </a:prstGeom>
          <a:solidFill>
            <a:srgbClr val="9F271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 name="圆角矩形 4"/>
          <p:cNvSpPr/>
          <p:nvPr userDrawn="1"/>
        </p:nvSpPr>
        <p:spPr>
          <a:xfrm>
            <a:off x="344170" y="418465"/>
            <a:ext cx="252095" cy="179705"/>
          </a:xfrm>
          <a:prstGeom prst="roundRect">
            <a:avLst/>
          </a:prstGeom>
          <a:solidFill>
            <a:srgbClr val="7BC1E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rgbClr val="CBE6F7"/>
              </a:solidFill>
            </a:endParaRPr>
          </a:p>
        </p:txBody>
      </p:sp>
      <p:sp>
        <p:nvSpPr>
          <p:cNvPr id="66" name="标题 65"/>
          <p:cNvSpPr>
            <a:spLocks noGrp="1"/>
          </p:cNvSpPr>
          <p:nvPr>
            <p:ph type="title"/>
          </p:nvPr>
        </p:nvSpPr>
        <p:spPr>
          <a:xfrm>
            <a:off x="838200" y="199390"/>
            <a:ext cx="10515600" cy="507365"/>
          </a:xfrm>
        </p:spPr>
        <p:txBody>
          <a:bodyPr/>
          <a:lstStyle>
            <a:lvl1pPr>
              <a:defRPr sz="2400" b="1">
                <a:solidFill>
                  <a:srgbClr val="9B1F24"/>
                </a:solidFill>
                <a:latin typeface="Microsoft YaHei Semibold" panose="020B0502040204020203" charset="-122"/>
                <a:ea typeface="Microsoft YaHei Semibold" panose="020B0502040204020203" charset="-122"/>
              </a:defRPr>
            </a:lvl1pPr>
          </a:lstStyle>
          <a:p>
            <a:r>
              <a:rPr lang="zh-CN" altLang="en-US"/>
              <a:t>单击此处编辑母版标题样式</a:t>
            </a:r>
          </a:p>
        </p:txBody>
      </p:sp>
      <p:sp>
        <p:nvSpPr>
          <p:cNvPr id="7" name="圆角矩形 6"/>
          <p:cNvSpPr/>
          <p:nvPr userDrawn="1"/>
        </p:nvSpPr>
        <p:spPr>
          <a:xfrm>
            <a:off x="10511790" y="6602095"/>
            <a:ext cx="180000" cy="108000"/>
          </a:xfrm>
          <a:prstGeom prst="roundRect">
            <a:avLst>
              <a:gd name="adj" fmla="val 50000"/>
            </a:avLst>
          </a:prstGeom>
          <a:solidFill>
            <a:srgbClr val="2E75B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 name="圆角矩形 7"/>
          <p:cNvSpPr/>
          <p:nvPr userDrawn="1"/>
        </p:nvSpPr>
        <p:spPr>
          <a:xfrm>
            <a:off x="10030460" y="6602095"/>
            <a:ext cx="360000" cy="108000"/>
          </a:xfrm>
          <a:prstGeom prst="roundRect">
            <a:avLst>
              <a:gd name="adj" fmla="val 50000"/>
            </a:avLst>
          </a:prstGeom>
          <a:solidFill>
            <a:srgbClr val="7BC1E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 name="圆角矩形 8"/>
          <p:cNvSpPr/>
          <p:nvPr userDrawn="1"/>
        </p:nvSpPr>
        <p:spPr>
          <a:xfrm>
            <a:off x="10778490" y="6602095"/>
            <a:ext cx="108000" cy="108000"/>
          </a:xfrm>
          <a:prstGeom prst="roundRect">
            <a:avLst>
              <a:gd name="adj" fmla="val 50000"/>
            </a:avLst>
          </a:prstGeom>
          <a:solidFill>
            <a:srgbClr val="2F559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extLst>
      <p:ext uri="{BB962C8B-B14F-4D97-AF65-F5344CB8AC3E}">
        <p14:creationId xmlns:p14="http://schemas.microsoft.com/office/powerpoint/2010/main" val="3045966004"/>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userDrawn="1">
  <p:cSld name="Blank-OfficePLUS">
    <p:spTree>
      <p:nvGrpSpPr>
        <p:cNvPr id="1" name=""/>
        <p:cNvGrpSpPr/>
        <p:nvPr/>
      </p:nvGrpSpPr>
      <p:grpSpPr>
        <a:xfrm>
          <a:off x="0" y="0"/>
          <a:ext cx="0" cy="0"/>
          <a:chOff x="0" y="0"/>
          <a:chExt cx="0" cy="0"/>
        </a:xfrm>
      </p:grpSpPr>
    </p:spTree>
    <p:extLst>
      <p:ext uri="{BB962C8B-B14F-4D97-AF65-F5344CB8AC3E}">
        <p14:creationId xmlns:p14="http://schemas.microsoft.com/office/powerpoint/2010/main" val="2173482738"/>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1524000" y="1122363"/>
            <a:ext cx="9144000" cy="2387600"/>
          </a:xfrm>
        </p:spPr>
        <p:txBody>
          <a:bodyPr anchor="b"/>
          <a:lstStyle>
            <a:lvl1pPr algn="ctr">
              <a:defRPr sz="6000"/>
            </a:lvl1pPr>
          </a:lstStyle>
          <a:p>
            <a:r>
              <a:rPr lang="zh-CN" altLang="en-US"/>
              <a:t>单击此处编辑母版标题样式</a:t>
            </a:r>
          </a:p>
        </p:txBody>
      </p:sp>
      <p:sp>
        <p:nvSpPr>
          <p:cNvPr id="3" name="副标题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a:t>单击此处编辑母版副标题样式</a:t>
            </a:r>
          </a:p>
        </p:txBody>
      </p:sp>
      <p:sp>
        <p:nvSpPr>
          <p:cNvPr id="4" name="日期占位符 3"/>
          <p:cNvSpPr>
            <a:spLocks noGrp="1"/>
          </p:cNvSpPr>
          <p:nvPr>
            <p:ph type="dt" sz="half" idx="10"/>
          </p:nvPr>
        </p:nvSpPr>
        <p:spPr/>
        <p:txBody>
          <a:bodyPr/>
          <a:lstStyle/>
          <a:p>
            <a:fld id="{4CED6292-6C13-4F21-ABA9-7D7BEAFB5B41}" type="datetimeFigureOut">
              <a:rPr lang="zh-CN" altLang="en-US" smtClean="0"/>
              <a:t>2026/10/19</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26D11B20-7BE2-4D3A-BBD1-988185DBD1E4}" type="slidenum">
              <a:rPr lang="zh-CN" altLang="en-US" smtClean="0"/>
              <a:t>‹#›</a:t>
            </a:fld>
            <a:endParaRPr lang="zh-CN" altLang="en-US"/>
          </a:p>
        </p:txBody>
      </p:sp>
    </p:spTree>
    <p:extLst>
      <p:ext uri="{BB962C8B-B14F-4D97-AF65-F5344CB8AC3E}">
        <p14:creationId xmlns:p14="http://schemas.microsoft.com/office/powerpoint/2010/main" val="1374153555"/>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idx="1"/>
          </p:nvPr>
        </p:nvSpPr>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p:cNvSpPr>
            <a:spLocks noGrp="1"/>
          </p:cNvSpPr>
          <p:nvPr>
            <p:ph type="dt" sz="half" idx="10"/>
          </p:nvPr>
        </p:nvSpPr>
        <p:spPr/>
        <p:txBody>
          <a:bodyPr/>
          <a:lstStyle/>
          <a:p>
            <a:fld id="{4CED6292-6C13-4F21-ABA9-7D7BEAFB5B41}" type="datetimeFigureOut">
              <a:rPr lang="zh-CN" altLang="en-US" smtClean="0"/>
              <a:t>2026/10/19</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26D11B20-7BE2-4D3A-BBD1-988185DBD1E4}" type="slidenum">
              <a:rPr lang="zh-CN" altLang="en-US" smtClean="0"/>
              <a:t>‹#›</a:t>
            </a:fld>
            <a:endParaRPr lang="zh-CN" altLang="en-US"/>
          </a:p>
        </p:txBody>
      </p:sp>
    </p:spTree>
    <p:extLst>
      <p:ext uri="{BB962C8B-B14F-4D97-AF65-F5344CB8AC3E}">
        <p14:creationId xmlns:p14="http://schemas.microsoft.com/office/powerpoint/2010/main" val="3280320325"/>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831850" y="1709738"/>
            <a:ext cx="10515600" cy="2852737"/>
          </a:xfrm>
        </p:spPr>
        <p:txBody>
          <a:bodyPr anchor="b"/>
          <a:lstStyle>
            <a:lvl1pPr>
              <a:defRPr sz="6000"/>
            </a:lvl1pPr>
          </a:lstStyle>
          <a:p>
            <a:r>
              <a:rPr lang="zh-CN" altLang="en-US"/>
              <a:t>单击此处编辑母版标题样式</a:t>
            </a:r>
          </a:p>
        </p:txBody>
      </p:sp>
      <p:sp>
        <p:nvSpPr>
          <p:cNvPr id="3" name="文本占位符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a:t>单击此处编辑母版文本样式</a:t>
            </a:r>
          </a:p>
        </p:txBody>
      </p:sp>
      <p:sp>
        <p:nvSpPr>
          <p:cNvPr id="4" name="日期占位符 3"/>
          <p:cNvSpPr>
            <a:spLocks noGrp="1"/>
          </p:cNvSpPr>
          <p:nvPr>
            <p:ph type="dt" sz="half" idx="10"/>
          </p:nvPr>
        </p:nvSpPr>
        <p:spPr/>
        <p:txBody>
          <a:bodyPr/>
          <a:lstStyle/>
          <a:p>
            <a:fld id="{4CED6292-6C13-4F21-ABA9-7D7BEAFB5B41}" type="datetimeFigureOut">
              <a:rPr lang="zh-CN" altLang="en-US" smtClean="0"/>
              <a:t>2026/10/19</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26D11B20-7BE2-4D3A-BBD1-988185DBD1E4}" type="slidenum">
              <a:rPr lang="zh-CN" altLang="en-US" smtClean="0"/>
              <a:t>‹#›</a:t>
            </a:fld>
            <a:endParaRPr lang="zh-CN" altLang="en-US"/>
          </a:p>
        </p:txBody>
      </p:sp>
    </p:spTree>
    <p:extLst>
      <p:ext uri="{BB962C8B-B14F-4D97-AF65-F5344CB8AC3E}">
        <p14:creationId xmlns:p14="http://schemas.microsoft.com/office/powerpoint/2010/main" val="2926827894"/>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sz="half" idx="1"/>
          </p:nvPr>
        </p:nvSpPr>
        <p:spPr>
          <a:xfrm>
            <a:off x="838200" y="1825625"/>
            <a:ext cx="5181600" cy="435133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内容占位符 3"/>
          <p:cNvSpPr>
            <a:spLocks noGrp="1"/>
          </p:cNvSpPr>
          <p:nvPr>
            <p:ph sz="half" idx="2"/>
          </p:nvPr>
        </p:nvSpPr>
        <p:spPr>
          <a:xfrm>
            <a:off x="6172200" y="1825625"/>
            <a:ext cx="5181600" cy="435133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5" name="日期占位符 4"/>
          <p:cNvSpPr>
            <a:spLocks noGrp="1"/>
          </p:cNvSpPr>
          <p:nvPr>
            <p:ph type="dt" sz="half" idx="10"/>
          </p:nvPr>
        </p:nvSpPr>
        <p:spPr/>
        <p:txBody>
          <a:bodyPr/>
          <a:lstStyle/>
          <a:p>
            <a:fld id="{4CED6292-6C13-4F21-ABA9-7D7BEAFB5B41}" type="datetimeFigureOut">
              <a:rPr lang="zh-CN" altLang="en-US" smtClean="0"/>
              <a:t>2026/10/19</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26D11B20-7BE2-4D3A-BBD1-988185DBD1E4}" type="slidenum">
              <a:rPr lang="zh-CN" altLang="en-US" smtClean="0"/>
              <a:t>‹#›</a:t>
            </a:fld>
            <a:endParaRPr lang="zh-CN" altLang="en-US"/>
          </a:p>
        </p:txBody>
      </p:sp>
    </p:spTree>
    <p:extLst>
      <p:ext uri="{BB962C8B-B14F-4D97-AF65-F5344CB8AC3E}">
        <p14:creationId xmlns:p14="http://schemas.microsoft.com/office/powerpoint/2010/main" val="3556958622"/>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839788" y="365125"/>
            <a:ext cx="10515600" cy="1325563"/>
          </a:xfrm>
        </p:spPr>
        <p:txBody>
          <a:bodyPr/>
          <a:lstStyle/>
          <a:p>
            <a:r>
              <a:rPr lang="zh-CN" altLang="en-US"/>
              <a:t>单击此处编辑母版标题样式</a:t>
            </a:r>
          </a:p>
        </p:txBody>
      </p:sp>
      <p:sp>
        <p:nvSpPr>
          <p:cNvPr id="3" name="文本占位符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4" name="内容占位符 3"/>
          <p:cNvSpPr>
            <a:spLocks noGrp="1"/>
          </p:cNvSpPr>
          <p:nvPr>
            <p:ph sz="half" idx="2"/>
          </p:nvPr>
        </p:nvSpPr>
        <p:spPr>
          <a:xfrm>
            <a:off x="839788" y="2505075"/>
            <a:ext cx="5157787" cy="368458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5" name="文本占位符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6" name="内容占位符 5"/>
          <p:cNvSpPr>
            <a:spLocks noGrp="1"/>
          </p:cNvSpPr>
          <p:nvPr>
            <p:ph sz="quarter" idx="4"/>
          </p:nvPr>
        </p:nvSpPr>
        <p:spPr>
          <a:xfrm>
            <a:off x="6172200" y="2505075"/>
            <a:ext cx="5183188" cy="368458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7" name="日期占位符 6"/>
          <p:cNvSpPr>
            <a:spLocks noGrp="1"/>
          </p:cNvSpPr>
          <p:nvPr>
            <p:ph type="dt" sz="half" idx="10"/>
          </p:nvPr>
        </p:nvSpPr>
        <p:spPr/>
        <p:txBody>
          <a:bodyPr/>
          <a:lstStyle/>
          <a:p>
            <a:fld id="{4CED6292-6C13-4F21-ABA9-7D7BEAFB5B41}" type="datetimeFigureOut">
              <a:rPr lang="zh-CN" altLang="en-US" smtClean="0"/>
              <a:t>2026/10/19</a:t>
            </a:fld>
            <a:endParaRPr lang="zh-CN" altLang="en-US"/>
          </a:p>
        </p:txBody>
      </p:sp>
      <p:sp>
        <p:nvSpPr>
          <p:cNvPr id="8" name="页脚占位符 7"/>
          <p:cNvSpPr>
            <a:spLocks noGrp="1"/>
          </p:cNvSpPr>
          <p:nvPr>
            <p:ph type="ftr" sz="quarter" idx="11"/>
          </p:nvPr>
        </p:nvSpPr>
        <p:spPr/>
        <p:txBody>
          <a:bodyPr/>
          <a:lstStyle/>
          <a:p>
            <a:endParaRPr lang="zh-CN" altLang="en-US"/>
          </a:p>
        </p:txBody>
      </p:sp>
      <p:sp>
        <p:nvSpPr>
          <p:cNvPr id="9" name="灯片编号占位符 8"/>
          <p:cNvSpPr>
            <a:spLocks noGrp="1"/>
          </p:cNvSpPr>
          <p:nvPr>
            <p:ph type="sldNum" sz="quarter" idx="12"/>
          </p:nvPr>
        </p:nvSpPr>
        <p:spPr/>
        <p:txBody>
          <a:bodyPr/>
          <a:lstStyle/>
          <a:p>
            <a:fld id="{26D11B20-7BE2-4D3A-BBD1-988185DBD1E4}" type="slidenum">
              <a:rPr lang="zh-CN" altLang="en-US" smtClean="0"/>
              <a:t>‹#›</a:t>
            </a:fld>
            <a:endParaRPr lang="zh-CN" altLang="en-US"/>
          </a:p>
        </p:txBody>
      </p:sp>
    </p:spTree>
    <p:extLst>
      <p:ext uri="{BB962C8B-B14F-4D97-AF65-F5344CB8AC3E}">
        <p14:creationId xmlns:p14="http://schemas.microsoft.com/office/powerpoint/2010/main" val="4165729230"/>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日期占位符 2"/>
          <p:cNvSpPr>
            <a:spLocks noGrp="1"/>
          </p:cNvSpPr>
          <p:nvPr>
            <p:ph type="dt" sz="half" idx="10"/>
          </p:nvPr>
        </p:nvSpPr>
        <p:spPr/>
        <p:txBody>
          <a:bodyPr/>
          <a:lstStyle/>
          <a:p>
            <a:fld id="{4CED6292-6C13-4F21-ABA9-7D7BEAFB5B41}" type="datetimeFigureOut">
              <a:rPr lang="zh-CN" altLang="en-US" smtClean="0"/>
              <a:t>2026/10/19</a:t>
            </a:fld>
            <a:endParaRPr lang="zh-CN" altLang="en-US"/>
          </a:p>
        </p:txBody>
      </p:sp>
      <p:sp>
        <p:nvSpPr>
          <p:cNvPr id="4" name="页脚占位符 3"/>
          <p:cNvSpPr>
            <a:spLocks noGrp="1"/>
          </p:cNvSpPr>
          <p:nvPr>
            <p:ph type="ftr" sz="quarter" idx="11"/>
          </p:nvPr>
        </p:nvSpPr>
        <p:spPr/>
        <p:txBody>
          <a:bodyPr/>
          <a:lstStyle/>
          <a:p>
            <a:endParaRPr lang="zh-CN" altLang="en-US"/>
          </a:p>
        </p:txBody>
      </p:sp>
      <p:sp>
        <p:nvSpPr>
          <p:cNvPr id="5" name="灯片编号占位符 4"/>
          <p:cNvSpPr>
            <a:spLocks noGrp="1"/>
          </p:cNvSpPr>
          <p:nvPr>
            <p:ph type="sldNum" sz="quarter" idx="12"/>
          </p:nvPr>
        </p:nvSpPr>
        <p:spPr/>
        <p:txBody>
          <a:bodyPr/>
          <a:lstStyle/>
          <a:p>
            <a:fld id="{26D11B20-7BE2-4D3A-BBD1-988185DBD1E4}" type="slidenum">
              <a:rPr lang="zh-CN" altLang="en-US" smtClean="0"/>
              <a:t>‹#›</a:t>
            </a:fld>
            <a:endParaRPr lang="zh-CN" altLang="en-US"/>
          </a:p>
        </p:txBody>
      </p:sp>
    </p:spTree>
    <p:extLst>
      <p:ext uri="{BB962C8B-B14F-4D97-AF65-F5344CB8AC3E}">
        <p14:creationId xmlns:p14="http://schemas.microsoft.com/office/powerpoint/2010/main" val="507410840"/>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4CED6292-6C13-4F21-ABA9-7D7BEAFB5B41}" type="datetimeFigureOut">
              <a:rPr lang="zh-CN" altLang="en-US" smtClean="0"/>
              <a:t>2026/10/19</a:t>
            </a:fld>
            <a:endParaRPr lang="zh-CN" altLang="en-US"/>
          </a:p>
        </p:txBody>
      </p:sp>
      <p:sp>
        <p:nvSpPr>
          <p:cNvPr id="3" name="页脚占位符 2"/>
          <p:cNvSpPr>
            <a:spLocks noGrp="1"/>
          </p:cNvSpPr>
          <p:nvPr>
            <p:ph type="ftr" sz="quarter" idx="11"/>
          </p:nvPr>
        </p:nvSpPr>
        <p:spPr/>
        <p:txBody>
          <a:bodyPr/>
          <a:lstStyle/>
          <a:p>
            <a:endParaRPr lang="zh-CN" altLang="en-US"/>
          </a:p>
        </p:txBody>
      </p:sp>
      <p:sp>
        <p:nvSpPr>
          <p:cNvPr id="4" name="灯片编号占位符 3"/>
          <p:cNvSpPr>
            <a:spLocks noGrp="1"/>
          </p:cNvSpPr>
          <p:nvPr>
            <p:ph type="sldNum" sz="quarter" idx="12"/>
          </p:nvPr>
        </p:nvSpPr>
        <p:spPr/>
        <p:txBody>
          <a:bodyPr/>
          <a:lstStyle/>
          <a:p>
            <a:fld id="{26D11B20-7BE2-4D3A-BBD1-988185DBD1E4}" type="slidenum">
              <a:rPr lang="zh-CN" altLang="en-US" smtClean="0"/>
              <a:t>‹#›</a:t>
            </a:fld>
            <a:endParaRPr lang="zh-CN" altLang="en-US"/>
          </a:p>
        </p:txBody>
      </p:sp>
    </p:spTree>
    <p:extLst>
      <p:ext uri="{BB962C8B-B14F-4D97-AF65-F5344CB8AC3E}">
        <p14:creationId xmlns:p14="http://schemas.microsoft.com/office/powerpoint/2010/main" val="2167254722"/>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p>
        </p:txBody>
      </p:sp>
      <p:sp>
        <p:nvSpPr>
          <p:cNvPr id="3" name="内容占位符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文本占位符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p>
        </p:txBody>
      </p:sp>
      <p:sp>
        <p:nvSpPr>
          <p:cNvPr id="5" name="日期占位符 4"/>
          <p:cNvSpPr>
            <a:spLocks noGrp="1"/>
          </p:cNvSpPr>
          <p:nvPr>
            <p:ph type="dt" sz="half" idx="10"/>
          </p:nvPr>
        </p:nvSpPr>
        <p:spPr/>
        <p:txBody>
          <a:bodyPr/>
          <a:lstStyle/>
          <a:p>
            <a:fld id="{4CED6292-6C13-4F21-ABA9-7D7BEAFB5B41}" type="datetimeFigureOut">
              <a:rPr lang="zh-CN" altLang="en-US" smtClean="0"/>
              <a:t>2026/10/19</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26D11B20-7BE2-4D3A-BBD1-988185DBD1E4}" type="slidenum">
              <a:rPr lang="zh-CN" altLang="en-US" smtClean="0"/>
              <a:t>‹#›</a:t>
            </a:fld>
            <a:endParaRPr lang="zh-CN" altLang="en-US"/>
          </a:p>
        </p:txBody>
      </p:sp>
    </p:spTree>
    <p:extLst>
      <p:ext uri="{BB962C8B-B14F-4D97-AF65-F5344CB8AC3E}">
        <p14:creationId xmlns:p14="http://schemas.microsoft.com/office/powerpoint/2010/main" val="1536573194"/>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p>
        </p:txBody>
      </p:sp>
      <p:sp>
        <p:nvSpPr>
          <p:cNvPr id="3" name="图片占位符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CN" altLang="en-US"/>
          </a:p>
        </p:txBody>
      </p:sp>
      <p:sp>
        <p:nvSpPr>
          <p:cNvPr id="4" name="文本占位符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p>
        </p:txBody>
      </p:sp>
      <p:sp>
        <p:nvSpPr>
          <p:cNvPr id="5" name="日期占位符 4"/>
          <p:cNvSpPr>
            <a:spLocks noGrp="1"/>
          </p:cNvSpPr>
          <p:nvPr>
            <p:ph type="dt" sz="half" idx="10"/>
          </p:nvPr>
        </p:nvSpPr>
        <p:spPr/>
        <p:txBody>
          <a:bodyPr/>
          <a:lstStyle/>
          <a:p>
            <a:fld id="{4CED6292-6C13-4F21-ABA9-7D7BEAFB5B41}" type="datetimeFigureOut">
              <a:rPr lang="zh-CN" altLang="en-US" smtClean="0"/>
              <a:t>2026/10/19</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26D11B20-7BE2-4D3A-BBD1-988185DBD1E4}" type="slidenum">
              <a:rPr lang="zh-CN" altLang="en-US" smtClean="0"/>
              <a:t>‹#›</a:t>
            </a:fld>
            <a:endParaRPr lang="zh-CN" altLang="en-US"/>
          </a:p>
        </p:txBody>
      </p:sp>
    </p:spTree>
    <p:extLst>
      <p:ext uri="{BB962C8B-B14F-4D97-AF65-F5344CB8AC3E}">
        <p14:creationId xmlns:p14="http://schemas.microsoft.com/office/powerpoint/2010/main" val="2124671425"/>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竖排文字占位符 2"/>
          <p:cNvSpPr>
            <a:spLocks noGrp="1"/>
          </p:cNvSpPr>
          <p:nvPr>
            <p:ph type="body" orient="vert" idx="1"/>
          </p:nvPr>
        </p:nvSpPr>
        <p:spPr/>
        <p:txBody>
          <a:bodyPr vert="eaVert"/>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p:cNvSpPr>
            <a:spLocks noGrp="1"/>
          </p:cNvSpPr>
          <p:nvPr>
            <p:ph type="dt" sz="half" idx="10"/>
          </p:nvPr>
        </p:nvSpPr>
        <p:spPr/>
        <p:txBody>
          <a:bodyPr/>
          <a:lstStyle/>
          <a:p>
            <a:fld id="{4CED6292-6C13-4F21-ABA9-7D7BEAFB5B41}" type="datetimeFigureOut">
              <a:rPr lang="zh-CN" altLang="en-US" smtClean="0"/>
              <a:t>2026/10/19</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26D11B20-7BE2-4D3A-BBD1-988185DBD1E4}" type="slidenum">
              <a:rPr lang="zh-CN" altLang="en-US" smtClean="0"/>
              <a:t>‹#›</a:t>
            </a:fld>
            <a:endParaRPr lang="zh-CN" altLang="en-US"/>
          </a:p>
        </p:txBody>
      </p:sp>
    </p:spTree>
    <p:extLst>
      <p:ext uri="{BB962C8B-B14F-4D97-AF65-F5344CB8AC3E}">
        <p14:creationId xmlns:p14="http://schemas.microsoft.com/office/powerpoint/2010/main" val="3306103355"/>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8724900" y="365125"/>
            <a:ext cx="2628900" cy="5811838"/>
          </a:xfrm>
        </p:spPr>
        <p:txBody>
          <a:bodyPr vert="eaVert"/>
          <a:lstStyle/>
          <a:p>
            <a:r>
              <a:rPr lang="zh-CN" altLang="en-US"/>
              <a:t>单击此处编辑母版标题样式</a:t>
            </a:r>
          </a:p>
        </p:txBody>
      </p:sp>
      <p:sp>
        <p:nvSpPr>
          <p:cNvPr id="3" name="竖排文字占位符 2"/>
          <p:cNvSpPr>
            <a:spLocks noGrp="1"/>
          </p:cNvSpPr>
          <p:nvPr>
            <p:ph type="body" orient="vert" idx="1"/>
          </p:nvPr>
        </p:nvSpPr>
        <p:spPr>
          <a:xfrm>
            <a:off x="838200" y="365125"/>
            <a:ext cx="7734300" cy="5811838"/>
          </a:xfrm>
        </p:spPr>
        <p:txBody>
          <a:bodyPr vert="eaVert"/>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p:cNvSpPr>
            <a:spLocks noGrp="1"/>
          </p:cNvSpPr>
          <p:nvPr>
            <p:ph type="dt" sz="half" idx="10"/>
          </p:nvPr>
        </p:nvSpPr>
        <p:spPr/>
        <p:txBody>
          <a:bodyPr/>
          <a:lstStyle/>
          <a:p>
            <a:fld id="{4CED6292-6C13-4F21-ABA9-7D7BEAFB5B41}" type="datetimeFigureOut">
              <a:rPr lang="zh-CN" altLang="en-US" smtClean="0"/>
              <a:t>2026/10/19</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26D11B20-7BE2-4D3A-BBD1-988185DBD1E4}" type="slidenum">
              <a:rPr lang="zh-CN" altLang="en-US" smtClean="0"/>
              <a:t>‹#›</a:t>
            </a:fld>
            <a:endParaRPr lang="zh-CN" altLang="en-US"/>
          </a:p>
        </p:txBody>
      </p:sp>
    </p:spTree>
    <p:extLst>
      <p:ext uri="{BB962C8B-B14F-4D97-AF65-F5344CB8AC3E}">
        <p14:creationId xmlns:p14="http://schemas.microsoft.com/office/powerpoint/2010/main" val="1089344102"/>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userDrawn="1">
  <p:cSld name="1_标题和内容">
    <p:spTree>
      <p:nvGrpSpPr>
        <p:cNvPr id="1" name=""/>
        <p:cNvGrpSpPr/>
        <p:nvPr/>
      </p:nvGrpSpPr>
      <p:grpSpPr>
        <a:xfrm>
          <a:off x="0" y="0"/>
          <a:ext cx="0" cy="0"/>
          <a:chOff x="0" y="0"/>
          <a:chExt cx="0" cy="0"/>
        </a:xfrm>
      </p:grpSpPr>
    </p:spTree>
    <p:extLst>
      <p:ext uri="{BB962C8B-B14F-4D97-AF65-F5344CB8AC3E}">
        <p14:creationId xmlns:p14="http://schemas.microsoft.com/office/powerpoint/2010/main" val="4102675912"/>
      </p:ext>
    </p:extLst>
  </p:cSld>
  <p:clrMapOvr>
    <a:masterClrMapping/>
  </p:clrMapOvr>
  <p:transition/>
</p:sldLayout>
</file>

<file path=ppt/slideLayouts/slideLayout27.xml><?xml version="1.0" encoding="utf-8"?>
<p:sldLayout xmlns:a="http://schemas.openxmlformats.org/drawingml/2006/main" xmlns:r="http://schemas.openxmlformats.org/officeDocument/2006/relationships" xmlns:p="http://schemas.openxmlformats.org/presentationml/2006/main" userDrawn="1">
  <p:cSld name="3_内容4">
    <p:bg>
      <p:bgPr>
        <a:solidFill>
          <a:schemeClr val="bg1"/>
        </a:solidFill>
        <a:effectLst/>
      </p:bgPr>
    </p:bg>
    <p:spTree>
      <p:nvGrpSpPr>
        <p:cNvPr id="1" name=""/>
        <p:cNvGrpSpPr/>
        <p:nvPr/>
      </p:nvGrpSpPr>
      <p:grpSpPr>
        <a:xfrm>
          <a:off x="0" y="0"/>
          <a:ext cx="0" cy="0"/>
          <a:chOff x="0" y="0"/>
          <a:chExt cx="0" cy="0"/>
        </a:xfrm>
      </p:grpSpPr>
      <p:sp>
        <p:nvSpPr>
          <p:cNvPr id="3" name="圆角矩形 2"/>
          <p:cNvSpPr/>
          <p:nvPr userDrawn="1"/>
        </p:nvSpPr>
        <p:spPr>
          <a:xfrm>
            <a:off x="344170" y="258445"/>
            <a:ext cx="360000" cy="107950"/>
          </a:xfrm>
          <a:prstGeom prst="roundRect">
            <a:avLst>
              <a:gd name="adj" fmla="val 27634"/>
            </a:avLst>
          </a:prstGeom>
          <a:solidFill>
            <a:srgbClr val="9F271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 name="圆角矩形 4"/>
          <p:cNvSpPr/>
          <p:nvPr userDrawn="1"/>
        </p:nvSpPr>
        <p:spPr>
          <a:xfrm>
            <a:off x="344170" y="418465"/>
            <a:ext cx="252095" cy="179705"/>
          </a:xfrm>
          <a:prstGeom prst="roundRect">
            <a:avLst/>
          </a:prstGeom>
          <a:solidFill>
            <a:srgbClr val="7BC1E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rgbClr val="CBE6F7"/>
              </a:solidFill>
            </a:endParaRPr>
          </a:p>
        </p:txBody>
      </p:sp>
      <p:sp>
        <p:nvSpPr>
          <p:cNvPr id="66" name="标题 65"/>
          <p:cNvSpPr>
            <a:spLocks noGrp="1"/>
          </p:cNvSpPr>
          <p:nvPr>
            <p:ph type="title"/>
          </p:nvPr>
        </p:nvSpPr>
        <p:spPr>
          <a:xfrm>
            <a:off x="838200" y="199390"/>
            <a:ext cx="10515600" cy="507365"/>
          </a:xfrm>
        </p:spPr>
        <p:txBody>
          <a:bodyPr/>
          <a:lstStyle>
            <a:lvl1pPr>
              <a:defRPr sz="2400" b="1">
                <a:solidFill>
                  <a:srgbClr val="9B1F24"/>
                </a:solidFill>
                <a:latin typeface="Microsoft YaHei Semibold" panose="020B0502040204020203" charset="-122"/>
                <a:ea typeface="Microsoft YaHei Semibold" panose="020B0502040204020203" charset="-122"/>
              </a:defRPr>
            </a:lvl1pPr>
          </a:lstStyle>
          <a:p>
            <a:r>
              <a:rPr lang="zh-CN" altLang="en-US"/>
              <a:t>单击此处编辑母版标题样式</a:t>
            </a:r>
          </a:p>
        </p:txBody>
      </p:sp>
      <p:sp>
        <p:nvSpPr>
          <p:cNvPr id="7" name="圆角矩形 6"/>
          <p:cNvSpPr/>
          <p:nvPr userDrawn="1"/>
        </p:nvSpPr>
        <p:spPr>
          <a:xfrm>
            <a:off x="10511790" y="6602095"/>
            <a:ext cx="180000" cy="108000"/>
          </a:xfrm>
          <a:prstGeom prst="roundRect">
            <a:avLst>
              <a:gd name="adj" fmla="val 50000"/>
            </a:avLst>
          </a:prstGeom>
          <a:solidFill>
            <a:srgbClr val="2E75B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 name="圆角矩形 7"/>
          <p:cNvSpPr/>
          <p:nvPr userDrawn="1"/>
        </p:nvSpPr>
        <p:spPr>
          <a:xfrm>
            <a:off x="10030460" y="6602095"/>
            <a:ext cx="360000" cy="108000"/>
          </a:xfrm>
          <a:prstGeom prst="roundRect">
            <a:avLst>
              <a:gd name="adj" fmla="val 50000"/>
            </a:avLst>
          </a:prstGeom>
          <a:solidFill>
            <a:srgbClr val="7BC1E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 name="圆角矩形 8"/>
          <p:cNvSpPr/>
          <p:nvPr userDrawn="1"/>
        </p:nvSpPr>
        <p:spPr>
          <a:xfrm>
            <a:off x="10778490" y="6602095"/>
            <a:ext cx="108000" cy="108000"/>
          </a:xfrm>
          <a:prstGeom prst="roundRect">
            <a:avLst>
              <a:gd name="adj" fmla="val 50000"/>
            </a:avLst>
          </a:prstGeom>
          <a:solidFill>
            <a:srgbClr val="2F559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extLst>
      <p:ext uri="{BB962C8B-B14F-4D97-AF65-F5344CB8AC3E}">
        <p14:creationId xmlns:p14="http://schemas.microsoft.com/office/powerpoint/2010/main" val="340739835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theme" Target="../theme/theme1.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22.xml"/><Relationship Id="rId13" Type="http://schemas.openxmlformats.org/officeDocument/2006/relationships/slideLayout" Target="../slideLayouts/slideLayout27.xml"/><Relationship Id="rId3" Type="http://schemas.openxmlformats.org/officeDocument/2006/relationships/slideLayout" Target="../slideLayouts/slideLayout17.xml"/><Relationship Id="rId7" Type="http://schemas.openxmlformats.org/officeDocument/2006/relationships/slideLayout" Target="../slideLayouts/slideLayout21.xml"/><Relationship Id="rId12" Type="http://schemas.openxmlformats.org/officeDocument/2006/relationships/slideLayout" Target="../slideLayouts/slideLayout26.xml"/><Relationship Id="rId2" Type="http://schemas.openxmlformats.org/officeDocument/2006/relationships/slideLayout" Target="../slideLayouts/slideLayout16.xml"/><Relationship Id="rId1" Type="http://schemas.openxmlformats.org/officeDocument/2006/relationships/slideLayout" Target="../slideLayouts/slideLayout15.xml"/><Relationship Id="rId6" Type="http://schemas.openxmlformats.org/officeDocument/2006/relationships/slideLayout" Target="../slideLayouts/slideLayout20.xml"/><Relationship Id="rId11" Type="http://schemas.openxmlformats.org/officeDocument/2006/relationships/slideLayout" Target="../slideLayouts/slideLayout25.xml"/><Relationship Id="rId5" Type="http://schemas.openxmlformats.org/officeDocument/2006/relationships/slideLayout" Target="../slideLayouts/slideLayout19.xml"/><Relationship Id="rId10" Type="http://schemas.openxmlformats.org/officeDocument/2006/relationships/slideLayout" Target="../slideLayouts/slideLayout24.xml"/><Relationship Id="rId4" Type="http://schemas.openxmlformats.org/officeDocument/2006/relationships/slideLayout" Target="../slideLayouts/slideLayout18.xml"/><Relationship Id="rId9" Type="http://schemas.openxmlformats.org/officeDocument/2006/relationships/slideLayout" Target="../slideLayouts/slideLayout23.xml"/><Relationship Id="rId14" Type="http://schemas.openxmlformats.org/officeDocument/2006/relationships/theme" Target="../theme/theme2.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标题占位符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zh-CN" altLang="en-US"/>
              <a:t>单击此处编辑母版标题样式</a:t>
            </a:r>
          </a:p>
        </p:txBody>
      </p:sp>
      <p:sp>
        <p:nvSpPr>
          <p:cNvPr id="3" name="文本占位符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4CED6292-6C13-4F21-ABA9-7D7BEAFB5B41}" type="datetimeFigureOut">
              <a:rPr lang="zh-CN" altLang="en-US" smtClean="0"/>
              <a:t>2026/10/19</a:t>
            </a:fld>
            <a:endParaRPr lang="zh-CN" altLang="en-US"/>
          </a:p>
        </p:txBody>
      </p:sp>
      <p:sp>
        <p:nvSpPr>
          <p:cNvPr id="5" name="页脚占位符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CN" altLang="en-US"/>
          </a:p>
        </p:txBody>
      </p:sp>
      <p:sp>
        <p:nvSpPr>
          <p:cNvPr id="6" name="灯片编号占位符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26D11B20-7BE2-4D3A-BBD1-988185DBD1E4}" type="slidenum">
              <a:rPr lang="zh-CN" altLang="en-US" smtClean="0"/>
              <a:t>‹#›</a:t>
            </a:fld>
            <a:endParaRPr lang="zh-CN" altLang="en-US"/>
          </a:p>
        </p:txBody>
      </p:sp>
    </p:spTree>
    <p:extLst>
      <p:ext uri="{BB962C8B-B14F-4D97-AF65-F5344CB8AC3E}">
        <p14:creationId xmlns:p14="http://schemas.microsoft.com/office/powerpoint/2010/main" val="510254306"/>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 id="2147483673" r:id="rId13"/>
    <p:sldLayoutId id="2147483674" r:id="rId14"/>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标题占位符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zh-CN" altLang="en-US"/>
              <a:t>单击此处编辑母版标题样式</a:t>
            </a:r>
          </a:p>
        </p:txBody>
      </p:sp>
      <p:sp>
        <p:nvSpPr>
          <p:cNvPr id="3" name="文本占位符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4CED6292-6C13-4F21-ABA9-7D7BEAFB5B41}" type="datetimeFigureOut">
              <a:rPr lang="zh-CN" altLang="en-US" smtClean="0"/>
              <a:t>2026/10/19</a:t>
            </a:fld>
            <a:endParaRPr lang="zh-CN" altLang="en-US"/>
          </a:p>
        </p:txBody>
      </p:sp>
      <p:sp>
        <p:nvSpPr>
          <p:cNvPr id="5" name="页脚占位符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CN" altLang="en-US"/>
          </a:p>
        </p:txBody>
      </p:sp>
      <p:sp>
        <p:nvSpPr>
          <p:cNvPr id="6" name="灯片编号占位符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26D11B20-7BE2-4D3A-BBD1-988185DBD1E4}" type="slidenum">
              <a:rPr lang="zh-CN" altLang="en-US" smtClean="0"/>
              <a:t>‹#›</a:t>
            </a:fld>
            <a:endParaRPr lang="zh-CN" altLang="en-US"/>
          </a:p>
        </p:txBody>
      </p:sp>
    </p:spTree>
    <p:extLst>
      <p:ext uri="{BB962C8B-B14F-4D97-AF65-F5344CB8AC3E}">
        <p14:creationId xmlns:p14="http://schemas.microsoft.com/office/powerpoint/2010/main" val="3541654391"/>
      </p:ext>
    </p:extLst>
  </p:cSld>
  <p:clrMap bg1="lt1" tx1="dk1" bg2="lt2" tx2="dk2" accent1="accent1" accent2="accent2" accent3="accent3" accent4="accent4" accent5="accent5" accent6="accent6" hlink="hlink" folHlink="folHlink"/>
  <p:sldLayoutIdLst>
    <p:sldLayoutId id="2147483676" r:id="rId1"/>
    <p:sldLayoutId id="2147483677" r:id="rId2"/>
    <p:sldLayoutId id="2147483678" r:id="rId3"/>
    <p:sldLayoutId id="2147483679" r:id="rId4"/>
    <p:sldLayoutId id="2147483680" r:id="rId5"/>
    <p:sldLayoutId id="2147483681" r:id="rId6"/>
    <p:sldLayoutId id="2147483682" r:id="rId7"/>
    <p:sldLayoutId id="2147483683" r:id="rId8"/>
    <p:sldLayoutId id="2147483684" r:id="rId9"/>
    <p:sldLayoutId id="2147483685" r:id="rId10"/>
    <p:sldLayoutId id="2147483686" r:id="rId11"/>
    <p:sldLayoutId id="2147483687" r:id="rId12"/>
    <p:sldLayoutId id="2147483688" r:id="rId13"/>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26.xml"/></Relationships>
</file>

<file path=ppt/slides/_rels/slide2.xml.rels><?xml version="1.0" encoding="UTF-8" standalone="yes"?>
<Relationships xmlns="http://schemas.openxmlformats.org/package/2006/relationships"><Relationship Id="rId3" Type="http://schemas.openxmlformats.org/officeDocument/2006/relationships/notesSlide" Target="../notesSlides/notesSlide2.xml"/><Relationship Id="rId2" Type="http://schemas.openxmlformats.org/officeDocument/2006/relationships/slideLayout" Target="../slideLayouts/slideLayout14.xml"/><Relationship Id="rId1" Type="http://schemas.openxmlformats.org/officeDocument/2006/relationships/tags" Target="../tags/tag2.xml"/></Relationships>
</file>

<file path=ppt/slides/_rels/slide3.xml.rels><?xml version="1.0" encoding="UTF-8" standalone="yes"?>
<Relationships xmlns="http://schemas.openxmlformats.org/package/2006/relationships"><Relationship Id="rId13" Type="http://schemas.openxmlformats.org/officeDocument/2006/relationships/tags" Target="../tags/tag15.xml"/><Relationship Id="rId18" Type="http://schemas.openxmlformats.org/officeDocument/2006/relationships/tags" Target="../tags/tag20.xml"/><Relationship Id="rId26" Type="http://schemas.openxmlformats.org/officeDocument/2006/relationships/tags" Target="../tags/tag28.xml"/><Relationship Id="rId39" Type="http://schemas.openxmlformats.org/officeDocument/2006/relationships/tags" Target="../tags/tag41.xml"/><Relationship Id="rId21" Type="http://schemas.openxmlformats.org/officeDocument/2006/relationships/tags" Target="../tags/tag23.xml"/><Relationship Id="rId34" Type="http://schemas.openxmlformats.org/officeDocument/2006/relationships/tags" Target="../tags/tag36.xml"/><Relationship Id="rId42" Type="http://schemas.openxmlformats.org/officeDocument/2006/relationships/tags" Target="../tags/tag44.xml"/><Relationship Id="rId47" Type="http://schemas.openxmlformats.org/officeDocument/2006/relationships/tags" Target="../tags/tag49.xml"/><Relationship Id="rId50" Type="http://schemas.openxmlformats.org/officeDocument/2006/relationships/tags" Target="../tags/tag52.xml"/><Relationship Id="rId55" Type="http://schemas.openxmlformats.org/officeDocument/2006/relationships/image" Target="../media/image2.png"/><Relationship Id="rId7" Type="http://schemas.openxmlformats.org/officeDocument/2006/relationships/tags" Target="../tags/tag9.xml"/><Relationship Id="rId2" Type="http://schemas.openxmlformats.org/officeDocument/2006/relationships/tags" Target="../tags/tag4.xml"/><Relationship Id="rId16" Type="http://schemas.openxmlformats.org/officeDocument/2006/relationships/tags" Target="../tags/tag18.xml"/><Relationship Id="rId29" Type="http://schemas.openxmlformats.org/officeDocument/2006/relationships/tags" Target="../tags/tag31.xml"/><Relationship Id="rId11" Type="http://schemas.openxmlformats.org/officeDocument/2006/relationships/tags" Target="../tags/tag13.xml"/><Relationship Id="rId24" Type="http://schemas.openxmlformats.org/officeDocument/2006/relationships/tags" Target="../tags/tag26.xml"/><Relationship Id="rId32" Type="http://schemas.openxmlformats.org/officeDocument/2006/relationships/tags" Target="../tags/tag34.xml"/><Relationship Id="rId37" Type="http://schemas.openxmlformats.org/officeDocument/2006/relationships/tags" Target="../tags/tag39.xml"/><Relationship Id="rId40" Type="http://schemas.openxmlformats.org/officeDocument/2006/relationships/tags" Target="../tags/tag42.xml"/><Relationship Id="rId45" Type="http://schemas.openxmlformats.org/officeDocument/2006/relationships/tags" Target="../tags/tag47.xml"/><Relationship Id="rId53" Type="http://schemas.openxmlformats.org/officeDocument/2006/relationships/slideLayout" Target="../slideLayouts/slideLayout2.xml"/><Relationship Id="rId5" Type="http://schemas.openxmlformats.org/officeDocument/2006/relationships/tags" Target="../tags/tag7.xml"/><Relationship Id="rId10" Type="http://schemas.openxmlformats.org/officeDocument/2006/relationships/tags" Target="../tags/tag12.xml"/><Relationship Id="rId19" Type="http://schemas.openxmlformats.org/officeDocument/2006/relationships/tags" Target="../tags/tag21.xml"/><Relationship Id="rId31" Type="http://schemas.openxmlformats.org/officeDocument/2006/relationships/tags" Target="../tags/tag33.xml"/><Relationship Id="rId44" Type="http://schemas.openxmlformats.org/officeDocument/2006/relationships/tags" Target="../tags/tag46.xml"/><Relationship Id="rId52" Type="http://schemas.openxmlformats.org/officeDocument/2006/relationships/tags" Target="../tags/tag54.xml"/><Relationship Id="rId4" Type="http://schemas.openxmlformats.org/officeDocument/2006/relationships/tags" Target="../tags/tag6.xml"/><Relationship Id="rId9" Type="http://schemas.openxmlformats.org/officeDocument/2006/relationships/tags" Target="../tags/tag11.xml"/><Relationship Id="rId14" Type="http://schemas.openxmlformats.org/officeDocument/2006/relationships/tags" Target="../tags/tag16.xml"/><Relationship Id="rId22" Type="http://schemas.openxmlformats.org/officeDocument/2006/relationships/tags" Target="../tags/tag24.xml"/><Relationship Id="rId27" Type="http://schemas.openxmlformats.org/officeDocument/2006/relationships/tags" Target="../tags/tag29.xml"/><Relationship Id="rId30" Type="http://schemas.openxmlformats.org/officeDocument/2006/relationships/tags" Target="../tags/tag32.xml"/><Relationship Id="rId35" Type="http://schemas.openxmlformats.org/officeDocument/2006/relationships/tags" Target="../tags/tag37.xml"/><Relationship Id="rId43" Type="http://schemas.openxmlformats.org/officeDocument/2006/relationships/tags" Target="../tags/tag45.xml"/><Relationship Id="rId48" Type="http://schemas.openxmlformats.org/officeDocument/2006/relationships/tags" Target="../tags/tag50.xml"/><Relationship Id="rId8" Type="http://schemas.openxmlformats.org/officeDocument/2006/relationships/tags" Target="../tags/tag10.xml"/><Relationship Id="rId51" Type="http://schemas.openxmlformats.org/officeDocument/2006/relationships/tags" Target="../tags/tag53.xml"/><Relationship Id="rId3" Type="http://schemas.openxmlformats.org/officeDocument/2006/relationships/tags" Target="../tags/tag5.xml"/><Relationship Id="rId12" Type="http://schemas.openxmlformats.org/officeDocument/2006/relationships/tags" Target="../tags/tag14.xml"/><Relationship Id="rId17" Type="http://schemas.openxmlformats.org/officeDocument/2006/relationships/tags" Target="../tags/tag19.xml"/><Relationship Id="rId25" Type="http://schemas.openxmlformats.org/officeDocument/2006/relationships/tags" Target="../tags/tag27.xml"/><Relationship Id="rId33" Type="http://schemas.openxmlformats.org/officeDocument/2006/relationships/tags" Target="../tags/tag35.xml"/><Relationship Id="rId38" Type="http://schemas.openxmlformats.org/officeDocument/2006/relationships/tags" Target="../tags/tag40.xml"/><Relationship Id="rId46" Type="http://schemas.openxmlformats.org/officeDocument/2006/relationships/tags" Target="../tags/tag48.xml"/><Relationship Id="rId20" Type="http://schemas.openxmlformats.org/officeDocument/2006/relationships/tags" Target="../tags/tag22.xml"/><Relationship Id="rId41" Type="http://schemas.openxmlformats.org/officeDocument/2006/relationships/tags" Target="../tags/tag43.xml"/><Relationship Id="rId54" Type="http://schemas.openxmlformats.org/officeDocument/2006/relationships/notesSlide" Target="../notesSlides/notesSlide3.xml"/><Relationship Id="rId1" Type="http://schemas.openxmlformats.org/officeDocument/2006/relationships/tags" Target="../tags/tag3.xml"/><Relationship Id="rId6" Type="http://schemas.openxmlformats.org/officeDocument/2006/relationships/tags" Target="../tags/tag8.xml"/><Relationship Id="rId15" Type="http://schemas.openxmlformats.org/officeDocument/2006/relationships/tags" Target="../tags/tag17.xml"/><Relationship Id="rId23" Type="http://schemas.openxmlformats.org/officeDocument/2006/relationships/tags" Target="../tags/tag25.xml"/><Relationship Id="rId28" Type="http://schemas.openxmlformats.org/officeDocument/2006/relationships/tags" Target="../tags/tag30.xml"/><Relationship Id="rId36" Type="http://schemas.openxmlformats.org/officeDocument/2006/relationships/tags" Target="../tags/tag38.xml"/><Relationship Id="rId49" Type="http://schemas.openxmlformats.org/officeDocument/2006/relationships/tags" Target="../tags/tag5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8" Type="http://schemas.openxmlformats.org/officeDocument/2006/relationships/tags" Target="../tags/tag62.xml"/><Relationship Id="rId13" Type="http://schemas.openxmlformats.org/officeDocument/2006/relationships/slideLayout" Target="../slideLayouts/slideLayout2.xml"/><Relationship Id="rId3" Type="http://schemas.openxmlformats.org/officeDocument/2006/relationships/tags" Target="../tags/tag57.xml"/><Relationship Id="rId7" Type="http://schemas.openxmlformats.org/officeDocument/2006/relationships/tags" Target="../tags/tag61.xml"/><Relationship Id="rId12" Type="http://schemas.openxmlformats.org/officeDocument/2006/relationships/tags" Target="../tags/tag66.xml"/><Relationship Id="rId2" Type="http://schemas.openxmlformats.org/officeDocument/2006/relationships/tags" Target="../tags/tag56.xml"/><Relationship Id="rId1" Type="http://schemas.openxmlformats.org/officeDocument/2006/relationships/tags" Target="../tags/tag55.xml"/><Relationship Id="rId6" Type="http://schemas.openxmlformats.org/officeDocument/2006/relationships/tags" Target="../tags/tag60.xml"/><Relationship Id="rId11" Type="http://schemas.openxmlformats.org/officeDocument/2006/relationships/tags" Target="../tags/tag65.xml"/><Relationship Id="rId5" Type="http://schemas.openxmlformats.org/officeDocument/2006/relationships/tags" Target="../tags/tag59.xml"/><Relationship Id="rId10" Type="http://schemas.openxmlformats.org/officeDocument/2006/relationships/tags" Target="../tags/tag64.xml"/><Relationship Id="rId4" Type="http://schemas.openxmlformats.org/officeDocument/2006/relationships/tags" Target="../tags/tag58.xml"/><Relationship Id="rId9" Type="http://schemas.openxmlformats.org/officeDocument/2006/relationships/tags" Target="../tags/tag63.xml"/><Relationship Id="rId14"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3.jpg"/><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9.xml"/><Relationship Id="rId1" Type="http://schemas.openxmlformats.org/officeDocument/2006/relationships/slideLayout" Target="../slideLayouts/slideLayout2.xml"/><Relationship Id="rId4" Type="http://schemas.openxmlformats.org/officeDocument/2006/relationships/image" Target="../media/image6.png"/></Relationships>
</file>

<file path=ppt/slides/_rels/slide20.xml.rels><?xml version="1.0" encoding="UTF-8" standalone="yes"?>
<Relationships xmlns="http://schemas.openxmlformats.org/package/2006/relationships"><Relationship Id="rId3" Type="http://schemas.openxmlformats.org/officeDocument/2006/relationships/image" Target="../media/image7.png"/><Relationship Id="rId7" Type="http://schemas.openxmlformats.org/officeDocument/2006/relationships/image" Target="../media/image11.png"/><Relationship Id="rId2" Type="http://schemas.openxmlformats.org/officeDocument/2006/relationships/notesSlide" Target="../notesSlides/notesSlide20.xml"/><Relationship Id="rId1" Type="http://schemas.openxmlformats.org/officeDocument/2006/relationships/slideLayout" Target="../slideLayouts/slideLayout2.xml"/><Relationship Id="rId6" Type="http://schemas.openxmlformats.org/officeDocument/2006/relationships/image" Target="../media/image10.png"/><Relationship Id="rId5" Type="http://schemas.openxmlformats.org/officeDocument/2006/relationships/image" Target="../media/image9.png"/><Relationship Id="rId4" Type="http://schemas.openxmlformats.org/officeDocument/2006/relationships/image" Target="../media/image8.png"/></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3" Type="http://schemas.openxmlformats.org/officeDocument/2006/relationships/image" Target="../media/image40.png"/><Relationship Id="rId2" Type="http://schemas.openxmlformats.org/officeDocument/2006/relationships/notesSlide" Target="../notesSlides/notesSlide23.xml"/><Relationship Id="rId1" Type="http://schemas.openxmlformats.org/officeDocument/2006/relationships/slideLayout" Target="../slideLayouts/slideLayout2.xml"/><Relationship Id="rId5" Type="http://schemas.openxmlformats.org/officeDocument/2006/relationships/image" Target="../media/image13.png"/><Relationship Id="rId4" Type="http://schemas.openxmlformats.org/officeDocument/2006/relationships/image" Target="../media/image50.png"/></Relationships>
</file>

<file path=ppt/slides/_rels/slide24.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24.xml"/><Relationship Id="rId1" Type="http://schemas.openxmlformats.org/officeDocument/2006/relationships/slideLayout" Target="../slideLayouts/slideLayout2.xml"/><Relationship Id="rId4" Type="http://schemas.openxmlformats.org/officeDocument/2006/relationships/image" Target="../media/image15.png"/></Relationships>
</file>

<file path=ppt/slides/_rels/slide25.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25.xml"/><Relationship Id="rId1" Type="http://schemas.openxmlformats.org/officeDocument/2006/relationships/slideLayout" Target="../slideLayouts/slideLayout2.xml"/><Relationship Id="rId5" Type="http://schemas.openxmlformats.org/officeDocument/2006/relationships/image" Target="../media/image14.png"/><Relationship Id="rId4" Type="http://schemas.openxmlformats.org/officeDocument/2006/relationships/image" Target="../media/image4.png"/></Relationships>
</file>

<file path=ppt/slides/_rels/slide26.xml.rels><?xml version="1.0" encoding="UTF-8" standalone="yes"?>
<Relationships xmlns="http://schemas.openxmlformats.org/package/2006/relationships"><Relationship Id="rId3" Type="http://schemas.openxmlformats.org/officeDocument/2006/relationships/notesSlide" Target="../notesSlides/notesSlide26.xml"/><Relationship Id="rId2" Type="http://schemas.openxmlformats.org/officeDocument/2006/relationships/slideLayout" Target="../slideLayouts/slideLayout14.xml"/><Relationship Id="rId1" Type="http://schemas.openxmlformats.org/officeDocument/2006/relationships/tags" Target="../tags/tag67.xml"/></Relationships>
</file>

<file path=ppt/slides/_rels/slide27.xml.rels><?xml version="1.0" encoding="UTF-8" standalone="yes"?>
<Relationships xmlns="http://schemas.openxmlformats.org/package/2006/relationships"><Relationship Id="rId3" Type="http://schemas.openxmlformats.org/officeDocument/2006/relationships/image" Target="../media/image16.png"/><Relationship Id="rId7" Type="http://schemas.openxmlformats.org/officeDocument/2006/relationships/image" Target="../media/image12.png"/><Relationship Id="rId2" Type="http://schemas.openxmlformats.org/officeDocument/2006/relationships/notesSlide" Target="../notesSlides/notesSlide27.xml"/><Relationship Id="rId1" Type="http://schemas.openxmlformats.org/officeDocument/2006/relationships/slideLayout" Target="../slideLayouts/slideLayout2.xml"/><Relationship Id="rId6" Type="http://schemas.openxmlformats.org/officeDocument/2006/relationships/image" Target="../media/image420.png"/><Relationship Id="rId5" Type="http://schemas.openxmlformats.org/officeDocument/2006/relationships/image" Target="../media/image410.png"/><Relationship Id="rId4" Type="http://schemas.openxmlformats.org/officeDocument/2006/relationships/image" Target="../media/image17.png"/></Relationships>
</file>

<file path=ppt/slides/_rels/slide28.xml.rels><?xml version="1.0" encoding="UTF-8" standalone="yes"?>
<Relationships xmlns="http://schemas.openxmlformats.org/package/2006/relationships"><Relationship Id="rId3" Type="http://schemas.openxmlformats.org/officeDocument/2006/relationships/image" Target="../media/image18.jpeg"/><Relationship Id="rId2" Type="http://schemas.openxmlformats.org/officeDocument/2006/relationships/notesSlide" Target="../notesSlides/notesSlide28.xml"/><Relationship Id="rId1" Type="http://schemas.openxmlformats.org/officeDocument/2006/relationships/slideLayout" Target="../slideLayouts/slideLayout2.xml"/><Relationship Id="rId4" Type="http://schemas.openxmlformats.org/officeDocument/2006/relationships/image" Target="../media/image19.png"/></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31.xml"/><Relationship Id="rId1" Type="http://schemas.openxmlformats.org/officeDocument/2006/relationships/slideLayout" Target="../slideLayouts/slideLayout2.xml"/><Relationship Id="rId6" Type="http://schemas.openxmlformats.org/officeDocument/2006/relationships/image" Target="../media/image400.png"/><Relationship Id="rId5" Type="http://schemas.openxmlformats.org/officeDocument/2006/relationships/image" Target="../media/image390.png"/><Relationship Id="rId4" Type="http://schemas.openxmlformats.org/officeDocument/2006/relationships/image" Target="../media/image380.png"/></Relationships>
</file>

<file path=ppt/slides/_rels/slide32.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32.xml"/><Relationship Id="rId1" Type="http://schemas.openxmlformats.org/officeDocument/2006/relationships/slideLayout" Target="../slideLayouts/slideLayout2.xml"/><Relationship Id="rId5" Type="http://schemas.openxmlformats.org/officeDocument/2006/relationships/image" Target="../media/image400.png"/><Relationship Id="rId4" Type="http://schemas.openxmlformats.org/officeDocument/2006/relationships/image" Target="../media/image380.png"/></Relationships>
</file>

<file path=ppt/slides/_rels/slide33.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33.xml"/><Relationship Id="rId1" Type="http://schemas.openxmlformats.org/officeDocument/2006/relationships/slideLayout" Target="../slideLayouts/slideLayout2.xml"/><Relationship Id="rId4" Type="http://schemas.openxmlformats.org/officeDocument/2006/relationships/image" Target="../media/image23.png"/></Relationships>
</file>

<file path=ppt/slides/_rels/slide34.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34.xml"/><Relationship Id="rId1" Type="http://schemas.openxmlformats.org/officeDocument/2006/relationships/slideLayout" Target="../slideLayouts/slideLayout2.xml"/><Relationship Id="rId5" Type="http://schemas.openxmlformats.org/officeDocument/2006/relationships/image" Target="../media/image390.png"/><Relationship Id="rId4" Type="http://schemas.openxmlformats.org/officeDocument/2006/relationships/image" Target="../media/image380.png"/></Relationships>
</file>

<file path=ppt/slides/_rels/slide35.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35.xml"/><Relationship Id="rId1" Type="http://schemas.openxmlformats.org/officeDocument/2006/relationships/slideLayout" Target="../slideLayouts/slideLayout2.xml"/><Relationship Id="rId4" Type="http://schemas.openxmlformats.org/officeDocument/2006/relationships/image" Target="../media/image26.png"/></Relationships>
</file>

<file path=ppt/slides/_rels/slide36.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notesSlide" Target="../notesSlides/notesSlide36.xml"/><Relationship Id="rId1" Type="http://schemas.openxmlformats.org/officeDocument/2006/relationships/slideLayout" Target="../slideLayouts/slideLayout2.xml"/><Relationship Id="rId4" Type="http://schemas.openxmlformats.org/officeDocument/2006/relationships/image" Target="../media/image28.png"/></Relationships>
</file>

<file path=ppt/slides/_rels/slide37.xml.rels><?xml version="1.0" encoding="UTF-8" standalone="yes"?>
<Relationships xmlns="http://schemas.openxmlformats.org/package/2006/relationships"><Relationship Id="rId3" Type="http://schemas.openxmlformats.org/officeDocument/2006/relationships/image" Target="../media/image29.emf"/><Relationship Id="rId2" Type="http://schemas.openxmlformats.org/officeDocument/2006/relationships/notesSlide" Target="../notesSlides/notesSlide37.xml"/><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38.xml"/><Relationship Id="rId1" Type="http://schemas.openxmlformats.org/officeDocument/2006/relationships/slideLayout" Target="../slideLayouts/slideLayout2.xml"/><Relationship Id="rId4" Type="http://schemas.openxmlformats.org/officeDocument/2006/relationships/image" Target="../media/image200.png"/></Relationships>
</file>

<file path=ppt/slides/_rels/slide39.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39.xml"/><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3" Type="http://schemas.openxmlformats.org/officeDocument/2006/relationships/image" Target="../media/image210.png"/><Relationship Id="rId2" Type="http://schemas.openxmlformats.org/officeDocument/2006/relationships/notesSlide" Target="../notesSlides/notesSlide40.xml"/><Relationship Id="rId1" Type="http://schemas.openxmlformats.org/officeDocument/2006/relationships/slideLayout" Target="../slideLayouts/slideLayout2.xml"/><Relationship Id="rId4" Type="http://schemas.openxmlformats.org/officeDocument/2006/relationships/image" Target="../media/image30.png"/></Relationships>
</file>

<file path=ppt/slides/_rels/slide41.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notesSlide" Target="../notesSlides/notesSlide41.xml"/><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notesSlide" Target="../notesSlides/notesSlide42.xml"/><Relationship Id="rId1" Type="http://schemas.openxmlformats.org/officeDocument/2006/relationships/slideLayout" Target="../slideLayouts/slideLayout2.xml"/><Relationship Id="rId4" Type="http://schemas.openxmlformats.org/officeDocument/2006/relationships/image" Target="../media/image33.png"/></Relationships>
</file>

<file path=ppt/slides/_rels/slide43.xml.rels><?xml version="1.0" encoding="UTF-8" standalone="yes"?>
<Relationships xmlns="http://schemas.openxmlformats.org/package/2006/relationships"><Relationship Id="rId8" Type="http://schemas.openxmlformats.org/officeDocument/2006/relationships/image" Target="../media/image312.png"/><Relationship Id="rId3" Type="http://schemas.openxmlformats.org/officeDocument/2006/relationships/image" Target="../media/image260.png"/><Relationship Id="rId7" Type="http://schemas.openxmlformats.org/officeDocument/2006/relationships/image" Target="../media/image300.png"/><Relationship Id="rId2" Type="http://schemas.openxmlformats.org/officeDocument/2006/relationships/notesSlide" Target="../notesSlides/notesSlide43.xml"/><Relationship Id="rId1" Type="http://schemas.openxmlformats.org/officeDocument/2006/relationships/slideLayout" Target="../slideLayouts/slideLayout2.xml"/><Relationship Id="rId6" Type="http://schemas.openxmlformats.org/officeDocument/2006/relationships/image" Target="../media/image29.png"/><Relationship Id="rId5" Type="http://schemas.openxmlformats.org/officeDocument/2006/relationships/image" Target="../media/image280.png"/><Relationship Id="rId10" Type="http://schemas.openxmlformats.org/officeDocument/2006/relationships/image" Target="../media/image331.png"/><Relationship Id="rId4" Type="http://schemas.openxmlformats.org/officeDocument/2006/relationships/image" Target="../media/image270.png"/><Relationship Id="rId9" Type="http://schemas.openxmlformats.org/officeDocument/2006/relationships/image" Target="../media/image322.png"/></Relationships>
</file>

<file path=ppt/slides/_rels/slide44.xml.rels><?xml version="1.0" encoding="UTF-8" standalone="yes"?>
<Relationships xmlns="http://schemas.openxmlformats.org/package/2006/relationships"><Relationship Id="rId2" Type="http://schemas.openxmlformats.org/officeDocument/2006/relationships/notesSlide" Target="../notesSlides/notesSlide44.xml"/><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3" Type="http://schemas.openxmlformats.org/officeDocument/2006/relationships/image" Target="../media/image34.png"/><Relationship Id="rId2" Type="http://schemas.openxmlformats.org/officeDocument/2006/relationships/notesSlide" Target="../notesSlides/notesSlide45.xml"/><Relationship Id="rId1" Type="http://schemas.openxmlformats.org/officeDocument/2006/relationships/slideLayout" Target="../slideLayouts/slideLayout2.xml"/><Relationship Id="rId5" Type="http://schemas.openxmlformats.org/officeDocument/2006/relationships/image" Target="../media/image17.png"/><Relationship Id="rId4" Type="http://schemas.openxmlformats.org/officeDocument/2006/relationships/image" Target="../media/image16.png"/></Relationships>
</file>

<file path=ppt/slides/_rels/slide46.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46.xml"/><Relationship Id="rId1" Type="http://schemas.openxmlformats.org/officeDocument/2006/relationships/slideLayout" Target="../slideLayouts/slideLayout2.xml"/><Relationship Id="rId4" Type="http://schemas.openxmlformats.org/officeDocument/2006/relationships/image" Target="../media/image17.png"/></Relationships>
</file>

<file path=ppt/slides/_rels/slide47.xml.rels><?xml version="1.0" encoding="UTF-8" standalone="yes"?>
<Relationships xmlns="http://schemas.openxmlformats.org/package/2006/relationships"><Relationship Id="rId3" Type="http://schemas.openxmlformats.org/officeDocument/2006/relationships/image" Target="../media/image35.png"/><Relationship Id="rId2" Type="http://schemas.openxmlformats.org/officeDocument/2006/relationships/notesSlide" Target="../notesSlides/notesSlide47.xml"/><Relationship Id="rId1" Type="http://schemas.openxmlformats.org/officeDocument/2006/relationships/slideLayout" Target="../slideLayouts/slideLayout2.xml"/><Relationship Id="rId4" Type="http://schemas.openxmlformats.org/officeDocument/2006/relationships/image" Target="../media/image36.png"/></Relationships>
</file>

<file path=ppt/slides/_rels/slide48.xml.rels><?xml version="1.0" encoding="UTF-8" standalone="yes"?>
<Relationships xmlns="http://schemas.openxmlformats.org/package/2006/relationships"><Relationship Id="rId2" Type="http://schemas.openxmlformats.org/officeDocument/2006/relationships/notesSlide" Target="../notesSlides/notesSlide48.xml"/><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3" Type="http://schemas.openxmlformats.org/officeDocument/2006/relationships/notesSlide" Target="../notesSlides/notesSlide49.xml"/><Relationship Id="rId2" Type="http://schemas.openxmlformats.org/officeDocument/2006/relationships/slideLayout" Target="../slideLayouts/slideLayout14.xml"/><Relationship Id="rId1" Type="http://schemas.openxmlformats.org/officeDocument/2006/relationships/tags" Target="../tags/tag68.xml"/></Relationships>
</file>

<file path=ppt/slides/_rels/slide50.xml.rels><?xml version="1.0" encoding="UTF-8" standalone="yes"?>
<Relationships xmlns="http://schemas.openxmlformats.org/package/2006/relationships"><Relationship Id="rId2" Type="http://schemas.openxmlformats.org/officeDocument/2006/relationships/notesSlide" Target="../notesSlides/notesSlide50.xml"/><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8" Type="http://schemas.openxmlformats.org/officeDocument/2006/relationships/image" Target="../media/image120.png"/><Relationship Id="rId26" Type="http://schemas.openxmlformats.org/officeDocument/2006/relationships/image" Target="../media/image311.png"/><Relationship Id="rId3" Type="http://schemas.openxmlformats.org/officeDocument/2006/relationships/image" Target="../media/image37.png"/><Relationship Id="rId7" Type="http://schemas.openxmlformats.org/officeDocument/2006/relationships/image" Target="../media/image110.png"/><Relationship Id="rId25" Type="http://schemas.openxmlformats.org/officeDocument/2006/relationships/image" Target="../media/image61.png"/><Relationship Id="rId12" Type="http://schemas.openxmlformats.org/officeDocument/2006/relationships/image" Target="../media/image3.png"/><Relationship Id="rId2" Type="http://schemas.openxmlformats.org/officeDocument/2006/relationships/notesSlide" Target="../notesSlides/notesSlide51.xml"/><Relationship Id="rId1" Type="http://schemas.openxmlformats.org/officeDocument/2006/relationships/slideLayout" Target="../slideLayouts/slideLayout2.xml"/><Relationship Id="rId6" Type="http://schemas.openxmlformats.org/officeDocument/2006/relationships/image" Target="../media/image100.png"/><Relationship Id="rId11" Type="http://schemas.openxmlformats.org/officeDocument/2006/relationships/image" Target="../media/image150.png"/><Relationship Id="rId24" Type="http://schemas.openxmlformats.org/officeDocument/2006/relationships/image" Target="../media/image51.png"/><Relationship Id="rId5" Type="http://schemas.openxmlformats.org/officeDocument/2006/relationships/image" Target="../media/image90.png"/><Relationship Id="rId23" Type="http://schemas.openxmlformats.org/officeDocument/2006/relationships/image" Target="../media/image45.png"/><Relationship Id="rId28" Type="http://schemas.openxmlformats.org/officeDocument/2006/relationships/image" Target="../media/image330.png"/><Relationship Id="rId10" Type="http://schemas.openxmlformats.org/officeDocument/2006/relationships/image" Target="../media/image140.png"/><Relationship Id="rId4" Type="http://schemas.openxmlformats.org/officeDocument/2006/relationships/image" Target="../media/image80.png"/><Relationship Id="rId9" Type="http://schemas.openxmlformats.org/officeDocument/2006/relationships/image" Target="../media/image130.png"/><Relationship Id="rId27" Type="http://schemas.openxmlformats.org/officeDocument/2006/relationships/image" Target="../media/image321.png"/></Relationships>
</file>

<file path=ppt/slides/_rels/slide52.xml.rels><?xml version="1.0" encoding="UTF-8" standalone="yes"?>
<Relationships xmlns="http://schemas.openxmlformats.org/package/2006/relationships"><Relationship Id="rId8" Type="http://schemas.openxmlformats.org/officeDocument/2006/relationships/image" Target="../media/image120.png"/><Relationship Id="rId26" Type="http://schemas.openxmlformats.org/officeDocument/2006/relationships/image" Target="../media/image311.png"/><Relationship Id="rId3" Type="http://schemas.openxmlformats.org/officeDocument/2006/relationships/image" Target="../media/image38.png"/><Relationship Id="rId7" Type="http://schemas.openxmlformats.org/officeDocument/2006/relationships/image" Target="../media/image110.png"/><Relationship Id="rId25" Type="http://schemas.openxmlformats.org/officeDocument/2006/relationships/image" Target="../media/image61.png"/><Relationship Id="rId12" Type="http://schemas.openxmlformats.org/officeDocument/2006/relationships/image" Target="../media/image3.png"/><Relationship Id="rId2" Type="http://schemas.openxmlformats.org/officeDocument/2006/relationships/notesSlide" Target="../notesSlides/notesSlide52.xml"/><Relationship Id="rId1" Type="http://schemas.openxmlformats.org/officeDocument/2006/relationships/slideLayout" Target="../slideLayouts/slideLayout2.xml"/><Relationship Id="rId6" Type="http://schemas.openxmlformats.org/officeDocument/2006/relationships/image" Target="../media/image100.png"/><Relationship Id="rId11" Type="http://schemas.openxmlformats.org/officeDocument/2006/relationships/image" Target="../media/image150.png"/><Relationship Id="rId24" Type="http://schemas.openxmlformats.org/officeDocument/2006/relationships/image" Target="../media/image51.png"/><Relationship Id="rId5" Type="http://schemas.openxmlformats.org/officeDocument/2006/relationships/image" Target="../media/image90.png"/><Relationship Id="rId23" Type="http://schemas.openxmlformats.org/officeDocument/2006/relationships/image" Target="../media/image45.png"/><Relationship Id="rId28" Type="http://schemas.openxmlformats.org/officeDocument/2006/relationships/image" Target="../media/image330.png"/><Relationship Id="rId10" Type="http://schemas.openxmlformats.org/officeDocument/2006/relationships/image" Target="../media/image140.png"/><Relationship Id="rId4" Type="http://schemas.openxmlformats.org/officeDocument/2006/relationships/image" Target="../media/image80.png"/><Relationship Id="rId9" Type="http://schemas.openxmlformats.org/officeDocument/2006/relationships/image" Target="../media/image130.png"/><Relationship Id="rId27" Type="http://schemas.openxmlformats.org/officeDocument/2006/relationships/image" Target="../media/image321.png"/></Relationships>
</file>

<file path=ppt/slides/_rels/slide53.xml.rels><?xml version="1.0" encoding="UTF-8" standalone="yes"?>
<Relationships xmlns="http://schemas.openxmlformats.org/package/2006/relationships"><Relationship Id="rId8" Type="http://schemas.openxmlformats.org/officeDocument/2006/relationships/image" Target="../media/image120.png"/><Relationship Id="rId13" Type="http://schemas.openxmlformats.org/officeDocument/2006/relationships/image" Target="../media/image52.png"/><Relationship Id="rId18" Type="http://schemas.openxmlformats.org/officeDocument/2006/relationships/image" Target="../media/image370.png"/><Relationship Id="rId12" Type="http://schemas.openxmlformats.org/officeDocument/2006/relationships/image" Target="../media/image350.png"/><Relationship Id="rId17" Type="http://schemas.openxmlformats.org/officeDocument/2006/relationships/image" Target="../media/image39.png"/><Relationship Id="rId2" Type="http://schemas.openxmlformats.org/officeDocument/2006/relationships/notesSlide" Target="../notesSlides/notesSlide53.xml"/><Relationship Id="rId16" Type="http://schemas.openxmlformats.org/officeDocument/2006/relationships/image" Target="../media/image320.png"/><Relationship Id="rId20" Type="http://schemas.openxmlformats.org/officeDocument/2006/relationships/image" Target="../media/image391.png"/><Relationship Id="rId1" Type="http://schemas.openxmlformats.org/officeDocument/2006/relationships/slideLayout" Target="../slideLayouts/slideLayout2.xml"/><Relationship Id="rId11" Type="http://schemas.openxmlformats.org/officeDocument/2006/relationships/image" Target="../media/image150.png"/><Relationship Id="rId15" Type="http://schemas.openxmlformats.org/officeDocument/2006/relationships/image" Target="../media/image310.png"/><Relationship Id="rId10" Type="http://schemas.openxmlformats.org/officeDocument/2006/relationships/image" Target="../media/image140.png"/><Relationship Id="rId19" Type="http://schemas.openxmlformats.org/officeDocument/2006/relationships/image" Target="../media/image381.png"/><Relationship Id="rId9" Type="http://schemas.openxmlformats.org/officeDocument/2006/relationships/image" Target="../media/image130.png"/><Relationship Id="rId14" Type="http://schemas.openxmlformats.org/officeDocument/2006/relationships/image" Target="../media/image60.png"/></Relationships>
</file>

<file path=ppt/slides/_rels/slide54.xml.rels><?xml version="1.0" encoding="UTF-8" standalone="yes"?>
<Relationships xmlns="http://schemas.openxmlformats.org/package/2006/relationships"><Relationship Id="rId3" Type="http://schemas.openxmlformats.org/officeDocument/2006/relationships/image" Target="../media/image41.png"/><Relationship Id="rId2" Type="http://schemas.openxmlformats.org/officeDocument/2006/relationships/notesSlide" Target="../notesSlides/notesSlide54.xml"/><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2" Type="http://schemas.openxmlformats.org/officeDocument/2006/relationships/notesSlide" Target="../notesSlides/notesSlide55.xml"/><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3" Type="http://schemas.openxmlformats.org/officeDocument/2006/relationships/image" Target="../media/image42.png"/><Relationship Id="rId2" Type="http://schemas.openxmlformats.org/officeDocument/2006/relationships/notesSlide" Target="../notesSlides/notesSlide56.xml"/><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3" Type="http://schemas.openxmlformats.org/officeDocument/2006/relationships/image" Target="../media/image43.png"/><Relationship Id="rId2" Type="http://schemas.openxmlformats.org/officeDocument/2006/relationships/notesSlide" Target="../notesSlides/notesSlide57.xml"/><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2" Type="http://schemas.openxmlformats.org/officeDocument/2006/relationships/notesSlide" Target="../notesSlides/notesSlide58.xml"/><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3" Type="http://schemas.openxmlformats.org/officeDocument/2006/relationships/image" Target="../media/image44.jpeg"/><Relationship Id="rId2" Type="http://schemas.openxmlformats.org/officeDocument/2006/relationships/notesSlide" Target="../notesSlides/notesSlide59.xml"/><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3" Type="http://schemas.openxmlformats.org/officeDocument/2006/relationships/image" Target="../media/image45.jpeg"/><Relationship Id="rId7" Type="http://schemas.openxmlformats.org/officeDocument/2006/relationships/image" Target="../media/image49.png"/><Relationship Id="rId2" Type="http://schemas.openxmlformats.org/officeDocument/2006/relationships/notesSlide" Target="../notesSlides/notesSlide60.xml"/><Relationship Id="rId1" Type="http://schemas.openxmlformats.org/officeDocument/2006/relationships/slideLayout" Target="../slideLayouts/slideLayout2.xml"/><Relationship Id="rId6" Type="http://schemas.openxmlformats.org/officeDocument/2006/relationships/image" Target="../media/image48.jpeg"/><Relationship Id="rId5" Type="http://schemas.openxmlformats.org/officeDocument/2006/relationships/image" Target="../media/image47.jpeg"/><Relationship Id="rId4" Type="http://schemas.openxmlformats.org/officeDocument/2006/relationships/image" Target="../media/image46.jpeg"/></Relationships>
</file>

<file path=ppt/slides/_rels/slide61.xml.rels><?xml version="1.0" encoding="UTF-8" standalone="yes"?>
<Relationships xmlns="http://schemas.openxmlformats.org/package/2006/relationships"><Relationship Id="rId2" Type="http://schemas.openxmlformats.org/officeDocument/2006/relationships/notesSlide" Target="../notesSlides/notesSlide61.xml"/><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2" Type="http://schemas.openxmlformats.org/officeDocument/2006/relationships/notesSlide" Target="../notesSlides/notesSlide62.xml"/><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2" Type="http://schemas.openxmlformats.org/officeDocument/2006/relationships/notesSlide" Target="../notesSlides/notesSlide63.xml"/><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矩形 9"/>
          <p:cNvSpPr/>
          <p:nvPr/>
        </p:nvSpPr>
        <p:spPr>
          <a:xfrm>
            <a:off x="0" y="0"/>
            <a:ext cx="12192000" cy="6858000"/>
          </a:xfrm>
          <a:prstGeom prst="rect">
            <a:avLst/>
          </a:prstGeom>
          <a:solidFill>
            <a:srgbClr val="203864"/>
          </a:solidFill>
          <a:ln w="57150">
            <a:solidFill>
              <a:srgbClr val="20386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等线"/>
              <a:ea typeface="等线" panose="02010600030101010101" pitchFamily="2" charset="-122"/>
              <a:cs typeface="+mn-cs"/>
            </a:endParaRPr>
          </a:p>
        </p:txBody>
      </p:sp>
      <p:sp>
        <p:nvSpPr>
          <p:cNvPr id="6" name="矩形 5"/>
          <p:cNvSpPr/>
          <p:nvPr/>
        </p:nvSpPr>
        <p:spPr>
          <a:xfrm>
            <a:off x="167679" y="1321633"/>
            <a:ext cx="11856641" cy="3051005"/>
          </a:xfrm>
          <a:prstGeom prst="rect">
            <a:avLst/>
          </a:prstGeom>
        </p:spPr>
        <p:txBody>
          <a:bodyPr wrap="square" lIns="87545" tIns="43772" rIns="87545" bIns="43772">
            <a:spAutoFit/>
          </a:bodyPr>
          <a:lstStyle/>
          <a:p>
            <a:pPr marL="0" marR="0" lvl="0" indent="0" algn="ctr" defTabSz="1750695" rtl="0" eaLnBrk="1" fontAlgn="auto" latinLnBrk="0" hangingPunct="1">
              <a:lnSpc>
                <a:spcPct val="120000"/>
              </a:lnSpc>
              <a:spcBef>
                <a:spcPts val="600"/>
              </a:spcBef>
              <a:spcAft>
                <a:spcPts val="0"/>
              </a:spcAft>
              <a:buClrTx/>
              <a:buSzTx/>
              <a:buFontTx/>
              <a:buNone/>
              <a:tabLst/>
              <a:defRPr/>
            </a:pPr>
            <a:r>
              <a:rPr kumimoji="1" lang="en-US" altLang="zh-CN" sz="2400" b="1" dirty="0">
                <a:solidFill>
                  <a:schemeClr val="bg1"/>
                </a:solidFill>
                <a:latin typeface="Microsoft YaHei" panose="020B0503020204020204" pitchFamily="34" charset="-122"/>
                <a:ea typeface="Microsoft YaHei" panose="020B0503020204020204" pitchFamily="34" charset="-122"/>
              </a:rPr>
              <a:t>《</a:t>
            </a:r>
            <a:r>
              <a:rPr kumimoji="1" lang="zh-CN" altLang="en-US" sz="2400" b="1" dirty="0">
                <a:solidFill>
                  <a:schemeClr val="bg1"/>
                </a:solidFill>
                <a:latin typeface="Microsoft YaHei" panose="020B0503020204020204" pitchFamily="34" charset="-122"/>
                <a:ea typeface="Microsoft YaHei" panose="020B0503020204020204" pitchFamily="34" charset="-122"/>
              </a:rPr>
              <a:t>人工智能数学原理与算法</a:t>
            </a:r>
            <a:r>
              <a:rPr kumimoji="1" lang="en-US" altLang="zh-CN" sz="2400" b="1" dirty="0">
                <a:solidFill>
                  <a:schemeClr val="bg1"/>
                </a:solidFill>
                <a:latin typeface="Microsoft YaHei" panose="020B0503020204020204" pitchFamily="34" charset="-122"/>
                <a:ea typeface="Microsoft YaHei" panose="020B0503020204020204" pitchFamily="34" charset="-122"/>
              </a:rPr>
              <a:t>》</a:t>
            </a:r>
            <a:endParaRPr kumimoji="0" lang="en-US" altLang="zh-CN" sz="2400" b="1" i="0" u="none" strike="noStrike" kern="1200" cap="none" spc="40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cs typeface="+mn-cs"/>
            </a:endParaRPr>
          </a:p>
          <a:p>
            <a:pPr marL="0" marR="0" lvl="0" indent="0" algn="ctr" defTabSz="1750695" rtl="0" eaLnBrk="1" fontAlgn="auto" latinLnBrk="0" hangingPunct="1">
              <a:lnSpc>
                <a:spcPct val="120000"/>
              </a:lnSpc>
              <a:spcBef>
                <a:spcPts val="600"/>
              </a:spcBef>
              <a:spcAft>
                <a:spcPts val="0"/>
              </a:spcAft>
              <a:buClrTx/>
              <a:buSzTx/>
              <a:buFontTx/>
              <a:buNone/>
              <a:tabLst/>
              <a:defRPr/>
            </a:pPr>
            <a:r>
              <a:rPr kumimoji="0" lang="zh-CN" altLang="en-US" sz="3200" b="1" i="0" u="none" strike="noStrike" kern="1200" cap="none" spc="40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cs typeface="+mn-cs"/>
              </a:rPr>
              <a:t>第</a:t>
            </a:r>
            <a:r>
              <a:rPr kumimoji="0" lang="en-US" altLang="zh-CN" sz="3200" b="1" i="0" u="none" strike="noStrike" kern="1200" cap="none" spc="40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cs typeface="+mn-cs"/>
              </a:rPr>
              <a:t>5</a:t>
            </a:r>
            <a:r>
              <a:rPr kumimoji="0" lang="zh-CN" altLang="en-US" sz="3200" b="1" i="0" u="none" strike="noStrike" kern="1200" cap="none" spc="40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cs typeface="+mn-cs"/>
              </a:rPr>
              <a:t>章 </a:t>
            </a:r>
            <a:r>
              <a:rPr kumimoji="0" lang="en-US" altLang="zh-CN" sz="3200" b="1" i="0" u="none" strike="noStrike" kern="1200" cap="none" spc="40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cs typeface="+mn-cs"/>
              </a:rPr>
              <a:t>Transformer</a:t>
            </a:r>
            <a:endParaRPr kumimoji="0" lang="en-US" altLang="zh-CN" sz="2400" b="1" i="0" u="none" strike="noStrike" kern="1200" cap="none" spc="40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cs typeface="+mn-cs"/>
            </a:endParaRPr>
          </a:p>
          <a:p>
            <a:pPr algn="ctr" defTabSz="1750695">
              <a:lnSpc>
                <a:spcPct val="120000"/>
              </a:lnSpc>
              <a:spcBef>
                <a:spcPts val="600"/>
              </a:spcBef>
              <a:defRPr/>
            </a:pPr>
            <a:r>
              <a:rPr lang="en-US" altLang="zh-CN" sz="4800" b="1" spc="400" dirty="0">
                <a:solidFill>
                  <a:prstClr val="white"/>
                </a:solidFill>
                <a:latin typeface="微软雅黑" panose="020B0503020204020204" pitchFamily="34" charset="-122"/>
                <a:ea typeface="微软雅黑" panose="020B0503020204020204" pitchFamily="34" charset="-122"/>
              </a:rPr>
              <a:t>5.3Transformer</a:t>
            </a:r>
            <a:r>
              <a:rPr lang="zh-CN" altLang="en-US" sz="4800" b="1" spc="400" dirty="0">
                <a:solidFill>
                  <a:prstClr val="white"/>
                </a:solidFill>
                <a:latin typeface="微软雅黑" panose="020B0503020204020204" pitchFamily="34" charset="-122"/>
                <a:ea typeface="微软雅黑" panose="020B0503020204020204" pitchFamily="34" charset="-122"/>
              </a:rPr>
              <a:t>的典型应用</a:t>
            </a:r>
            <a:endParaRPr lang="en-US" altLang="zh-CN" sz="4800" b="1" spc="400" dirty="0">
              <a:solidFill>
                <a:prstClr val="white"/>
              </a:solidFill>
              <a:latin typeface="微软雅黑" panose="020B0503020204020204" pitchFamily="34" charset="-122"/>
              <a:ea typeface="微软雅黑" panose="020B0503020204020204" pitchFamily="34" charset="-122"/>
            </a:endParaRPr>
          </a:p>
          <a:p>
            <a:pPr algn="ctr" defTabSz="1750695">
              <a:lnSpc>
                <a:spcPct val="120000"/>
              </a:lnSpc>
              <a:spcBef>
                <a:spcPts val="600"/>
              </a:spcBef>
              <a:defRPr/>
            </a:pPr>
            <a:r>
              <a:rPr lang="zh-CN" altLang="en-US" sz="4800" b="1" spc="400" dirty="0">
                <a:solidFill>
                  <a:prstClr val="white"/>
                </a:solidFill>
                <a:latin typeface="微软雅黑" panose="020B0503020204020204" pitchFamily="34" charset="-122"/>
                <a:ea typeface="微软雅黑" panose="020B0503020204020204" pitchFamily="34" charset="-122"/>
              </a:rPr>
              <a:t>与跨模态能力</a:t>
            </a:r>
            <a:endParaRPr kumimoji="0" lang="en-US" altLang="zh-CN" sz="4800" b="1" i="0" u="none" strike="noStrike" kern="1200" cap="none" spc="40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cs typeface="+mn-cs"/>
            </a:endParaRPr>
          </a:p>
        </p:txBody>
      </p:sp>
      <p:pic>
        <p:nvPicPr>
          <p:cNvPr id="3" name="图片 2"/>
          <p:cNvPicPr>
            <a:picLocks noChangeAspect="1"/>
          </p:cNvPicPr>
          <p:nvPr/>
        </p:nvPicPr>
        <p:blipFill>
          <a:blip r:embed="rId3" cstate="print">
            <a:duotone>
              <a:schemeClr val="bg2">
                <a:shade val="45000"/>
                <a:satMod val="135000"/>
              </a:schemeClr>
              <a:prstClr val="white"/>
            </a:duotone>
          </a:blip>
          <a:stretch>
            <a:fillRect/>
          </a:stretch>
        </p:blipFill>
        <p:spPr>
          <a:xfrm>
            <a:off x="8550616" y="376157"/>
            <a:ext cx="3400585" cy="569319"/>
          </a:xfrm>
          <a:prstGeom prst="rect">
            <a:avLst/>
          </a:prstGeom>
        </p:spPr>
      </p:pic>
      <p:sp>
        <p:nvSpPr>
          <p:cNvPr id="4" name="矩形 1">
            <a:extLst>
              <a:ext uri="{FF2B5EF4-FFF2-40B4-BE49-F238E27FC236}">
                <a16:creationId xmlns:a16="http://schemas.microsoft.com/office/drawing/2014/main" id="{98E10AF8-0610-E2B5-27ED-C700B48FE0E3}"/>
              </a:ext>
            </a:extLst>
          </p:cNvPr>
          <p:cNvSpPr/>
          <p:nvPr/>
        </p:nvSpPr>
        <p:spPr>
          <a:xfrm>
            <a:off x="3627188" y="4463916"/>
            <a:ext cx="5404863" cy="1381060"/>
          </a:xfrm>
          <a:prstGeom prst="rect">
            <a:avLst/>
          </a:prstGeom>
        </p:spPr>
        <p:txBody>
          <a:bodyPr wrap="square" lIns="87545" tIns="43772" rIns="87545" bIns="43772">
            <a:spAutoFit/>
          </a:bodyPr>
          <a:lstStyle/>
          <a:p>
            <a:pPr marL="0" marR="0" lvl="0" indent="0" algn="ctr" defTabSz="1750695" rtl="0" eaLnBrk="1" fontAlgn="auto" latinLnBrk="0" hangingPunct="1">
              <a:lnSpc>
                <a:spcPct val="100000"/>
              </a:lnSpc>
              <a:spcBef>
                <a:spcPts val="0"/>
              </a:spcBef>
              <a:spcAft>
                <a:spcPts val="0"/>
              </a:spcAft>
              <a:buClrTx/>
              <a:buSzTx/>
              <a:buFontTx/>
              <a:buNone/>
              <a:tabLst/>
              <a:defRPr/>
            </a:pPr>
            <a:endParaRPr kumimoji="0" lang="en-US" altLang="zh-CN" sz="2800" b="1" i="0" u="none" strike="noStrike" kern="1200" cap="none" spc="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cs typeface="微软雅黑" panose="020B0503020204020204" pitchFamily="34" charset="-122"/>
            </a:endParaRPr>
          </a:p>
          <a:p>
            <a:pPr marL="0" marR="0" lvl="0" indent="0" algn="ctr" defTabSz="1750695" rtl="0" eaLnBrk="1" fontAlgn="auto" latinLnBrk="0" hangingPunct="1">
              <a:lnSpc>
                <a:spcPct val="100000"/>
              </a:lnSpc>
              <a:spcBef>
                <a:spcPts val="0"/>
              </a:spcBef>
              <a:spcAft>
                <a:spcPts val="0"/>
              </a:spcAft>
              <a:buClrTx/>
              <a:buSzTx/>
              <a:buFontTx/>
              <a:buNone/>
              <a:tabLst/>
              <a:defRPr/>
            </a:pPr>
            <a:r>
              <a:rPr lang="zh-CN" altLang="en-US" sz="2800" b="1" dirty="0">
                <a:solidFill>
                  <a:prstClr val="white"/>
                </a:solidFill>
                <a:latin typeface="微软雅黑" panose="020B0503020204020204" pitchFamily="34" charset="-122"/>
                <a:ea typeface="微软雅黑" panose="020B0503020204020204" pitchFamily="34" charset="-122"/>
                <a:cs typeface="微软雅黑" panose="020B0503020204020204" pitchFamily="34" charset="-122"/>
              </a:rPr>
              <a:t>康奇宇</a:t>
            </a:r>
            <a:endParaRPr kumimoji="0" lang="en-US" altLang="zh-CN" sz="2800" b="1" i="0" u="none" strike="noStrike" kern="1200" cap="none" spc="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cs typeface="微软雅黑" panose="020B0503020204020204" pitchFamily="34" charset="-122"/>
            </a:endParaRPr>
          </a:p>
          <a:p>
            <a:pPr marL="0" marR="0" lvl="0" indent="0" algn="ctr" defTabSz="1750695" rtl="0" eaLnBrk="1" fontAlgn="auto" latinLnBrk="0" hangingPunct="1">
              <a:lnSpc>
                <a:spcPct val="100000"/>
              </a:lnSpc>
              <a:spcBef>
                <a:spcPts val="0"/>
              </a:spcBef>
              <a:spcAft>
                <a:spcPts val="0"/>
              </a:spcAft>
              <a:buClrTx/>
              <a:buSzTx/>
              <a:buFontTx/>
              <a:buNone/>
              <a:tabLst/>
              <a:defRPr/>
            </a:pPr>
            <a:r>
              <a:rPr lang="en-US" altLang="zh-CN" sz="2800" b="1" dirty="0" err="1">
                <a:solidFill>
                  <a:prstClr val="white"/>
                </a:solidFill>
                <a:latin typeface="微软雅黑" panose="020B0503020204020204" pitchFamily="34" charset="-122"/>
                <a:ea typeface="微软雅黑" panose="020B0503020204020204" pitchFamily="34" charset="-122"/>
                <a:cs typeface="微软雅黑" panose="020B0503020204020204" pitchFamily="34" charset="-122"/>
              </a:rPr>
              <a:t>qiyukang@ustc.edu.cn</a:t>
            </a:r>
            <a:endParaRPr kumimoji="0" lang="zh-CN" altLang="en-US" sz="2800" b="1" i="0" u="none" strike="noStrike" kern="1200" cap="none" spc="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cs typeface="微软雅黑" panose="020B0503020204020204" pitchFamily="34" charset="-122"/>
            </a:endParaRPr>
          </a:p>
        </p:txBody>
      </p:sp>
    </p:spTree>
  </p:cSld>
  <p:clrMapOvr>
    <a:masterClrMapping/>
  </p:clrMapOvr>
  <p:transition advTm="11910"/>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组合 1">
            <a:extLst>
              <a:ext uri="{FF2B5EF4-FFF2-40B4-BE49-F238E27FC236}">
                <a16:creationId xmlns:a16="http://schemas.microsoft.com/office/drawing/2014/main" id="{9784EADF-E15C-75FE-866C-153D28CA7587}"/>
              </a:ext>
            </a:extLst>
          </p:cNvPr>
          <p:cNvGrpSpPr/>
          <p:nvPr/>
        </p:nvGrpSpPr>
        <p:grpSpPr>
          <a:xfrm>
            <a:off x="0" y="0"/>
            <a:ext cx="12192000" cy="6858000"/>
            <a:chOff x="0" y="0"/>
            <a:chExt cx="12192000" cy="6858000"/>
          </a:xfrm>
        </p:grpSpPr>
        <p:sp>
          <p:nvSpPr>
            <p:cNvPr id="38" name="任意多边形: 形状 37">
              <a:extLst>
                <a:ext uri="{FF2B5EF4-FFF2-40B4-BE49-F238E27FC236}">
                  <a16:creationId xmlns:a16="http://schemas.microsoft.com/office/drawing/2014/main" id="{32166C21-2F25-D43F-50AE-BC66DFC3D520}"/>
                </a:ext>
              </a:extLst>
            </p:cNvPr>
            <p:cNvSpPr/>
            <p:nvPr/>
          </p:nvSpPr>
          <p:spPr>
            <a:xfrm>
              <a:off x="0" y="0"/>
              <a:ext cx="1819275" cy="1819275"/>
            </a:xfrm>
            <a:custGeom>
              <a:avLst/>
              <a:gdLst>
                <a:gd name="connsiteX0" fmla="*/ 0 w 3638550"/>
                <a:gd name="connsiteY0" fmla="*/ 1819275 h 3638550"/>
                <a:gd name="connsiteX1" fmla="*/ 1819275 w 3638550"/>
                <a:gd name="connsiteY1" fmla="*/ 0 h 3638550"/>
                <a:gd name="connsiteX2" fmla="*/ 3638550 w 3638550"/>
                <a:gd name="connsiteY2" fmla="*/ 1819275 h 3638550"/>
                <a:gd name="connsiteX3" fmla="*/ 1819275 w 3638550"/>
                <a:gd name="connsiteY3" fmla="*/ 3638550 h 3638550"/>
                <a:gd name="connsiteX4" fmla="*/ 0 w 3638550"/>
                <a:gd name="connsiteY4" fmla="*/ 1819275 h 3638550"/>
                <a:gd name="connsiteX0" fmla="*/ 1819275 w 3638550"/>
                <a:gd name="connsiteY0" fmla="*/ 0 h 3638550"/>
                <a:gd name="connsiteX1" fmla="*/ 3638550 w 3638550"/>
                <a:gd name="connsiteY1" fmla="*/ 1819275 h 3638550"/>
                <a:gd name="connsiteX2" fmla="*/ 1819275 w 3638550"/>
                <a:gd name="connsiteY2" fmla="*/ 3638550 h 3638550"/>
                <a:gd name="connsiteX3" fmla="*/ 0 w 3638550"/>
                <a:gd name="connsiteY3" fmla="*/ 1819275 h 3638550"/>
                <a:gd name="connsiteX4" fmla="*/ 1910715 w 3638550"/>
                <a:gd name="connsiteY4" fmla="*/ 91440 h 3638550"/>
                <a:gd name="connsiteX0" fmla="*/ 1819275 w 3638550"/>
                <a:gd name="connsiteY0" fmla="*/ 0 h 3638550"/>
                <a:gd name="connsiteX1" fmla="*/ 3638550 w 3638550"/>
                <a:gd name="connsiteY1" fmla="*/ 1819275 h 3638550"/>
                <a:gd name="connsiteX2" fmla="*/ 1819275 w 3638550"/>
                <a:gd name="connsiteY2" fmla="*/ 3638550 h 3638550"/>
                <a:gd name="connsiteX3" fmla="*/ 0 w 3638550"/>
                <a:gd name="connsiteY3" fmla="*/ 1819275 h 3638550"/>
                <a:gd name="connsiteX0" fmla="*/ 3638550 w 3638550"/>
                <a:gd name="connsiteY0" fmla="*/ 0 h 1819275"/>
                <a:gd name="connsiteX1" fmla="*/ 1819275 w 3638550"/>
                <a:gd name="connsiteY1" fmla="*/ 1819275 h 1819275"/>
                <a:gd name="connsiteX2" fmla="*/ 0 w 3638550"/>
                <a:gd name="connsiteY2" fmla="*/ 0 h 1819275"/>
                <a:gd name="connsiteX0" fmla="*/ 1819275 w 1819275"/>
                <a:gd name="connsiteY0" fmla="*/ 0 h 1819275"/>
                <a:gd name="connsiteX1" fmla="*/ 0 w 1819275"/>
                <a:gd name="connsiteY1" fmla="*/ 1819275 h 1819275"/>
              </a:gdLst>
              <a:ahLst/>
              <a:cxnLst>
                <a:cxn ang="0">
                  <a:pos x="connsiteX0" y="connsiteY0"/>
                </a:cxn>
                <a:cxn ang="0">
                  <a:pos x="connsiteX1" y="connsiteY1"/>
                </a:cxn>
              </a:cxnLst>
              <a:rect l="l" t="t" r="r" b="b"/>
              <a:pathLst>
                <a:path w="1819275" h="1819275">
                  <a:moveTo>
                    <a:pt x="1819275" y="0"/>
                  </a:moveTo>
                  <a:cubicBezTo>
                    <a:pt x="1819275" y="1004758"/>
                    <a:pt x="1004758" y="1819275"/>
                    <a:pt x="0" y="1819275"/>
                  </a:cubicBezTo>
                </a:path>
              </a:pathLst>
            </a:custGeom>
            <a:noFill/>
            <a:ln w="381000">
              <a:solidFill>
                <a:schemeClr val="accent1">
                  <a:alpha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Arial"/>
                <a:ea typeface="微软雅黑"/>
                <a:cs typeface="+mn-cs"/>
              </a:endParaRPr>
            </a:p>
          </p:txBody>
        </p:sp>
        <p:grpSp>
          <p:nvGrpSpPr>
            <p:cNvPr id="39" name="组合 38">
              <a:extLst>
                <a:ext uri="{FF2B5EF4-FFF2-40B4-BE49-F238E27FC236}">
                  <a16:creationId xmlns:a16="http://schemas.microsoft.com/office/drawing/2014/main" id="{78C5DF4B-3528-4D02-38E8-F1A3EB4B6D10}"/>
                </a:ext>
              </a:extLst>
            </p:cNvPr>
            <p:cNvGrpSpPr/>
            <p:nvPr/>
          </p:nvGrpSpPr>
          <p:grpSpPr>
            <a:xfrm>
              <a:off x="1727455" y="1321568"/>
              <a:ext cx="5663945" cy="716782"/>
              <a:chOff x="1727455" y="1321568"/>
              <a:chExt cx="5663945" cy="716782"/>
            </a:xfrm>
          </p:grpSpPr>
          <p:sp>
            <p:nvSpPr>
              <p:cNvPr id="61" name="文本框 60">
                <a:extLst>
                  <a:ext uri="{FF2B5EF4-FFF2-40B4-BE49-F238E27FC236}">
                    <a16:creationId xmlns:a16="http://schemas.microsoft.com/office/drawing/2014/main" id="{B164EE8A-09A1-A494-DC62-6CDCBABBDD68}"/>
                  </a:ext>
                </a:extLst>
              </p:cNvPr>
              <p:cNvSpPr txBox="1">
                <a:spLocks/>
              </p:cNvSpPr>
              <p:nvPr/>
            </p:nvSpPr>
            <p:spPr>
              <a:xfrm>
                <a:off x="2573268" y="1323975"/>
                <a:ext cx="4818132" cy="461665"/>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Pct val="25000"/>
                  <a:buFontTx/>
                  <a:buNone/>
                  <a:tabLst/>
                  <a:defRPr/>
                </a:pPr>
                <a:r>
                  <a:rPr kumimoji="0" lang="zh-CN" altLang="en-US" sz="2400" b="1" i="0" u="none" strike="noStrike" kern="1200" cap="none" spc="0" normalizeH="0" baseline="0" noProof="0">
                    <a:ln>
                      <a:noFill/>
                    </a:ln>
                    <a:solidFill>
                      <a:srgbClr val="0070C0"/>
                    </a:solidFill>
                    <a:effectLst/>
                    <a:uLnTx/>
                    <a:uFillTx/>
                    <a:latin typeface="Arial" panose="020B0604020202020204" pitchFamily="34" charset="0"/>
                    <a:ea typeface="微软雅黑" panose="020B0503020204020204" pitchFamily="34" charset="-122"/>
                    <a:cs typeface="+mn-cs"/>
                  </a:rPr>
                  <a:t>重新理解</a:t>
                </a:r>
                <a:r>
                  <a:rPr kumimoji="0" lang="en-US" altLang="zh-CN" sz="2400" b="1" i="0" u="none" strike="noStrike" kern="1200" cap="none" spc="0" normalizeH="0" baseline="0" noProof="0">
                    <a:ln>
                      <a:noFill/>
                    </a:ln>
                    <a:solidFill>
                      <a:srgbClr val="0070C0"/>
                    </a:solidFill>
                    <a:effectLst/>
                    <a:uLnTx/>
                    <a:uFillTx/>
                    <a:latin typeface="Arial" panose="020B0604020202020204" pitchFamily="34" charset="0"/>
                    <a:ea typeface="微软雅黑" panose="020B0503020204020204" pitchFamily="34" charset="-122"/>
                    <a:cs typeface="+mn-cs"/>
                  </a:rPr>
                  <a:t>Token</a:t>
                </a:r>
                <a:endParaRPr kumimoji="0" lang="zh-CN" altLang="en-US" sz="2400" b="1" i="0" u="none" strike="noStrike" kern="1200" cap="none" spc="0" normalizeH="0" baseline="0" noProof="0">
                  <a:ln>
                    <a:noFill/>
                  </a:ln>
                  <a:solidFill>
                    <a:srgbClr val="0070C0"/>
                  </a:solidFill>
                  <a:effectLst/>
                  <a:uLnTx/>
                  <a:uFillTx/>
                  <a:latin typeface="Arial" panose="020B0604020202020204" pitchFamily="34" charset="0"/>
                  <a:ea typeface="微软雅黑" panose="020B0503020204020204" pitchFamily="34" charset="-122"/>
                  <a:cs typeface="+mn-cs"/>
                </a:endParaRPr>
              </a:p>
            </p:txBody>
          </p:sp>
          <p:sp>
            <p:nvSpPr>
              <p:cNvPr id="63" name="椭圆 62">
                <a:extLst>
                  <a:ext uri="{FF2B5EF4-FFF2-40B4-BE49-F238E27FC236}">
                    <a16:creationId xmlns:a16="http://schemas.microsoft.com/office/drawing/2014/main" id="{3D2AB357-C908-5824-397C-F8D83F703679}"/>
                  </a:ext>
                </a:extLst>
              </p:cNvPr>
              <p:cNvSpPr/>
              <p:nvPr/>
            </p:nvSpPr>
            <p:spPr>
              <a:xfrm>
                <a:off x="1727455" y="1321568"/>
                <a:ext cx="716782" cy="716782"/>
              </a:xfrm>
              <a:prstGeom prst="ellipse">
                <a:avLst/>
              </a:prstGeom>
              <a:noFill/>
              <a:ln w="25400">
                <a:gradFill>
                  <a:gsLst>
                    <a:gs pos="76000">
                      <a:schemeClr val="accent1">
                        <a:alpha val="0"/>
                      </a:schemeClr>
                    </a:gs>
                    <a:gs pos="100000">
                      <a:schemeClr val="accent1"/>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nchorCtr="0"/>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2800" b="1" i="0" u="none" strike="noStrike" kern="1200" cap="none" spc="0" normalizeH="0" baseline="0" noProof="0">
                    <a:ln>
                      <a:noFill/>
                    </a:ln>
                    <a:solidFill>
                      <a:srgbClr val="4472C4"/>
                    </a:solidFill>
                    <a:effectLst/>
                    <a:uLnTx/>
                    <a:uFillTx/>
                    <a:latin typeface="Arial" panose="020B0604020202020204" pitchFamily="34" charset="0"/>
                    <a:ea typeface="微软雅黑" panose="020B0503020204020204" pitchFamily="34" charset="-122"/>
                    <a:cs typeface="+mn-cs"/>
                  </a:rPr>
                  <a:t>01</a:t>
                </a:r>
              </a:p>
            </p:txBody>
          </p:sp>
        </p:grpSp>
        <p:grpSp>
          <p:nvGrpSpPr>
            <p:cNvPr id="40" name="组合 39">
              <a:extLst>
                <a:ext uri="{FF2B5EF4-FFF2-40B4-BE49-F238E27FC236}">
                  <a16:creationId xmlns:a16="http://schemas.microsoft.com/office/drawing/2014/main" id="{FAD37D50-FA12-F8F8-B895-9CAC6F0EDD60}"/>
                </a:ext>
              </a:extLst>
            </p:cNvPr>
            <p:cNvGrpSpPr/>
            <p:nvPr/>
          </p:nvGrpSpPr>
          <p:grpSpPr>
            <a:xfrm>
              <a:off x="7540339" y="0"/>
              <a:ext cx="4651661" cy="6858000"/>
              <a:chOff x="7540339" y="0"/>
              <a:chExt cx="4651661" cy="6858000"/>
            </a:xfrm>
          </p:grpSpPr>
          <p:sp>
            <p:nvSpPr>
              <p:cNvPr id="60" name="任意多边形: 形状 59">
                <a:extLst>
                  <a:ext uri="{FF2B5EF4-FFF2-40B4-BE49-F238E27FC236}">
                    <a16:creationId xmlns:a16="http://schemas.microsoft.com/office/drawing/2014/main" id="{9797E39A-883B-B0B4-0F07-EB9619A5A4A2}"/>
                  </a:ext>
                </a:extLst>
              </p:cNvPr>
              <p:cNvSpPr/>
              <p:nvPr/>
            </p:nvSpPr>
            <p:spPr>
              <a:xfrm>
                <a:off x="7779658" y="0"/>
                <a:ext cx="4412342" cy="6858000"/>
              </a:xfrm>
              <a:custGeom>
                <a:avLst/>
                <a:gdLst>
                  <a:gd name="connsiteX0" fmla="*/ 1295690 w 4412342"/>
                  <a:gd name="connsiteY0" fmla="*/ 0 h 6858000"/>
                  <a:gd name="connsiteX1" fmla="*/ 4412342 w 4412342"/>
                  <a:gd name="connsiteY1" fmla="*/ 0 h 6858000"/>
                  <a:gd name="connsiteX2" fmla="*/ 4412342 w 4412342"/>
                  <a:gd name="connsiteY2" fmla="*/ 1636729 h 6858000"/>
                  <a:gd name="connsiteX3" fmla="*/ 4272563 w 4412342"/>
                  <a:gd name="connsiteY3" fmla="*/ 1672670 h 6858000"/>
                  <a:gd name="connsiteX4" fmla="*/ 3111228 w 4412342"/>
                  <a:gd name="connsiteY4" fmla="*/ 3251199 h 6858000"/>
                  <a:gd name="connsiteX5" fmla="*/ 4272563 w 4412342"/>
                  <a:gd name="connsiteY5" fmla="*/ 4829728 h 6858000"/>
                  <a:gd name="connsiteX6" fmla="*/ 4412342 w 4412342"/>
                  <a:gd name="connsiteY6" fmla="*/ 4865669 h 6858000"/>
                  <a:gd name="connsiteX7" fmla="*/ 4412342 w 4412342"/>
                  <a:gd name="connsiteY7" fmla="*/ 6858000 h 6858000"/>
                  <a:gd name="connsiteX8" fmla="*/ 1670654 w 4412342"/>
                  <a:gd name="connsiteY8" fmla="*/ 6858000 h 6858000"/>
                  <a:gd name="connsiteX9" fmla="*/ 1550198 w 4412342"/>
                  <a:gd name="connsiteY9" fmla="*/ 6753659 h 6858000"/>
                  <a:gd name="connsiteX10" fmla="*/ 0 w 4412342"/>
                  <a:gd name="connsiteY10" fmla="*/ 3251200 h 6858000"/>
                  <a:gd name="connsiteX11" fmla="*/ 1229199 w 4412342"/>
                  <a:gd name="connsiteY11" fmla="*/ 69741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4412342" h="6858000">
                    <a:moveTo>
                      <a:pt x="1295690" y="0"/>
                    </a:moveTo>
                    <a:lnTo>
                      <a:pt x="4412342" y="0"/>
                    </a:lnTo>
                    <a:lnTo>
                      <a:pt x="4412342" y="1636729"/>
                    </a:lnTo>
                    <a:lnTo>
                      <a:pt x="4272563" y="1672670"/>
                    </a:lnTo>
                    <a:cubicBezTo>
                      <a:pt x="3599745" y="1881938"/>
                      <a:pt x="3111228" y="2509519"/>
                      <a:pt x="3111228" y="3251199"/>
                    </a:cubicBezTo>
                    <a:cubicBezTo>
                      <a:pt x="3111228" y="3992879"/>
                      <a:pt x="3599745" y="4620460"/>
                      <a:pt x="4272563" y="4829728"/>
                    </a:cubicBezTo>
                    <a:lnTo>
                      <a:pt x="4412342" y="4865669"/>
                    </a:lnTo>
                    <a:lnTo>
                      <a:pt x="4412342" y="6858000"/>
                    </a:lnTo>
                    <a:lnTo>
                      <a:pt x="1670654" y="6858000"/>
                    </a:lnTo>
                    <a:lnTo>
                      <a:pt x="1550198" y="6753659"/>
                    </a:lnTo>
                    <a:cubicBezTo>
                      <a:pt x="597879" y="5888107"/>
                      <a:pt x="0" y="4639475"/>
                      <a:pt x="0" y="3251200"/>
                    </a:cubicBezTo>
                    <a:cubicBezTo>
                      <a:pt x="0" y="2026252"/>
                      <a:pt x="465477" y="910022"/>
                      <a:pt x="1229199" y="69741"/>
                    </a:cubicBezTo>
                    <a:close/>
                  </a:path>
                </a:pathLst>
              </a:custGeom>
              <a:solidFill>
                <a:schemeClr val="accent1">
                  <a:alpha val="50000"/>
                </a:schemeClr>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Arial"/>
                  <a:ea typeface="微软雅黑"/>
                  <a:cs typeface="+mn-cs"/>
                </a:endParaRPr>
              </a:p>
            </p:txBody>
          </p:sp>
          <p:sp>
            <p:nvSpPr>
              <p:cNvPr id="58" name="矩形 57">
                <a:extLst>
                  <a:ext uri="{FF2B5EF4-FFF2-40B4-BE49-F238E27FC236}">
                    <a16:creationId xmlns:a16="http://schemas.microsoft.com/office/drawing/2014/main" id="{B2ED94F8-074A-35A6-A675-0D0A960CD68D}"/>
                  </a:ext>
                </a:extLst>
              </p:cNvPr>
              <p:cNvSpPr/>
              <p:nvPr/>
            </p:nvSpPr>
            <p:spPr>
              <a:xfrm>
                <a:off x="7540339" y="3124369"/>
                <a:ext cx="3592287" cy="1015663"/>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rtlCol="0" anchor="t" anchorCtr="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zh-CN" altLang="en-US" sz="6000" b="1" dirty="0">
                    <a:solidFill>
                      <a:prstClr val="black"/>
                    </a:solidFill>
                    <a:latin typeface="Arial" panose="020B0604020202020204" pitchFamily="34" charset="0"/>
                    <a:ea typeface="微软雅黑" panose="020B0503020204020204" pitchFamily="34" charset="-122"/>
                    <a:sym typeface="Arial" panose="020B0604020202020204" pitchFamily="34" charset="0"/>
                  </a:rPr>
                  <a:t>本课重点</a:t>
                </a:r>
                <a:endParaRPr kumimoji="1" lang="en-US" altLang="zh-CN" sz="6000" b="1" i="0" u="none" strike="noStrike" kern="1200" cap="none" spc="0" normalizeH="0" baseline="0" noProof="0" dirty="0">
                  <a:ln>
                    <a:noFill/>
                  </a:ln>
                  <a:solidFill>
                    <a:prstClr val="black"/>
                  </a:solidFill>
                  <a:effectLst/>
                  <a:uLnTx/>
                  <a:uFillTx/>
                  <a:latin typeface="Arial" panose="020B0604020202020204" pitchFamily="34" charset="0"/>
                  <a:ea typeface="微软雅黑" panose="020B0503020204020204" pitchFamily="34" charset="-122"/>
                  <a:cs typeface="+mn-cs"/>
                  <a:sym typeface="Arial" panose="020B0604020202020204" pitchFamily="34" charset="0"/>
                </a:endParaRPr>
              </a:p>
            </p:txBody>
          </p:sp>
        </p:grpSp>
        <p:grpSp>
          <p:nvGrpSpPr>
            <p:cNvPr id="41" name="组合 40">
              <a:extLst>
                <a:ext uri="{FF2B5EF4-FFF2-40B4-BE49-F238E27FC236}">
                  <a16:creationId xmlns:a16="http://schemas.microsoft.com/office/drawing/2014/main" id="{6F458834-3E00-4672-43CE-C49DF554E0A4}"/>
                </a:ext>
              </a:extLst>
            </p:cNvPr>
            <p:cNvGrpSpPr/>
            <p:nvPr/>
          </p:nvGrpSpPr>
          <p:grpSpPr>
            <a:xfrm>
              <a:off x="1727455" y="2333605"/>
              <a:ext cx="5663945" cy="716782"/>
              <a:chOff x="1727455" y="2419283"/>
              <a:chExt cx="5663945" cy="716782"/>
            </a:xfrm>
          </p:grpSpPr>
          <p:sp>
            <p:nvSpPr>
              <p:cNvPr id="54" name="文本框 53">
                <a:extLst>
                  <a:ext uri="{FF2B5EF4-FFF2-40B4-BE49-F238E27FC236}">
                    <a16:creationId xmlns:a16="http://schemas.microsoft.com/office/drawing/2014/main" id="{A0214C84-7FDD-9F55-5484-2B580276E49B}"/>
                  </a:ext>
                </a:extLst>
              </p:cNvPr>
              <p:cNvSpPr txBox="1">
                <a:spLocks/>
              </p:cNvSpPr>
              <p:nvPr/>
            </p:nvSpPr>
            <p:spPr>
              <a:xfrm>
                <a:off x="2573268" y="2421690"/>
                <a:ext cx="4818132" cy="461665"/>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Pct val="25000"/>
                  <a:buFontTx/>
                  <a:buNone/>
                  <a:tabLst/>
                  <a:defRPr/>
                </a:pPr>
                <a:r>
                  <a:rPr kumimoji="0" lang="en-US" altLang="zh-CN" sz="2400" b="1" i="0" u="none" strike="noStrike" kern="1200" cap="none" spc="0" normalizeH="0" baseline="0" noProof="0">
                    <a:ln>
                      <a:noFill/>
                    </a:ln>
                    <a:solidFill>
                      <a:prstClr val="black"/>
                    </a:solidFill>
                    <a:effectLst/>
                    <a:uLnTx/>
                    <a:uFillTx/>
                    <a:latin typeface="Arial" panose="020B0604020202020204" pitchFamily="34" charset="0"/>
                    <a:ea typeface="微软雅黑" panose="020B0503020204020204" pitchFamily="34" charset="-122"/>
                    <a:cs typeface="+mn-cs"/>
                  </a:rPr>
                  <a:t>Transformer</a:t>
                </a:r>
                <a:r>
                  <a:rPr kumimoji="0" lang="zh-CN" altLang="en-US" sz="2400" b="1" i="0" u="none" strike="noStrike" kern="1200" cap="none" spc="0" normalizeH="0" baseline="0" noProof="0">
                    <a:ln>
                      <a:noFill/>
                    </a:ln>
                    <a:solidFill>
                      <a:prstClr val="black"/>
                    </a:solidFill>
                    <a:effectLst/>
                    <a:uLnTx/>
                    <a:uFillTx/>
                    <a:latin typeface="Arial" panose="020B0604020202020204" pitchFamily="34" charset="0"/>
                    <a:ea typeface="微软雅黑" panose="020B0503020204020204" pitchFamily="34" charset="-122"/>
                    <a:cs typeface="+mn-cs"/>
                  </a:rPr>
                  <a:t>的典型应用</a:t>
                </a:r>
              </a:p>
            </p:txBody>
          </p:sp>
          <p:sp>
            <p:nvSpPr>
              <p:cNvPr id="56" name="椭圆 55">
                <a:extLst>
                  <a:ext uri="{FF2B5EF4-FFF2-40B4-BE49-F238E27FC236}">
                    <a16:creationId xmlns:a16="http://schemas.microsoft.com/office/drawing/2014/main" id="{8949CE15-86BE-830F-1E86-8976980A8CBE}"/>
                  </a:ext>
                </a:extLst>
              </p:cNvPr>
              <p:cNvSpPr/>
              <p:nvPr/>
            </p:nvSpPr>
            <p:spPr>
              <a:xfrm>
                <a:off x="1727455" y="2419283"/>
                <a:ext cx="716782" cy="716782"/>
              </a:xfrm>
              <a:prstGeom prst="ellipse">
                <a:avLst/>
              </a:prstGeom>
              <a:noFill/>
              <a:ln w="25400">
                <a:gradFill>
                  <a:gsLst>
                    <a:gs pos="76000">
                      <a:schemeClr val="tx2">
                        <a:alpha val="0"/>
                      </a:schemeClr>
                    </a:gs>
                    <a:gs pos="100000">
                      <a:schemeClr val="tx2"/>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nchorCtr="0"/>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2800" b="1" i="0" u="none" strike="noStrike" kern="1200" cap="none" spc="0" normalizeH="0" baseline="0" noProof="0">
                    <a:ln>
                      <a:noFill/>
                    </a:ln>
                    <a:solidFill>
                      <a:srgbClr val="4472C4"/>
                    </a:solidFill>
                    <a:effectLst/>
                    <a:uLnTx/>
                    <a:uFillTx/>
                    <a:latin typeface="Arial" panose="020B0604020202020204" pitchFamily="34" charset="0"/>
                    <a:ea typeface="微软雅黑" panose="020B0503020204020204" pitchFamily="34" charset="-122"/>
                    <a:cs typeface="+mn-cs"/>
                  </a:rPr>
                  <a:t>02</a:t>
                </a:r>
              </a:p>
            </p:txBody>
          </p:sp>
        </p:grpSp>
        <p:grpSp>
          <p:nvGrpSpPr>
            <p:cNvPr id="42" name="组合 41">
              <a:extLst>
                <a:ext uri="{FF2B5EF4-FFF2-40B4-BE49-F238E27FC236}">
                  <a16:creationId xmlns:a16="http://schemas.microsoft.com/office/drawing/2014/main" id="{27C1B5A0-7032-7391-1431-C552D06F0D66}"/>
                </a:ext>
              </a:extLst>
            </p:cNvPr>
            <p:cNvGrpSpPr/>
            <p:nvPr/>
          </p:nvGrpSpPr>
          <p:grpSpPr>
            <a:xfrm>
              <a:off x="1727455" y="3345642"/>
              <a:ext cx="5663945" cy="716782"/>
              <a:chOff x="1727455" y="3517777"/>
              <a:chExt cx="5663945" cy="716782"/>
            </a:xfrm>
          </p:grpSpPr>
          <p:sp>
            <p:nvSpPr>
              <p:cNvPr id="51" name="文本框 50">
                <a:extLst>
                  <a:ext uri="{FF2B5EF4-FFF2-40B4-BE49-F238E27FC236}">
                    <a16:creationId xmlns:a16="http://schemas.microsoft.com/office/drawing/2014/main" id="{55464D4D-B0F5-9BFD-02D6-65FF317ED1F2}"/>
                  </a:ext>
                </a:extLst>
              </p:cNvPr>
              <p:cNvSpPr txBox="1">
                <a:spLocks/>
              </p:cNvSpPr>
              <p:nvPr/>
            </p:nvSpPr>
            <p:spPr>
              <a:xfrm>
                <a:off x="2573268" y="3520184"/>
                <a:ext cx="4818132" cy="461665"/>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Pct val="25000"/>
                  <a:buFontTx/>
                  <a:buNone/>
                  <a:tabLst/>
                  <a:defRPr/>
                </a:pPr>
                <a:r>
                  <a:rPr kumimoji="0" lang="en-US" altLang="zh-CN" sz="2400" b="1" i="0" u="none" strike="noStrike" kern="1200" cap="none" spc="0" normalizeH="0" baseline="0" noProof="0">
                    <a:ln>
                      <a:noFill/>
                    </a:ln>
                    <a:solidFill>
                      <a:prstClr val="black"/>
                    </a:solidFill>
                    <a:effectLst/>
                    <a:uLnTx/>
                    <a:uFillTx/>
                    <a:latin typeface="Arial" panose="020B0604020202020204" pitchFamily="34" charset="0"/>
                    <a:ea typeface="微软雅黑" panose="020B0503020204020204" pitchFamily="34" charset="-122"/>
                    <a:cs typeface="+mn-cs"/>
                  </a:rPr>
                  <a:t>Transformer</a:t>
                </a:r>
                <a:r>
                  <a:rPr kumimoji="0" lang="zh-CN" altLang="en-US" sz="2400" b="1" i="0" u="none" strike="noStrike" kern="1200" cap="none" spc="0" normalizeH="0" baseline="0" noProof="0">
                    <a:ln>
                      <a:noFill/>
                    </a:ln>
                    <a:solidFill>
                      <a:prstClr val="black"/>
                    </a:solidFill>
                    <a:effectLst/>
                    <a:uLnTx/>
                    <a:uFillTx/>
                    <a:latin typeface="Arial" panose="020B0604020202020204" pitchFamily="34" charset="0"/>
                    <a:ea typeface="微软雅黑" panose="020B0503020204020204" pitchFamily="34" charset="-122"/>
                    <a:cs typeface="+mn-cs"/>
                  </a:rPr>
                  <a:t>的跨模态推理</a:t>
                </a:r>
              </a:p>
            </p:txBody>
          </p:sp>
          <p:sp>
            <p:nvSpPr>
              <p:cNvPr id="53" name="椭圆 52">
                <a:extLst>
                  <a:ext uri="{FF2B5EF4-FFF2-40B4-BE49-F238E27FC236}">
                    <a16:creationId xmlns:a16="http://schemas.microsoft.com/office/drawing/2014/main" id="{0A808E55-53E6-93BC-C227-F9436588F660}"/>
                  </a:ext>
                </a:extLst>
              </p:cNvPr>
              <p:cNvSpPr/>
              <p:nvPr/>
            </p:nvSpPr>
            <p:spPr>
              <a:xfrm>
                <a:off x="1727455" y="3517777"/>
                <a:ext cx="716782" cy="716782"/>
              </a:xfrm>
              <a:prstGeom prst="ellipse">
                <a:avLst/>
              </a:prstGeom>
              <a:noFill/>
              <a:ln w="25400">
                <a:gradFill>
                  <a:gsLst>
                    <a:gs pos="76000">
                      <a:schemeClr val="tx2">
                        <a:alpha val="0"/>
                      </a:schemeClr>
                    </a:gs>
                    <a:gs pos="100000">
                      <a:schemeClr val="tx2"/>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nchorCtr="0"/>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2800" b="1" i="0" u="none" strike="noStrike" kern="1200" cap="none" spc="0" normalizeH="0" baseline="0" noProof="0">
                    <a:ln>
                      <a:noFill/>
                    </a:ln>
                    <a:solidFill>
                      <a:srgbClr val="4472C4"/>
                    </a:solidFill>
                    <a:effectLst/>
                    <a:uLnTx/>
                    <a:uFillTx/>
                    <a:latin typeface="Arial" panose="020B0604020202020204" pitchFamily="34" charset="0"/>
                    <a:ea typeface="微软雅黑" panose="020B0503020204020204" pitchFamily="34" charset="-122"/>
                    <a:cs typeface="+mn-cs"/>
                  </a:rPr>
                  <a:t>03</a:t>
                </a:r>
              </a:p>
            </p:txBody>
          </p:sp>
        </p:grpSp>
      </p:grpSp>
    </p:spTree>
    <p:custDataLst>
      <p:tags r:id="rId1"/>
    </p:custDataLst>
    <p:extLst>
      <p:ext uri="{BB962C8B-B14F-4D97-AF65-F5344CB8AC3E}">
        <p14:creationId xmlns:p14="http://schemas.microsoft.com/office/powerpoint/2010/main" val="379517989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01C8ED6D-2101-47BE-A000-9ABE5E9E727D}"/>
              </a:ext>
            </a:extLst>
          </p:cNvPr>
          <p:cNvSpPr>
            <a:spLocks noGrp="1"/>
          </p:cNvSpPr>
          <p:nvPr>
            <p:ph type="title"/>
          </p:nvPr>
        </p:nvSpPr>
        <p:spPr/>
        <p:txBody>
          <a:bodyPr>
            <a:normAutofit fontScale="90000"/>
          </a:bodyPr>
          <a:lstStyle/>
          <a:p>
            <a:r>
              <a:rPr lang="en-US" dirty="0" err="1"/>
              <a:t>回顾</a:t>
            </a:r>
            <a:endParaRPr lang="zh-CN" altLang="en-US" dirty="0">
              <a:solidFill>
                <a:schemeClr val="bg1"/>
              </a:solidFill>
            </a:endParaRPr>
          </a:p>
        </p:txBody>
      </p:sp>
      <p:sp>
        <p:nvSpPr>
          <p:cNvPr id="3" name="内容占位符 2">
            <a:extLst>
              <a:ext uri="{FF2B5EF4-FFF2-40B4-BE49-F238E27FC236}">
                <a16:creationId xmlns:a16="http://schemas.microsoft.com/office/drawing/2014/main" id="{12FFB0C0-3344-40D9-AE27-EF24250C822E}"/>
              </a:ext>
            </a:extLst>
          </p:cNvPr>
          <p:cNvSpPr>
            <a:spLocks noGrp="1"/>
          </p:cNvSpPr>
          <p:nvPr>
            <p:ph idx="1"/>
          </p:nvPr>
        </p:nvSpPr>
        <p:spPr>
          <a:xfrm>
            <a:off x="657774" y="987972"/>
            <a:ext cx="7310569" cy="5188991"/>
          </a:xfrm>
        </p:spPr>
        <p:txBody>
          <a:bodyPr/>
          <a:lstStyle/>
          <a:p>
            <a:pPr indent="-457200">
              <a:lnSpc>
                <a:spcPct val="150000"/>
              </a:lnSpc>
              <a:spcBef>
                <a:spcPts val="0"/>
              </a:spcBef>
              <a:buFont typeface="Wingdings" panose="05000000000000000000" pitchFamily="2" charset="2"/>
              <a:buChar char="p"/>
              <a:defRPr/>
            </a:pPr>
            <a:r>
              <a:rPr lang="en-US" altLang="zh-CN" dirty="0"/>
              <a:t>Transformer</a:t>
            </a:r>
            <a:r>
              <a:rPr lang="zh-CN" altLang="en-US" dirty="0"/>
              <a:t>有两部分输入</a:t>
            </a:r>
            <a:endParaRPr lang="en-US" altLang="zh-CN" dirty="0"/>
          </a:p>
          <a:p>
            <a:pPr lvl="2" indent="-457200">
              <a:lnSpc>
                <a:spcPct val="150000"/>
              </a:lnSpc>
              <a:spcBef>
                <a:spcPts val="0"/>
              </a:spcBef>
              <a:buFont typeface="Wingdings" panose="05000000000000000000" pitchFamily="2" charset="2"/>
              <a:buChar char="p"/>
              <a:defRPr/>
            </a:pPr>
            <a:r>
              <a:rPr lang="en-US" altLang="zh-CN" b="1" kern="100" dirty="0">
                <a:solidFill>
                  <a:prstClr val="black"/>
                </a:solidFill>
                <a:cs typeface="+mn-ea"/>
              </a:rPr>
              <a:t>Token</a:t>
            </a:r>
            <a:r>
              <a:rPr lang="zh-CN" altLang="en-US" b="1" kern="100" dirty="0">
                <a:solidFill>
                  <a:prstClr val="black"/>
                </a:solidFill>
                <a:cs typeface="+mn-ea"/>
              </a:rPr>
              <a:t>向量</a:t>
            </a:r>
            <a:endParaRPr lang="en-US" altLang="zh-CN" b="1" kern="100" dirty="0">
              <a:solidFill>
                <a:prstClr val="black"/>
              </a:solidFill>
              <a:cs typeface="+mn-ea"/>
            </a:endParaRPr>
          </a:p>
          <a:p>
            <a:pPr lvl="2" indent="-457200">
              <a:lnSpc>
                <a:spcPct val="150000"/>
              </a:lnSpc>
              <a:spcBef>
                <a:spcPts val="0"/>
              </a:spcBef>
              <a:buFont typeface="Wingdings" panose="05000000000000000000" pitchFamily="2" charset="2"/>
              <a:buChar char="p"/>
              <a:defRPr/>
            </a:pPr>
            <a:r>
              <a:rPr lang="zh-CN" altLang="en-US" b="1" kern="100" dirty="0">
                <a:solidFill>
                  <a:prstClr val="black"/>
                </a:solidFill>
                <a:cs typeface="+mn-ea"/>
              </a:rPr>
              <a:t>位置编码</a:t>
            </a:r>
          </a:p>
          <a:p>
            <a:pPr indent="-457200">
              <a:lnSpc>
                <a:spcPct val="150000"/>
              </a:lnSpc>
              <a:spcBef>
                <a:spcPts val="0"/>
              </a:spcBef>
              <a:buFont typeface="Wingdings" panose="05000000000000000000" pitchFamily="2" charset="2"/>
              <a:buChar char="p"/>
              <a:defRPr/>
            </a:pPr>
            <a:r>
              <a:rPr lang="zh-CN" altLang="en-US" dirty="0"/>
              <a:t>最终输入等于原本</a:t>
            </a:r>
            <a:r>
              <a:rPr lang="en-US" altLang="zh-CN" dirty="0"/>
              <a:t>token</a:t>
            </a:r>
            <a:r>
              <a:rPr lang="zh-CN" altLang="en-US" dirty="0"/>
              <a:t>向量和位置编码的和</a:t>
            </a:r>
          </a:p>
        </p:txBody>
      </p:sp>
      <p:pic>
        <p:nvPicPr>
          <p:cNvPr id="4" name="图片 3">
            <a:extLst>
              <a:ext uri="{FF2B5EF4-FFF2-40B4-BE49-F238E27FC236}">
                <a16:creationId xmlns:a16="http://schemas.microsoft.com/office/drawing/2014/main" id="{535FA490-3EE2-4EC0-AE29-2B5228DD314D}"/>
              </a:ext>
            </a:extLst>
          </p:cNvPr>
          <p:cNvPicPr>
            <a:picLocks noChangeAspect="1"/>
          </p:cNvPicPr>
          <p:nvPr/>
        </p:nvPicPr>
        <p:blipFill>
          <a:blip r:embed="rId55">
            <a:clrChange>
              <a:clrFrom>
                <a:srgbClr val="FFFFFF">
                  <a:alpha val="100000"/>
                </a:srgbClr>
              </a:clrFrom>
              <a:clrTo>
                <a:srgbClr val="FFFFFF">
                  <a:alpha val="100000"/>
                  <a:alpha val="0"/>
                </a:srgbClr>
              </a:clrTo>
            </a:clrChange>
            <a:extLst>
              <a:ext uri="{28A0092B-C50C-407E-A947-70E740481C1C}">
                <a14:useLocalDpi xmlns:a14="http://schemas.microsoft.com/office/drawing/2010/main" val="0"/>
              </a:ext>
            </a:extLst>
          </a:blip>
          <a:stretch>
            <a:fillRect/>
          </a:stretch>
        </p:blipFill>
        <p:spPr>
          <a:xfrm>
            <a:off x="8553653" y="882898"/>
            <a:ext cx="2248095" cy="1615580"/>
          </a:xfrm>
          <a:prstGeom prst="rect">
            <a:avLst/>
          </a:prstGeom>
        </p:spPr>
      </p:pic>
      <p:grpSp>
        <p:nvGrpSpPr>
          <p:cNvPr id="7" name="组合 4">
            <a:extLst>
              <a:ext uri="{FF2B5EF4-FFF2-40B4-BE49-F238E27FC236}">
                <a16:creationId xmlns:a16="http://schemas.microsoft.com/office/drawing/2014/main" id="{7D8083DE-AC76-4B35-25F1-07373AB0EDB9}"/>
              </a:ext>
            </a:extLst>
          </p:cNvPr>
          <p:cNvGrpSpPr/>
          <p:nvPr/>
        </p:nvGrpSpPr>
        <p:grpSpPr>
          <a:xfrm>
            <a:off x="657774" y="3951443"/>
            <a:ext cx="10294315" cy="2638044"/>
            <a:chOff x="198" y="3053"/>
            <a:chExt cx="17326" cy="4440"/>
          </a:xfrm>
        </p:grpSpPr>
        <p:grpSp>
          <p:nvGrpSpPr>
            <p:cNvPr id="8" name="组合 177">
              <a:extLst>
                <a:ext uri="{FF2B5EF4-FFF2-40B4-BE49-F238E27FC236}">
                  <a16:creationId xmlns:a16="http://schemas.microsoft.com/office/drawing/2014/main" id="{73C3497F-37CD-BC41-9C20-3C04309E6780}"/>
                </a:ext>
              </a:extLst>
            </p:cNvPr>
            <p:cNvGrpSpPr/>
            <p:nvPr/>
          </p:nvGrpSpPr>
          <p:grpSpPr>
            <a:xfrm>
              <a:off x="3100" y="3053"/>
              <a:ext cx="14424" cy="4440"/>
              <a:chOff x="1093" y="2692"/>
              <a:chExt cx="15229" cy="4918"/>
            </a:xfrm>
          </p:grpSpPr>
          <p:grpSp>
            <p:nvGrpSpPr>
              <p:cNvPr id="12" name="组合 89">
                <a:extLst>
                  <a:ext uri="{FF2B5EF4-FFF2-40B4-BE49-F238E27FC236}">
                    <a16:creationId xmlns:a16="http://schemas.microsoft.com/office/drawing/2014/main" id="{7352BABA-39D2-F1D9-B28C-F9AAC86CF3B4}"/>
                  </a:ext>
                </a:extLst>
              </p:cNvPr>
              <p:cNvGrpSpPr/>
              <p:nvPr>
                <p:custDataLst>
                  <p:tags r:id="rId1"/>
                </p:custDataLst>
              </p:nvPr>
            </p:nvGrpSpPr>
            <p:grpSpPr>
              <a:xfrm>
                <a:off x="13185" y="2692"/>
                <a:ext cx="3137" cy="4779"/>
                <a:chOff x="2041" y="3378"/>
                <a:chExt cx="4070" cy="5456"/>
              </a:xfrm>
            </p:grpSpPr>
            <p:grpSp>
              <p:nvGrpSpPr>
                <p:cNvPr id="79" name="组合 90">
                  <a:extLst>
                    <a:ext uri="{FF2B5EF4-FFF2-40B4-BE49-F238E27FC236}">
                      <a16:creationId xmlns:a16="http://schemas.microsoft.com/office/drawing/2014/main" id="{DFD669BB-B633-52E4-DDB1-A8EA1D1BE322}"/>
                    </a:ext>
                  </a:extLst>
                </p:cNvPr>
                <p:cNvGrpSpPr/>
                <p:nvPr/>
              </p:nvGrpSpPr>
              <p:grpSpPr>
                <a:xfrm>
                  <a:off x="2041" y="5293"/>
                  <a:ext cx="4060" cy="816"/>
                  <a:chOff x="2041" y="4197"/>
                  <a:chExt cx="4060" cy="816"/>
                </a:xfrm>
              </p:grpSpPr>
              <p:sp>
                <p:nvSpPr>
                  <p:cNvPr id="95" name="矩形 91">
                    <a:extLst>
                      <a:ext uri="{FF2B5EF4-FFF2-40B4-BE49-F238E27FC236}">
                        <a16:creationId xmlns:a16="http://schemas.microsoft.com/office/drawing/2014/main" id="{D7A9F906-1F7A-C7F8-0584-4AF24FC757CB}"/>
                      </a:ext>
                    </a:extLst>
                  </p:cNvPr>
                  <p:cNvSpPr/>
                  <p:nvPr>
                    <p:custDataLst>
                      <p:tags r:id="rId48"/>
                    </p:custDataLst>
                  </p:nvPr>
                </p:nvSpPr>
                <p:spPr>
                  <a:xfrm>
                    <a:off x="2041" y="4197"/>
                    <a:ext cx="816" cy="816"/>
                  </a:xfrm>
                  <a:prstGeom prst="rect">
                    <a:avLst/>
                  </a:prstGeom>
                  <a:solidFill>
                    <a:schemeClr val="accent4">
                      <a:lumMod val="40000"/>
                      <a:lumOff val="60000"/>
                    </a:schemeClr>
                  </a:solidFill>
                  <a:ln w="28575" cmpd="sng">
                    <a:solidFill>
                      <a:schemeClr val="tx1"/>
                    </a:solidFill>
                    <a:prstDash val="solid"/>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zh-CN" altLang="en-US" sz="1200"/>
                  </a:p>
                </p:txBody>
              </p:sp>
              <p:sp>
                <p:nvSpPr>
                  <p:cNvPr id="96" name="矩形 92">
                    <a:extLst>
                      <a:ext uri="{FF2B5EF4-FFF2-40B4-BE49-F238E27FC236}">
                        <a16:creationId xmlns:a16="http://schemas.microsoft.com/office/drawing/2014/main" id="{DB1EB5D9-22FB-D85B-B7F9-4EDA70D858F2}"/>
                      </a:ext>
                    </a:extLst>
                  </p:cNvPr>
                  <p:cNvSpPr/>
                  <p:nvPr>
                    <p:custDataLst>
                      <p:tags r:id="rId49"/>
                    </p:custDataLst>
                  </p:nvPr>
                </p:nvSpPr>
                <p:spPr>
                  <a:xfrm>
                    <a:off x="2847" y="4197"/>
                    <a:ext cx="816" cy="816"/>
                  </a:xfrm>
                  <a:prstGeom prst="rect">
                    <a:avLst/>
                  </a:prstGeom>
                  <a:solidFill>
                    <a:schemeClr val="accent4">
                      <a:lumMod val="40000"/>
                      <a:lumOff val="60000"/>
                    </a:schemeClr>
                  </a:solidFill>
                  <a:ln w="28575" cmpd="sng">
                    <a:solidFill>
                      <a:schemeClr val="tx1"/>
                    </a:solidFill>
                    <a:prstDash val="solid"/>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zh-CN" altLang="en-US" sz="1200"/>
                  </a:p>
                </p:txBody>
              </p:sp>
              <p:sp>
                <p:nvSpPr>
                  <p:cNvPr id="97" name="矩形 93">
                    <a:extLst>
                      <a:ext uri="{FF2B5EF4-FFF2-40B4-BE49-F238E27FC236}">
                        <a16:creationId xmlns:a16="http://schemas.microsoft.com/office/drawing/2014/main" id="{62D93333-08EE-490F-227C-BE85EF5161A8}"/>
                      </a:ext>
                    </a:extLst>
                  </p:cNvPr>
                  <p:cNvSpPr/>
                  <p:nvPr>
                    <p:custDataLst>
                      <p:tags r:id="rId50"/>
                    </p:custDataLst>
                  </p:nvPr>
                </p:nvSpPr>
                <p:spPr>
                  <a:xfrm>
                    <a:off x="3663" y="4197"/>
                    <a:ext cx="816" cy="816"/>
                  </a:xfrm>
                  <a:prstGeom prst="rect">
                    <a:avLst/>
                  </a:prstGeom>
                  <a:solidFill>
                    <a:schemeClr val="accent4">
                      <a:lumMod val="40000"/>
                      <a:lumOff val="60000"/>
                    </a:schemeClr>
                  </a:solidFill>
                  <a:ln w="28575" cmpd="sng">
                    <a:solidFill>
                      <a:schemeClr val="tx1"/>
                    </a:solidFill>
                    <a:prstDash val="solid"/>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zh-CN" altLang="en-US" sz="1200"/>
                  </a:p>
                </p:txBody>
              </p:sp>
              <p:sp>
                <p:nvSpPr>
                  <p:cNvPr id="98" name="矩形 94">
                    <a:extLst>
                      <a:ext uri="{FF2B5EF4-FFF2-40B4-BE49-F238E27FC236}">
                        <a16:creationId xmlns:a16="http://schemas.microsoft.com/office/drawing/2014/main" id="{5A5E153D-EA17-01A5-F307-A516313B10C0}"/>
                      </a:ext>
                    </a:extLst>
                  </p:cNvPr>
                  <p:cNvSpPr/>
                  <p:nvPr>
                    <p:custDataLst>
                      <p:tags r:id="rId51"/>
                    </p:custDataLst>
                  </p:nvPr>
                </p:nvSpPr>
                <p:spPr>
                  <a:xfrm>
                    <a:off x="4479" y="4197"/>
                    <a:ext cx="816" cy="816"/>
                  </a:xfrm>
                  <a:prstGeom prst="rect">
                    <a:avLst/>
                  </a:prstGeom>
                  <a:solidFill>
                    <a:schemeClr val="accent4">
                      <a:lumMod val="40000"/>
                      <a:lumOff val="60000"/>
                    </a:schemeClr>
                  </a:solidFill>
                  <a:ln w="28575" cmpd="sng">
                    <a:solidFill>
                      <a:schemeClr val="tx1"/>
                    </a:solidFill>
                    <a:prstDash val="solid"/>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zh-CN" altLang="en-US" sz="1200"/>
                  </a:p>
                </p:txBody>
              </p:sp>
              <p:sp>
                <p:nvSpPr>
                  <p:cNvPr id="99" name="矩形 95">
                    <a:extLst>
                      <a:ext uri="{FF2B5EF4-FFF2-40B4-BE49-F238E27FC236}">
                        <a16:creationId xmlns:a16="http://schemas.microsoft.com/office/drawing/2014/main" id="{66DD6AFA-C595-6755-F9A1-FBF0E22EAF02}"/>
                      </a:ext>
                    </a:extLst>
                  </p:cNvPr>
                  <p:cNvSpPr/>
                  <p:nvPr>
                    <p:custDataLst>
                      <p:tags r:id="rId52"/>
                    </p:custDataLst>
                  </p:nvPr>
                </p:nvSpPr>
                <p:spPr>
                  <a:xfrm>
                    <a:off x="5285" y="4197"/>
                    <a:ext cx="816" cy="816"/>
                  </a:xfrm>
                  <a:prstGeom prst="rect">
                    <a:avLst/>
                  </a:prstGeom>
                  <a:solidFill>
                    <a:schemeClr val="accent4">
                      <a:lumMod val="40000"/>
                      <a:lumOff val="60000"/>
                    </a:schemeClr>
                  </a:solidFill>
                  <a:ln w="28575" cmpd="sng">
                    <a:solidFill>
                      <a:schemeClr val="tx1"/>
                    </a:solidFill>
                    <a:prstDash val="solid"/>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zh-CN" altLang="en-US" sz="1200"/>
                  </a:p>
                </p:txBody>
              </p:sp>
            </p:grpSp>
            <p:grpSp>
              <p:nvGrpSpPr>
                <p:cNvPr id="80" name="组合 96">
                  <a:extLst>
                    <a:ext uri="{FF2B5EF4-FFF2-40B4-BE49-F238E27FC236}">
                      <a16:creationId xmlns:a16="http://schemas.microsoft.com/office/drawing/2014/main" id="{7AF8CDEC-F156-142B-A5F9-895BDC785B38}"/>
                    </a:ext>
                  </a:extLst>
                </p:cNvPr>
                <p:cNvGrpSpPr/>
                <p:nvPr/>
              </p:nvGrpSpPr>
              <p:grpSpPr>
                <a:xfrm>
                  <a:off x="2041" y="7208"/>
                  <a:ext cx="4060" cy="816"/>
                  <a:chOff x="2041" y="4197"/>
                  <a:chExt cx="4060" cy="816"/>
                </a:xfrm>
              </p:grpSpPr>
              <p:sp>
                <p:nvSpPr>
                  <p:cNvPr id="90" name="矩形 97">
                    <a:extLst>
                      <a:ext uri="{FF2B5EF4-FFF2-40B4-BE49-F238E27FC236}">
                        <a16:creationId xmlns:a16="http://schemas.microsoft.com/office/drawing/2014/main" id="{3F599F00-F6B4-D841-EA22-67B36028C69F}"/>
                      </a:ext>
                    </a:extLst>
                  </p:cNvPr>
                  <p:cNvSpPr/>
                  <p:nvPr/>
                </p:nvSpPr>
                <p:spPr>
                  <a:xfrm>
                    <a:off x="2041" y="4197"/>
                    <a:ext cx="816" cy="816"/>
                  </a:xfrm>
                  <a:prstGeom prst="rect">
                    <a:avLst/>
                  </a:prstGeom>
                  <a:solidFill>
                    <a:schemeClr val="accent1">
                      <a:lumMod val="40000"/>
                      <a:lumOff val="60000"/>
                    </a:schemeClr>
                  </a:solidFill>
                  <a:ln w="28575" cmpd="sng">
                    <a:solidFill>
                      <a:schemeClr val="tx1"/>
                    </a:solidFill>
                    <a:prstDash val="solid"/>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zh-CN" altLang="en-US" sz="1200"/>
                  </a:p>
                </p:txBody>
              </p:sp>
              <p:sp>
                <p:nvSpPr>
                  <p:cNvPr id="91" name="矩形 98">
                    <a:extLst>
                      <a:ext uri="{FF2B5EF4-FFF2-40B4-BE49-F238E27FC236}">
                        <a16:creationId xmlns:a16="http://schemas.microsoft.com/office/drawing/2014/main" id="{4B822029-836A-BD94-F8A2-B3D242D18E79}"/>
                      </a:ext>
                    </a:extLst>
                  </p:cNvPr>
                  <p:cNvSpPr/>
                  <p:nvPr/>
                </p:nvSpPr>
                <p:spPr>
                  <a:xfrm>
                    <a:off x="2847" y="4197"/>
                    <a:ext cx="816" cy="816"/>
                  </a:xfrm>
                  <a:prstGeom prst="rect">
                    <a:avLst/>
                  </a:prstGeom>
                  <a:solidFill>
                    <a:schemeClr val="accent1">
                      <a:lumMod val="40000"/>
                      <a:lumOff val="60000"/>
                    </a:schemeClr>
                  </a:solidFill>
                  <a:ln w="28575" cmpd="sng">
                    <a:solidFill>
                      <a:schemeClr val="tx1"/>
                    </a:solidFill>
                    <a:prstDash val="solid"/>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zh-CN" altLang="en-US" sz="1200"/>
                  </a:p>
                </p:txBody>
              </p:sp>
              <p:sp>
                <p:nvSpPr>
                  <p:cNvPr id="92" name="矩形 99">
                    <a:extLst>
                      <a:ext uri="{FF2B5EF4-FFF2-40B4-BE49-F238E27FC236}">
                        <a16:creationId xmlns:a16="http://schemas.microsoft.com/office/drawing/2014/main" id="{78FECE1E-127B-010D-7809-F796DA3354E5}"/>
                      </a:ext>
                    </a:extLst>
                  </p:cNvPr>
                  <p:cNvSpPr/>
                  <p:nvPr/>
                </p:nvSpPr>
                <p:spPr>
                  <a:xfrm>
                    <a:off x="3663" y="4197"/>
                    <a:ext cx="816" cy="816"/>
                  </a:xfrm>
                  <a:prstGeom prst="rect">
                    <a:avLst/>
                  </a:prstGeom>
                  <a:solidFill>
                    <a:schemeClr val="accent1">
                      <a:lumMod val="40000"/>
                      <a:lumOff val="60000"/>
                    </a:schemeClr>
                  </a:solidFill>
                  <a:ln w="28575" cmpd="sng">
                    <a:solidFill>
                      <a:schemeClr val="tx1"/>
                    </a:solidFill>
                    <a:prstDash val="solid"/>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zh-CN" altLang="en-US" sz="1200"/>
                  </a:p>
                </p:txBody>
              </p:sp>
              <p:sp>
                <p:nvSpPr>
                  <p:cNvPr id="93" name="矩形 100">
                    <a:extLst>
                      <a:ext uri="{FF2B5EF4-FFF2-40B4-BE49-F238E27FC236}">
                        <a16:creationId xmlns:a16="http://schemas.microsoft.com/office/drawing/2014/main" id="{B98998B6-2D9F-8EF6-84AA-0168F9E36416}"/>
                      </a:ext>
                    </a:extLst>
                  </p:cNvPr>
                  <p:cNvSpPr/>
                  <p:nvPr/>
                </p:nvSpPr>
                <p:spPr>
                  <a:xfrm>
                    <a:off x="4479" y="4197"/>
                    <a:ext cx="816" cy="816"/>
                  </a:xfrm>
                  <a:prstGeom prst="rect">
                    <a:avLst/>
                  </a:prstGeom>
                  <a:solidFill>
                    <a:schemeClr val="accent1">
                      <a:lumMod val="40000"/>
                      <a:lumOff val="60000"/>
                    </a:schemeClr>
                  </a:solidFill>
                  <a:ln w="28575" cmpd="sng">
                    <a:solidFill>
                      <a:schemeClr val="tx1"/>
                    </a:solidFill>
                    <a:prstDash val="solid"/>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zh-CN" altLang="en-US" sz="1200"/>
                  </a:p>
                </p:txBody>
              </p:sp>
              <p:sp>
                <p:nvSpPr>
                  <p:cNvPr id="94" name="矩形 101">
                    <a:extLst>
                      <a:ext uri="{FF2B5EF4-FFF2-40B4-BE49-F238E27FC236}">
                        <a16:creationId xmlns:a16="http://schemas.microsoft.com/office/drawing/2014/main" id="{476176AE-A7C0-7176-A8FF-BEBCC1934FBE}"/>
                      </a:ext>
                    </a:extLst>
                  </p:cNvPr>
                  <p:cNvSpPr/>
                  <p:nvPr/>
                </p:nvSpPr>
                <p:spPr>
                  <a:xfrm>
                    <a:off x="5285" y="4197"/>
                    <a:ext cx="816" cy="816"/>
                  </a:xfrm>
                  <a:prstGeom prst="rect">
                    <a:avLst/>
                  </a:prstGeom>
                  <a:solidFill>
                    <a:schemeClr val="accent1">
                      <a:lumMod val="40000"/>
                      <a:lumOff val="60000"/>
                    </a:schemeClr>
                  </a:solidFill>
                  <a:ln w="28575" cmpd="sng">
                    <a:solidFill>
                      <a:schemeClr val="tx1"/>
                    </a:solidFill>
                    <a:prstDash val="solid"/>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zh-CN" altLang="en-US" sz="1200"/>
                  </a:p>
                </p:txBody>
              </p:sp>
            </p:grpSp>
            <p:grpSp>
              <p:nvGrpSpPr>
                <p:cNvPr id="81" name="组合 102">
                  <a:extLst>
                    <a:ext uri="{FF2B5EF4-FFF2-40B4-BE49-F238E27FC236}">
                      <a16:creationId xmlns:a16="http://schemas.microsoft.com/office/drawing/2014/main" id="{DDFBD597-F3CB-A8E8-5FE3-7739C32D3D83}"/>
                    </a:ext>
                  </a:extLst>
                </p:cNvPr>
                <p:cNvGrpSpPr/>
                <p:nvPr/>
              </p:nvGrpSpPr>
              <p:grpSpPr>
                <a:xfrm>
                  <a:off x="2051" y="3378"/>
                  <a:ext cx="4060" cy="816"/>
                  <a:chOff x="2041" y="4197"/>
                  <a:chExt cx="4060" cy="816"/>
                </a:xfrm>
              </p:grpSpPr>
              <p:sp>
                <p:nvSpPr>
                  <p:cNvPr id="85" name="矩形 103">
                    <a:extLst>
                      <a:ext uri="{FF2B5EF4-FFF2-40B4-BE49-F238E27FC236}">
                        <a16:creationId xmlns:a16="http://schemas.microsoft.com/office/drawing/2014/main" id="{6FB6A408-374C-07B1-CB9C-FEF21C7C1555}"/>
                      </a:ext>
                    </a:extLst>
                  </p:cNvPr>
                  <p:cNvSpPr/>
                  <p:nvPr>
                    <p:custDataLst>
                      <p:tags r:id="rId43"/>
                    </p:custDataLst>
                  </p:nvPr>
                </p:nvSpPr>
                <p:spPr>
                  <a:xfrm>
                    <a:off x="2041" y="4197"/>
                    <a:ext cx="816" cy="816"/>
                  </a:xfrm>
                  <a:prstGeom prst="rect">
                    <a:avLst/>
                  </a:prstGeom>
                  <a:solidFill>
                    <a:schemeClr val="accent6">
                      <a:lumMod val="40000"/>
                      <a:lumOff val="60000"/>
                    </a:schemeClr>
                  </a:solidFill>
                  <a:ln w="28575" cmpd="sng">
                    <a:solidFill>
                      <a:schemeClr val="tx1"/>
                    </a:solidFill>
                    <a:prstDash val="solid"/>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zh-CN" altLang="en-US" sz="1200"/>
                  </a:p>
                </p:txBody>
              </p:sp>
              <p:sp>
                <p:nvSpPr>
                  <p:cNvPr id="86" name="矩形 104">
                    <a:extLst>
                      <a:ext uri="{FF2B5EF4-FFF2-40B4-BE49-F238E27FC236}">
                        <a16:creationId xmlns:a16="http://schemas.microsoft.com/office/drawing/2014/main" id="{E73DAE31-8B74-43F9-EB2A-4EFAC6624F95}"/>
                      </a:ext>
                    </a:extLst>
                  </p:cNvPr>
                  <p:cNvSpPr/>
                  <p:nvPr>
                    <p:custDataLst>
                      <p:tags r:id="rId44"/>
                    </p:custDataLst>
                  </p:nvPr>
                </p:nvSpPr>
                <p:spPr>
                  <a:xfrm>
                    <a:off x="2847" y="4197"/>
                    <a:ext cx="816" cy="816"/>
                  </a:xfrm>
                  <a:prstGeom prst="rect">
                    <a:avLst/>
                  </a:prstGeom>
                  <a:solidFill>
                    <a:schemeClr val="accent6">
                      <a:lumMod val="40000"/>
                      <a:lumOff val="60000"/>
                    </a:schemeClr>
                  </a:solidFill>
                  <a:ln w="28575" cmpd="sng">
                    <a:solidFill>
                      <a:schemeClr val="tx1"/>
                    </a:solidFill>
                    <a:prstDash val="solid"/>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zh-CN" altLang="en-US" sz="1200"/>
                  </a:p>
                </p:txBody>
              </p:sp>
              <p:sp>
                <p:nvSpPr>
                  <p:cNvPr id="87" name="矩形 105">
                    <a:extLst>
                      <a:ext uri="{FF2B5EF4-FFF2-40B4-BE49-F238E27FC236}">
                        <a16:creationId xmlns:a16="http://schemas.microsoft.com/office/drawing/2014/main" id="{61A37250-AE1A-F220-C265-4E70753BEA48}"/>
                      </a:ext>
                    </a:extLst>
                  </p:cNvPr>
                  <p:cNvSpPr/>
                  <p:nvPr>
                    <p:custDataLst>
                      <p:tags r:id="rId45"/>
                    </p:custDataLst>
                  </p:nvPr>
                </p:nvSpPr>
                <p:spPr>
                  <a:xfrm>
                    <a:off x="3663" y="4197"/>
                    <a:ext cx="816" cy="816"/>
                  </a:xfrm>
                  <a:prstGeom prst="rect">
                    <a:avLst/>
                  </a:prstGeom>
                  <a:solidFill>
                    <a:schemeClr val="accent6">
                      <a:lumMod val="40000"/>
                      <a:lumOff val="60000"/>
                    </a:schemeClr>
                  </a:solidFill>
                  <a:ln w="28575" cmpd="sng">
                    <a:solidFill>
                      <a:schemeClr val="tx1"/>
                    </a:solidFill>
                    <a:prstDash val="solid"/>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zh-CN" altLang="en-US" sz="1200"/>
                  </a:p>
                </p:txBody>
              </p:sp>
              <p:sp>
                <p:nvSpPr>
                  <p:cNvPr id="88" name="矩形 106">
                    <a:extLst>
                      <a:ext uri="{FF2B5EF4-FFF2-40B4-BE49-F238E27FC236}">
                        <a16:creationId xmlns:a16="http://schemas.microsoft.com/office/drawing/2014/main" id="{3A5C727D-17ED-98F8-00B9-F6CDEE5B9AA0}"/>
                      </a:ext>
                    </a:extLst>
                  </p:cNvPr>
                  <p:cNvSpPr/>
                  <p:nvPr>
                    <p:custDataLst>
                      <p:tags r:id="rId46"/>
                    </p:custDataLst>
                  </p:nvPr>
                </p:nvSpPr>
                <p:spPr>
                  <a:xfrm>
                    <a:off x="4479" y="4197"/>
                    <a:ext cx="816" cy="816"/>
                  </a:xfrm>
                  <a:prstGeom prst="rect">
                    <a:avLst/>
                  </a:prstGeom>
                  <a:solidFill>
                    <a:schemeClr val="accent6">
                      <a:lumMod val="40000"/>
                      <a:lumOff val="60000"/>
                    </a:schemeClr>
                  </a:solidFill>
                  <a:ln w="28575" cmpd="sng">
                    <a:solidFill>
                      <a:schemeClr val="tx1"/>
                    </a:solidFill>
                    <a:prstDash val="solid"/>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zh-CN" altLang="en-US" sz="1200"/>
                  </a:p>
                </p:txBody>
              </p:sp>
              <p:sp>
                <p:nvSpPr>
                  <p:cNvPr id="89" name="矩形 107">
                    <a:extLst>
                      <a:ext uri="{FF2B5EF4-FFF2-40B4-BE49-F238E27FC236}">
                        <a16:creationId xmlns:a16="http://schemas.microsoft.com/office/drawing/2014/main" id="{FB34C117-405A-483B-D0CC-99B57AF5BCA9}"/>
                      </a:ext>
                    </a:extLst>
                  </p:cNvPr>
                  <p:cNvSpPr/>
                  <p:nvPr>
                    <p:custDataLst>
                      <p:tags r:id="rId47"/>
                    </p:custDataLst>
                  </p:nvPr>
                </p:nvSpPr>
                <p:spPr>
                  <a:xfrm>
                    <a:off x="5285" y="4197"/>
                    <a:ext cx="816" cy="816"/>
                  </a:xfrm>
                  <a:prstGeom prst="rect">
                    <a:avLst/>
                  </a:prstGeom>
                  <a:solidFill>
                    <a:schemeClr val="accent6">
                      <a:lumMod val="40000"/>
                      <a:lumOff val="60000"/>
                    </a:schemeClr>
                  </a:solidFill>
                  <a:ln w="28575" cmpd="sng">
                    <a:solidFill>
                      <a:schemeClr val="tx1"/>
                    </a:solidFill>
                    <a:prstDash val="solid"/>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zh-CN" altLang="en-US" sz="1200"/>
                  </a:p>
                </p:txBody>
              </p:sp>
            </p:grpSp>
            <p:sp>
              <p:nvSpPr>
                <p:cNvPr id="82" name="文本框 108">
                  <a:extLst>
                    <a:ext uri="{FF2B5EF4-FFF2-40B4-BE49-F238E27FC236}">
                      <a16:creationId xmlns:a16="http://schemas.microsoft.com/office/drawing/2014/main" id="{E017FCC7-4726-2D9A-C5F1-634AC673DB95}"/>
                    </a:ext>
                  </a:extLst>
                </p:cNvPr>
                <p:cNvSpPr txBox="1"/>
                <p:nvPr>
                  <p:custDataLst>
                    <p:tags r:id="rId41"/>
                  </p:custDataLst>
                </p:nvPr>
              </p:nvSpPr>
              <p:spPr>
                <a:xfrm>
                  <a:off x="3743" y="6205"/>
                  <a:ext cx="656" cy="589"/>
                </a:xfrm>
                <a:prstGeom prst="rect">
                  <a:avLst/>
                </a:prstGeom>
                <a:noFill/>
              </p:spPr>
              <p:txBody>
                <a:bodyPr wrap="square" rtlCol="0">
                  <a:noAutofit/>
                </a:bodyPr>
                <a:lstStyle/>
                <a:p>
                  <a:r>
                    <a:rPr lang="en-US" altLang="zh-CN"/>
                    <a:t>+</a:t>
                  </a:r>
                </a:p>
              </p:txBody>
            </p:sp>
            <p:sp>
              <p:nvSpPr>
                <p:cNvPr id="83" name="文本框 109">
                  <a:extLst>
                    <a:ext uri="{FF2B5EF4-FFF2-40B4-BE49-F238E27FC236}">
                      <a16:creationId xmlns:a16="http://schemas.microsoft.com/office/drawing/2014/main" id="{9E46524A-A06F-E037-CFF5-3F32253DD4FD}"/>
                    </a:ext>
                  </a:extLst>
                </p:cNvPr>
                <p:cNvSpPr txBox="1"/>
                <p:nvPr>
                  <p:custDataLst>
                    <p:tags r:id="rId42"/>
                  </p:custDataLst>
                </p:nvPr>
              </p:nvSpPr>
              <p:spPr>
                <a:xfrm>
                  <a:off x="3743" y="4344"/>
                  <a:ext cx="656" cy="589"/>
                </a:xfrm>
                <a:prstGeom prst="rect">
                  <a:avLst/>
                </a:prstGeom>
                <a:noFill/>
              </p:spPr>
              <p:txBody>
                <a:bodyPr wrap="square" rtlCol="0">
                  <a:noAutofit/>
                </a:bodyPr>
                <a:lstStyle/>
                <a:p>
                  <a:r>
                    <a:rPr lang="en-US" altLang="zh-CN"/>
                    <a:t>=</a:t>
                  </a:r>
                </a:p>
              </p:txBody>
            </p:sp>
            <p:sp>
              <p:nvSpPr>
                <p:cNvPr id="84" name="文本框 110">
                  <a:extLst>
                    <a:ext uri="{FF2B5EF4-FFF2-40B4-BE49-F238E27FC236}">
                      <a16:creationId xmlns:a16="http://schemas.microsoft.com/office/drawing/2014/main" id="{2A353712-0CAE-2255-0570-A3A469EE8D51}"/>
                    </a:ext>
                  </a:extLst>
                </p:cNvPr>
                <p:cNvSpPr txBox="1"/>
                <p:nvPr/>
              </p:nvSpPr>
              <p:spPr>
                <a:xfrm>
                  <a:off x="3296" y="8244"/>
                  <a:ext cx="1808" cy="590"/>
                </a:xfrm>
                <a:prstGeom prst="rect">
                  <a:avLst/>
                </a:prstGeom>
                <a:noFill/>
              </p:spPr>
              <p:txBody>
                <a:bodyPr wrap="square" rtlCol="0">
                  <a:spAutoFit/>
                </a:bodyPr>
                <a:lstStyle/>
                <a:p>
                  <a:pPr algn="ctr"/>
                  <a:r>
                    <a:rPr lang="en-US" altLang="zh-CN" sz="1200"/>
                    <a:t>book</a:t>
                  </a:r>
                </a:p>
              </p:txBody>
            </p:sp>
          </p:grpSp>
          <p:grpSp>
            <p:nvGrpSpPr>
              <p:cNvPr id="13" name="组合 111">
                <a:extLst>
                  <a:ext uri="{FF2B5EF4-FFF2-40B4-BE49-F238E27FC236}">
                    <a16:creationId xmlns:a16="http://schemas.microsoft.com/office/drawing/2014/main" id="{8DC58D03-5BFD-E722-7E5B-05DCA8FF2C03}"/>
                  </a:ext>
                </a:extLst>
              </p:cNvPr>
              <p:cNvGrpSpPr/>
              <p:nvPr>
                <p:custDataLst>
                  <p:tags r:id="rId2"/>
                </p:custDataLst>
              </p:nvPr>
            </p:nvGrpSpPr>
            <p:grpSpPr>
              <a:xfrm>
                <a:off x="1093" y="2692"/>
                <a:ext cx="3137" cy="4780"/>
                <a:chOff x="2041" y="3378"/>
                <a:chExt cx="4070" cy="5457"/>
              </a:xfrm>
            </p:grpSpPr>
            <p:grpSp>
              <p:nvGrpSpPr>
                <p:cNvPr id="58" name="组合 112">
                  <a:extLst>
                    <a:ext uri="{FF2B5EF4-FFF2-40B4-BE49-F238E27FC236}">
                      <a16:creationId xmlns:a16="http://schemas.microsoft.com/office/drawing/2014/main" id="{88510ED0-F5AD-4776-210B-DDEB4C6CFEF6}"/>
                    </a:ext>
                  </a:extLst>
                </p:cNvPr>
                <p:cNvGrpSpPr/>
                <p:nvPr/>
              </p:nvGrpSpPr>
              <p:grpSpPr>
                <a:xfrm>
                  <a:off x="2041" y="5293"/>
                  <a:ext cx="4060" cy="816"/>
                  <a:chOff x="2041" y="4197"/>
                  <a:chExt cx="4060" cy="816"/>
                </a:xfrm>
              </p:grpSpPr>
              <p:sp>
                <p:nvSpPr>
                  <p:cNvPr id="74" name="矩形 113">
                    <a:extLst>
                      <a:ext uri="{FF2B5EF4-FFF2-40B4-BE49-F238E27FC236}">
                        <a16:creationId xmlns:a16="http://schemas.microsoft.com/office/drawing/2014/main" id="{332CC878-573E-0A5F-BA74-89134BB7C469}"/>
                      </a:ext>
                    </a:extLst>
                  </p:cNvPr>
                  <p:cNvSpPr/>
                  <p:nvPr>
                    <p:custDataLst>
                      <p:tags r:id="rId36"/>
                    </p:custDataLst>
                  </p:nvPr>
                </p:nvSpPr>
                <p:spPr>
                  <a:xfrm>
                    <a:off x="2041" y="4197"/>
                    <a:ext cx="816" cy="816"/>
                  </a:xfrm>
                  <a:prstGeom prst="rect">
                    <a:avLst/>
                  </a:prstGeom>
                  <a:solidFill>
                    <a:schemeClr val="accent4">
                      <a:lumMod val="40000"/>
                      <a:lumOff val="60000"/>
                    </a:schemeClr>
                  </a:solidFill>
                  <a:ln w="28575" cmpd="sng">
                    <a:solidFill>
                      <a:schemeClr val="tx1"/>
                    </a:solidFill>
                    <a:prstDash val="solid"/>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zh-CN" altLang="en-US" sz="1200"/>
                  </a:p>
                </p:txBody>
              </p:sp>
              <p:sp>
                <p:nvSpPr>
                  <p:cNvPr id="75" name="矩形 114">
                    <a:extLst>
                      <a:ext uri="{FF2B5EF4-FFF2-40B4-BE49-F238E27FC236}">
                        <a16:creationId xmlns:a16="http://schemas.microsoft.com/office/drawing/2014/main" id="{4D90EBBD-7756-3792-3128-2A46549BDCC6}"/>
                      </a:ext>
                    </a:extLst>
                  </p:cNvPr>
                  <p:cNvSpPr/>
                  <p:nvPr>
                    <p:custDataLst>
                      <p:tags r:id="rId37"/>
                    </p:custDataLst>
                  </p:nvPr>
                </p:nvSpPr>
                <p:spPr>
                  <a:xfrm>
                    <a:off x="2847" y="4197"/>
                    <a:ext cx="816" cy="816"/>
                  </a:xfrm>
                  <a:prstGeom prst="rect">
                    <a:avLst/>
                  </a:prstGeom>
                  <a:solidFill>
                    <a:schemeClr val="accent4">
                      <a:lumMod val="40000"/>
                      <a:lumOff val="60000"/>
                    </a:schemeClr>
                  </a:solidFill>
                  <a:ln w="28575" cmpd="sng">
                    <a:solidFill>
                      <a:schemeClr val="tx1"/>
                    </a:solidFill>
                    <a:prstDash val="solid"/>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zh-CN" altLang="en-US" sz="1200"/>
                  </a:p>
                </p:txBody>
              </p:sp>
              <p:sp>
                <p:nvSpPr>
                  <p:cNvPr id="76" name="矩形 115">
                    <a:extLst>
                      <a:ext uri="{FF2B5EF4-FFF2-40B4-BE49-F238E27FC236}">
                        <a16:creationId xmlns:a16="http://schemas.microsoft.com/office/drawing/2014/main" id="{4F74BF52-AD74-0030-7FAC-35AB93D1988D}"/>
                      </a:ext>
                    </a:extLst>
                  </p:cNvPr>
                  <p:cNvSpPr/>
                  <p:nvPr>
                    <p:custDataLst>
                      <p:tags r:id="rId38"/>
                    </p:custDataLst>
                  </p:nvPr>
                </p:nvSpPr>
                <p:spPr>
                  <a:xfrm>
                    <a:off x="3663" y="4197"/>
                    <a:ext cx="816" cy="816"/>
                  </a:xfrm>
                  <a:prstGeom prst="rect">
                    <a:avLst/>
                  </a:prstGeom>
                  <a:solidFill>
                    <a:schemeClr val="accent4">
                      <a:lumMod val="40000"/>
                      <a:lumOff val="60000"/>
                    </a:schemeClr>
                  </a:solidFill>
                  <a:ln w="28575" cmpd="sng">
                    <a:solidFill>
                      <a:schemeClr val="tx1"/>
                    </a:solidFill>
                    <a:prstDash val="solid"/>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zh-CN" altLang="en-US" sz="1200"/>
                  </a:p>
                </p:txBody>
              </p:sp>
              <p:sp>
                <p:nvSpPr>
                  <p:cNvPr id="77" name="矩形 116">
                    <a:extLst>
                      <a:ext uri="{FF2B5EF4-FFF2-40B4-BE49-F238E27FC236}">
                        <a16:creationId xmlns:a16="http://schemas.microsoft.com/office/drawing/2014/main" id="{508FC7DC-009F-954B-92EB-15245AAF2665}"/>
                      </a:ext>
                    </a:extLst>
                  </p:cNvPr>
                  <p:cNvSpPr/>
                  <p:nvPr>
                    <p:custDataLst>
                      <p:tags r:id="rId39"/>
                    </p:custDataLst>
                  </p:nvPr>
                </p:nvSpPr>
                <p:spPr>
                  <a:xfrm>
                    <a:off x="4479" y="4197"/>
                    <a:ext cx="816" cy="816"/>
                  </a:xfrm>
                  <a:prstGeom prst="rect">
                    <a:avLst/>
                  </a:prstGeom>
                  <a:solidFill>
                    <a:schemeClr val="accent4">
                      <a:lumMod val="40000"/>
                      <a:lumOff val="60000"/>
                    </a:schemeClr>
                  </a:solidFill>
                  <a:ln w="28575" cmpd="sng">
                    <a:solidFill>
                      <a:schemeClr val="tx1"/>
                    </a:solidFill>
                    <a:prstDash val="solid"/>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zh-CN" altLang="en-US" sz="1200"/>
                  </a:p>
                </p:txBody>
              </p:sp>
              <p:sp>
                <p:nvSpPr>
                  <p:cNvPr id="78" name="矩形 117">
                    <a:extLst>
                      <a:ext uri="{FF2B5EF4-FFF2-40B4-BE49-F238E27FC236}">
                        <a16:creationId xmlns:a16="http://schemas.microsoft.com/office/drawing/2014/main" id="{0103C499-9715-09B7-3053-0B8E3BADF4BF}"/>
                      </a:ext>
                    </a:extLst>
                  </p:cNvPr>
                  <p:cNvSpPr/>
                  <p:nvPr>
                    <p:custDataLst>
                      <p:tags r:id="rId40"/>
                    </p:custDataLst>
                  </p:nvPr>
                </p:nvSpPr>
                <p:spPr>
                  <a:xfrm>
                    <a:off x="5285" y="4197"/>
                    <a:ext cx="816" cy="816"/>
                  </a:xfrm>
                  <a:prstGeom prst="rect">
                    <a:avLst/>
                  </a:prstGeom>
                  <a:solidFill>
                    <a:schemeClr val="accent4">
                      <a:lumMod val="40000"/>
                      <a:lumOff val="60000"/>
                    </a:schemeClr>
                  </a:solidFill>
                  <a:ln w="28575" cmpd="sng">
                    <a:solidFill>
                      <a:schemeClr val="tx1"/>
                    </a:solidFill>
                    <a:prstDash val="solid"/>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zh-CN" altLang="en-US" sz="1200"/>
                  </a:p>
                </p:txBody>
              </p:sp>
            </p:grpSp>
            <p:grpSp>
              <p:nvGrpSpPr>
                <p:cNvPr id="59" name="组合 118">
                  <a:extLst>
                    <a:ext uri="{FF2B5EF4-FFF2-40B4-BE49-F238E27FC236}">
                      <a16:creationId xmlns:a16="http://schemas.microsoft.com/office/drawing/2014/main" id="{B3DB39DD-F97F-8E6B-C342-66963ECD7F7B}"/>
                    </a:ext>
                  </a:extLst>
                </p:cNvPr>
                <p:cNvGrpSpPr/>
                <p:nvPr/>
              </p:nvGrpSpPr>
              <p:grpSpPr>
                <a:xfrm>
                  <a:off x="2041" y="7208"/>
                  <a:ext cx="4060" cy="816"/>
                  <a:chOff x="2041" y="4197"/>
                  <a:chExt cx="4060" cy="816"/>
                </a:xfrm>
              </p:grpSpPr>
              <p:sp>
                <p:nvSpPr>
                  <p:cNvPr id="69" name="矩形 119">
                    <a:extLst>
                      <a:ext uri="{FF2B5EF4-FFF2-40B4-BE49-F238E27FC236}">
                        <a16:creationId xmlns:a16="http://schemas.microsoft.com/office/drawing/2014/main" id="{777828C8-ED37-57BD-EC1E-06FF990078C1}"/>
                      </a:ext>
                    </a:extLst>
                  </p:cNvPr>
                  <p:cNvSpPr/>
                  <p:nvPr/>
                </p:nvSpPr>
                <p:spPr>
                  <a:xfrm>
                    <a:off x="2041" y="4197"/>
                    <a:ext cx="816" cy="816"/>
                  </a:xfrm>
                  <a:prstGeom prst="rect">
                    <a:avLst/>
                  </a:prstGeom>
                  <a:solidFill>
                    <a:schemeClr val="accent1">
                      <a:lumMod val="40000"/>
                      <a:lumOff val="60000"/>
                    </a:schemeClr>
                  </a:solidFill>
                  <a:ln w="28575" cmpd="sng">
                    <a:solidFill>
                      <a:schemeClr val="tx1"/>
                    </a:solidFill>
                    <a:prstDash val="solid"/>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zh-CN" altLang="en-US" sz="1200"/>
                  </a:p>
                </p:txBody>
              </p:sp>
              <p:sp>
                <p:nvSpPr>
                  <p:cNvPr id="70" name="矩形 120">
                    <a:extLst>
                      <a:ext uri="{FF2B5EF4-FFF2-40B4-BE49-F238E27FC236}">
                        <a16:creationId xmlns:a16="http://schemas.microsoft.com/office/drawing/2014/main" id="{536FF71B-A0F3-3FFF-22AE-DD26AF3E1ECA}"/>
                      </a:ext>
                    </a:extLst>
                  </p:cNvPr>
                  <p:cNvSpPr/>
                  <p:nvPr/>
                </p:nvSpPr>
                <p:spPr>
                  <a:xfrm>
                    <a:off x="2847" y="4197"/>
                    <a:ext cx="816" cy="816"/>
                  </a:xfrm>
                  <a:prstGeom prst="rect">
                    <a:avLst/>
                  </a:prstGeom>
                  <a:solidFill>
                    <a:schemeClr val="accent1">
                      <a:lumMod val="40000"/>
                      <a:lumOff val="60000"/>
                    </a:schemeClr>
                  </a:solidFill>
                  <a:ln w="28575" cmpd="sng">
                    <a:solidFill>
                      <a:schemeClr val="tx1"/>
                    </a:solidFill>
                    <a:prstDash val="solid"/>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zh-CN" altLang="en-US" sz="1200"/>
                  </a:p>
                </p:txBody>
              </p:sp>
              <p:sp>
                <p:nvSpPr>
                  <p:cNvPr id="71" name="矩形 121">
                    <a:extLst>
                      <a:ext uri="{FF2B5EF4-FFF2-40B4-BE49-F238E27FC236}">
                        <a16:creationId xmlns:a16="http://schemas.microsoft.com/office/drawing/2014/main" id="{EC428F69-849A-3B12-9500-925215D892A1}"/>
                      </a:ext>
                    </a:extLst>
                  </p:cNvPr>
                  <p:cNvSpPr/>
                  <p:nvPr/>
                </p:nvSpPr>
                <p:spPr>
                  <a:xfrm>
                    <a:off x="3663" y="4197"/>
                    <a:ext cx="816" cy="816"/>
                  </a:xfrm>
                  <a:prstGeom prst="rect">
                    <a:avLst/>
                  </a:prstGeom>
                  <a:solidFill>
                    <a:schemeClr val="accent1">
                      <a:lumMod val="40000"/>
                      <a:lumOff val="60000"/>
                    </a:schemeClr>
                  </a:solidFill>
                  <a:ln w="28575" cmpd="sng">
                    <a:solidFill>
                      <a:schemeClr val="tx1"/>
                    </a:solidFill>
                    <a:prstDash val="solid"/>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zh-CN" altLang="en-US" sz="1200"/>
                  </a:p>
                </p:txBody>
              </p:sp>
              <p:sp>
                <p:nvSpPr>
                  <p:cNvPr id="72" name="矩形 122">
                    <a:extLst>
                      <a:ext uri="{FF2B5EF4-FFF2-40B4-BE49-F238E27FC236}">
                        <a16:creationId xmlns:a16="http://schemas.microsoft.com/office/drawing/2014/main" id="{7F436478-9F03-52A4-B94B-004E14EFC6AE}"/>
                      </a:ext>
                    </a:extLst>
                  </p:cNvPr>
                  <p:cNvSpPr/>
                  <p:nvPr/>
                </p:nvSpPr>
                <p:spPr>
                  <a:xfrm>
                    <a:off x="4479" y="4197"/>
                    <a:ext cx="816" cy="816"/>
                  </a:xfrm>
                  <a:prstGeom prst="rect">
                    <a:avLst/>
                  </a:prstGeom>
                  <a:solidFill>
                    <a:schemeClr val="accent1">
                      <a:lumMod val="40000"/>
                      <a:lumOff val="60000"/>
                    </a:schemeClr>
                  </a:solidFill>
                  <a:ln w="28575" cmpd="sng">
                    <a:solidFill>
                      <a:schemeClr val="tx1"/>
                    </a:solidFill>
                    <a:prstDash val="solid"/>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zh-CN" altLang="en-US" sz="1200"/>
                  </a:p>
                </p:txBody>
              </p:sp>
              <p:sp>
                <p:nvSpPr>
                  <p:cNvPr id="73" name="矩形 123">
                    <a:extLst>
                      <a:ext uri="{FF2B5EF4-FFF2-40B4-BE49-F238E27FC236}">
                        <a16:creationId xmlns:a16="http://schemas.microsoft.com/office/drawing/2014/main" id="{4B6E2F23-59F7-5C35-950E-C22AECF1CF8F}"/>
                      </a:ext>
                    </a:extLst>
                  </p:cNvPr>
                  <p:cNvSpPr/>
                  <p:nvPr/>
                </p:nvSpPr>
                <p:spPr>
                  <a:xfrm>
                    <a:off x="5285" y="4197"/>
                    <a:ext cx="816" cy="816"/>
                  </a:xfrm>
                  <a:prstGeom prst="rect">
                    <a:avLst/>
                  </a:prstGeom>
                  <a:solidFill>
                    <a:schemeClr val="accent1">
                      <a:lumMod val="40000"/>
                      <a:lumOff val="60000"/>
                    </a:schemeClr>
                  </a:solidFill>
                  <a:ln w="28575" cmpd="sng">
                    <a:solidFill>
                      <a:schemeClr val="tx1"/>
                    </a:solidFill>
                    <a:prstDash val="solid"/>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zh-CN" altLang="en-US" sz="1200"/>
                  </a:p>
                </p:txBody>
              </p:sp>
            </p:grpSp>
            <p:grpSp>
              <p:nvGrpSpPr>
                <p:cNvPr id="60" name="组合 124">
                  <a:extLst>
                    <a:ext uri="{FF2B5EF4-FFF2-40B4-BE49-F238E27FC236}">
                      <a16:creationId xmlns:a16="http://schemas.microsoft.com/office/drawing/2014/main" id="{8023FB10-13C4-349B-EFD5-17E54357B44E}"/>
                    </a:ext>
                  </a:extLst>
                </p:cNvPr>
                <p:cNvGrpSpPr/>
                <p:nvPr/>
              </p:nvGrpSpPr>
              <p:grpSpPr>
                <a:xfrm>
                  <a:off x="2051" y="3378"/>
                  <a:ext cx="4060" cy="816"/>
                  <a:chOff x="2041" y="4197"/>
                  <a:chExt cx="4060" cy="816"/>
                </a:xfrm>
              </p:grpSpPr>
              <p:sp>
                <p:nvSpPr>
                  <p:cNvPr id="64" name="矩形 125">
                    <a:extLst>
                      <a:ext uri="{FF2B5EF4-FFF2-40B4-BE49-F238E27FC236}">
                        <a16:creationId xmlns:a16="http://schemas.microsoft.com/office/drawing/2014/main" id="{25CA0099-CA4C-BAEF-D43A-744EDEB59A44}"/>
                      </a:ext>
                    </a:extLst>
                  </p:cNvPr>
                  <p:cNvSpPr/>
                  <p:nvPr>
                    <p:custDataLst>
                      <p:tags r:id="rId31"/>
                    </p:custDataLst>
                  </p:nvPr>
                </p:nvSpPr>
                <p:spPr>
                  <a:xfrm>
                    <a:off x="2041" y="4197"/>
                    <a:ext cx="816" cy="816"/>
                  </a:xfrm>
                  <a:prstGeom prst="rect">
                    <a:avLst/>
                  </a:prstGeom>
                  <a:solidFill>
                    <a:schemeClr val="accent6">
                      <a:lumMod val="40000"/>
                      <a:lumOff val="60000"/>
                    </a:schemeClr>
                  </a:solidFill>
                  <a:ln w="28575" cmpd="sng">
                    <a:solidFill>
                      <a:schemeClr val="tx1"/>
                    </a:solidFill>
                    <a:prstDash val="solid"/>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zh-CN" altLang="en-US" sz="1200"/>
                  </a:p>
                </p:txBody>
              </p:sp>
              <p:sp>
                <p:nvSpPr>
                  <p:cNvPr id="65" name="矩形 126">
                    <a:extLst>
                      <a:ext uri="{FF2B5EF4-FFF2-40B4-BE49-F238E27FC236}">
                        <a16:creationId xmlns:a16="http://schemas.microsoft.com/office/drawing/2014/main" id="{3A1D7CB3-1836-CA7F-293A-3CAA3B2519FD}"/>
                      </a:ext>
                    </a:extLst>
                  </p:cNvPr>
                  <p:cNvSpPr/>
                  <p:nvPr>
                    <p:custDataLst>
                      <p:tags r:id="rId32"/>
                    </p:custDataLst>
                  </p:nvPr>
                </p:nvSpPr>
                <p:spPr>
                  <a:xfrm>
                    <a:off x="2847" y="4197"/>
                    <a:ext cx="816" cy="816"/>
                  </a:xfrm>
                  <a:prstGeom prst="rect">
                    <a:avLst/>
                  </a:prstGeom>
                  <a:solidFill>
                    <a:schemeClr val="accent6">
                      <a:lumMod val="40000"/>
                      <a:lumOff val="60000"/>
                    </a:schemeClr>
                  </a:solidFill>
                  <a:ln w="28575" cmpd="sng">
                    <a:solidFill>
                      <a:schemeClr val="tx1"/>
                    </a:solidFill>
                    <a:prstDash val="solid"/>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zh-CN" altLang="en-US" sz="1200"/>
                  </a:p>
                </p:txBody>
              </p:sp>
              <p:sp>
                <p:nvSpPr>
                  <p:cNvPr id="66" name="矩形 127">
                    <a:extLst>
                      <a:ext uri="{FF2B5EF4-FFF2-40B4-BE49-F238E27FC236}">
                        <a16:creationId xmlns:a16="http://schemas.microsoft.com/office/drawing/2014/main" id="{F5DA4859-C5C7-30F2-55AD-5E7413551A73}"/>
                      </a:ext>
                    </a:extLst>
                  </p:cNvPr>
                  <p:cNvSpPr/>
                  <p:nvPr>
                    <p:custDataLst>
                      <p:tags r:id="rId33"/>
                    </p:custDataLst>
                  </p:nvPr>
                </p:nvSpPr>
                <p:spPr>
                  <a:xfrm>
                    <a:off x="3663" y="4197"/>
                    <a:ext cx="816" cy="816"/>
                  </a:xfrm>
                  <a:prstGeom prst="rect">
                    <a:avLst/>
                  </a:prstGeom>
                  <a:solidFill>
                    <a:schemeClr val="accent6">
                      <a:lumMod val="40000"/>
                      <a:lumOff val="60000"/>
                    </a:schemeClr>
                  </a:solidFill>
                  <a:ln w="28575" cmpd="sng">
                    <a:solidFill>
                      <a:schemeClr val="tx1"/>
                    </a:solidFill>
                    <a:prstDash val="solid"/>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zh-CN" altLang="en-US" sz="1200"/>
                  </a:p>
                </p:txBody>
              </p:sp>
              <p:sp>
                <p:nvSpPr>
                  <p:cNvPr id="67" name="矩形 128">
                    <a:extLst>
                      <a:ext uri="{FF2B5EF4-FFF2-40B4-BE49-F238E27FC236}">
                        <a16:creationId xmlns:a16="http://schemas.microsoft.com/office/drawing/2014/main" id="{5799BB69-5200-B4D7-05A0-65D67BE06A94}"/>
                      </a:ext>
                    </a:extLst>
                  </p:cNvPr>
                  <p:cNvSpPr/>
                  <p:nvPr>
                    <p:custDataLst>
                      <p:tags r:id="rId34"/>
                    </p:custDataLst>
                  </p:nvPr>
                </p:nvSpPr>
                <p:spPr>
                  <a:xfrm>
                    <a:off x="4479" y="4197"/>
                    <a:ext cx="816" cy="816"/>
                  </a:xfrm>
                  <a:prstGeom prst="rect">
                    <a:avLst/>
                  </a:prstGeom>
                  <a:solidFill>
                    <a:schemeClr val="accent6">
                      <a:lumMod val="40000"/>
                      <a:lumOff val="60000"/>
                    </a:schemeClr>
                  </a:solidFill>
                  <a:ln w="28575" cmpd="sng">
                    <a:solidFill>
                      <a:schemeClr val="tx1"/>
                    </a:solidFill>
                    <a:prstDash val="solid"/>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zh-CN" altLang="en-US" sz="1200"/>
                  </a:p>
                </p:txBody>
              </p:sp>
              <p:sp>
                <p:nvSpPr>
                  <p:cNvPr id="68" name="矩形 129">
                    <a:extLst>
                      <a:ext uri="{FF2B5EF4-FFF2-40B4-BE49-F238E27FC236}">
                        <a16:creationId xmlns:a16="http://schemas.microsoft.com/office/drawing/2014/main" id="{8D64B561-FA19-5D33-B3E6-470ED5F0DC78}"/>
                      </a:ext>
                    </a:extLst>
                  </p:cNvPr>
                  <p:cNvSpPr/>
                  <p:nvPr>
                    <p:custDataLst>
                      <p:tags r:id="rId35"/>
                    </p:custDataLst>
                  </p:nvPr>
                </p:nvSpPr>
                <p:spPr>
                  <a:xfrm>
                    <a:off x="5285" y="4197"/>
                    <a:ext cx="816" cy="816"/>
                  </a:xfrm>
                  <a:prstGeom prst="rect">
                    <a:avLst/>
                  </a:prstGeom>
                  <a:solidFill>
                    <a:schemeClr val="accent6">
                      <a:lumMod val="40000"/>
                      <a:lumOff val="60000"/>
                    </a:schemeClr>
                  </a:solidFill>
                  <a:ln w="28575" cmpd="sng">
                    <a:solidFill>
                      <a:schemeClr val="tx1"/>
                    </a:solidFill>
                    <a:prstDash val="solid"/>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zh-CN" altLang="en-US" sz="1200"/>
                  </a:p>
                </p:txBody>
              </p:sp>
            </p:grpSp>
            <p:sp>
              <p:nvSpPr>
                <p:cNvPr id="61" name="文本框 130">
                  <a:extLst>
                    <a:ext uri="{FF2B5EF4-FFF2-40B4-BE49-F238E27FC236}">
                      <a16:creationId xmlns:a16="http://schemas.microsoft.com/office/drawing/2014/main" id="{9C748FE0-D4D1-F707-4F0C-F7CA79F7B76C}"/>
                    </a:ext>
                  </a:extLst>
                </p:cNvPr>
                <p:cNvSpPr txBox="1"/>
                <p:nvPr>
                  <p:custDataLst>
                    <p:tags r:id="rId29"/>
                  </p:custDataLst>
                </p:nvPr>
              </p:nvSpPr>
              <p:spPr>
                <a:xfrm>
                  <a:off x="3743" y="6205"/>
                  <a:ext cx="656" cy="589"/>
                </a:xfrm>
                <a:prstGeom prst="rect">
                  <a:avLst/>
                </a:prstGeom>
                <a:noFill/>
              </p:spPr>
              <p:txBody>
                <a:bodyPr wrap="square" rtlCol="0">
                  <a:noAutofit/>
                </a:bodyPr>
                <a:lstStyle/>
                <a:p>
                  <a:r>
                    <a:rPr lang="en-US" altLang="zh-CN"/>
                    <a:t>+</a:t>
                  </a:r>
                </a:p>
              </p:txBody>
            </p:sp>
            <p:sp>
              <p:nvSpPr>
                <p:cNvPr id="62" name="文本框 131">
                  <a:extLst>
                    <a:ext uri="{FF2B5EF4-FFF2-40B4-BE49-F238E27FC236}">
                      <a16:creationId xmlns:a16="http://schemas.microsoft.com/office/drawing/2014/main" id="{D1C6082E-A669-2186-A92B-68C6503DFDA4}"/>
                    </a:ext>
                  </a:extLst>
                </p:cNvPr>
                <p:cNvSpPr txBox="1"/>
                <p:nvPr>
                  <p:custDataLst>
                    <p:tags r:id="rId30"/>
                  </p:custDataLst>
                </p:nvPr>
              </p:nvSpPr>
              <p:spPr>
                <a:xfrm>
                  <a:off x="3743" y="4344"/>
                  <a:ext cx="656" cy="589"/>
                </a:xfrm>
                <a:prstGeom prst="rect">
                  <a:avLst/>
                </a:prstGeom>
                <a:noFill/>
              </p:spPr>
              <p:txBody>
                <a:bodyPr wrap="square" rtlCol="0">
                  <a:noAutofit/>
                </a:bodyPr>
                <a:lstStyle/>
                <a:p>
                  <a:r>
                    <a:rPr lang="en-US" altLang="zh-CN"/>
                    <a:t>=</a:t>
                  </a:r>
                </a:p>
              </p:txBody>
            </p:sp>
            <p:sp>
              <p:nvSpPr>
                <p:cNvPr id="63" name="文本框 132">
                  <a:extLst>
                    <a:ext uri="{FF2B5EF4-FFF2-40B4-BE49-F238E27FC236}">
                      <a16:creationId xmlns:a16="http://schemas.microsoft.com/office/drawing/2014/main" id="{512C6124-57ED-DFAB-21E4-D7A94907FB0A}"/>
                    </a:ext>
                  </a:extLst>
                </p:cNvPr>
                <p:cNvSpPr txBox="1"/>
                <p:nvPr/>
              </p:nvSpPr>
              <p:spPr>
                <a:xfrm>
                  <a:off x="3167" y="8245"/>
                  <a:ext cx="1808" cy="590"/>
                </a:xfrm>
                <a:prstGeom prst="rect">
                  <a:avLst/>
                </a:prstGeom>
                <a:noFill/>
              </p:spPr>
              <p:txBody>
                <a:bodyPr wrap="square" rtlCol="0">
                  <a:spAutoFit/>
                </a:bodyPr>
                <a:lstStyle/>
                <a:p>
                  <a:pPr algn="ctr"/>
                  <a:r>
                    <a:rPr lang="en-US" altLang="zh-CN" sz="1200"/>
                    <a:t>I</a:t>
                  </a:r>
                </a:p>
              </p:txBody>
            </p:sp>
          </p:grpSp>
          <p:grpSp>
            <p:nvGrpSpPr>
              <p:cNvPr id="14" name="组合 133">
                <a:extLst>
                  <a:ext uri="{FF2B5EF4-FFF2-40B4-BE49-F238E27FC236}">
                    <a16:creationId xmlns:a16="http://schemas.microsoft.com/office/drawing/2014/main" id="{692431AB-AD03-02E2-8ECD-138C2C51E88A}"/>
                  </a:ext>
                </a:extLst>
              </p:cNvPr>
              <p:cNvGrpSpPr/>
              <p:nvPr>
                <p:custDataLst>
                  <p:tags r:id="rId3"/>
                </p:custDataLst>
              </p:nvPr>
            </p:nvGrpSpPr>
            <p:grpSpPr>
              <a:xfrm>
                <a:off x="5195" y="2692"/>
                <a:ext cx="3137" cy="4918"/>
                <a:chOff x="2041" y="3378"/>
                <a:chExt cx="4070" cy="5615"/>
              </a:xfrm>
            </p:grpSpPr>
            <p:grpSp>
              <p:nvGrpSpPr>
                <p:cNvPr id="37" name="组合 134">
                  <a:extLst>
                    <a:ext uri="{FF2B5EF4-FFF2-40B4-BE49-F238E27FC236}">
                      <a16:creationId xmlns:a16="http://schemas.microsoft.com/office/drawing/2014/main" id="{BAC8F4E9-6701-E5B5-58D1-EBFA586967C9}"/>
                    </a:ext>
                  </a:extLst>
                </p:cNvPr>
                <p:cNvGrpSpPr/>
                <p:nvPr/>
              </p:nvGrpSpPr>
              <p:grpSpPr>
                <a:xfrm>
                  <a:off x="2041" y="5293"/>
                  <a:ext cx="4060" cy="816"/>
                  <a:chOff x="2041" y="4197"/>
                  <a:chExt cx="4060" cy="816"/>
                </a:xfrm>
              </p:grpSpPr>
              <p:sp>
                <p:nvSpPr>
                  <p:cNvPr id="53" name="矩形 135">
                    <a:extLst>
                      <a:ext uri="{FF2B5EF4-FFF2-40B4-BE49-F238E27FC236}">
                        <a16:creationId xmlns:a16="http://schemas.microsoft.com/office/drawing/2014/main" id="{BC4AE50C-EFFD-7866-A0D5-8B3B01CDFEFC}"/>
                      </a:ext>
                    </a:extLst>
                  </p:cNvPr>
                  <p:cNvSpPr/>
                  <p:nvPr>
                    <p:custDataLst>
                      <p:tags r:id="rId24"/>
                    </p:custDataLst>
                  </p:nvPr>
                </p:nvSpPr>
                <p:spPr>
                  <a:xfrm>
                    <a:off x="2041" y="4197"/>
                    <a:ext cx="816" cy="816"/>
                  </a:xfrm>
                  <a:prstGeom prst="rect">
                    <a:avLst/>
                  </a:prstGeom>
                  <a:solidFill>
                    <a:schemeClr val="accent4">
                      <a:lumMod val="40000"/>
                      <a:lumOff val="60000"/>
                    </a:schemeClr>
                  </a:solidFill>
                  <a:ln w="28575" cmpd="sng">
                    <a:solidFill>
                      <a:schemeClr val="tx1"/>
                    </a:solidFill>
                    <a:prstDash val="solid"/>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zh-CN" altLang="en-US" sz="1200"/>
                  </a:p>
                </p:txBody>
              </p:sp>
              <p:sp>
                <p:nvSpPr>
                  <p:cNvPr id="54" name="矩形 136">
                    <a:extLst>
                      <a:ext uri="{FF2B5EF4-FFF2-40B4-BE49-F238E27FC236}">
                        <a16:creationId xmlns:a16="http://schemas.microsoft.com/office/drawing/2014/main" id="{40D28A51-5E96-A3CD-0BDD-2199A59E5A2E}"/>
                      </a:ext>
                    </a:extLst>
                  </p:cNvPr>
                  <p:cNvSpPr/>
                  <p:nvPr>
                    <p:custDataLst>
                      <p:tags r:id="rId25"/>
                    </p:custDataLst>
                  </p:nvPr>
                </p:nvSpPr>
                <p:spPr>
                  <a:xfrm>
                    <a:off x="2847" y="4197"/>
                    <a:ext cx="816" cy="816"/>
                  </a:xfrm>
                  <a:prstGeom prst="rect">
                    <a:avLst/>
                  </a:prstGeom>
                  <a:solidFill>
                    <a:schemeClr val="accent4">
                      <a:lumMod val="40000"/>
                      <a:lumOff val="60000"/>
                    </a:schemeClr>
                  </a:solidFill>
                  <a:ln w="28575" cmpd="sng">
                    <a:solidFill>
                      <a:schemeClr val="tx1"/>
                    </a:solidFill>
                    <a:prstDash val="solid"/>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zh-CN" altLang="en-US" sz="1200"/>
                  </a:p>
                </p:txBody>
              </p:sp>
              <p:sp>
                <p:nvSpPr>
                  <p:cNvPr id="55" name="矩形 137">
                    <a:extLst>
                      <a:ext uri="{FF2B5EF4-FFF2-40B4-BE49-F238E27FC236}">
                        <a16:creationId xmlns:a16="http://schemas.microsoft.com/office/drawing/2014/main" id="{21C26CB0-0E53-1EAB-825F-BF97F7B541CE}"/>
                      </a:ext>
                    </a:extLst>
                  </p:cNvPr>
                  <p:cNvSpPr/>
                  <p:nvPr>
                    <p:custDataLst>
                      <p:tags r:id="rId26"/>
                    </p:custDataLst>
                  </p:nvPr>
                </p:nvSpPr>
                <p:spPr>
                  <a:xfrm>
                    <a:off x="3663" y="4197"/>
                    <a:ext cx="816" cy="816"/>
                  </a:xfrm>
                  <a:prstGeom prst="rect">
                    <a:avLst/>
                  </a:prstGeom>
                  <a:solidFill>
                    <a:schemeClr val="accent4">
                      <a:lumMod val="40000"/>
                      <a:lumOff val="60000"/>
                    </a:schemeClr>
                  </a:solidFill>
                  <a:ln w="28575" cmpd="sng">
                    <a:solidFill>
                      <a:schemeClr val="tx1"/>
                    </a:solidFill>
                    <a:prstDash val="solid"/>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zh-CN" altLang="en-US" sz="1200"/>
                  </a:p>
                </p:txBody>
              </p:sp>
              <p:sp>
                <p:nvSpPr>
                  <p:cNvPr id="56" name="矩形 138">
                    <a:extLst>
                      <a:ext uri="{FF2B5EF4-FFF2-40B4-BE49-F238E27FC236}">
                        <a16:creationId xmlns:a16="http://schemas.microsoft.com/office/drawing/2014/main" id="{F8611AD9-1760-5AD9-434D-DAA873568B0D}"/>
                      </a:ext>
                    </a:extLst>
                  </p:cNvPr>
                  <p:cNvSpPr/>
                  <p:nvPr>
                    <p:custDataLst>
                      <p:tags r:id="rId27"/>
                    </p:custDataLst>
                  </p:nvPr>
                </p:nvSpPr>
                <p:spPr>
                  <a:xfrm>
                    <a:off x="4479" y="4197"/>
                    <a:ext cx="816" cy="816"/>
                  </a:xfrm>
                  <a:prstGeom prst="rect">
                    <a:avLst/>
                  </a:prstGeom>
                  <a:solidFill>
                    <a:schemeClr val="accent4">
                      <a:lumMod val="40000"/>
                      <a:lumOff val="60000"/>
                    </a:schemeClr>
                  </a:solidFill>
                  <a:ln w="28575" cmpd="sng">
                    <a:solidFill>
                      <a:schemeClr val="tx1"/>
                    </a:solidFill>
                    <a:prstDash val="solid"/>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zh-CN" altLang="en-US" sz="1200"/>
                  </a:p>
                </p:txBody>
              </p:sp>
              <p:sp>
                <p:nvSpPr>
                  <p:cNvPr id="57" name="矩形 139">
                    <a:extLst>
                      <a:ext uri="{FF2B5EF4-FFF2-40B4-BE49-F238E27FC236}">
                        <a16:creationId xmlns:a16="http://schemas.microsoft.com/office/drawing/2014/main" id="{96E3CA3C-AEB8-DAF6-EC1B-E8F6AC6BFDB5}"/>
                      </a:ext>
                    </a:extLst>
                  </p:cNvPr>
                  <p:cNvSpPr/>
                  <p:nvPr>
                    <p:custDataLst>
                      <p:tags r:id="rId28"/>
                    </p:custDataLst>
                  </p:nvPr>
                </p:nvSpPr>
                <p:spPr>
                  <a:xfrm>
                    <a:off x="5285" y="4197"/>
                    <a:ext cx="816" cy="816"/>
                  </a:xfrm>
                  <a:prstGeom prst="rect">
                    <a:avLst/>
                  </a:prstGeom>
                  <a:solidFill>
                    <a:schemeClr val="accent4">
                      <a:lumMod val="40000"/>
                      <a:lumOff val="60000"/>
                    </a:schemeClr>
                  </a:solidFill>
                  <a:ln w="28575" cmpd="sng">
                    <a:solidFill>
                      <a:schemeClr val="tx1"/>
                    </a:solidFill>
                    <a:prstDash val="solid"/>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zh-CN" altLang="en-US" sz="1200"/>
                  </a:p>
                </p:txBody>
              </p:sp>
            </p:grpSp>
            <p:grpSp>
              <p:nvGrpSpPr>
                <p:cNvPr id="38" name="组合 140">
                  <a:extLst>
                    <a:ext uri="{FF2B5EF4-FFF2-40B4-BE49-F238E27FC236}">
                      <a16:creationId xmlns:a16="http://schemas.microsoft.com/office/drawing/2014/main" id="{F1711A5D-74CA-13FD-8D10-7D458D3AEF66}"/>
                    </a:ext>
                  </a:extLst>
                </p:cNvPr>
                <p:cNvGrpSpPr/>
                <p:nvPr/>
              </p:nvGrpSpPr>
              <p:grpSpPr>
                <a:xfrm>
                  <a:off x="2041" y="7208"/>
                  <a:ext cx="4060" cy="816"/>
                  <a:chOff x="2041" y="4197"/>
                  <a:chExt cx="4060" cy="816"/>
                </a:xfrm>
              </p:grpSpPr>
              <p:sp>
                <p:nvSpPr>
                  <p:cNvPr id="48" name="矩形 141">
                    <a:extLst>
                      <a:ext uri="{FF2B5EF4-FFF2-40B4-BE49-F238E27FC236}">
                        <a16:creationId xmlns:a16="http://schemas.microsoft.com/office/drawing/2014/main" id="{5EA67979-5706-5FA0-D0C3-3630F27FB896}"/>
                      </a:ext>
                    </a:extLst>
                  </p:cNvPr>
                  <p:cNvSpPr/>
                  <p:nvPr/>
                </p:nvSpPr>
                <p:spPr>
                  <a:xfrm>
                    <a:off x="2041" y="4197"/>
                    <a:ext cx="816" cy="816"/>
                  </a:xfrm>
                  <a:prstGeom prst="rect">
                    <a:avLst/>
                  </a:prstGeom>
                  <a:solidFill>
                    <a:schemeClr val="accent1">
                      <a:lumMod val="40000"/>
                      <a:lumOff val="60000"/>
                    </a:schemeClr>
                  </a:solidFill>
                  <a:ln w="28575" cmpd="sng">
                    <a:solidFill>
                      <a:schemeClr val="tx1"/>
                    </a:solidFill>
                    <a:prstDash val="solid"/>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zh-CN" altLang="en-US" sz="1200"/>
                  </a:p>
                </p:txBody>
              </p:sp>
              <p:sp>
                <p:nvSpPr>
                  <p:cNvPr id="49" name="矩形 142">
                    <a:extLst>
                      <a:ext uri="{FF2B5EF4-FFF2-40B4-BE49-F238E27FC236}">
                        <a16:creationId xmlns:a16="http://schemas.microsoft.com/office/drawing/2014/main" id="{EE0C4F32-9414-6D8B-334E-F142779584DB}"/>
                      </a:ext>
                    </a:extLst>
                  </p:cNvPr>
                  <p:cNvSpPr/>
                  <p:nvPr/>
                </p:nvSpPr>
                <p:spPr>
                  <a:xfrm>
                    <a:off x="2847" y="4197"/>
                    <a:ext cx="816" cy="816"/>
                  </a:xfrm>
                  <a:prstGeom prst="rect">
                    <a:avLst/>
                  </a:prstGeom>
                  <a:solidFill>
                    <a:schemeClr val="accent1">
                      <a:lumMod val="40000"/>
                      <a:lumOff val="60000"/>
                    </a:schemeClr>
                  </a:solidFill>
                  <a:ln w="28575" cmpd="sng">
                    <a:solidFill>
                      <a:schemeClr val="tx1"/>
                    </a:solidFill>
                    <a:prstDash val="solid"/>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zh-CN" altLang="en-US" sz="1200"/>
                  </a:p>
                </p:txBody>
              </p:sp>
              <p:sp>
                <p:nvSpPr>
                  <p:cNvPr id="50" name="矩形 143">
                    <a:extLst>
                      <a:ext uri="{FF2B5EF4-FFF2-40B4-BE49-F238E27FC236}">
                        <a16:creationId xmlns:a16="http://schemas.microsoft.com/office/drawing/2014/main" id="{E4E28DDA-20EC-FFE3-FD51-C7E352126DA2}"/>
                      </a:ext>
                    </a:extLst>
                  </p:cNvPr>
                  <p:cNvSpPr/>
                  <p:nvPr/>
                </p:nvSpPr>
                <p:spPr>
                  <a:xfrm>
                    <a:off x="3663" y="4197"/>
                    <a:ext cx="816" cy="816"/>
                  </a:xfrm>
                  <a:prstGeom prst="rect">
                    <a:avLst/>
                  </a:prstGeom>
                  <a:solidFill>
                    <a:schemeClr val="accent1">
                      <a:lumMod val="40000"/>
                      <a:lumOff val="60000"/>
                    </a:schemeClr>
                  </a:solidFill>
                  <a:ln w="28575" cmpd="sng">
                    <a:solidFill>
                      <a:schemeClr val="tx1"/>
                    </a:solidFill>
                    <a:prstDash val="solid"/>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zh-CN" altLang="en-US" sz="1200"/>
                  </a:p>
                </p:txBody>
              </p:sp>
              <p:sp>
                <p:nvSpPr>
                  <p:cNvPr id="51" name="矩形 144">
                    <a:extLst>
                      <a:ext uri="{FF2B5EF4-FFF2-40B4-BE49-F238E27FC236}">
                        <a16:creationId xmlns:a16="http://schemas.microsoft.com/office/drawing/2014/main" id="{B880C250-546B-46E8-C0A0-1A610BC47936}"/>
                      </a:ext>
                    </a:extLst>
                  </p:cNvPr>
                  <p:cNvSpPr/>
                  <p:nvPr/>
                </p:nvSpPr>
                <p:spPr>
                  <a:xfrm>
                    <a:off x="4479" y="4197"/>
                    <a:ext cx="816" cy="816"/>
                  </a:xfrm>
                  <a:prstGeom prst="rect">
                    <a:avLst/>
                  </a:prstGeom>
                  <a:solidFill>
                    <a:schemeClr val="accent1">
                      <a:lumMod val="40000"/>
                      <a:lumOff val="60000"/>
                    </a:schemeClr>
                  </a:solidFill>
                  <a:ln w="28575" cmpd="sng">
                    <a:solidFill>
                      <a:schemeClr val="tx1"/>
                    </a:solidFill>
                    <a:prstDash val="solid"/>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zh-CN" altLang="en-US" sz="1200"/>
                  </a:p>
                </p:txBody>
              </p:sp>
              <p:sp>
                <p:nvSpPr>
                  <p:cNvPr id="52" name="矩形 145">
                    <a:extLst>
                      <a:ext uri="{FF2B5EF4-FFF2-40B4-BE49-F238E27FC236}">
                        <a16:creationId xmlns:a16="http://schemas.microsoft.com/office/drawing/2014/main" id="{172824ED-2F87-4800-604A-F99B6F4CEAA3}"/>
                      </a:ext>
                    </a:extLst>
                  </p:cNvPr>
                  <p:cNvSpPr/>
                  <p:nvPr/>
                </p:nvSpPr>
                <p:spPr>
                  <a:xfrm>
                    <a:off x="5285" y="4197"/>
                    <a:ext cx="816" cy="816"/>
                  </a:xfrm>
                  <a:prstGeom prst="rect">
                    <a:avLst/>
                  </a:prstGeom>
                  <a:solidFill>
                    <a:schemeClr val="accent1">
                      <a:lumMod val="40000"/>
                      <a:lumOff val="60000"/>
                    </a:schemeClr>
                  </a:solidFill>
                  <a:ln w="28575" cmpd="sng">
                    <a:solidFill>
                      <a:schemeClr val="tx1"/>
                    </a:solidFill>
                    <a:prstDash val="solid"/>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zh-CN" altLang="en-US" sz="1200"/>
                  </a:p>
                </p:txBody>
              </p:sp>
            </p:grpSp>
            <p:grpSp>
              <p:nvGrpSpPr>
                <p:cNvPr id="39" name="组合 146">
                  <a:extLst>
                    <a:ext uri="{FF2B5EF4-FFF2-40B4-BE49-F238E27FC236}">
                      <a16:creationId xmlns:a16="http://schemas.microsoft.com/office/drawing/2014/main" id="{FA1B0065-3ECD-6065-80AA-1559DC75BB2A}"/>
                    </a:ext>
                  </a:extLst>
                </p:cNvPr>
                <p:cNvGrpSpPr/>
                <p:nvPr/>
              </p:nvGrpSpPr>
              <p:grpSpPr>
                <a:xfrm>
                  <a:off x="2051" y="3378"/>
                  <a:ext cx="4060" cy="816"/>
                  <a:chOff x="2041" y="4197"/>
                  <a:chExt cx="4060" cy="816"/>
                </a:xfrm>
              </p:grpSpPr>
              <p:sp>
                <p:nvSpPr>
                  <p:cNvPr id="43" name="矩形 147">
                    <a:extLst>
                      <a:ext uri="{FF2B5EF4-FFF2-40B4-BE49-F238E27FC236}">
                        <a16:creationId xmlns:a16="http://schemas.microsoft.com/office/drawing/2014/main" id="{76EE9831-D5DB-E1E7-2C06-77B6C45AF1EE}"/>
                      </a:ext>
                    </a:extLst>
                  </p:cNvPr>
                  <p:cNvSpPr/>
                  <p:nvPr>
                    <p:custDataLst>
                      <p:tags r:id="rId19"/>
                    </p:custDataLst>
                  </p:nvPr>
                </p:nvSpPr>
                <p:spPr>
                  <a:xfrm>
                    <a:off x="2041" y="4197"/>
                    <a:ext cx="816" cy="816"/>
                  </a:xfrm>
                  <a:prstGeom prst="rect">
                    <a:avLst/>
                  </a:prstGeom>
                  <a:solidFill>
                    <a:schemeClr val="accent6">
                      <a:lumMod val="40000"/>
                      <a:lumOff val="60000"/>
                    </a:schemeClr>
                  </a:solidFill>
                  <a:ln w="28575" cmpd="sng">
                    <a:solidFill>
                      <a:schemeClr val="tx1"/>
                    </a:solidFill>
                    <a:prstDash val="solid"/>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zh-CN" altLang="en-US" sz="1200"/>
                  </a:p>
                </p:txBody>
              </p:sp>
              <p:sp>
                <p:nvSpPr>
                  <p:cNvPr id="44" name="矩形 148">
                    <a:extLst>
                      <a:ext uri="{FF2B5EF4-FFF2-40B4-BE49-F238E27FC236}">
                        <a16:creationId xmlns:a16="http://schemas.microsoft.com/office/drawing/2014/main" id="{1BB08D96-0195-9591-E7E7-C636194828E7}"/>
                      </a:ext>
                    </a:extLst>
                  </p:cNvPr>
                  <p:cNvSpPr/>
                  <p:nvPr>
                    <p:custDataLst>
                      <p:tags r:id="rId20"/>
                    </p:custDataLst>
                  </p:nvPr>
                </p:nvSpPr>
                <p:spPr>
                  <a:xfrm>
                    <a:off x="2847" y="4197"/>
                    <a:ext cx="816" cy="816"/>
                  </a:xfrm>
                  <a:prstGeom prst="rect">
                    <a:avLst/>
                  </a:prstGeom>
                  <a:solidFill>
                    <a:schemeClr val="accent6">
                      <a:lumMod val="40000"/>
                      <a:lumOff val="60000"/>
                    </a:schemeClr>
                  </a:solidFill>
                  <a:ln w="28575" cmpd="sng">
                    <a:solidFill>
                      <a:schemeClr val="tx1"/>
                    </a:solidFill>
                    <a:prstDash val="solid"/>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zh-CN" altLang="en-US" sz="1200"/>
                  </a:p>
                </p:txBody>
              </p:sp>
              <p:sp>
                <p:nvSpPr>
                  <p:cNvPr id="45" name="矩形 149">
                    <a:extLst>
                      <a:ext uri="{FF2B5EF4-FFF2-40B4-BE49-F238E27FC236}">
                        <a16:creationId xmlns:a16="http://schemas.microsoft.com/office/drawing/2014/main" id="{8C493EE7-8779-7C48-331F-0EC2FD2FA5B5}"/>
                      </a:ext>
                    </a:extLst>
                  </p:cNvPr>
                  <p:cNvSpPr/>
                  <p:nvPr>
                    <p:custDataLst>
                      <p:tags r:id="rId21"/>
                    </p:custDataLst>
                  </p:nvPr>
                </p:nvSpPr>
                <p:spPr>
                  <a:xfrm>
                    <a:off x="3663" y="4197"/>
                    <a:ext cx="816" cy="816"/>
                  </a:xfrm>
                  <a:prstGeom prst="rect">
                    <a:avLst/>
                  </a:prstGeom>
                  <a:solidFill>
                    <a:schemeClr val="accent6">
                      <a:lumMod val="40000"/>
                      <a:lumOff val="60000"/>
                    </a:schemeClr>
                  </a:solidFill>
                  <a:ln w="28575" cmpd="sng">
                    <a:solidFill>
                      <a:schemeClr val="tx1"/>
                    </a:solidFill>
                    <a:prstDash val="solid"/>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zh-CN" altLang="en-US" sz="1200"/>
                  </a:p>
                </p:txBody>
              </p:sp>
              <p:sp>
                <p:nvSpPr>
                  <p:cNvPr id="46" name="矩形 150">
                    <a:extLst>
                      <a:ext uri="{FF2B5EF4-FFF2-40B4-BE49-F238E27FC236}">
                        <a16:creationId xmlns:a16="http://schemas.microsoft.com/office/drawing/2014/main" id="{F0BAAC15-C4C9-1E8B-456D-727987E3D87D}"/>
                      </a:ext>
                    </a:extLst>
                  </p:cNvPr>
                  <p:cNvSpPr/>
                  <p:nvPr>
                    <p:custDataLst>
                      <p:tags r:id="rId22"/>
                    </p:custDataLst>
                  </p:nvPr>
                </p:nvSpPr>
                <p:spPr>
                  <a:xfrm>
                    <a:off x="4479" y="4197"/>
                    <a:ext cx="816" cy="816"/>
                  </a:xfrm>
                  <a:prstGeom prst="rect">
                    <a:avLst/>
                  </a:prstGeom>
                  <a:solidFill>
                    <a:schemeClr val="accent6">
                      <a:lumMod val="40000"/>
                      <a:lumOff val="60000"/>
                    </a:schemeClr>
                  </a:solidFill>
                  <a:ln w="28575" cmpd="sng">
                    <a:solidFill>
                      <a:schemeClr val="tx1"/>
                    </a:solidFill>
                    <a:prstDash val="solid"/>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zh-CN" altLang="en-US" sz="1200"/>
                  </a:p>
                </p:txBody>
              </p:sp>
              <p:sp>
                <p:nvSpPr>
                  <p:cNvPr id="47" name="矩形 151">
                    <a:extLst>
                      <a:ext uri="{FF2B5EF4-FFF2-40B4-BE49-F238E27FC236}">
                        <a16:creationId xmlns:a16="http://schemas.microsoft.com/office/drawing/2014/main" id="{5F656026-C71B-CB8D-3B58-0DF3D3A6CEEF}"/>
                      </a:ext>
                    </a:extLst>
                  </p:cNvPr>
                  <p:cNvSpPr/>
                  <p:nvPr>
                    <p:custDataLst>
                      <p:tags r:id="rId23"/>
                    </p:custDataLst>
                  </p:nvPr>
                </p:nvSpPr>
                <p:spPr>
                  <a:xfrm>
                    <a:off x="5285" y="4197"/>
                    <a:ext cx="816" cy="816"/>
                  </a:xfrm>
                  <a:prstGeom prst="rect">
                    <a:avLst/>
                  </a:prstGeom>
                  <a:solidFill>
                    <a:schemeClr val="accent6">
                      <a:lumMod val="40000"/>
                      <a:lumOff val="60000"/>
                    </a:schemeClr>
                  </a:solidFill>
                  <a:ln w="28575" cmpd="sng">
                    <a:solidFill>
                      <a:schemeClr val="tx1"/>
                    </a:solidFill>
                    <a:prstDash val="solid"/>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zh-CN" altLang="en-US" sz="1200"/>
                  </a:p>
                </p:txBody>
              </p:sp>
            </p:grpSp>
            <p:sp>
              <p:nvSpPr>
                <p:cNvPr id="40" name="文本框 152">
                  <a:extLst>
                    <a:ext uri="{FF2B5EF4-FFF2-40B4-BE49-F238E27FC236}">
                      <a16:creationId xmlns:a16="http://schemas.microsoft.com/office/drawing/2014/main" id="{FBAA206C-A930-17A8-ED8C-F1E19C10F03C}"/>
                    </a:ext>
                  </a:extLst>
                </p:cNvPr>
                <p:cNvSpPr txBox="1"/>
                <p:nvPr>
                  <p:custDataLst>
                    <p:tags r:id="rId17"/>
                  </p:custDataLst>
                </p:nvPr>
              </p:nvSpPr>
              <p:spPr>
                <a:xfrm>
                  <a:off x="3743" y="6205"/>
                  <a:ext cx="656" cy="589"/>
                </a:xfrm>
                <a:prstGeom prst="rect">
                  <a:avLst/>
                </a:prstGeom>
                <a:noFill/>
              </p:spPr>
              <p:txBody>
                <a:bodyPr wrap="square" rtlCol="0">
                  <a:noAutofit/>
                </a:bodyPr>
                <a:lstStyle/>
                <a:p>
                  <a:r>
                    <a:rPr lang="en-US" altLang="zh-CN"/>
                    <a:t>+</a:t>
                  </a:r>
                </a:p>
              </p:txBody>
            </p:sp>
            <p:sp>
              <p:nvSpPr>
                <p:cNvPr id="41" name="文本框 153">
                  <a:extLst>
                    <a:ext uri="{FF2B5EF4-FFF2-40B4-BE49-F238E27FC236}">
                      <a16:creationId xmlns:a16="http://schemas.microsoft.com/office/drawing/2014/main" id="{17C5D599-76AD-9ACC-2C8D-B24E35E8E178}"/>
                    </a:ext>
                  </a:extLst>
                </p:cNvPr>
                <p:cNvSpPr txBox="1"/>
                <p:nvPr>
                  <p:custDataLst>
                    <p:tags r:id="rId18"/>
                  </p:custDataLst>
                </p:nvPr>
              </p:nvSpPr>
              <p:spPr>
                <a:xfrm>
                  <a:off x="3743" y="4344"/>
                  <a:ext cx="656" cy="589"/>
                </a:xfrm>
                <a:prstGeom prst="rect">
                  <a:avLst/>
                </a:prstGeom>
                <a:noFill/>
              </p:spPr>
              <p:txBody>
                <a:bodyPr wrap="square" rtlCol="0">
                  <a:noAutofit/>
                </a:bodyPr>
                <a:lstStyle/>
                <a:p>
                  <a:r>
                    <a:rPr lang="en-US" altLang="zh-CN"/>
                    <a:t>=</a:t>
                  </a:r>
                </a:p>
              </p:txBody>
            </p:sp>
            <p:sp>
              <p:nvSpPr>
                <p:cNvPr id="42" name="文本框 154">
                  <a:extLst>
                    <a:ext uri="{FF2B5EF4-FFF2-40B4-BE49-F238E27FC236}">
                      <a16:creationId xmlns:a16="http://schemas.microsoft.com/office/drawing/2014/main" id="{5172A964-A0B2-79AC-9F2F-0BFFA798DE2B}"/>
                    </a:ext>
                  </a:extLst>
                </p:cNvPr>
                <p:cNvSpPr txBox="1"/>
                <p:nvPr/>
              </p:nvSpPr>
              <p:spPr>
                <a:xfrm>
                  <a:off x="3015" y="8245"/>
                  <a:ext cx="2110" cy="748"/>
                </a:xfrm>
                <a:prstGeom prst="rect">
                  <a:avLst/>
                </a:prstGeom>
                <a:noFill/>
              </p:spPr>
              <p:txBody>
                <a:bodyPr wrap="square" rtlCol="0">
                  <a:noAutofit/>
                </a:bodyPr>
                <a:lstStyle/>
                <a:p>
                  <a:pPr algn="ctr"/>
                  <a:r>
                    <a:rPr lang="en-US" altLang="zh-CN" sz="1200"/>
                    <a:t>brought</a:t>
                  </a:r>
                </a:p>
              </p:txBody>
            </p:sp>
          </p:grpSp>
          <p:grpSp>
            <p:nvGrpSpPr>
              <p:cNvPr id="15" name="组合 155">
                <a:extLst>
                  <a:ext uri="{FF2B5EF4-FFF2-40B4-BE49-F238E27FC236}">
                    <a16:creationId xmlns:a16="http://schemas.microsoft.com/office/drawing/2014/main" id="{9C689E1D-3BA3-412D-CBFF-70C1C56479F0}"/>
                  </a:ext>
                </a:extLst>
              </p:cNvPr>
              <p:cNvGrpSpPr/>
              <p:nvPr>
                <p:custDataLst>
                  <p:tags r:id="rId4"/>
                </p:custDataLst>
              </p:nvPr>
            </p:nvGrpSpPr>
            <p:grpSpPr>
              <a:xfrm>
                <a:off x="9228" y="2692"/>
                <a:ext cx="3137" cy="4780"/>
                <a:chOff x="2041" y="3378"/>
                <a:chExt cx="4070" cy="5457"/>
              </a:xfrm>
            </p:grpSpPr>
            <p:grpSp>
              <p:nvGrpSpPr>
                <p:cNvPr id="16" name="组合 156">
                  <a:extLst>
                    <a:ext uri="{FF2B5EF4-FFF2-40B4-BE49-F238E27FC236}">
                      <a16:creationId xmlns:a16="http://schemas.microsoft.com/office/drawing/2014/main" id="{A03786EC-4CFF-FBA2-52D6-C2681AB94FC4}"/>
                    </a:ext>
                  </a:extLst>
                </p:cNvPr>
                <p:cNvGrpSpPr/>
                <p:nvPr/>
              </p:nvGrpSpPr>
              <p:grpSpPr>
                <a:xfrm>
                  <a:off x="2041" y="5293"/>
                  <a:ext cx="4060" cy="816"/>
                  <a:chOff x="2041" y="4197"/>
                  <a:chExt cx="4060" cy="816"/>
                </a:xfrm>
              </p:grpSpPr>
              <p:sp>
                <p:nvSpPr>
                  <p:cNvPr id="32" name="矩形 157">
                    <a:extLst>
                      <a:ext uri="{FF2B5EF4-FFF2-40B4-BE49-F238E27FC236}">
                        <a16:creationId xmlns:a16="http://schemas.microsoft.com/office/drawing/2014/main" id="{3604D595-4272-A951-FA15-4149CE512362}"/>
                      </a:ext>
                    </a:extLst>
                  </p:cNvPr>
                  <p:cNvSpPr/>
                  <p:nvPr>
                    <p:custDataLst>
                      <p:tags r:id="rId12"/>
                    </p:custDataLst>
                  </p:nvPr>
                </p:nvSpPr>
                <p:spPr>
                  <a:xfrm>
                    <a:off x="2041" y="4197"/>
                    <a:ext cx="816" cy="816"/>
                  </a:xfrm>
                  <a:prstGeom prst="rect">
                    <a:avLst/>
                  </a:prstGeom>
                  <a:solidFill>
                    <a:schemeClr val="accent4">
                      <a:lumMod val="40000"/>
                      <a:lumOff val="60000"/>
                    </a:schemeClr>
                  </a:solidFill>
                  <a:ln w="28575" cmpd="sng">
                    <a:solidFill>
                      <a:schemeClr val="tx1"/>
                    </a:solidFill>
                    <a:prstDash val="solid"/>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zh-CN" altLang="en-US" sz="1200"/>
                  </a:p>
                </p:txBody>
              </p:sp>
              <p:sp>
                <p:nvSpPr>
                  <p:cNvPr id="33" name="矩形 158">
                    <a:extLst>
                      <a:ext uri="{FF2B5EF4-FFF2-40B4-BE49-F238E27FC236}">
                        <a16:creationId xmlns:a16="http://schemas.microsoft.com/office/drawing/2014/main" id="{1B0FE322-61A4-2588-F77A-A17A0B894483}"/>
                      </a:ext>
                    </a:extLst>
                  </p:cNvPr>
                  <p:cNvSpPr/>
                  <p:nvPr>
                    <p:custDataLst>
                      <p:tags r:id="rId13"/>
                    </p:custDataLst>
                  </p:nvPr>
                </p:nvSpPr>
                <p:spPr>
                  <a:xfrm>
                    <a:off x="2847" y="4197"/>
                    <a:ext cx="816" cy="816"/>
                  </a:xfrm>
                  <a:prstGeom prst="rect">
                    <a:avLst/>
                  </a:prstGeom>
                  <a:solidFill>
                    <a:schemeClr val="accent4">
                      <a:lumMod val="40000"/>
                      <a:lumOff val="60000"/>
                    </a:schemeClr>
                  </a:solidFill>
                  <a:ln w="28575" cmpd="sng">
                    <a:solidFill>
                      <a:schemeClr val="tx1"/>
                    </a:solidFill>
                    <a:prstDash val="solid"/>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zh-CN" altLang="en-US" sz="1200"/>
                  </a:p>
                </p:txBody>
              </p:sp>
              <p:sp>
                <p:nvSpPr>
                  <p:cNvPr id="34" name="矩形 159">
                    <a:extLst>
                      <a:ext uri="{FF2B5EF4-FFF2-40B4-BE49-F238E27FC236}">
                        <a16:creationId xmlns:a16="http://schemas.microsoft.com/office/drawing/2014/main" id="{EF55BFA5-5443-4B82-110E-19D8E16DF513}"/>
                      </a:ext>
                    </a:extLst>
                  </p:cNvPr>
                  <p:cNvSpPr/>
                  <p:nvPr>
                    <p:custDataLst>
                      <p:tags r:id="rId14"/>
                    </p:custDataLst>
                  </p:nvPr>
                </p:nvSpPr>
                <p:spPr>
                  <a:xfrm>
                    <a:off x="3663" y="4197"/>
                    <a:ext cx="816" cy="816"/>
                  </a:xfrm>
                  <a:prstGeom prst="rect">
                    <a:avLst/>
                  </a:prstGeom>
                  <a:solidFill>
                    <a:schemeClr val="accent4">
                      <a:lumMod val="40000"/>
                      <a:lumOff val="60000"/>
                    </a:schemeClr>
                  </a:solidFill>
                  <a:ln w="28575" cmpd="sng">
                    <a:solidFill>
                      <a:schemeClr val="tx1"/>
                    </a:solidFill>
                    <a:prstDash val="solid"/>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zh-CN" altLang="en-US" sz="1200"/>
                  </a:p>
                </p:txBody>
              </p:sp>
              <p:sp>
                <p:nvSpPr>
                  <p:cNvPr id="35" name="矩形 160">
                    <a:extLst>
                      <a:ext uri="{FF2B5EF4-FFF2-40B4-BE49-F238E27FC236}">
                        <a16:creationId xmlns:a16="http://schemas.microsoft.com/office/drawing/2014/main" id="{2A93E834-0F27-1CEC-160A-3DAAED237FC1}"/>
                      </a:ext>
                    </a:extLst>
                  </p:cNvPr>
                  <p:cNvSpPr/>
                  <p:nvPr>
                    <p:custDataLst>
                      <p:tags r:id="rId15"/>
                    </p:custDataLst>
                  </p:nvPr>
                </p:nvSpPr>
                <p:spPr>
                  <a:xfrm>
                    <a:off x="4479" y="4197"/>
                    <a:ext cx="816" cy="816"/>
                  </a:xfrm>
                  <a:prstGeom prst="rect">
                    <a:avLst/>
                  </a:prstGeom>
                  <a:solidFill>
                    <a:schemeClr val="accent4">
                      <a:lumMod val="40000"/>
                      <a:lumOff val="60000"/>
                    </a:schemeClr>
                  </a:solidFill>
                  <a:ln w="28575" cmpd="sng">
                    <a:solidFill>
                      <a:schemeClr val="tx1"/>
                    </a:solidFill>
                    <a:prstDash val="solid"/>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zh-CN" altLang="en-US" sz="1200"/>
                  </a:p>
                </p:txBody>
              </p:sp>
              <p:sp>
                <p:nvSpPr>
                  <p:cNvPr id="36" name="矩形 161">
                    <a:extLst>
                      <a:ext uri="{FF2B5EF4-FFF2-40B4-BE49-F238E27FC236}">
                        <a16:creationId xmlns:a16="http://schemas.microsoft.com/office/drawing/2014/main" id="{896F98A7-0248-550E-8D3D-173A955D193E}"/>
                      </a:ext>
                    </a:extLst>
                  </p:cNvPr>
                  <p:cNvSpPr/>
                  <p:nvPr>
                    <p:custDataLst>
                      <p:tags r:id="rId16"/>
                    </p:custDataLst>
                  </p:nvPr>
                </p:nvSpPr>
                <p:spPr>
                  <a:xfrm>
                    <a:off x="5285" y="4197"/>
                    <a:ext cx="816" cy="816"/>
                  </a:xfrm>
                  <a:prstGeom prst="rect">
                    <a:avLst/>
                  </a:prstGeom>
                  <a:solidFill>
                    <a:schemeClr val="accent4">
                      <a:lumMod val="40000"/>
                      <a:lumOff val="60000"/>
                    </a:schemeClr>
                  </a:solidFill>
                  <a:ln w="28575" cmpd="sng">
                    <a:solidFill>
                      <a:schemeClr val="tx1"/>
                    </a:solidFill>
                    <a:prstDash val="solid"/>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zh-CN" altLang="en-US" sz="1200"/>
                  </a:p>
                </p:txBody>
              </p:sp>
            </p:grpSp>
            <p:grpSp>
              <p:nvGrpSpPr>
                <p:cNvPr id="17" name="组合 162">
                  <a:extLst>
                    <a:ext uri="{FF2B5EF4-FFF2-40B4-BE49-F238E27FC236}">
                      <a16:creationId xmlns:a16="http://schemas.microsoft.com/office/drawing/2014/main" id="{5F5265F1-5145-0953-DC59-951E2F96C405}"/>
                    </a:ext>
                  </a:extLst>
                </p:cNvPr>
                <p:cNvGrpSpPr/>
                <p:nvPr/>
              </p:nvGrpSpPr>
              <p:grpSpPr>
                <a:xfrm>
                  <a:off x="2041" y="7208"/>
                  <a:ext cx="4060" cy="816"/>
                  <a:chOff x="2041" y="4197"/>
                  <a:chExt cx="4060" cy="816"/>
                </a:xfrm>
              </p:grpSpPr>
              <p:sp>
                <p:nvSpPr>
                  <p:cNvPr id="27" name="矩形 163">
                    <a:extLst>
                      <a:ext uri="{FF2B5EF4-FFF2-40B4-BE49-F238E27FC236}">
                        <a16:creationId xmlns:a16="http://schemas.microsoft.com/office/drawing/2014/main" id="{64C754A0-8E5F-AAF5-D602-BAD5A015027B}"/>
                      </a:ext>
                    </a:extLst>
                  </p:cNvPr>
                  <p:cNvSpPr/>
                  <p:nvPr/>
                </p:nvSpPr>
                <p:spPr>
                  <a:xfrm>
                    <a:off x="2041" y="4197"/>
                    <a:ext cx="816" cy="816"/>
                  </a:xfrm>
                  <a:prstGeom prst="rect">
                    <a:avLst/>
                  </a:prstGeom>
                  <a:solidFill>
                    <a:schemeClr val="accent1">
                      <a:lumMod val="40000"/>
                      <a:lumOff val="60000"/>
                    </a:schemeClr>
                  </a:solidFill>
                  <a:ln w="28575" cmpd="sng">
                    <a:solidFill>
                      <a:schemeClr val="tx1"/>
                    </a:solidFill>
                    <a:prstDash val="solid"/>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zh-CN" altLang="en-US" sz="1200"/>
                  </a:p>
                </p:txBody>
              </p:sp>
              <p:sp>
                <p:nvSpPr>
                  <p:cNvPr id="28" name="矩形 164">
                    <a:extLst>
                      <a:ext uri="{FF2B5EF4-FFF2-40B4-BE49-F238E27FC236}">
                        <a16:creationId xmlns:a16="http://schemas.microsoft.com/office/drawing/2014/main" id="{6B324878-6ED3-1BC2-FB32-4D74C4D728D7}"/>
                      </a:ext>
                    </a:extLst>
                  </p:cNvPr>
                  <p:cNvSpPr/>
                  <p:nvPr/>
                </p:nvSpPr>
                <p:spPr>
                  <a:xfrm>
                    <a:off x="2847" y="4197"/>
                    <a:ext cx="816" cy="816"/>
                  </a:xfrm>
                  <a:prstGeom prst="rect">
                    <a:avLst/>
                  </a:prstGeom>
                  <a:solidFill>
                    <a:schemeClr val="accent1">
                      <a:lumMod val="40000"/>
                      <a:lumOff val="60000"/>
                    </a:schemeClr>
                  </a:solidFill>
                  <a:ln w="28575" cmpd="sng">
                    <a:solidFill>
                      <a:schemeClr val="tx1"/>
                    </a:solidFill>
                    <a:prstDash val="solid"/>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zh-CN" altLang="en-US" sz="1200"/>
                  </a:p>
                </p:txBody>
              </p:sp>
              <p:sp>
                <p:nvSpPr>
                  <p:cNvPr id="29" name="矩形 165">
                    <a:extLst>
                      <a:ext uri="{FF2B5EF4-FFF2-40B4-BE49-F238E27FC236}">
                        <a16:creationId xmlns:a16="http://schemas.microsoft.com/office/drawing/2014/main" id="{33033E19-6763-B58F-844E-B7763965215F}"/>
                      </a:ext>
                    </a:extLst>
                  </p:cNvPr>
                  <p:cNvSpPr/>
                  <p:nvPr/>
                </p:nvSpPr>
                <p:spPr>
                  <a:xfrm>
                    <a:off x="3663" y="4197"/>
                    <a:ext cx="816" cy="816"/>
                  </a:xfrm>
                  <a:prstGeom prst="rect">
                    <a:avLst/>
                  </a:prstGeom>
                  <a:solidFill>
                    <a:schemeClr val="accent1">
                      <a:lumMod val="40000"/>
                      <a:lumOff val="60000"/>
                    </a:schemeClr>
                  </a:solidFill>
                  <a:ln w="28575" cmpd="sng">
                    <a:solidFill>
                      <a:schemeClr val="tx1"/>
                    </a:solidFill>
                    <a:prstDash val="solid"/>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zh-CN" altLang="en-US" sz="1200"/>
                  </a:p>
                </p:txBody>
              </p:sp>
              <p:sp>
                <p:nvSpPr>
                  <p:cNvPr id="30" name="矩形 166">
                    <a:extLst>
                      <a:ext uri="{FF2B5EF4-FFF2-40B4-BE49-F238E27FC236}">
                        <a16:creationId xmlns:a16="http://schemas.microsoft.com/office/drawing/2014/main" id="{2E273DF0-7A74-C9C2-F8AC-F93693C6ADE4}"/>
                      </a:ext>
                    </a:extLst>
                  </p:cNvPr>
                  <p:cNvSpPr/>
                  <p:nvPr/>
                </p:nvSpPr>
                <p:spPr>
                  <a:xfrm>
                    <a:off x="4479" y="4197"/>
                    <a:ext cx="816" cy="816"/>
                  </a:xfrm>
                  <a:prstGeom prst="rect">
                    <a:avLst/>
                  </a:prstGeom>
                  <a:solidFill>
                    <a:schemeClr val="accent1">
                      <a:lumMod val="40000"/>
                      <a:lumOff val="60000"/>
                    </a:schemeClr>
                  </a:solidFill>
                  <a:ln w="28575" cmpd="sng">
                    <a:solidFill>
                      <a:schemeClr val="tx1"/>
                    </a:solidFill>
                    <a:prstDash val="solid"/>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zh-CN" altLang="en-US" sz="1200"/>
                  </a:p>
                </p:txBody>
              </p:sp>
              <p:sp>
                <p:nvSpPr>
                  <p:cNvPr id="31" name="矩形 167">
                    <a:extLst>
                      <a:ext uri="{FF2B5EF4-FFF2-40B4-BE49-F238E27FC236}">
                        <a16:creationId xmlns:a16="http://schemas.microsoft.com/office/drawing/2014/main" id="{D08DEAC4-2FD4-D22A-12DF-ED397BBCA384}"/>
                      </a:ext>
                    </a:extLst>
                  </p:cNvPr>
                  <p:cNvSpPr/>
                  <p:nvPr/>
                </p:nvSpPr>
                <p:spPr>
                  <a:xfrm>
                    <a:off x="5285" y="4197"/>
                    <a:ext cx="816" cy="816"/>
                  </a:xfrm>
                  <a:prstGeom prst="rect">
                    <a:avLst/>
                  </a:prstGeom>
                  <a:solidFill>
                    <a:schemeClr val="accent1">
                      <a:lumMod val="40000"/>
                      <a:lumOff val="60000"/>
                    </a:schemeClr>
                  </a:solidFill>
                  <a:ln w="28575" cmpd="sng">
                    <a:solidFill>
                      <a:schemeClr val="tx1"/>
                    </a:solidFill>
                    <a:prstDash val="solid"/>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zh-CN" altLang="en-US" sz="1200"/>
                  </a:p>
                </p:txBody>
              </p:sp>
            </p:grpSp>
            <p:grpSp>
              <p:nvGrpSpPr>
                <p:cNvPr id="18" name="组合 168">
                  <a:extLst>
                    <a:ext uri="{FF2B5EF4-FFF2-40B4-BE49-F238E27FC236}">
                      <a16:creationId xmlns:a16="http://schemas.microsoft.com/office/drawing/2014/main" id="{7154579F-8875-00EF-47E1-38AF8E686308}"/>
                    </a:ext>
                  </a:extLst>
                </p:cNvPr>
                <p:cNvGrpSpPr/>
                <p:nvPr/>
              </p:nvGrpSpPr>
              <p:grpSpPr>
                <a:xfrm>
                  <a:off x="2051" y="3378"/>
                  <a:ext cx="4060" cy="816"/>
                  <a:chOff x="2041" y="4197"/>
                  <a:chExt cx="4060" cy="816"/>
                </a:xfrm>
              </p:grpSpPr>
              <p:sp>
                <p:nvSpPr>
                  <p:cNvPr id="22" name="矩形 169">
                    <a:extLst>
                      <a:ext uri="{FF2B5EF4-FFF2-40B4-BE49-F238E27FC236}">
                        <a16:creationId xmlns:a16="http://schemas.microsoft.com/office/drawing/2014/main" id="{F18B0BFF-06F8-8417-44AB-5BAD11939DBF}"/>
                      </a:ext>
                    </a:extLst>
                  </p:cNvPr>
                  <p:cNvSpPr/>
                  <p:nvPr>
                    <p:custDataLst>
                      <p:tags r:id="rId7"/>
                    </p:custDataLst>
                  </p:nvPr>
                </p:nvSpPr>
                <p:spPr>
                  <a:xfrm>
                    <a:off x="2041" y="4197"/>
                    <a:ext cx="816" cy="816"/>
                  </a:xfrm>
                  <a:prstGeom prst="rect">
                    <a:avLst/>
                  </a:prstGeom>
                  <a:solidFill>
                    <a:schemeClr val="accent6">
                      <a:lumMod val="40000"/>
                      <a:lumOff val="60000"/>
                    </a:schemeClr>
                  </a:solidFill>
                  <a:ln w="28575" cmpd="sng">
                    <a:solidFill>
                      <a:schemeClr val="tx1"/>
                    </a:solidFill>
                    <a:prstDash val="solid"/>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zh-CN" altLang="en-US" sz="1200"/>
                  </a:p>
                </p:txBody>
              </p:sp>
              <p:sp>
                <p:nvSpPr>
                  <p:cNvPr id="23" name="矩形 170">
                    <a:extLst>
                      <a:ext uri="{FF2B5EF4-FFF2-40B4-BE49-F238E27FC236}">
                        <a16:creationId xmlns:a16="http://schemas.microsoft.com/office/drawing/2014/main" id="{F8077475-C405-F08A-223D-5602684EBE37}"/>
                      </a:ext>
                    </a:extLst>
                  </p:cNvPr>
                  <p:cNvSpPr/>
                  <p:nvPr>
                    <p:custDataLst>
                      <p:tags r:id="rId8"/>
                    </p:custDataLst>
                  </p:nvPr>
                </p:nvSpPr>
                <p:spPr>
                  <a:xfrm>
                    <a:off x="2847" y="4197"/>
                    <a:ext cx="816" cy="816"/>
                  </a:xfrm>
                  <a:prstGeom prst="rect">
                    <a:avLst/>
                  </a:prstGeom>
                  <a:solidFill>
                    <a:schemeClr val="accent6">
                      <a:lumMod val="40000"/>
                      <a:lumOff val="60000"/>
                    </a:schemeClr>
                  </a:solidFill>
                  <a:ln w="28575" cmpd="sng">
                    <a:solidFill>
                      <a:schemeClr val="tx1"/>
                    </a:solidFill>
                    <a:prstDash val="solid"/>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zh-CN" altLang="en-US" sz="1200"/>
                  </a:p>
                </p:txBody>
              </p:sp>
              <p:sp>
                <p:nvSpPr>
                  <p:cNvPr id="24" name="矩形 171">
                    <a:extLst>
                      <a:ext uri="{FF2B5EF4-FFF2-40B4-BE49-F238E27FC236}">
                        <a16:creationId xmlns:a16="http://schemas.microsoft.com/office/drawing/2014/main" id="{6B6AE592-9D8E-BBF7-3D18-9DA22CF549D0}"/>
                      </a:ext>
                    </a:extLst>
                  </p:cNvPr>
                  <p:cNvSpPr/>
                  <p:nvPr>
                    <p:custDataLst>
                      <p:tags r:id="rId9"/>
                    </p:custDataLst>
                  </p:nvPr>
                </p:nvSpPr>
                <p:spPr>
                  <a:xfrm>
                    <a:off x="3663" y="4197"/>
                    <a:ext cx="816" cy="816"/>
                  </a:xfrm>
                  <a:prstGeom prst="rect">
                    <a:avLst/>
                  </a:prstGeom>
                  <a:solidFill>
                    <a:schemeClr val="accent6">
                      <a:lumMod val="40000"/>
                      <a:lumOff val="60000"/>
                    </a:schemeClr>
                  </a:solidFill>
                  <a:ln w="28575" cmpd="sng">
                    <a:solidFill>
                      <a:schemeClr val="tx1"/>
                    </a:solidFill>
                    <a:prstDash val="solid"/>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zh-CN" altLang="en-US" sz="1200"/>
                  </a:p>
                </p:txBody>
              </p:sp>
              <p:sp>
                <p:nvSpPr>
                  <p:cNvPr id="25" name="矩形 172">
                    <a:extLst>
                      <a:ext uri="{FF2B5EF4-FFF2-40B4-BE49-F238E27FC236}">
                        <a16:creationId xmlns:a16="http://schemas.microsoft.com/office/drawing/2014/main" id="{69A3BD24-87C7-B6D1-760C-F5C3D9380CEC}"/>
                      </a:ext>
                    </a:extLst>
                  </p:cNvPr>
                  <p:cNvSpPr/>
                  <p:nvPr>
                    <p:custDataLst>
                      <p:tags r:id="rId10"/>
                    </p:custDataLst>
                  </p:nvPr>
                </p:nvSpPr>
                <p:spPr>
                  <a:xfrm>
                    <a:off x="4479" y="4197"/>
                    <a:ext cx="816" cy="816"/>
                  </a:xfrm>
                  <a:prstGeom prst="rect">
                    <a:avLst/>
                  </a:prstGeom>
                  <a:solidFill>
                    <a:schemeClr val="accent6">
                      <a:lumMod val="40000"/>
                      <a:lumOff val="60000"/>
                    </a:schemeClr>
                  </a:solidFill>
                  <a:ln w="28575" cmpd="sng">
                    <a:solidFill>
                      <a:schemeClr val="tx1"/>
                    </a:solidFill>
                    <a:prstDash val="solid"/>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zh-CN" altLang="en-US" sz="1200"/>
                  </a:p>
                </p:txBody>
              </p:sp>
              <p:sp>
                <p:nvSpPr>
                  <p:cNvPr id="26" name="矩形 173">
                    <a:extLst>
                      <a:ext uri="{FF2B5EF4-FFF2-40B4-BE49-F238E27FC236}">
                        <a16:creationId xmlns:a16="http://schemas.microsoft.com/office/drawing/2014/main" id="{F1C227CF-871D-F09D-22B1-CB357097C202}"/>
                      </a:ext>
                    </a:extLst>
                  </p:cNvPr>
                  <p:cNvSpPr/>
                  <p:nvPr>
                    <p:custDataLst>
                      <p:tags r:id="rId11"/>
                    </p:custDataLst>
                  </p:nvPr>
                </p:nvSpPr>
                <p:spPr>
                  <a:xfrm>
                    <a:off x="5285" y="4197"/>
                    <a:ext cx="816" cy="816"/>
                  </a:xfrm>
                  <a:prstGeom prst="rect">
                    <a:avLst/>
                  </a:prstGeom>
                  <a:solidFill>
                    <a:schemeClr val="accent6">
                      <a:lumMod val="40000"/>
                      <a:lumOff val="60000"/>
                    </a:schemeClr>
                  </a:solidFill>
                  <a:ln w="28575" cmpd="sng">
                    <a:solidFill>
                      <a:schemeClr val="tx1"/>
                    </a:solidFill>
                    <a:prstDash val="solid"/>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zh-CN" altLang="en-US" sz="1200"/>
                  </a:p>
                </p:txBody>
              </p:sp>
            </p:grpSp>
            <p:sp>
              <p:nvSpPr>
                <p:cNvPr id="19" name="文本框 174">
                  <a:extLst>
                    <a:ext uri="{FF2B5EF4-FFF2-40B4-BE49-F238E27FC236}">
                      <a16:creationId xmlns:a16="http://schemas.microsoft.com/office/drawing/2014/main" id="{132AB01F-6BA5-9AC3-8F98-DD8B79E50D30}"/>
                    </a:ext>
                  </a:extLst>
                </p:cNvPr>
                <p:cNvSpPr txBox="1"/>
                <p:nvPr>
                  <p:custDataLst>
                    <p:tags r:id="rId5"/>
                  </p:custDataLst>
                </p:nvPr>
              </p:nvSpPr>
              <p:spPr>
                <a:xfrm>
                  <a:off x="3743" y="6205"/>
                  <a:ext cx="656" cy="589"/>
                </a:xfrm>
                <a:prstGeom prst="rect">
                  <a:avLst/>
                </a:prstGeom>
                <a:noFill/>
              </p:spPr>
              <p:txBody>
                <a:bodyPr wrap="square" rtlCol="0">
                  <a:noAutofit/>
                </a:bodyPr>
                <a:lstStyle/>
                <a:p>
                  <a:r>
                    <a:rPr lang="en-US" altLang="zh-CN"/>
                    <a:t>+</a:t>
                  </a:r>
                </a:p>
              </p:txBody>
            </p:sp>
            <p:sp>
              <p:nvSpPr>
                <p:cNvPr id="20" name="文本框 175">
                  <a:extLst>
                    <a:ext uri="{FF2B5EF4-FFF2-40B4-BE49-F238E27FC236}">
                      <a16:creationId xmlns:a16="http://schemas.microsoft.com/office/drawing/2014/main" id="{7D1B26BB-3A89-AB7A-E6C6-3590B6325FFD}"/>
                    </a:ext>
                  </a:extLst>
                </p:cNvPr>
                <p:cNvSpPr txBox="1"/>
                <p:nvPr>
                  <p:custDataLst>
                    <p:tags r:id="rId6"/>
                  </p:custDataLst>
                </p:nvPr>
              </p:nvSpPr>
              <p:spPr>
                <a:xfrm>
                  <a:off x="3743" y="4344"/>
                  <a:ext cx="656" cy="589"/>
                </a:xfrm>
                <a:prstGeom prst="rect">
                  <a:avLst/>
                </a:prstGeom>
                <a:noFill/>
              </p:spPr>
              <p:txBody>
                <a:bodyPr wrap="square" rtlCol="0">
                  <a:noAutofit/>
                </a:bodyPr>
                <a:lstStyle/>
                <a:p>
                  <a:r>
                    <a:rPr lang="en-US" altLang="zh-CN"/>
                    <a:t>=</a:t>
                  </a:r>
                </a:p>
              </p:txBody>
            </p:sp>
            <p:sp>
              <p:nvSpPr>
                <p:cNvPr id="21" name="文本框 176">
                  <a:extLst>
                    <a:ext uri="{FF2B5EF4-FFF2-40B4-BE49-F238E27FC236}">
                      <a16:creationId xmlns:a16="http://schemas.microsoft.com/office/drawing/2014/main" id="{BEF46B7B-4242-B1DE-E8BB-A38F5A275C7B}"/>
                    </a:ext>
                  </a:extLst>
                </p:cNvPr>
                <p:cNvSpPr txBox="1"/>
                <p:nvPr/>
              </p:nvSpPr>
              <p:spPr>
                <a:xfrm>
                  <a:off x="3167" y="8245"/>
                  <a:ext cx="1808" cy="590"/>
                </a:xfrm>
                <a:prstGeom prst="rect">
                  <a:avLst/>
                </a:prstGeom>
                <a:noFill/>
              </p:spPr>
              <p:txBody>
                <a:bodyPr wrap="square" rtlCol="0">
                  <a:spAutoFit/>
                </a:bodyPr>
                <a:lstStyle/>
                <a:p>
                  <a:pPr algn="ctr"/>
                  <a:r>
                    <a:rPr lang="en-US" altLang="zh-CN" sz="1200"/>
                    <a:t>the</a:t>
                  </a:r>
                </a:p>
              </p:txBody>
            </p:sp>
          </p:grpSp>
        </p:grpSp>
        <p:sp>
          <p:nvSpPr>
            <p:cNvPr id="9" name="文本框 1">
              <a:extLst>
                <a:ext uri="{FF2B5EF4-FFF2-40B4-BE49-F238E27FC236}">
                  <a16:creationId xmlns:a16="http://schemas.microsoft.com/office/drawing/2014/main" id="{BB84BD20-74EA-F79D-911F-19EB9049879B}"/>
                </a:ext>
              </a:extLst>
            </p:cNvPr>
            <p:cNvSpPr txBox="1"/>
            <p:nvPr/>
          </p:nvSpPr>
          <p:spPr>
            <a:xfrm>
              <a:off x="198" y="6082"/>
              <a:ext cx="2613" cy="622"/>
            </a:xfrm>
            <a:prstGeom prst="rect">
              <a:avLst/>
            </a:prstGeom>
            <a:noFill/>
          </p:spPr>
          <p:txBody>
            <a:bodyPr wrap="square" rtlCol="0">
              <a:spAutoFit/>
            </a:bodyPr>
            <a:lstStyle/>
            <a:p>
              <a:pPr algn="ctr"/>
              <a:r>
                <a:rPr lang="en-US" altLang="zh-CN" dirty="0">
                  <a:latin typeface="Microsoft YaHei" panose="020B0503020204020204" pitchFamily="34" charset="-122"/>
                  <a:ea typeface="Microsoft YaHei" panose="020B0503020204020204" pitchFamily="34" charset="-122"/>
                </a:rPr>
                <a:t>token</a:t>
              </a:r>
              <a:r>
                <a:rPr lang="zh-CN" altLang="en-US" dirty="0">
                  <a:latin typeface="Microsoft YaHei" panose="020B0503020204020204" pitchFamily="34" charset="-122"/>
                  <a:ea typeface="Microsoft YaHei" panose="020B0503020204020204" pitchFamily="34" charset="-122"/>
                </a:rPr>
                <a:t>向量</a:t>
              </a:r>
              <a:endParaRPr lang="en-US" altLang="zh-CN" dirty="0">
                <a:latin typeface="Microsoft YaHei" panose="020B0503020204020204" pitchFamily="34" charset="-122"/>
                <a:ea typeface="Microsoft YaHei" panose="020B0503020204020204" pitchFamily="34" charset="-122"/>
              </a:endParaRPr>
            </a:p>
          </p:txBody>
        </p:sp>
        <p:sp>
          <p:nvSpPr>
            <p:cNvPr id="10" name="文本框 2">
              <a:extLst>
                <a:ext uri="{FF2B5EF4-FFF2-40B4-BE49-F238E27FC236}">
                  <a16:creationId xmlns:a16="http://schemas.microsoft.com/office/drawing/2014/main" id="{36E53055-A1EA-01E2-657E-A6F1F3D6EB03}"/>
                </a:ext>
              </a:extLst>
            </p:cNvPr>
            <p:cNvSpPr txBox="1"/>
            <p:nvPr/>
          </p:nvSpPr>
          <p:spPr>
            <a:xfrm>
              <a:off x="198" y="4567"/>
              <a:ext cx="2613" cy="622"/>
            </a:xfrm>
            <a:prstGeom prst="rect">
              <a:avLst/>
            </a:prstGeom>
            <a:noFill/>
          </p:spPr>
          <p:txBody>
            <a:bodyPr wrap="square" rtlCol="0">
              <a:spAutoFit/>
            </a:bodyPr>
            <a:lstStyle/>
            <a:p>
              <a:pPr algn="ctr"/>
              <a:r>
                <a:rPr lang="zh-CN" altLang="en-US" dirty="0">
                  <a:latin typeface="Microsoft YaHei" panose="020B0503020204020204" pitchFamily="34" charset="-122"/>
                  <a:ea typeface="Microsoft YaHei" panose="020B0503020204020204" pitchFamily="34" charset="-122"/>
                </a:rPr>
                <a:t>位置编码</a:t>
              </a:r>
              <a:endParaRPr lang="en-US" altLang="zh-CN" dirty="0">
                <a:latin typeface="Microsoft YaHei" panose="020B0503020204020204" pitchFamily="34" charset="-122"/>
                <a:ea typeface="Microsoft YaHei" panose="020B0503020204020204" pitchFamily="34" charset="-122"/>
              </a:endParaRPr>
            </a:p>
          </p:txBody>
        </p:sp>
        <p:sp>
          <p:nvSpPr>
            <p:cNvPr id="11" name="文本框 3">
              <a:extLst>
                <a:ext uri="{FF2B5EF4-FFF2-40B4-BE49-F238E27FC236}">
                  <a16:creationId xmlns:a16="http://schemas.microsoft.com/office/drawing/2014/main" id="{AAD11E26-5DE6-6A29-52FF-4E35DA16A37C}"/>
                </a:ext>
              </a:extLst>
            </p:cNvPr>
            <p:cNvSpPr txBox="1"/>
            <p:nvPr/>
          </p:nvSpPr>
          <p:spPr>
            <a:xfrm>
              <a:off x="238" y="3065"/>
              <a:ext cx="2613" cy="622"/>
            </a:xfrm>
            <a:prstGeom prst="rect">
              <a:avLst/>
            </a:prstGeom>
            <a:noFill/>
          </p:spPr>
          <p:txBody>
            <a:bodyPr wrap="square" rtlCol="0">
              <a:spAutoFit/>
            </a:bodyPr>
            <a:lstStyle/>
            <a:p>
              <a:pPr algn="ctr"/>
              <a:r>
                <a:rPr lang="zh-CN" altLang="en-US" dirty="0">
                  <a:latin typeface="Microsoft YaHei" panose="020B0503020204020204" pitchFamily="34" charset="-122"/>
                  <a:ea typeface="Microsoft YaHei" panose="020B0503020204020204" pitchFamily="34" charset="-122"/>
                </a:rPr>
                <a:t>输入向量</a:t>
              </a:r>
              <a:endParaRPr lang="en-US" altLang="zh-CN" dirty="0">
                <a:latin typeface="Microsoft YaHei" panose="020B0503020204020204" pitchFamily="34" charset="-122"/>
                <a:ea typeface="Microsoft YaHei" panose="020B0503020204020204" pitchFamily="34" charset="-122"/>
              </a:endParaRPr>
            </a:p>
          </p:txBody>
        </p:sp>
      </p:grpSp>
    </p:spTree>
    <p:extLst>
      <p:ext uri="{BB962C8B-B14F-4D97-AF65-F5344CB8AC3E}">
        <p14:creationId xmlns:p14="http://schemas.microsoft.com/office/powerpoint/2010/main" val="186618790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BBD9ADF-5441-D28B-EEAB-C0B87EEC4DDF}"/>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96F77D2C-599B-8323-8E3E-1FF69C020BB1}"/>
              </a:ext>
            </a:extLst>
          </p:cNvPr>
          <p:cNvSpPr>
            <a:spLocks noGrp="1"/>
          </p:cNvSpPr>
          <p:nvPr>
            <p:ph type="title"/>
          </p:nvPr>
        </p:nvSpPr>
        <p:spPr>
          <a:xfrm>
            <a:off x="350439" y="144471"/>
            <a:ext cx="10515600" cy="475113"/>
          </a:xfrm>
        </p:spPr>
        <p:txBody>
          <a:bodyPr/>
          <a:lstStyle/>
          <a:p>
            <a:r>
              <a:rPr lang="en-US" altLang="zh-CN"/>
              <a:t>Tokens</a:t>
            </a:r>
            <a:endParaRPr lang="en-US"/>
          </a:p>
        </p:txBody>
      </p:sp>
      <p:sp>
        <p:nvSpPr>
          <p:cNvPr id="5" name="Content Placeholder 4">
            <a:extLst>
              <a:ext uri="{FF2B5EF4-FFF2-40B4-BE49-F238E27FC236}">
                <a16:creationId xmlns:a16="http://schemas.microsoft.com/office/drawing/2014/main" id="{4602E2FC-9B90-D60F-4D2A-4F3595B90770}"/>
              </a:ext>
            </a:extLst>
          </p:cNvPr>
          <p:cNvSpPr>
            <a:spLocks noGrp="1"/>
          </p:cNvSpPr>
          <p:nvPr>
            <p:ph idx="1"/>
          </p:nvPr>
        </p:nvSpPr>
        <p:spPr>
          <a:xfrm>
            <a:off x="657774" y="987972"/>
            <a:ext cx="10696026" cy="5188991"/>
          </a:xfrm>
        </p:spPr>
        <p:txBody>
          <a:bodyPr>
            <a:normAutofit lnSpcReduction="10000"/>
          </a:bodyPr>
          <a:lstStyle/>
          <a:p>
            <a:pPr indent="-457200">
              <a:lnSpc>
                <a:spcPct val="160000"/>
              </a:lnSpc>
              <a:spcBef>
                <a:spcPts val="0"/>
              </a:spcBef>
              <a:buFont typeface="Wingdings" panose="05000000000000000000" pitchFamily="2" charset="2"/>
              <a:buChar char="p"/>
            </a:pPr>
            <a:r>
              <a:rPr lang="en-US" altLang="zh-CN" dirty="0"/>
              <a:t>Transformer </a:t>
            </a:r>
            <a:r>
              <a:rPr lang="zh-CN" altLang="en-US" dirty="0"/>
              <a:t>的输入是一个向量序列（一个矩阵）</a:t>
            </a:r>
            <a:endParaRPr lang="en-US" altLang="zh-CN" dirty="0"/>
          </a:p>
          <a:p>
            <a:pPr indent="-457200">
              <a:lnSpc>
                <a:spcPct val="180000"/>
              </a:lnSpc>
              <a:spcBef>
                <a:spcPts val="0"/>
              </a:spcBef>
              <a:buFont typeface="Wingdings" panose="05000000000000000000" pitchFamily="2" charset="2"/>
              <a:buChar char="p"/>
            </a:pPr>
            <a:r>
              <a:rPr lang="zh-CN" altLang="en-US" dirty="0"/>
              <a:t>这些向量对应的是基本的输入单元 </a:t>
            </a:r>
            <a:r>
              <a:rPr lang="en-US" altLang="zh-CN" dirty="0"/>
              <a:t>—— Token</a:t>
            </a:r>
          </a:p>
          <a:p>
            <a:pPr lvl="2" indent="-457200">
              <a:lnSpc>
                <a:spcPct val="180000"/>
              </a:lnSpc>
              <a:spcBef>
                <a:spcPts val="0"/>
              </a:spcBef>
              <a:buFont typeface="Wingdings" panose="05000000000000000000" pitchFamily="2" charset="2"/>
              <a:buChar char="p"/>
            </a:pPr>
            <a:r>
              <a:rPr lang="zh-CN" altLang="en-US" dirty="0"/>
              <a:t>上节课讲过</a:t>
            </a:r>
            <a:r>
              <a:rPr lang="en-US" altLang="zh-CN" dirty="0"/>
              <a:t>Token</a:t>
            </a:r>
            <a:r>
              <a:rPr lang="zh-CN" altLang="en-US" dirty="0"/>
              <a:t>的向量应具有的特点</a:t>
            </a:r>
            <a:endParaRPr lang="en-US" altLang="zh-CN" dirty="0"/>
          </a:p>
          <a:p>
            <a:pPr indent="-457200">
              <a:lnSpc>
                <a:spcPct val="180000"/>
              </a:lnSpc>
              <a:spcBef>
                <a:spcPts val="0"/>
              </a:spcBef>
              <a:buFont typeface="Wingdings" panose="05000000000000000000" pitchFamily="2" charset="2"/>
              <a:buChar char="p"/>
            </a:pPr>
            <a:r>
              <a:rPr lang="en-US" altLang="zh-CN" dirty="0"/>
              <a:t>Token</a:t>
            </a:r>
            <a:r>
              <a:rPr lang="zh-CN" altLang="en-US" dirty="0"/>
              <a:t>是什么</a:t>
            </a:r>
            <a:r>
              <a:rPr lang="en-US" altLang="zh-CN" dirty="0"/>
              <a:t>?</a:t>
            </a:r>
          </a:p>
          <a:p>
            <a:pPr lvl="2" indent="-457200">
              <a:lnSpc>
                <a:spcPct val="180000"/>
              </a:lnSpc>
              <a:spcBef>
                <a:spcPts val="0"/>
              </a:spcBef>
              <a:buFont typeface="Wingdings" panose="05000000000000000000" pitchFamily="2" charset="2"/>
              <a:buChar char="p"/>
            </a:pPr>
            <a:r>
              <a:rPr lang="zh-CN" altLang="en-US" dirty="0"/>
              <a:t>文本中的一个基本单元（例如，单词、子词等）</a:t>
            </a:r>
          </a:p>
          <a:p>
            <a:pPr lvl="2" indent="-457200">
              <a:lnSpc>
                <a:spcPct val="180000"/>
              </a:lnSpc>
              <a:spcBef>
                <a:spcPts val="0"/>
              </a:spcBef>
              <a:buFont typeface="Wingdings" panose="05000000000000000000" pitchFamily="2" charset="2"/>
              <a:buChar char="p"/>
            </a:pPr>
            <a:r>
              <a:rPr lang="zh-CN" altLang="en-US" dirty="0"/>
              <a:t>图像的一块</a:t>
            </a:r>
          </a:p>
          <a:p>
            <a:pPr lvl="2" indent="-457200">
              <a:lnSpc>
                <a:spcPct val="180000"/>
              </a:lnSpc>
              <a:spcBef>
                <a:spcPts val="0"/>
              </a:spcBef>
              <a:buFont typeface="Wingdings" panose="05000000000000000000" pitchFamily="2" charset="2"/>
              <a:buChar char="p"/>
            </a:pPr>
            <a:r>
              <a:rPr lang="zh-CN" altLang="en-US" dirty="0"/>
              <a:t>基本概念</a:t>
            </a:r>
            <a:r>
              <a:rPr lang="en-US" altLang="zh-CN" dirty="0"/>
              <a:t>/</a:t>
            </a:r>
            <a:r>
              <a:rPr lang="zh-CN" altLang="en-US" dirty="0"/>
              <a:t>特征（例如，文本“苹果”是多个概念的组合，例如“红色”、“水果”、“球体”等）</a:t>
            </a:r>
          </a:p>
          <a:p>
            <a:pPr lvl="2" indent="-457200">
              <a:lnSpc>
                <a:spcPct val="180000"/>
              </a:lnSpc>
              <a:spcBef>
                <a:spcPts val="0"/>
              </a:spcBef>
              <a:buFont typeface="Wingdings" panose="05000000000000000000" pitchFamily="2" charset="2"/>
              <a:buChar char="p"/>
            </a:pPr>
            <a:r>
              <a:rPr lang="en-US" altLang="zh-CN" dirty="0"/>
              <a:t>……</a:t>
            </a:r>
          </a:p>
        </p:txBody>
      </p:sp>
    </p:spTree>
    <p:extLst>
      <p:ext uri="{BB962C8B-B14F-4D97-AF65-F5344CB8AC3E}">
        <p14:creationId xmlns:p14="http://schemas.microsoft.com/office/powerpoint/2010/main" val="420591439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8C80C6A-673B-5BCF-22D0-ECD192DCFBAF}"/>
              </a:ext>
            </a:extLst>
          </p:cNvPr>
          <p:cNvSpPr>
            <a:spLocks noGrp="1"/>
          </p:cNvSpPr>
          <p:nvPr>
            <p:ph type="title"/>
          </p:nvPr>
        </p:nvSpPr>
        <p:spPr/>
        <p:txBody>
          <a:bodyPr/>
          <a:lstStyle/>
          <a:p>
            <a:r>
              <a:rPr lang="zh-CN" altLang="en-US"/>
              <a:t>文本的</a:t>
            </a:r>
            <a:r>
              <a:rPr lang="en-US" altLang="zh-CN"/>
              <a:t>Tokens</a:t>
            </a:r>
            <a:endParaRPr lang="en-US"/>
          </a:p>
        </p:txBody>
      </p:sp>
      <p:sp>
        <p:nvSpPr>
          <p:cNvPr id="3" name="Content Placeholder 2">
            <a:extLst>
              <a:ext uri="{FF2B5EF4-FFF2-40B4-BE49-F238E27FC236}">
                <a16:creationId xmlns:a16="http://schemas.microsoft.com/office/drawing/2014/main" id="{1DB43C7E-4243-FC8F-A7C3-1BA1ADDAA129}"/>
              </a:ext>
            </a:extLst>
          </p:cNvPr>
          <p:cNvSpPr>
            <a:spLocks noGrp="1"/>
          </p:cNvSpPr>
          <p:nvPr>
            <p:ph idx="1"/>
          </p:nvPr>
        </p:nvSpPr>
        <p:spPr/>
        <p:txBody>
          <a:bodyPr>
            <a:normAutofit lnSpcReduction="10000"/>
          </a:bodyPr>
          <a:lstStyle/>
          <a:p>
            <a:pPr indent="-457200">
              <a:lnSpc>
                <a:spcPct val="160000"/>
              </a:lnSpc>
              <a:spcBef>
                <a:spcPts val="0"/>
              </a:spcBef>
              <a:buFont typeface="Wingdings" panose="05000000000000000000" pitchFamily="2" charset="2"/>
              <a:buChar char="p"/>
            </a:pPr>
            <a:r>
              <a:rPr lang="zh-CN" altLang="en-US" dirty="0"/>
              <a:t>词</a:t>
            </a:r>
            <a:r>
              <a:rPr lang="en-US" altLang="zh-CN" dirty="0"/>
              <a:t>Tokens</a:t>
            </a:r>
          </a:p>
          <a:p>
            <a:pPr lvl="1"/>
            <a:r>
              <a:rPr lang="zh-CN" altLang="en-US" dirty="0"/>
              <a:t>例如：”</a:t>
            </a:r>
            <a:r>
              <a:rPr lang="en-US" dirty="0"/>
              <a:t>Apple is red” → [”Apple”, “is”, ”red”]</a:t>
            </a:r>
          </a:p>
          <a:p>
            <a:pPr lvl="1"/>
            <a:r>
              <a:rPr lang="zh-CN" altLang="en-US" dirty="0"/>
              <a:t>优点：简单直观</a:t>
            </a:r>
          </a:p>
          <a:p>
            <a:pPr lvl="1"/>
            <a:r>
              <a:rPr lang="zh-CN" altLang="en-US" dirty="0"/>
              <a:t>缺点：词汇量大；难以理解生词</a:t>
            </a:r>
            <a:endParaRPr lang="en-US" dirty="0"/>
          </a:p>
          <a:p>
            <a:pPr indent="-457200">
              <a:lnSpc>
                <a:spcPct val="160000"/>
              </a:lnSpc>
              <a:spcBef>
                <a:spcPts val="0"/>
              </a:spcBef>
              <a:buFont typeface="Wingdings" panose="05000000000000000000" pitchFamily="2" charset="2"/>
              <a:buChar char="p"/>
            </a:pPr>
            <a:r>
              <a:rPr lang="zh-CN" altLang="en-US" dirty="0"/>
              <a:t>字</a:t>
            </a:r>
            <a:r>
              <a:rPr lang="en-US" altLang="zh-CN" dirty="0"/>
              <a:t>Tokens</a:t>
            </a:r>
          </a:p>
          <a:p>
            <a:pPr lvl="1"/>
            <a:r>
              <a:rPr lang="zh-CN" altLang="en-US" dirty="0"/>
              <a:t>例子</a:t>
            </a:r>
            <a:r>
              <a:rPr lang="en-US" altLang="zh-CN" dirty="0"/>
              <a:t>: ”Apple" → [”A", ”p", ”p", ”l", ”e"]</a:t>
            </a:r>
          </a:p>
          <a:p>
            <a:pPr lvl="1"/>
            <a:r>
              <a:rPr lang="zh-CN" altLang="en-US" dirty="0"/>
              <a:t>优点：可处理任何文本，包括拼写错误</a:t>
            </a:r>
          </a:p>
          <a:p>
            <a:pPr lvl="1"/>
            <a:r>
              <a:rPr lang="zh-CN" altLang="en-US" dirty="0"/>
              <a:t>缺点：序列较长；语义含义较少</a:t>
            </a:r>
            <a:endParaRPr lang="en-US" altLang="zh-CN" dirty="0"/>
          </a:p>
          <a:p>
            <a:pPr indent="-457200">
              <a:lnSpc>
                <a:spcPct val="170000"/>
              </a:lnSpc>
              <a:spcBef>
                <a:spcPts val="0"/>
              </a:spcBef>
              <a:buFont typeface="Wingdings" panose="05000000000000000000" pitchFamily="2" charset="2"/>
              <a:buChar char="p"/>
            </a:pPr>
            <a:r>
              <a:rPr lang="zh-CN" altLang="en-US" dirty="0"/>
              <a:t>子词</a:t>
            </a:r>
            <a:r>
              <a:rPr lang="en-US" altLang="zh-CN" dirty="0"/>
              <a:t>Tokens</a:t>
            </a:r>
          </a:p>
          <a:p>
            <a:pPr lvl="1"/>
            <a:r>
              <a:rPr lang="zh-CN" altLang="en-US" dirty="0"/>
              <a:t>例子</a:t>
            </a:r>
            <a:r>
              <a:rPr lang="en-US" altLang="zh-CN" dirty="0"/>
              <a:t>: "unhappiness" → ["un", "</a:t>
            </a:r>
            <a:r>
              <a:rPr lang="en-US" altLang="zh-CN" dirty="0" err="1"/>
              <a:t>happi</a:t>
            </a:r>
            <a:r>
              <a:rPr lang="en-US" altLang="zh-CN" dirty="0"/>
              <a:t>", "ness"]</a:t>
            </a:r>
          </a:p>
          <a:p>
            <a:pPr lvl="1"/>
            <a:r>
              <a:rPr lang="zh-CN" altLang="en-US" dirty="0"/>
              <a:t>优点：平衡词汇量和灵活性</a:t>
            </a:r>
          </a:p>
          <a:p>
            <a:pPr lvl="1"/>
            <a:r>
              <a:rPr lang="zh-CN" altLang="en-US" dirty="0"/>
              <a:t>缺点：需要标记化算法（例如 </a:t>
            </a:r>
            <a:r>
              <a:rPr lang="en-US" altLang="zh-CN" dirty="0" err="1"/>
              <a:t>WordPiece</a:t>
            </a:r>
            <a:r>
              <a:rPr lang="zh-CN" altLang="en-US" dirty="0"/>
              <a:t>、</a:t>
            </a:r>
            <a:r>
              <a:rPr lang="en-US" altLang="zh-CN" dirty="0"/>
              <a:t>BPE</a:t>
            </a:r>
            <a:r>
              <a:rPr lang="zh-CN" altLang="en-US" dirty="0"/>
              <a:t>）</a:t>
            </a:r>
            <a:endParaRPr lang="en-US" altLang="zh-CN" dirty="0"/>
          </a:p>
          <a:p>
            <a:pPr lvl="1"/>
            <a:endParaRPr lang="en-US" dirty="0"/>
          </a:p>
        </p:txBody>
      </p:sp>
      <p:grpSp>
        <p:nvGrpSpPr>
          <p:cNvPr id="11" name="Group 10">
            <a:extLst>
              <a:ext uri="{FF2B5EF4-FFF2-40B4-BE49-F238E27FC236}">
                <a16:creationId xmlns:a16="http://schemas.microsoft.com/office/drawing/2014/main" id="{351436E8-117B-3E71-3D74-20DF9E851688}"/>
              </a:ext>
            </a:extLst>
          </p:cNvPr>
          <p:cNvGrpSpPr/>
          <p:nvPr/>
        </p:nvGrpSpPr>
        <p:grpSpPr>
          <a:xfrm>
            <a:off x="6797626" y="1828900"/>
            <a:ext cx="5394374" cy="2550595"/>
            <a:chOff x="6096000" y="1219300"/>
            <a:chExt cx="6846570" cy="3237230"/>
          </a:xfrm>
        </p:grpSpPr>
        <p:sp>
          <p:nvSpPr>
            <p:cNvPr id="4" name="矩形 3">
              <a:extLst>
                <a:ext uri="{FF2B5EF4-FFF2-40B4-BE49-F238E27FC236}">
                  <a16:creationId xmlns:a16="http://schemas.microsoft.com/office/drawing/2014/main" id="{327ED55E-EDA8-81E6-8034-A9D57348E7B8}"/>
                </a:ext>
              </a:extLst>
            </p:cNvPr>
            <p:cNvSpPr/>
            <p:nvPr/>
          </p:nvSpPr>
          <p:spPr>
            <a:xfrm>
              <a:off x="8162925" y="1219300"/>
              <a:ext cx="2513330" cy="452120"/>
            </a:xfrm>
            <a:prstGeom prst="rect">
              <a:avLst/>
            </a:prstGeom>
            <a:solidFill>
              <a:schemeClr val="accent5">
                <a:lumMod val="20000"/>
                <a:lumOff val="80000"/>
              </a:schemeClr>
            </a:solidFill>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r>
                <a:rPr lang="en-US" altLang="zh-CN" sz="1400" dirty="0">
                  <a:solidFill>
                    <a:schemeClr val="tx1"/>
                  </a:solidFill>
                  <a:sym typeface="+mn-ea"/>
                </a:rPr>
                <a:t>"</a:t>
              </a:r>
              <a:r>
                <a:rPr lang="en-US" altLang="zh-CN" sz="1400" dirty="0">
                  <a:solidFill>
                    <a:schemeClr val="tx1"/>
                  </a:solidFill>
                </a:rPr>
                <a:t>This is an input text.</a:t>
              </a:r>
              <a:r>
                <a:rPr lang="en-US" altLang="zh-CN" sz="1400" dirty="0">
                  <a:solidFill>
                    <a:schemeClr val="tx1"/>
                  </a:solidFill>
                  <a:sym typeface="+mn-ea"/>
                </a:rPr>
                <a:t>"</a:t>
              </a:r>
            </a:p>
          </p:txBody>
        </p:sp>
        <p:sp>
          <p:nvSpPr>
            <p:cNvPr id="5" name="下箭头 4">
              <a:extLst>
                <a:ext uri="{FF2B5EF4-FFF2-40B4-BE49-F238E27FC236}">
                  <a16:creationId xmlns:a16="http://schemas.microsoft.com/office/drawing/2014/main" id="{BE650924-C8A8-5628-5A9E-B7171F010D3C}"/>
                </a:ext>
              </a:extLst>
            </p:cNvPr>
            <p:cNvSpPr/>
            <p:nvPr/>
          </p:nvSpPr>
          <p:spPr>
            <a:xfrm>
              <a:off x="9174480" y="1830805"/>
              <a:ext cx="468630" cy="795655"/>
            </a:xfrm>
            <a:prstGeom prst="downArrow">
              <a:avLst/>
            </a:prstGeom>
            <a:noFill/>
            <a:ln>
              <a:solidFill>
                <a:schemeClr val="tx1"/>
              </a:solid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zh-CN" altLang="en-US" sz="1400"/>
            </a:p>
          </p:txBody>
        </p:sp>
        <p:sp>
          <p:nvSpPr>
            <p:cNvPr id="6" name="矩形 6">
              <a:extLst>
                <a:ext uri="{FF2B5EF4-FFF2-40B4-BE49-F238E27FC236}">
                  <a16:creationId xmlns:a16="http://schemas.microsoft.com/office/drawing/2014/main" id="{05B8E187-2BFD-BA8A-7334-7E2B061BFE5C}"/>
                </a:ext>
              </a:extLst>
            </p:cNvPr>
            <p:cNvSpPr/>
            <p:nvPr/>
          </p:nvSpPr>
          <p:spPr>
            <a:xfrm>
              <a:off x="6155690" y="2785845"/>
              <a:ext cx="6506845" cy="1670685"/>
            </a:xfrm>
            <a:prstGeom prst="rect">
              <a:avLst/>
            </a:prstGeom>
            <a:solidFill>
              <a:schemeClr val="accent5">
                <a:lumMod val="20000"/>
                <a:lumOff val="80000"/>
              </a:schemeClr>
            </a:solidFill>
            <a:effectLst>
              <a:outerShdw blurRad="50800" dist="38100" dir="2700000" algn="tl" rotWithShape="0">
                <a:prstClr val="black">
                  <a:alpha val="40000"/>
                </a:prstClr>
              </a:outerShdw>
            </a:effectLst>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zh-CN" altLang="en-US" sz="1400"/>
            </a:p>
          </p:txBody>
        </p:sp>
        <p:sp>
          <p:nvSpPr>
            <p:cNvPr id="7" name="文本框 7">
              <a:extLst>
                <a:ext uri="{FF2B5EF4-FFF2-40B4-BE49-F238E27FC236}">
                  <a16:creationId xmlns:a16="http://schemas.microsoft.com/office/drawing/2014/main" id="{6ADF4D39-8F4E-ADC6-84C9-947165345258}"/>
                </a:ext>
              </a:extLst>
            </p:cNvPr>
            <p:cNvSpPr txBox="1"/>
            <p:nvPr/>
          </p:nvSpPr>
          <p:spPr>
            <a:xfrm>
              <a:off x="6261735" y="3054450"/>
              <a:ext cx="6506210" cy="384810"/>
            </a:xfrm>
            <a:prstGeom prst="rect">
              <a:avLst/>
            </a:prstGeom>
            <a:noFill/>
          </p:spPr>
          <p:txBody>
            <a:bodyPr wrap="square" rtlCol="0">
              <a:noAutofit/>
            </a:bodyPr>
            <a:lstStyle/>
            <a:p>
              <a:r>
                <a:rPr lang="en-US" altLang="zh-CN" sz="1400" dirty="0"/>
                <a:t>[CLS]       This          is          an         input        .          [SEP]</a:t>
              </a:r>
            </a:p>
          </p:txBody>
        </p:sp>
        <p:sp>
          <p:nvSpPr>
            <p:cNvPr id="8" name="文本框 8">
              <a:extLst>
                <a:ext uri="{FF2B5EF4-FFF2-40B4-BE49-F238E27FC236}">
                  <a16:creationId xmlns:a16="http://schemas.microsoft.com/office/drawing/2014/main" id="{0490ED29-4E44-D05F-89A5-18FFA427C5D4}"/>
                </a:ext>
              </a:extLst>
            </p:cNvPr>
            <p:cNvSpPr txBox="1"/>
            <p:nvPr/>
          </p:nvSpPr>
          <p:spPr>
            <a:xfrm>
              <a:off x="6261734" y="3867250"/>
              <a:ext cx="6680836" cy="425098"/>
            </a:xfrm>
            <a:prstGeom prst="rect">
              <a:avLst/>
            </a:prstGeom>
            <a:noFill/>
          </p:spPr>
          <p:txBody>
            <a:bodyPr wrap="square" rtlCol="0">
              <a:spAutoFit/>
            </a:bodyPr>
            <a:lstStyle/>
            <a:p>
              <a:r>
                <a:rPr lang="en-US" altLang="zh-CN" sz="1400" dirty="0"/>
                <a:t> 101        2023       2003     1037     7953     1012       102</a:t>
              </a:r>
            </a:p>
          </p:txBody>
        </p:sp>
        <p:cxnSp>
          <p:nvCxnSpPr>
            <p:cNvPr id="9" name="直接连接符 9">
              <a:extLst>
                <a:ext uri="{FF2B5EF4-FFF2-40B4-BE49-F238E27FC236}">
                  <a16:creationId xmlns:a16="http://schemas.microsoft.com/office/drawing/2014/main" id="{3151CB96-1D03-E72A-9DBD-D5AC81ECBAE7}"/>
                </a:ext>
              </a:extLst>
            </p:cNvPr>
            <p:cNvCxnSpPr>
              <a:stCxn id="6" idx="1"/>
              <a:endCxn id="6" idx="3"/>
            </p:cNvCxnSpPr>
            <p:nvPr/>
          </p:nvCxnSpPr>
          <p:spPr>
            <a:xfrm>
              <a:off x="6155690" y="3621505"/>
              <a:ext cx="6506845" cy="0"/>
            </a:xfrm>
            <a:prstGeom prst="line">
              <a:avLst/>
            </a:prstGeom>
            <a:effectLst>
              <a:outerShdw blurRad="50800" dist="38100" dir="2700000" algn="tl" rotWithShape="0">
                <a:prstClr val="black">
                  <a:alpha val="40000"/>
                </a:prstClr>
              </a:outerShdw>
            </a:effectLst>
          </p:spPr>
          <p:style>
            <a:lnRef idx="2">
              <a:schemeClr val="accent1"/>
            </a:lnRef>
            <a:fillRef idx="0">
              <a:srgbClr val="FFFFFF"/>
            </a:fillRef>
            <a:effectRef idx="0">
              <a:srgbClr val="FFFFFF"/>
            </a:effectRef>
            <a:fontRef idx="minor">
              <a:schemeClr val="tx1"/>
            </a:fontRef>
          </p:style>
        </p:cxnSp>
        <p:sp>
          <p:nvSpPr>
            <p:cNvPr id="10" name="文本框 12">
              <a:extLst>
                <a:ext uri="{FF2B5EF4-FFF2-40B4-BE49-F238E27FC236}">
                  <a16:creationId xmlns:a16="http://schemas.microsoft.com/office/drawing/2014/main" id="{DADC3570-4B07-0E28-AB33-586CF71B005A}"/>
                </a:ext>
              </a:extLst>
            </p:cNvPr>
            <p:cNvSpPr txBox="1"/>
            <p:nvPr/>
          </p:nvSpPr>
          <p:spPr>
            <a:xfrm>
              <a:off x="6096000" y="2324200"/>
              <a:ext cx="4064000" cy="461645"/>
            </a:xfrm>
            <a:prstGeom prst="rect">
              <a:avLst/>
            </a:prstGeom>
            <a:noFill/>
          </p:spPr>
          <p:txBody>
            <a:bodyPr wrap="square" rtlCol="0">
              <a:noAutofit/>
            </a:bodyPr>
            <a:lstStyle/>
            <a:p>
              <a:r>
                <a:rPr lang="en-US" altLang="zh-CN" sz="1600" b="1"/>
                <a:t>TOKENIZATION</a:t>
              </a:r>
            </a:p>
          </p:txBody>
        </p:sp>
      </p:grpSp>
    </p:spTree>
    <p:extLst>
      <p:ext uri="{BB962C8B-B14F-4D97-AF65-F5344CB8AC3E}">
        <p14:creationId xmlns:p14="http://schemas.microsoft.com/office/powerpoint/2010/main" val="247633747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785D82F-4B42-BC1E-8BF6-20E2EA917E9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A4CAC32-09AB-D70C-BB04-82CE88BFD740}"/>
              </a:ext>
            </a:extLst>
          </p:cNvPr>
          <p:cNvSpPr>
            <a:spLocks noGrp="1"/>
          </p:cNvSpPr>
          <p:nvPr>
            <p:ph type="title"/>
          </p:nvPr>
        </p:nvSpPr>
        <p:spPr/>
        <p:txBody>
          <a:bodyPr/>
          <a:lstStyle/>
          <a:p>
            <a:r>
              <a:rPr lang="zh-CN" altLang="en-US" dirty="0"/>
              <a:t>切分方法</a:t>
            </a:r>
            <a:endParaRPr lang="en-US" dirty="0"/>
          </a:p>
        </p:txBody>
      </p:sp>
      <p:sp>
        <p:nvSpPr>
          <p:cNvPr id="3" name="Content Placeholder 2">
            <a:extLst>
              <a:ext uri="{FF2B5EF4-FFF2-40B4-BE49-F238E27FC236}">
                <a16:creationId xmlns:a16="http://schemas.microsoft.com/office/drawing/2014/main" id="{65F68FDA-A510-ABD7-A548-0E4A3F33EC2C}"/>
              </a:ext>
            </a:extLst>
          </p:cNvPr>
          <p:cNvSpPr>
            <a:spLocks noGrp="1"/>
          </p:cNvSpPr>
          <p:nvPr>
            <p:ph idx="1"/>
          </p:nvPr>
        </p:nvSpPr>
        <p:spPr>
          <a:xfrm>
            <a:off x="657774" y="987972"/>
            <a:ext cx="4227264" cy="5188991"/>
          </a:xfrm>
        </p:spPr>
        <p:txBody>
          <a:bodyPr>
            <a:normAutofit/>
          </a:bodyPr>
          <a:lstStyle/>
          <a:p>
            <a:pPr indent="-457200">
              <a:lnSpc>
                <a:spcPct val="160000"/>
              </a:lnSpc>
              <a:spcBef>
                <a:spcPts val="0"/>
              </a:spcBef>
              <a:buFont typeface="Wingdings" panose="05000000000000000000" pitchFamily="2" charset="2"/>
              <a:buChar char="p"/>
            </a:pPr>
            <a:r>
              <a:rPr lang="en-US" dirty="0" err="1"/>
              <a:t>两种典型的</a:t>
            </a:r>
            <a:r>
              <a:rPr lang="zh-CN" altLang="en-US" dirty="0"/>
              <a:t>序列切分</a:t>
            </a:r>
            <a:r>
              <a:rPr lang="en-US" dirty="0" err="1"/>
              <a:t>方法</a:t>
            </a:r>
            <a:endParaRPr lang="en-US" dirty="0"/>
          </a:p>
          <a:p>
            <a:pPr lvl="2" indent="-457200">
              <a:lnSpc>
                <a:spcPct val="160000"/>
              </a:lnSpc>
              <a:spcBef>
                <a:spcPts val="0"/>
              </a:spcBef>
              <a:buFont typeface="Wingdings" panose="05000000000000000000" pitchFamily="2" charset="2"/>
              <a:buChar char="p"/>
            </a:pPr>
            <a:r>
              <a:rPr lang="en-US" dirty="0" err="1"/>
              <a:t>WordPiece</a:t>
            </a:r>
            <a:r>
              <a:rPr lang="zh-CN" altLang="en-US" dirty="0"/>
              <a:t> 和 </a:t>
            </a:r>
            <a:r>
              <a:rPr lang="en-US" altLang="zh-CN" dirty="0"/>
              <a:t>BPE</a:t>
            </a:r>
          </a:p>
          <a:p>
            <a:pPr lvl="2" indent="-457200">
              <a:lnSpc>
                <a:spcPct val="160000"/>
              </a:lnSpc>
              <a:spcBef>
                <a:spcPts val="0"/>
              </a:spcBef>
              <a:buFont typeface="Wingdings" panose="05000000000000000000" pitchFamily="2" charset="2"/>
              <a:buChar char="p"/>
            </a:pPr>
            <a:r>
              <a:rPr lang="en-US" dirty="0" err="1"/>
              <a:t>二者均基于统计方法</a:t>
            </a:r>
            <a:r>
              <a:rPr lang="zh-CN" altLang="en-US" dirty="0"/>
              <a:t>，衡量相邻字符的关联强弱</a:t>
            </a:r>
            <a:endParaRPr lang="en-US" dirty="0"/>
          </a:p>
          <a:p>
            <a:pPr lvl="1" indent="-457200">
              <a:lnSpc>
                <a:spcPct val="160000"/>
              </a:lnSpc>
              <a:spcBef>
                <a:spcPts val="0"/>
              </a:spcBef>
              <a:buFont typeface="Wingdings" panose="05000000000000000000" pitchFamily="2" charset="2"/>
              <a:buChar char="p"/>
            </a:pPr>
            <a:endParaRPr lang="en-US" dirty="0"/>
          </a:p>
          <a:p>
            <a:pPr indent="-457200">
              <a:lnSpc>
                <a:spcPct val="160000"/>
              </a:lnSpc>
              <a:spcBef>
                <a:spcPts val="0"/>
              </a:spcBef>
              <a:buFont typeface="Wingdings" panose="05000000000000000000" pitchFamily="2" charset="2"/>
              <a:buChar char="p"/>
            </a:pPr>
            <a:r>
              <a:rPr lang="en-US" dirty="0" err="1"/>
              <a:t>接下来以BPE为例</a:t>
            </a:r>
            <a:r>
              <a:rPr lang="zh-CN" altLang="en-US" dirty="0"/>
              <a:t>，介绍</a:t>
            </a:r>
            <a:r>
              <a:rPr lang="en-US" altLang="zh-CN" dirty="0"/>
              <a:t>Token</a:t>
            </a:r>
            <a:r>
              <a:rPr lang="zh-CN" altLang="en-US" dirty="0"/>
              <a:t>的切分方法</a:t>
            </a:r>
            <a:endParaRPr lang="en-US" dirty="0"/>
          </a:p>
        </p:txBody>
      </p:sp>
      <p:grpSp>
        <p:nvGrpSpPr>
          <p:cNvPr id="38" name="Group 37">
            <a:extLst>
              <a:ext uri="{FF2B5EF4-FFF2-40B4-BE49-F238E27FC236}">
                <a16:creationId xmlns:a16="http://schemas.microsoft.com/office/drawing/2014/main" id="{3B41C77C-EB1B-8C30-742D-0C71F72FBB61}"/>
              </a:ext>
            </a:extLst>
          </p:cNvPr>
          <p:cNvGrpSpPr/>
          <p:nvPr/>
        </p:nvGrpSpPr>
        <p:grpSpPr>
          <a:xfrm>
            <a:off x="5185201" y="1504555"/>
            <a:ext cx="2561570" cy="4106109"/>
            <a:chOff x="5185201" y="1504555"/>
            <a:chExt cx="2561570" cy="4106109"/>
          </a:xfrm>
        </p:grpSpPr>
        <p:cxnSp>
          <p:nvCxnSpPr>
            <p:cNvPr id="4" name="直接箭头连接符 18">
              <a:extLst>
                <a:ext uri="{FF2B5EF4-FFF2-40B4-BE49-F238E27FC236}">
                  <a16:creationId xmlns:a16="http://schemas.microsoft.com/office/drawing/2014/main" id="{244D5927-D22E-1B7F-439F-0C4569D2DBEB}"/>
                </a:ext>
              </a:extLst>
            </p:cNvPr>
            <p:cNvCxnSpPr>
              <a:stCxn id="11" idx="2"/>
              <a:endCxn id="12" idx="0"/>
            </p:cNvCxnSpPr>
            <p:nvPr/>
          </p:nvCxnSpPr>
          <p:spPr>
            <a:xfrm>
              <a:off x="6381437" y="3938957"/>
              <a:ext cx="0" cy="235515"/>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5" name="直接箭头连接符 33">
              <a:extLst>
                <a:ext uri="{FF2B5EF4-FFF2-40B4-BE49-F238E27FC236}">
                  <a16:creationId xmlns:a16="http://schemas.microsoft.com/office/drawing/2014/main" id="{F203AB3C-37F6-6547-293A-F974160750A5}"/>
                </a:ext>
              </a:extLst>
            </p:cNvPr>
            <p:cNvCxnSpPr>
              <a:stCxn id="12" idx="2"/>
              <a:endCxn id="17" idx="0"/>
            </p:cNvCxnSpPr>
            <p:nvPr/>
          </p:nvCxnSpPr>
          <p:spPr>
            <a:xfrm>
              <a:off x="6381437" y="4944823"/>
              <a:ext cx="0" cy="388842"/>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grpSp>
          <p:nvGrpSpPr>
            <p:cNvPr id="6" name="组合 38">
              <a:extLst>
                <a:ext uri="{FF2B5EF4-FFF2-40B4-BE49-F238E27FC236}">
                  <a16:creationId xmlns:a16="http://schemas.microsoft.com/office/drawing/2014/main" id="{AD95BBAF-1313-0F22-FE03-EF744F5089CF}"/>
                </a:ext>
              </a:extLst>
            </p:cNvPr>
            <p:cNvGrpSpPr/>
            <p:nvPr/>
          </p:nvGrpSpPr>
          <p:grpSpPr>
            <a:xfrm>
              <a:off x="5185201" y="1504555"/>
              <a:ext cx="2561570" cy="4106109"/>
              <a:chOff x="1917004" y="804806"/>
              <a:chExt cx="2561570" cy="4106109"/>
            </a:xfrm>
          </p:grpSpPr>
          <p:sp>
            <p:nvSpPr>
              <p:cNvPr id="7" name="文本框 3">
                <a:extLst>
                  <a:ext uri="{FF2B5EF4-FFF2-40B4-BE49-F238E27FC236}">
                    <a16:creationId xmlns:a16="http://schemas.microsoft.com/office/drawing/2014/main" id="{92BD80CB-F766-EA1C-C0D6-6C918138D423}"/>
                  </a:ext>
                </a:extLst>
              </p:cNvPr>
              <p:cNvSpPr txBox="1"/>
              <p:nvPr/>
            </p:nvSpPr>
            <p:spPr>
              <a:xfrm>
                <a:off x="2580884" y="804806"/>
                <a:ext cx="1064712" cy="276999"/>
              </a:xfrm>
              <a:prstGeom prst="rect">
                <a:avLst/>
              </a:prstGeom>
              <a:noFill/>
              <a:ln>
                <a:solidFill>
                  <a:schemeClr val="tx1"/>
                </a:solidFill>
              </a:ln>
            </p:spPr>
            <p:txBody>
              <a:bodyPr wrap="square" rtlCol="0">
                <a:spAutoFit/>
              </a:bodyPr>
              <a:lstStyle/>
              <a:p>
                <a:pPr algn="ctr"/>
                <a:r>
                  <a:rPr lang="zh-CN" altLang="en-US" sz="1200" dirty="0"/>
                  <a:t>初始化词表</a:t>
                </a:r>
              </a:p>
            </p:txBody>
          </p:sp>
          <p:sp>
            <p:nvSpPr>
              <p:cNvPr id="8" name="文本框 4">
                <a:extLst>
                  <a:ext uri="{FF2B5EF4-FFF2-40B4-BE49-F238E27FC236}">
                    <a16:creationId xmlns:a16="http://schemas.microsoft.com/office/drawing/2014/main" id="{99A7C3BB-20CE-2CFB-5230-849343F02137}"/>
                  </a:ext>
                </a:extLst>
              </p:cNvPr>
              <p:cNvSpPr txBox="1"/>
              <p:nvPr/>
            </p:nvSpPr>
            <p:spPr>
              <a:xfrm>
                <a:off x="2273996" y="1320648"/>
                <a:ext cx="1678488" cy="276999"/>
              </a:xfrm>
              <a:prstGeom prst="rect">
                <a:avLst/>
              </a:prstGeom>
              <a:noFill/>
              <a:ln>
                <a:solidFill>
                  <a:schemeClr val="tx1"/>
                </a:solidFill>
              </a:ln>
            </p:spPr>
            <p:txBody>
              <a:bodyPr wrap="square" rtlCol="0">
                <a:spAutoFit/>
              </a:bodyPr>
              <a:lstStyle/>
              <a:p>
                <a:pPr algn="ctr"/>
                <a:r>
                  <a:rPr lang="zh-CN" altLang="en-US" sz="1200" dirty="0"/>
                  <a:t>拆分词汇为字符</a:t>
                </a:r>
              </a:p>
            </p:txBody>
          </p:sp>
          <p:sp>
            <p:nvSpPr>
              <p:cNvPr id="9" name="文本框 5">
                <a:extLst>
                  <a:ext uri="{FF2B5EF4-FFF2-40B4-BE49-F238E27FC236}">
                    <a16:creationId xmlns:a16="http://schemas.microsoft.com/office/drawing/2014/main" id="{92921DB2-4268-90FC-728F-5ABF08199D1A}"/>
                  </a:ext>
                </a:extLst>
              </p:cNvPr>
              <p:cNvSpPr txBox="1"/>
              <p:nvPr/>
            </p:nvSpPr>
            <p:spPr>
              <a:xfrm>
                <a:off x="1917004" y="1860115"/>
                <a:ext cx="2392472" cy="276999"/>
              </a:xfrm>
              <a:prstGeom prst="rect">
                <a:avLst/>
              </a:prstGeom>
              <a:noFill/>
              <a:ln>
                <a:solidFill>
                  <a:schemeClr val="tx1"/>
                </a:solidFill>
              </a:ln>
            </p:spPr>
            <p:txBody>
              <a:bodyPr wrap="square" rtlCol="0">
                <a:spAutoFit/>
              </a:bodyPr>
              <a:lstStyle/>
              <a:p>
                <a:pPr algn="ctr"/>
                <a:r>
                  <a:rPr lang="zh-CN" altLang="en-US" sz="1200" dirty="0"/>
                  <a:t>计算所有相邻子词对的互信息</a:t>
                </a:r>
              </a:p>
            </p:txBody>
          </p:sp>
          <p:sp>
            <p:nvSpPr>
              <p:cNvPr id="10" name="文本框 6">
                <a:extLst>
                  <a:ext uri="{FF2B5EF4-FFF2-40B4-BE49-F238E27FC236}">
                    <a16:creationId xmlns:a16="http://schemas.microsoft.com/office/drawing/2014/main" id="{159D85A0-236D-70EB-B845-B6F0C784F945}"/>
                  </a:ext>
                </a:extLst>
              </p:cNvPr>
              <p:cNvSpPr txBox="1"/>
              <p:nvPr/>
            </p:nvSpPr>
            <p:spPr>
              <a:xfrm>
                <a:off x="2230155" y="2449695"/>
                <a:ext cx="1766170" cy="276999"/>
              </a:xfrm>
              <a:prstGeom prst="rect">
                <a:avLst/>
              </a:prstGeom>
              <a:noFill/>
              <a:ln>
                <a:solidFill>
                  <a:schemeClr val="tx1"/>
                </a:solidFill>
              </a:ln>
            </p:spPr>
            <p:txBody>
              <a:bodyPr wrap="square" rtlCol="0">
                <a:spAutoFit/>
              </a:bodyPr>
              <a:lstStyle/>
              <a:p>
                <a:r>
                  <a:rPr lang="zh-CN" altLang="en-US" sz="1200" dirty="0"/>
                  <a:t>合并最高互信息子词对</a:t>
                </a:r>
              </a:p>
            </p:txBody>
          </p:sp>
          <p:sp>
            <p:nvSpPr>
              <p:cNvPr id="11" name="文本框 7">
                <a:extLst>
                  <a:ext uri="{FF2B5EF4-FFF2-40B4-BE49-F238E27FC236}">
                    <a16:creationId xmlns:a16="http://schemas.microsoft.com/office/drawing/2014/main" id="{042954A3-209A-8CFF-C101-57177D73BE70}"/>
                  </a:ext>
                </a:extLst>
              </p:cNvPr>
              <p:cNvSpPr txBox="1"/>
              <p:nvPr/>
            </p:nvSpPr>
            <p:spPr>
              <a:xfrm>
                <a:off x="2552700" y="2962209"/>
                <a:ext cx="1121080" cy="276999"/>
              </a:xfrm>
              <a:prstGeom prst="rect">
                <a:avLst/>
              </a:prstGeom>
              <a:noFill/>
              <a:ln>
                <a:solidFill>
                  <a:schemeClr val="tx1"/>
                </a:solidFill>
              </a:ln>
            </p:spPr>
            <p:txBody>
              <a:bodyPr wrap="square" rtlCol="0">
                <a:spAutoFit/>
              </a:bodyPr>
              <a:lstStyle/>
              <a:p>
                <a:pPr algn="ctr"/>
                <a:r>
                  <a:rPr lang="zh-CN" altLang="en-US" sz="1200" dirty="0"/>
                  <a:t>更新词表</a:t>
                </a:r>
              </a:p>
            </p:txBody>
          </p:sp>
          <p:sp>
            <p:nvSpPr>
              <p:cNvPr id="12" name="流程图: 决策 8">
                <a:extLst>
                  <a:ext uri="{FF2B5EF4-FFF2-40B4-BE49-F238E27FC236}">
                    <a16:creationId xmlns:a16="http://schemas.microsoft.com/office/drawing/2014/main" id="{BD96E810-C637-443E-22C7-6688BB9C1CAB}"/>
                  </a:ext>
                </a:extLst>
              </p:cNvPr>
              <p:cNvSpPr/>
              <p:nvPr/>
            </p:nvSpPr>
            <p:spPr>
              <a:xfrm>
                <a:off x="2261470" y="3474723"/>
                <a:ext cx="1703540" cy="770351"/>
              </a:xfrm>
              <a:prstGeom prst="flowChartDecision">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200" dirty="0">
                    <a:solidFill>
                      <a:schemeClr val="tx1"/>
                    </a:solidFill>
                  </a:rPr>
                  <a:t>是否达到目标词表大小</a:t>
                </a:r>
              </a:p>
            </p:txBody>
          </p:sp>
          <p:cxnSp>
            <p:nvCxnSpPr>
              <p:cNvPr id="13" name="直接箭头连接符 10">
                <a:extLst>
                  <a:ext uri="{FF2B5EF4-FFF2-40B4-BE49-F238E27FC236}">
                    <a16:creationId xmlns:a16="http://schemas.microsoft.com/office/drawing/2014/main" id="{9D75F93D-D689-D33A-CD29-02B439213E7F}"/>
                  </a:ext>
                </a:extLst>
              </p:cNvPr>
              <p:cNvCxnSpPr>
                <a:stCxn id="7" idx="2"/>
                <a:endCxn id="8" idx="0"/>
              </p:cNvCxnSpPr>
              <p:nvPr/>
            </p:nvCxnSpPr>
            <p:spPr>
              <a:xfrm>
                <a:off x="3113240" y="1081805"/>
                <a:ext cx="0" cy="238843"/>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14" name="直接箭头连接符 12">
                <a:extLst>
                  <a:ext uri="{FF2B5EF4-FFF2-40B4-BE49-F238E27FC236}">
                    <a16:creationId xmlns:a16="http://schemas.microsoft.com/office/drawing/2014/main" id="{49124776-B6ED-AE27-B335-D1F6F73B22A4}"/>
                  </a:ext>
                </a:extLst>
              </p:cNvPr>
              <p:cNvCxnSpPr>
                <a:stCxn id="8" idx="2"/>
                <a:endCxn id="9" idx="0"/>
              </p:cNvCxnSpPr>
              <p:nvPr/>
            </p:nvCxnSpPr>
            <p:spPr>
              <a:xfrm>
                <a:off x="3113240" y="1597647"/>
                <a:ext cx="0" cy="262468"/>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15" name="直接箭头连接符 14">
                <a:extLst>
                  <a:ext uri="{FF2B5EF4-FFF2-40B4-BE49-F238E27FC236}">
                    <a16:creationId xmlns:a16="http://schemas.microsoft.com/office/drawing/2014/main" id="{606B1798-3BD0-C437-6844-CF526A8493FE}"/>
                  </a:ext>
                </a:extLst>
              </p:cNvPr>
              <p:cNvCxnSpPr>
                <a:stCxn id="9" idx="2"/>
                <a:endCxn id="10" idx="0"/>
              </p:cNvCxnSpPr>
              <p:nvPr/>
            </p:nvCxnSpPr>
            <p:spPr>
              <a:xfrm>
                <a:off x="3113240" y="2137114"/>
                <a:ext cx="0" cy="312581"/>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16" name="直接箭头连接符 16">
                <a:extLst>
                  <a:ext uri="{FF2B5EF4-FFF2-40B4-BE49-F238E27FC236}">
                    <a16:creationId xmlns:a16="http://schemas.microsoft.com/office/drawing/2014/main" id="{5F815DC8-17EE-D6ED-6A13-5AE86D80152B}"/>
                  </a:ext>
                </a:extLst>
              </p:cNvPr>
              <p:cNvCxnSpPr>
                <a:stCxn id="10" idx="2"/>
                <a:endCxn id="11" idx="0"/>
              </p:cNvCxnSpPr>
              <p:nvPr/>
            </p:nvCxnSpPr>
            <p:spPr>
              <a:xfrm>
                <a:off x="3113240" y="2726694"/>
                <a:ext cx="0" cy="235515"/>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
            <p:nvSpPr>
              <p:cNvPr id="17" name="文本框 31">
                <a:extLst>
                  <a:ext uri="{FF2B5EF4-FFF2-40B4-BE49-F238E27FC236}">
                    <a16:creationId xmlns:a16="http://schemas.microsoft.com/office/drawing/2014/main" id="{22759D50-7179-8E0B-E4F6-F71FED1D3684}"/>
                  </a:ext>
                </a:extLst>
              </p:cNvPr>
              <p:cNvSpPr txBox="1"/>
              <p:nvPr/>
            </p:nvSpPr>
            <p:spPr>
              <a:xfrm>
                <a:off x="2715538" y="4633916"/>
                <a:ext cx="795403" cy="276999"/>
              </a:xfrm>
              <a:prstGeom prst="rect">
                <a:avLst/>
              </a:prstGeom>
              <a:noFill/>
              <a:ln>
                <a:solidFill>
                  <a:schemeClr val="tx1"/>
                </a:solidFill>
              </a:ln>
            </p:spPr>
            <p:txBody>
              <a:bodyPr wrap="square" rtlCol="0">
                <a:spAutoFit/>
              </a:bodyPr>
              <a:lstStyle/>
              <a:p>
                <a:pPr algn="ctr"/>
                <a:r>
                  <a:rPr lang="zh-CN" altLang="en-US" sz="1200" dirty="0"/>
                  <a:t>结束</a:t>
                </a:r>
              </a:p>
            </p:txBody>
          </p:sp>
          <p:sp>
            <p:nvSpPr>
              <p:cNvPr id="18" name="文本框 34">
                <a:extLst>
                  <a:ext uri="{FF2B5EF4-FFF2-40B4-BE49-F238E27FC236}">
                    <a16:creationId xmlns:a16="http://schemas.microsoft.com/office/drawing/2014/main" id="{B584E0F4-4580-2ADC-3E09-0FAC2B348E45}"/>
                  </a:ext>
                </a:extLst>
              </p:cNvPr>
              <p:cNvSpPr txBox="1"/>
              <p:nvPr/>
            </p:nvSpPr>
            <p:spPr>
              <a:xfrm>
                <a:off x="2868460" y="4300995"/>
                <a:ext cx="482249" cy="276999"/>
              </a:xfrm>
              <a:prstGeom prst="rect">
                <a:avLst/>
              </a:prstGeom>
              <a:noFill/>
            </p:spPr>
            <p:txBody>
              <a:bodyPr wrap="square" rtlCol="0">
                <a:spAutoFit/>
              </a:bodyPr>
              <a:lstStyle/>
              <a:p>
                <a:r>
                  <a:rPr lang="en-US" altLang="zh-CN" sz="1200" dirty="0"/>
                  <a:t>Y</a:t>
                </a:r>
                <a:endParaRPr lang="zh-CN" altLang="en-US" sz="1200" dirty="0"/>
              </a:p>
            </p:txBody>
          </p:sp>
          <p:cxnSp>
            <p:nvCxnSpPr>
              <p:cNvPr id="19" name="连接符: 肘形 36">
                <a:extLst>
                  <a:ext uri="{FF2B5EF4-FFF2-40B4-BE49-F238E27FC236}">
                    <a16:creationId xmlns:a16="http://schemas.microsoft.com/office/drawing/2014/main" id="{4454A011-D674-B0CD-CB46-E6CE15B88CDB}"/>
                  </a:ext>
                </a:extLst>
              </p:cNvPr>
              <p:cNvCxnSpPr>
                <a:stCxn id="12" idx="3"/>
                <a:endCxn id="10" idx="3"/>
              </p:cNvCxnSpPr>
              <p:nvPr/>
            </p:nvCxnSpPr>
            <p:spPr>
              <a:xfrm flipV="1">
                <a:off x="3965010" y="2588195"/>
                <a:ext cx="31315" cy="1271704"/>
              </a:xfrm>
              <a:prstGeom prst="bentConnector3">
                <a:avLst>
                  <a:gd name="adj1" fmla="val 830002"/>
                </a:avLst>
              </a:prstGeom>
              <a:ln>
                <a:tailEnd type="triangle"/>
              </a:ln>
            </p:spPr>
            <p:style>
              <a:lnRef idx="1">
                <a:schemeClr val="dk1"/>
              </a:lnRef>
              <a:fillRef idx="0">
                <a:schemeClr val="dk1"/>
              </a:fillRef>
              <a:effectRef idx="0">
                <a:schemeClr val="dk1"/>
              </a:effectRef>
              <a:fontRef idx="minor">
                <a:schemeClr val="tx1"/>
              </a:fontRef>
            </p:style>
          </p:cxnSp>
          <p:sp>
            <p:nvSpPr>
              <p:cNvPr id="20" name="文本框 37">
                <a:extLst>
                  <a:ext uri="{FF2B5EF4-FFF2-40B4-BE49-F238E27FC236}">
                    <a16:creationId xmlns:a16="http://schemas.microsoft.com/office/drawing/2014/main" id="{8B33ECDE-3975-66A3-EC69-00F8C72BA08A}"/>
                  </a:ext>
                </a:extLst>
              </p:cNvPr>
              <p:cNvSpPr txBox="1"/>
              <p:nvPr/>
            </p:nvSpPr>
            <p:spPr>
              <a:xfrm>
                <a:off x="3996325" y="3100708"/>
                <a:ext cx="482249" cy="276999"/>
              </a:xfrm>
              <a:prstGeom prst="rect">
                <a:avLst/>
              </a:prstGeom>
              <a:noFill/>
            </p:spPr>
            <p:txBody>
              <a:bodyPr wrap="square" rtlCol="0">
                <a:spAutoFit/>
              </a:bodyPr>
              <a:lstStyle/>
              <a:p>
                <a:r>
                  <a:rPr lang="en-US" altLang="zh-CN" sz="1200" dirty="0"/>
                  <a:t>N</a:t>
                </a:r>
                <a:endParaRPr lang="zh-CN" altLang="en-US" sz="1200" dirty="0"/>
              </a:p>
            </p:txBody>
          </p:sp>
        </p:grpSp>
      </p:grpSp>
      <p:sp>
        <p:nvSpPr>
          <p:cNvPr id="21" name="TextBox 20">
            <a:extLst>
              <a:ext uri="{FF2B5EF4-FFF2-40B4-BE49-F238E27FC236}">
                <a16:creationId xmlns:a16="http://schemas.microsoft.com/office/drawing/2014/main" id="{169C9CE0-7604-4527-2841-88873AC2090B}"/>
              </a:ext>
            </a:extLst>
          </p:cNvPr>
          <p:cNvSpPr txBox="1"/>
          <p:nvPr/>
        </p:nvSpPr>
        <p:spPr>
          <a:xfrm>
            <a:off x="5820897" y="5883349"/>
            <a:ext cx="1309013" cy="369332"/>
          </a:xfrm>
          <a:prstGeom prst="rect">
            <a:avLst/>
          </a:prstGeom>
          <a:noFill/>
        </p:spPr>
        <p:txBody>
          <a:bodyPr wrap="none" rtlCol="0">
            <a:spAutoFit/>
          </a:bodyPr>
          <a:lstStyle/>
          <a:p>
            <a:r>
              <a:rPr lang="en-US" altLang="zh-CN" dirty="0" err="1"/>
              <a:t>W</a:t>
            </a:r>
            <a:r>
              <a:rPr lang="en-US" dirty="0" err="1"/>
              <a:t>ord</a:t>
            </a:r>
            <a:r>
              <a:rPr lang="en-US" altLang="zh-CN" dirty="0" err="1"/>
              <a:t>P</a:t>
            </a:r>
            <a:r>
              <a:rPr lang="en-US" dirty="0" err="1"/>
              <a:t>iece</a:t>
            </a:r>
            <a:endParaRPr lang="en-US" dirty="0"/>
          </a:p>
        </p:txBody>
      </p:sp>
      <p:cxnSp>
        <p:nvCxnSpPr>
          <p:cNvPr id="22" name="直接箭头连接符 58">
            <a:extLst>
              <a:ext uri="{FF2B5EF4-FFF2-40B4-BE49-F238E27FC236}">
                <a16:creationId xmlns:a16="http://schemas.microsoft.com/office/drawing/2014/main" id="{D7377846-1644-75A5-2AFC-65B457F7A906}"/>
              </a:ext>
            </a:extLst>
          </p:cNvPr>
          <p:cNvCxnSpPr>
            <a:stCxn id="28" idx="2"/>
            <a:endCxn id="29" idx="0"/>
          </p:cNvCxnSpPr>
          <p:nvPr/>
        </p:nvCxnSpPr>
        <p:spPr>
          <a:xfrm>
            <a:off x="9168014" y="5003205"/>
            <a:ext cx="0" cy="33046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grpSp>
        <p:nvGrpSpPr>
          <p:cNvPr id="23" name="组合 71">
            <a:extLst>
              <a:ext uri="{FF2B5EF4-FFF2-40B4-BE49-F238E27FC236}">
                <a16:creationId xmlns:a16="http://schemas.microsoft.com/office/drawing/2014/main" id="{06A094A6-312F-FC80-384E-BCBAE4FC5C99}"/>
              </a:ext>
            </a:extLst>
          </p:cNvPr>
          <p:cNvGrpSpPr/>
          <p:nvPr/>
        </p:nvGrpSpPr>
        <p:grpSpPr>
          <a:xfrm>
            <a:off x="8237959" y="1854230"/>
            <a:ext cx="2264074" cy="3756434"/>
            <a:chOff x="5755710" y="1171184"/>
            <a:chExt cx="2264074" cy="3756434"/>
          </a:xfrm>
        </p:grpSpPr>
        <p:sp>
          <p:nvSpPr>
            <p:cNvPr id="24" name="文本框 39">
              <a:extLst>
                <a:ext uri="{FF2B5EF4-FFF2-40B4-BE49-F238E27FC236}">
                  <a16:creationId xmlns:a16="http://schemas.microsoft.com/office/drawing/2014/main" id="{DC072836-683B-30FC-DAEB-6D80D0C64F97}"/>
                </a:ext>
              </a:extLst>
            </p:cNvPr>
            <p:cNvSpPr txBox="1"/>
            <p:nvPr/>
          </p:nvSpPr>
          <p:spPr>
            <a:xfrm>
              <a:off x="5899759" y="1171184"/>
              <a:ext cx="1572013" cy="276999"/>
            </a:xfrm>
            <a:prstGeom prst="rect">
              <a:avLst/>
            </a:prstGeom>
            <a:noFill/>
            <a:ln>
              <a:solidFill>
                <a:schemeClr val="tx1"/>
              </a:solidFill>
            </a:ln>
          </p:spPr>
          <p:txBody>
            <a:bodyPr wrap="square" rtlCol="0">
              <a:spAutoFit/>
            </a:bodyPr>
            <a:lstStyle/>
            <a:p>
              <a:pPr algn="ctr"/>
              <a:r>
                <a:rPr lang="zh-CN" altLang="en-US" sz="1200" dirty="0"/>
                <a:t>统计相邻字符对频率</a:t>
              </a:r>
            </a:p>
          </p:txBody>
        </p:sp>
        <p:sp>
          <p:nvSpPr>
            <p:cNvPr id="25" name="文本框 40">
              <a:extLst>
                <a:ext uri="{FF2B5EF4-FFF2-40B4-BE49-F238E27FC236}">
                  <a16:creationId xmlns:a16="http://schemas.microsoft.com/office/drawing/2014/main" id="{0A9F6A2D-FE4D-D793-7816-06DE2CC16591}"/>
                </a:ext>
              </a:extLst>
            </p:cNvPr>
            <p:cNvSpPr txBox="1"/>
            <p:nvPr/>
          </p:nvSpPr>
          <p:spPr>
            <a:xfrm>
              <a:off x="5755710" y="1746508"/>
              <a:ext cx="1866378" cy="276999"/>
            </a:xfrm>
            <a:prstGeom prst="rect">
              <a:avLst/>
            </a:prstGeom>
            <a:noFill/>
            <a:ln>
              <a:solidFill>
                <a:schemeClr val="tx1"/>
              </a:solidFill>
            </a:ln>
          </p:spPr>
          <p:txBody>
            <a:bodyPr wrap="square" rtlCol="0">
              <a:spAutoFit/>
            </a:bodyPr>
            <a:lstStyle/>
            <a:p>
              <a:pPr algn="ctr"/>
              <a:r>
                <a:rPr lang="zh-CN" altLang="en-US" sz="1200" dirty="0"/>
                <a:t>初始化词表（字符级）</a:t>
              </a:r>
            </a:p>
          </p:txBody>
        </p:sp>
        <p:sp>
          <p:nvSpPr>
            <p:cNvPr id="26" name="文本框 41">
              <a:extLst>
                <a:ext uri="{FF2B5EF4-FFF2-40B4-BE49-F238E27FC236}">
                  <a16:creationId xmlns:a16="http://schemas.microsoft.com/office/drawing/2014/main" id="{247AC51E-9B27-F1A3-429C-DAC6F9875AB3}"/>
                </a:ext>
              </a:extLst>
            </p:cNvPr>
            <p:cNvSpPr txBox="1"/>
            <p:nvPr/>
          </p:nvSpPr>
          <p:spPr>
            <a:xfrm>
              <a:off x="5865315" y="2292148"/>
              <a:ext cx="1640900" cy="276999"/>
            </a:xfrm>
            <a:prstGeom prst="rect">
              <a:avLst/>
            </a:prstGeom>
            <a:noFill/>
            <a:ln>
              <a:solidFill>
                <a:schemeClr val="tx1"/>
              </a:solidFill>
            </a:ln>
          </p:spPr>
          <p:txBody>
            <a:bodyPr wrap="square" rtlCol="0">
              <a:spAutoFit/>
            </a:bodyPr>
            <a:lstStyle/>
            <a:p>
              <a:pPr algn="ctr"/>
              <a:r>
                <a:rPr lang="zh-CN" altLang="en-US" sz="1200" dirty="0"/>
                <a:t>合并最高频字符对</a:t>
              </a:r>
            </a:p>
          </p:txBody>
        </p:sp>
        <p:sp>
          <p:nvSpPr>
            <p:cNvPr id="27" name="文本框 42">
              <a:extLst>
                <a:ext uri="{FF2B5EF4-FFF2-40B4-BE49-F238E27FC236}">
                  <a16:creationId xmlns:a16="http://schemas.microsoft.com/office/drawing/2014/main" id="{00CCF6E9-40D9-70C2-E504-71D6C53946D8}"/>
                </a:ext>
              </a:extLst>
            </p:cNvPr>
            <p:cNvSpPr txBox="1"/>
            <p:nvPr/>
          </p:nvSpPr>
          <p:spPr>
            <a:xfrm>
              <a:off x="6125225" y="2954322"/>
              <a:ext cx="1121080" cy="276999"/>
            </a:xfrm>
            <a:prstGeom prst="rect">
              <a:avLst/>
            </a:prstGeom>
            <a:noFill/>
            <a:ln>
              <a:solidFill>
                <a:schemeClr val="tx1"/>
              </a:solidFill>
            </a:ln>
          </p:spPr>
          <p:txBody>
            <a:bodyPr wrap="square" rtlCol="0">
              <a:spAutoFit/>
            </a:bodyPr>
            <a:lstStyle/>
            <a:p>
              <a:pPr algn="ctr"/>
              <a:r>
                <a:rPr lang="zh-CN" altLang="en-US" sz="1200" dirty="0"/>
                <a:t>更新词表</a:t>
              </a:r>
            </a:p>
          </p:txBody>
        </p:sp>
        <p:sp>
          <p:nvSpPr>
            <p:cNvPr id="28" name="流程图: 决策 43">
              <a:extLst>
                <a:ext uri="{FF2B5EF4-FFF2-40B4-BE49-F238E27FC236}">
                  <a16:creationId xmlns:a16="http://schemas.microsoft.com/office/drawing/2014/main" id="{8CF4A0B0-ECBA-D04F-4B5A-E92241136CD5}"/>
                </a:ext>
              </a:extLst>
            </p:cNvPr>
            <p:cNvSpPr/>
            <p:nvPr/>
          </p:nvSpPr>
          <p:spPr>
            <a:xfrm>
              <a:off x="5833995" y="3549808"/>
              <a:ext cx="1703540" cy="770351"/>
            </a:xfrm>
            <a:prstGeom prst="flowChartDecision">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200" dirty="0">
                  <a:solidFill>
                    <a:schemeClr val="tx1"/>
                  </a:solidFill>
                </a:rPr>
                <a:t>是否达到目标词表大小</a:t>
              </a:r>
            </a:p>
          </p:txBody>
        </p:sp>
        <p:sp>
          <p:nvSpPr>
            <p:cNvPr id="29" name="文本框 44">
              <a:extLst>
                <a:ext uri="{FF2B5EF4-FFF2-40B4-BE49-F238E27FC236}">
                  <a16:creationId xmlns:a16="http://schemas.microsoft.com/office/drawing/2014/main" id="{990020AA-871D-138F-BF11-4C9FA22EDCFC}"/>
                </a:ext>
              </a:extLst>
            </p:cNvPr>
            <p:cNvSpPr txBox="1"/>
            <p:nvPr/>
          </p:nvSpPr>
          <p:spPr>
            <a:xfrm>
              <a:off x="6288063" y="4650619"/>
              <a:ext cx="795403" cy="276999"/>
            </a:xfrm>
            <a:prstGeom prst="rect">
              <a:avLst/>
            </a:prstGeom>
            <a:noFill/>
            <a:ln>
              <a:solidFill>
                <a:schemeClr val="tx1"/>
              </a:solidFill>
            </a:ln>
          </p:spPr>
          <p:txBody>
            <a:bodyPr wrap="square" rtlCol="0">
              <a:spAutoFit/>
            </a:bodyPr>
            <a:lstStyle/>
            <a:p>
              <a:pPr algn="ctr"/>
              <a:r>
                <a:rPr lang="zh-CN" altLang="en-US" sz="1200" dirty="0"/>
                <a:t>结束</a:t>
              </a:r>
            </a:p>
          </p:txBody>
        </p:sp>
        <p:sp>
          <p:nvSpPr>
            <p:cNvPr id="30" name="文本框 45">
              <a:extLst>
                <a:ext uri="{FF2B5EF4-FFF2-40B4-BE49-F238E27FC236}">
                  <a16:creationId xmlns:a16="http://schemas.microsoft.com/office/drawing/2014/main" id="{4C392D01-8522-A020-67FD-0014193BA9BF}"/>
                </a:ext>
              </a:extLst>
            </p:cNvPr>
            <p:cNvSpPr txBox="1"/>
            <p:nvPr/>
          </p:nvSpPr>
          <p:spPr>
            <a:xfrm>
              <a:off x="6444639" y="4342123"/>
              <a:ext cx="482249" cy="276999"/>
            </a:xfrm>
            <a:prstGeom prst="rect">
              <a:avLst/>
            </a:prstGeom>
            <a:noFill/>
          </p:spPr>
          <p:txBody>
            <a:bodyPr wrap="square" rtlCol="0">
              <a:spAutoFit/>
            </a:bodyPr>
            <a:lstStyle/>
            <a:p>
              <a:r>
                <a:rPr lang="en-US" altLang="zh-CN" sz="1200" dirty="0"/>
                <a:t>Y</a:t>
              </a:r>
              <a:endParaRPr lang="zh-CN" altLang="en-US" sz="1200" dirty="0"/>
            </a:p>
          </p:txBody>
        </p:sp>
        <p:cxnSp>
          <p:nvCxnSpPr>
            <p:cNvPr id="31" name="直接箭头连接符 47">
              <a:extLst>
                <a:ext uri="{FF2B5EF4-FFF2-40B4-BE49-F238E27FC236}">
                  <a16:creationId xmlns:a16="http://schemas.microsoft.com/office/drawing/2014/main" id="{161289C5-E5F0-8305-36D6-E30511ECC562}"/>
                </a:ext>
              </a:extLst>
            </p:cNvPr>
            <p:cNvCxnSpPr>
              <a:stCxn id="24" idx="2"/>
              <a:endCxn id="25" idx="0"/>
            </p:cNvCxnSpPr>
            <p:nvPr/>
          </p:nvCxnSpPr>
          <p:spPr>
            <a:xfrm>
              <a:off x="6685766" y="1448183"/>
              <a:ext cx="3133" cy="298325"/>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32" name="直接箭头连接符 52">
              <a:extLst>
                <a:ext uri="{FF2B5EF4-FFF2-40B4-BE49-F238E27FC236}">
                  <a16:creationId xmlns:a16="http://schemas.microsoft.com/office/drawing/2014/main" id="{EC89C7C1-05B6-6905-739C-1AA109CB7656}"/>
                </a:ext>
              </a:extLst>
            </p:cNvPr>
            <p:cNvCxnSpPr>
              <a:stCxn id="25" idx="2"/>
              <a:endCxn id="26" idx="0"/>
            </p:cNvCxnSpPr>
            <p:nvPr/>
          </p:nvCxnSpPr>
          <p:spPr>
            <a:xfrm flipH="1">
              <a:off x="6685765" y="2023507"/>
              <a:ext cx="3134" cy="268641"/>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33" name="直接箭头连接符 54">
              <a:extLst>
                <a:ext uri="{FF2B5EF4-FFF2-40B4-BE49-F238E27FC236}">
                  <a16:creationId xmlns:a16="http://schemas.microsoft.com/office/drawing/2014/main" id="{77B31356-C9B0-69D7-2830-ABA4ADC2D394}"/>
                </a:ext>
              </a:extLst>
            </p:cNvPr>
            <p:cNvCxnSpPr>
              <a:stCxn id="26" idx="2"/>
              <a:endCxn id="27" idx="0"/>
            </p:cNvCxnSpPr>
            <p:nvPr/>
          </p:nvCxnSpPr>
          <p:spPr>
            <a:xfrm>
              <a:off x="6685765" y="2569147"/>
              <a:ext cx="0" cy="385175"/>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34" name="直接箭头连接符 56">
              <a:extLst>
                <a:ext uri="{FF2B5EF4-FFF2-40B4-BE49-F238E27FC236}">
                  <a16:creationId xmlns:a16="http://schemas.microsoft.com/office/drawing/2014/main" id="{EE5223DE-116B-7140-9FE8-C5E8C62084BD}"/>
                </a:ext>
              </a:extLst>
            </p:cNvPr>
            <p:cNvCxnSpPr>
              <a:stCxn id="27" idx="2"/>
              <a:endCxn id="28" idx="0"/>
            </p:cNvCxnSpPr>
            <p:nvPr/>
          </p:nvCxnSpPr>
          <p:spPr>
            <a:xfrm>
              <a:off x="6685765" y="3231321"/>
              <a:ext cx="0" cy="318487"/>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35" name="连接符: 肘形 69">
              <a:extLst>
                <a:ext uri="{FF2B5EF4-FFF2-40B4-BE49-F238E27FC236}">
                  <a16:creationId xmlns:a16="http://schemas.microsoft.com/office/drawing/2014/main" id="{5EFD3F81-7BE5-5594-BDA1-F325E2F7203C}"/>
                </a:ext>
              </a:extLst>
            </p:cNvPr>
            <p:cNvCxnSpPr>
              <a:stCxn id="28" idx="3"/>
              <a:endCxn id="26" idx="3"/>
            </p:cNvCxnSpPr>
            <p:nvPr/>
          </p:nvCxnSpPr>
          <p:spPr>
            <a:xfrm flipH="1" flipV="1">
              <a:off x="7506215" y="2430648"/>
              <a:ext cx="31320" cy="1504336"/>
            </a:xfrm>
            <a:prstGeom prst="bentConnector3">
              <a:avLst>
                <a:gd name="adj1" fmla="val -729885"/>
              </a:avLst>
            </a:prstGeom>
            <a:ln>
              <a:tailEnd type="triangle"/>
            </a:ln>
          </p:spPr>
          <p:style>
            <a:lnRef idx="1">
              <a:schemeClr val="dk1"/>
            </a:lnRef>
            <a:fillRef idx="0">
              <a:schemeClr val="dk1"/>
            </a:fillRef>
            <a:effectRef idx="0">
              <a:schemeClr val="dk1"/>
            </a:effectRef>
            <a:fontRef idx="minor">
              <a:schemeClr val="tx1"/>
            </a:fontRef>
          </p:style>
        </p:cxnSp>
        <p:sp>
          <p:nvSpPr>
            <p:cNvPr id="36" name="文本框 70">
              <a:extLst>
                <a:ext uri="{FF2B5EF4-FFF2-40B4-BE49-F238E27FC236}">
                  <a16:creationId xmlns:a16="http://schemas.microsoft.com/office/drawing/2014/main" id="{BA987AE7-340F-1243-212B-2842BA461C28}"/>
                </a:ext>
              </a:extLst>
            </p:cNvPr>
            <p:cNvSpPr txBox="1"/>
            <p:nvPr/>
          </p:nvSpPr>
          <p:spPr>
            <a:xfrm>
              <a:off x="7537535" y="2969514"/>
              <a:ext cx="482249" cy="276999"/>
            </a:xfrm>
            <a:prstGeom prst="rect">
              <a:avLst/>
            </a:prstGeom>
            <a:noFill/>
          </p:spPr>
          <p:txBody>
            <a:bodyPr wrap="square" rtlCol="0">
              <a:spAutoFit/>
            </a:bodyPr>
            <a:lstStyle/>
            <a:p>
              <a:r>
                <a:rPr lang="en-US" altLang="zh-CN" sz="1200" dirty="0"/>
                <a:t>N</a:t>
              </a:r>
              <a:endParaRPr lang="zh-CN" altLang="en-US" sz="1200" dirty="0"/>
            </a:p>
          </p:txBody>
        </p:sp>
      </p:grpSp>
      <p:sp>
        <p:nvSpPr>
          <p:cNvPr id="37" name="TextBox 36">
            <a:extLst>
              <a:ext uri="{FF2B5EF4-FFF2-40B4-BE49-F238E27FC236}">
                <a16:creationId xmlns:a16="http://schemas.microsoft.com/office/drawing/2014/main" id="{5DDEAD51-A39E-BC15-16DD-7B5FA3FD56D1}"/>
              </a:ext>
            </a:extLst>
          </p:cNvPr>
          <p:cNvSpPr txBox="1"/>
          <p:nvPr/>
        </p:nvSpPr>
        <p:spPr>
          <a:xfrm>
            <a:off x="8844846" y="5883349"/>
            <a:ext cx="646331" cy="369332"/>
          </a:xfrm>
          <a:prstGeom prst="rect">
            <a:avLst/>
          </a:prstGeom>
          <a:noFill/>
        </p:spPr>
        <p:txBody>
          <a:bodyPr wrap="none" rtlCol="0">
            <a:spAutoFit/>
          </a:bodyPr>
          <a:lstStyle/>
          <a:p>
            <a:r>
              <a:rPr lang="en-US" altLang="zh-CN" dirty="0"/>
              <a:t>BPE</a:t>
            </a:r>
            <a:endParaRPr lang="en-US" dirty="0"/>
          </a:p>
        </p:txBody>
      </p:sp>
    </p:spTree>
    <p:extLst>
      <p:ext uri="{BB962C8B-B14F-4D97-AF65-F5344CB8AC3E}">
        <p14:creationId xmlns:p14="http://schemas.microsoft.com/office/powerpoint/2010/main" val="177661126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BDE3271-F724-C91E-6A1C-D21D0E13E5AB}"/>
              </a:ext>
            </a:extLst>
          </p:cNvPr>
          <p:cNvSpPr>
            <a:spLocks noGrp="1"/>
          </p:cNvSpPr>
          <p:nvPr>
            <p:ph type="title"/>
          </p:nvPr>
        </p:nvSpPr>
        <p:spPr/>
        <p:txBody>
          <a:bodyPr/>
          <a:lstStyle/>
          <a:p>
            <a:r>
              <a:rPr lang="zh-CN" altLang="en-US" dirty="0"/>
              <a:t>字节对编码（</a:t>
            </a:r>
            <a:r>
              <a:rPr lang="en-US" dirty="0"/>
              <a:t>Byte-Pair </a:t>
            </a:r>
            <a:r>
              <a:rPr lang="en-US" dirty="0" err="1"/>
              <a:t>Encoding，BPE</a:t>
            </a:r>
            <a:r>
              <a:rPr lang="en-US" dirty="0"/>
              <a:t>）</a:t>
            </a:r>
            <a:r>
              <a:rPr lang="zh-CN" altLang="en-US" dirty="0"/>
              <a:t>切分</a:t>
            </a:r>
            <a:endParaRPr lang="en-US" dirty="0"/>
          </a:p>
        </p:txBody>
      </p:sp>
      <p:sp>
        <p:nvSpPr>
          <p:cNvPr id="3" name="Content Placeholder 2">
            <a:extLst>
              <a:ext uri="{FF2B5EF4-FFF2-40B4-BE49-F238E27FC236}">
                <a16:creationId xmlns:a16="http://schemas.microsoft.com/office/drawing/2014/main" id="{8A0B991D-89B1-14BA-E8BD-F72145E05098}"/>
              </a:ext>
            </a:extLst>
          </p:cNvPr>
          <p:cNvSpPr>
            <a:spLocks noGrp="1"/>
          </p:cNvSpPr>
          <p:nvPr>
            <p:ph idx="1"/>
          </p:nvPr>
        </p:nvSpPr>
        <p:spPr/>
        <p:txBody>
          <a:bodyPr>
            <a:normAutofit/>
          </a:bodyPr>
          <a:lstStyle/>
          <a:p>
            <a:pPr indent="-457200">
              <a:lnSpc>
                <a:spcPct val="160000"/>
              </a:lnSpc>
              <a:spcBef>
                <a:spcPts val="0"/>
              </a:spcBef>
              <a:buFont typeface="Wingdings" panose="05000000000000000000" pitchFamily="2" charset="2"/>
              <a:buChar char="p"/>
            </a:pPr>
            <a:r>
              <a:rPr lang="en-US" altLang="zh-CN" dirty="0"/>
              <a:t>BPE </a:t>
            </a:r>
            <a:r>
              <a:rPr lang="zh-CN" altLang="en-US" dirty="0"/>
              <a:t>是一种将输入序列分割成子词的切分算法</a:t>
            </a:r>
            <a:endParaRPr lang="en-US" altLang="zh-CN" dirty="0"/>
          </a:p>
          <a:p>
            <a:pPr lvl="1"/>
            <a:r>
              <a:rPr lang="zh-CN" altLang="en-US" dirty="0"/>
              <a:t>例如：</a:t>
            </a:r>
            <a:r>
              <a:rPr lang="en-US" altLang="zh-CN" dirty="0"/>
              <a:t>hugs</a:t>
            </a:r>
            <a:r>
              <a:rPr lang="zh-CN" altLang="en-US" dirty="0"/>
              <a:t> </a:t>
            </a:r>
            <a:r>
              <a:rPr lang="en-US" altLang="zh-CN" dirty="0"/>
              <a:t>-&gt;</a:t>
            </a:r>
            <a:r>
              <a:rPr lang="zh-CN" altLang="en-US" dirty="0"/>
              <a:t> </a:t>
            </a:r>
            <a:r>
              <a:rPr lang="en-US" altLang="zh-CN" dirty="0"/>
              <a:t>hug</a:t>
            </a:r>
            <a:r>
              <a:rPr lang="zh-CN" altLang="en-US" dirty="0"/>
              <a:t> </a:t>
            </a:r>
            <a:r>
              <a:rPr lang="en-US" altLang="zh-CN" dirty="0"/>
              <a:t>+</a:t>
            </a:r>
            <a:r>
              <a:rPr lang="zh-CN" altLang="en-US" dirty="0"/>
              <a:t> </a:t>
            </a:r>
            <a:r>
              <a:rPr lang="en-US" altLang="zh-CN" dirty="0"/>
              <a:t>s</a:t>
            </a:r>
          </a:p>
          <a:p>
            <a:pPr indent="-457200">
              <a:lnSpc>
                <a:spcPct val="160000"/>
              </a:lnSpc>
              <a:spcBef>
                <a:spcPts val="0"/>
              </a:spcBef>
              <a:buFont typeface="Wingdings" panose="05000000000000000000" pitchFamily="2" charset="2"/>
              <a:buChar char="p"/>
            </a:pPr>
            <a:r>
              <a:rPr lang="zh-CN" altLang="en-US" dirty="0"/>
              <a:t>训练</a:t>
            </a:r>
            <a:endParaRPr lang="en-US" altLang="zh-CN" dirty="0"/>
          </a:p>
          <a:p>
            <a:pPr lvl="1"/>
            <a:r>
              <a:rPr lang="zh-CN" altLang="en-US" dirty="0"/>
              <a:t>输入：语料库 </a:t>
            </a:r>
            <a:r>
              <a:rPr lang="en-US" altLang="zh-CN" dirty="0"/>
              <a:t>D</a:t>
            </a:r>
            <a:r>
              <a:rPr lang="zh-CN" altLang="en-US" dirty="0"/>
              <a:t>，预定义词汇量 </a:t>
            </a:r>
            <a:r>
              <a:rPr lang="en-US" altLang="zh-CN" dirty="0"/>
              <a:t>N</a:t>
            </a:r>
          </a:p>
          <a:p>
            <a:pPr lvl="1"/>
            <a:r>
              <a:rPr lang="zh-CN" altLang="en-US" dirty="0"/>
              <a:t>输出：一组合并规则 </a:t>
            </a:r>
            <a:r>
              <a:rPr lang="en-US" altLang="zh-CN" dirty="0"/>
              <a:t>R</a:t>
            </a:r>
          </a:p>
          <a:p>
            <a:pPr lvl="1"/>
            <a:r>
              <a:rPr lang="zh-CN" altLang="en-US" dirty="0"/>
              <a:t>从字母表开始，不断添加新的子词，直到词汇量达到预定义的大小 </a:t>
            </a:r>
            <a:r>
              <a:rPr lang="en-US" altLang="zh-CN" dirty="0"/>
              <a:t>N</a:t>
            </a:r>
            <a:endParaRPr lang="en-US" dirty="0"/>
          </a:p>
          <a:p>
            <a:pPr indent="-457200">
              <a:lnSpc>
                <a:spcPct val="160000"/>
              </a:lnSpc>
              <a:spcBef>
                <a:spcPts val="0"/>
              </a:spcBef>
              <a:buFont typeface="Wingdings" panose="05000000000000000000" pitchFamily="2" charset="2"/>
              <a:buChar char="p"/>
            </a:pPr>
            <a:r>
              <a:rPr lang="zh-CN" altLang="en-US" dirty="0"/>
              <a:t>分词</a:t>
            </a:r>
            <a:endParaRPr lang="en-US" altLang="zh-CN" dirty="0"/>
          </a:p>
          <a:p>
            <a:pPr lvl="1"/>
            <a:r>
              <a:rPr lang="zh-CN" altLang="en-US" dirty="0"/>
              <a:t>将单词拆分成字母，然后应用学习到的合并规则来获取子单词</a:t>
            </a:r>
            <a:endParaRPr lang="en-US" dirty="0"/>
          </a:p>
        </p:txBody>
      </p:sp>
    </p:spTree>
    <p:extLst>
      <p:ext uri="{BB962C8B-B14F-4D97-AF65-F5344CB8AC3E}">
        <p14:creationId xmlns:p14="http://schemas.microsoft.com/office/powerpoint/2010/main" val="28042001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E44DD5B-8F9F-C26D-0BFE-E5C199C787CA}"/>
              </a:ext>
            </a:extLst>
          </p:cNvPr>
          <p:cNvSpPr>
            <a:spLocks noGrp="1"/>
          </p:cNvSpPr>
          <p:nvPr>
            <p:ph type="title"/>
          </p:nvPr>
        </p:nvSpPr>
        <p:spPr/>
        <p:txBody>
          <a:bodyPr/>
          <a:lstStyle/>
          <a:p>
            <a:r>
              <a:rPr lang="en-US" altLang="zh-CN"/>
              <a:t>BPE</a:t>
            </a:r>
            <a:r>
              <a:rPr lang="zh-CN" altLang="en-US"/>
              <a:t>训练</a:t>
            </a:r>
            <a:endParaRPr lang="en-US"/>
          </a:p>
        </p:txBody>
      </p:sp>
      <p:sp>
        <p:nvSpPr>
          <p:cNvPr id="3" name="Content Placeholder 2">
            <a:extLst>
              <a:ext uri="{FF2B5EF4-FFF2-40B4-BE49-F238E27FC236}">
                <a16:creationId xmlns:a16="http://schemas.microsoft.com/office/drawing/2014/main" id="{9BE6B045-37AD-587C-30E3-A6015816A759}"/>
              </a:ext>
            </a:extLst>
          </p:cNvPr>
          <p:cNvSpPr>
            <a:spLocks noGrp="1"/>
          </p:cNvSpPr>
          <p:nvPr>
            <p:ph idx="1"/>
          </p:nvPr>
        </p:nvSpPr>
        <p:spPr/>
        <p:txBody>
          <a:bodyPr>
            <a:normAutofit/>
          </a:bodyPr>
          <a:lstStyle/>
          <a:p>
            <a:pPr indent="-457200">
              <a:lnSpc>
                <a:spcPct val="160000"/>
              </a:lnSpc>
              <a:spcBef>
                <a:spcPts val="0"/>
              </a:spcBef>
              <a:buFont typeface="Wingdings" panose="05000000000000000000" pitchFamily="2" charset="2"/>
              <a:buChar char="p"/>
            </a:pPr>
            <a:r>
              <a:rPr lang="zh-CN" altLang="en-US"/>
              <a:t>步骤 </a:t>
            </a:r>
            <a:r>
              <a:rPr lang="en-US" altLang="zh-CN"/>
              <a:t>1</a:t>
            </a:r>
            <a:r>
              <a:rPr lang="zh-CN" altLang="en-US"/>
              <a:t>：从字母表 </a:t>
            </a:r>
            <a:r>
              <a:rPr lang="en-US" altLang="zh-CN"/>
              <a:t>V </a:t>
            </a:r>
            <a:r>
              <a:rPr lang="zh-CN" altLang="en-US"/>
              <a:t>开始</a:t>
            </a:r>
          </a:p>
          <a:p>
            <a:pPr indent="-457200">
              <a:lnSpc>
                <a:spcPct val="160000"/>
              </a:lnSpc>
              <a:spcBef>
                <a:spcPts val="0"/>
              </a:spcBef>
              <a:buFont typeface="Wingdings" panose="05000000000000000000" pitchFamily="2" charset="2"/>
              <a:buChar char="p"/>
            </a:pPr>
            <a:r>
              <a:rPr lang="zh-CN" altLang="en-US"/>
              <a:t>步骤 </a:t>
            </a:r>
            <a:r>
              <a:rPr lang="en-US" altLang="zh-CN"/>
              <a:t>2</a:t>
            </a:r>
            <a:r>
              <a:rPr lang="zh-CN" altLang="en-US"/>
              <a:t>：对于 </a:t>
            </a:r>
            <a:r>
              <a:rPr lang="en-US" altLang="zh-CN"/>
              <a:t>V </a:t>
            </a:r>
            <a:r>
              <a:rPr lang="zh-CN" altLang="en-US"/>
              <a:t>中的每一对</a:t>
            </a:r>
            <a:r>
              <a:rPr lang="en-US" altLang="zh-CN"/>
              <a:t>token</a:t>
            </a:r>
            <a:r>
              <a:rPr lang="zh-CN" altLang="en-US"/>
              <a:t>，即 𝑤</a:t>
            </a:r>
            <a:r>
              <a:rPr lang="en-US" altLang="zh-CN"/>
              <a:t>1 </a:t>
            </a:r>
            <a:r>
              <a:rPr lang="zh-CN" altLang="en-US"/>
              <a:t>和 𝑤</a:t>
            </a:r>
            <a:r>
              <a:rPr lang="en-US" altLang="zh-CN"/>
              <a:t>2</a:t>
            </a:r>
            <a:r>
              <a:rPr lang="zh-CN" altLang="en-US"/>
              <a:t>，获取它们在语料库中的数量</a:t>
            </a:r>
          </a:p>
          <a:p>
            <a:pPr indent="-457200">
              <a:lnSpc>
                <a:spcPct val="160000"/>
              </a:lnSpc>
              <a:spcBef>
                <a:spcPts val="0"/>
              </a:spcBef>
              <a:buFont typeface="Wingdings" panose="05000000000000000000" pitchFamily="2" charset="2"/>
              <a:buChar char="p"/>
            </a:pPr>
            <a:r>
              <a:rPr lang="zh-CN" altLang="en-US"/>
              <a:t>步骤 </a:t>
            </a:r>
            <a:r>
              <a:rPr lang="en-US" altLang="zh-CN"/>
              <a:t>3</a:t>
            </a:r>
            <a:r>
              <a:rPr lang="zh-CN" altLang="en-US"/>
              <a:t>：找到计数最高的</a:t>
            </a:r>
            <a:r>
              <a:rPr lang="en-US" altLang="zh-CN"/>
              <a:t>token</a:t>
            </a:r>
            <a:r>
              <a:rPr lang="zh-CN" altLang="en-US"/>
              <a:t>对，将该对添加到词汇表 </a:t>
            </a:r>
            <a:r>
              <a:rPr lang="en-US" altLang="zh-CN"/>
              <a:t>V </a:t>
            </a:r>
            <a:r>
              <a:rPr lang="zh-CN" altLang="en-US"/>
              <a:t>中，同时向规则集 </a:t>
            </a:r>
            <a:r>
              <a:rPr lang="en-US" altLang="zh-CN"/>
              <a:t>R </a:t>
            </a:r>
            <a:r>
              <a:rPr lang="zh-CN" altLang="en-US"/>
              <a:t>添加合并规则“𝑤</a:t>
            </a:r>
            <a:r>
              <a:rPr lang="en-US" altLang="zh-CN"/>
              <a:t>1 𝑤2 -&gt; 𝑤1𝑤2”</a:t>
            </a:r>
          </a:p>
          <a:p>
            <a:pPr indent="-457200">
              <a:lnSpc>
                <a:spcPct val="160000"/>
              </a:lnSpc>
              <a:spcBef>
                <a:spcPts val="0"/>
              </a:spcBef>
              <a:buFont typeface="Wingdings" panose="05000000000000000000" pitchFamily="2" charset="2"/>
              <a:buChar char="p"/>
            </a:pPr>
            <a:r>
              <a:rPr lang="zh-CN" altLang="en-US"/>
              <a:t>步骤 </a:t>
            </a:r>
            <a:r>
              <a:rPr lang="en-US" altLang="zh-CN"/>
              <a:t>4</a:t>
            </a:r>
            <a:r>
              <a:rPr lang="zh-CN" altLang="en-US"/>
              <a:t>：重复步骤 </a:t>
            </a:r>
            <a:r>
              <a:rPr lang="en-US" altLang="zh-CN"/>
              <a:t>2 </a:t>
            </a:r>
            <a:r>
              <a:rPr lang="zh-CN" altLang="en-US"/>
              <a:t>和步骤 </a:t>
            </a:r>
            <a:r>
              <a:rPr lang="en-US" altLang="zh-CN"/>
              <a:t>3</a:t>
            </a:r>
            <a:r>
              <a:rPr lang="zh-CN" altLang="en-US"/>
              <a:t>，直到词汇表大小达到 </a:t>
            </a:r>
            <a:r>
              <a:rPr lang="en-US" altLang="zh-CN"/>
              <a:t>N</a:t>
            </a:r>
            <a:endParaRPr lang="en-US" altLang="en-US"/>
          </a:p>
        </p:txBody>
      </p:sp>
    </p:spTree>
    <p:extLst>
      <p:ext uri="{BB962C8B-B14F-4D97-AF65-F5344CB8AC3E}">
        <p14:creationId xmlns:p14="http://schemas.microsoft.com/office/powerpoint/2010/main" val="291664429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24BB819-0D13-A3C6-71C6-90FC13AE7823}"/>
              </a:ext>
            </a:extLst>
          </p:cNvPr>
          <p:cNvSpPr>
            <a:spLocks noGrp="1"/>
          </p:cNvSpPr>
          <p:nvPr>
            <p:ph type="title"/>
          </p:nvPr>
        </p:nvSpPr>
        <p:spPr/>
        <p:txBody>
          <a:bodyPr/>
          <a:lstStyle/>
          <a:p>
            <a:r>
              <a:rPr lang="en-US" altLang="zh-CN"/>
              <a:t>BPE</a:t>
            </a:r>
            <a:r>
              <a:rPr lang="zh-CN" altLang="en-US"/>
              <a:t>训练</a:t>
            </a:r>
            <a:endParaRPr lang="en-US"/>
          </a:p>
        </p:txBody>
      </p:sp>
      <p:sp>
        <p:nvSpPr>
          <p:cNvPr id="3" name="Content Placeholder 2">
            <a:extLst>
              <a:ext uri="{FF2B5EF4-FFF2-40B4-BE49-F238E27FC236}">
                <a16:creationId xmlns:a16="http://schemas.microsoft.com/office/drawing/2014/main" id="{1CCBEF9E-D24B-01B7-C1DA-A5EC0CA33EB3}"/>
              </a:ext>
            </a:extLst>
          </p:cNvPr>
          <p:cNvSpPr>
            <a:spLocks noGrp="1"/>
          </p:cNvSpPr>
          <p:nvPr>
            <p:ph idx="1"/>
          </p:nvPr>
        </p:nvSpPr>
        <p:spPr/>
        <p:txBody>
          <a:bodyPr>
            <a:normAutofit/>
          </a:bodyPr>
          <a:lstStyle/>
          <a:p>
            <a:pPr indent="-457200">
              <a:lnSpc>
                <a:spcPct val="160000"/>
              </a:lnSpc>
              <a:spcBef>
                <a:spcPts val="0"/>
              </a:spcBef>
              <a:buFont typeface="Wingdings" panose="05000000000000000000" pitchFamily="2" charset="2"/>
              <a:buChar char="p"/>
            </a:pPr>
            <a:r>
              <a:rPr lang="en-US" altLang="en-US" err="1"/>
              <a:t>语料库</a:t>
            </a:r>
            <a:r>
              <a:rPr lang="en-US" altLang="zh-CN"/>
              <a:t>:</a:t>
            </a:r>
            <a:r>
              <a:rPr lang="zh-CN" altLang="en-US"/>
              <a:t> </a:t>
            </a:r>
            <a:endParaRPr lang="en-US" altLang="zh-CN"/>
          </a:p>
          <a:p>
            <a:pPr marL="0" indent="0" algn="ctr">
              <a:buNone/>
            </a:pPr>
            <a:r>
              <a:rPr lang="en-US" altLang="zh-CN"/>
              <a:t>("hug", 10), ("pug", 5), ("pun", 12), ("bun", 4), ("hugs", 5)</a:t>
            </a:r>
          </a:p>
          <a:p>
            <a:pPr marL="0" indent="0" algn="ctr">
              <a:buNone/>
            </a:pPr>
            <a:endParaRPr lang="en-US" altLang="zh-CN"/>
          </a:p>
          <a:p>
            <a:pPr indent="-457200">
              <a:lnSpc>
                <a:spcPct val="160000"/>
              </a:lnSpc>
              <a:spcBef>
                <a:spcPts val="0"/>
              </a:spcBef>
              <a:buFont typeface="Wingdings" panose="05000000000000000000" pitchFamily="2" charset="2"/>
              <a:buChar char="p"/>
            </a:pPr>
            <a:r>
              <a:rPr lang="zh-CN" altLang="en-US"/>
              <a:t>将语料库拆分成字母以查找字母表</a:t>
            </a:r>
            <a:endParaRPr lang="en-US" altLang="zh-CN"/>
          </a:p>
          <a:p>
            <a:pPr marL="0" indent="0" algn="ctr">
              <a:buNone/>
            </a:pPr>
            <a:r>
              <a:rPr lang="en-US" altLang="zh-CN"/>
              <a:t>("h" "u" "g", 10), ("p" "u" "g", 5), ("p" "u" "n", 12), </a:t>
            </a:r>
            <a:br>
              <a:rPr lang="en-US" altLang="zh-CN"/>
            </a:br>
            <a:r>
              <a:rPr lang="en-US" altLang="zh-CN"/>
              <a:t>("b" "u" "n", 4), ("h" "u" "g" "s", 5)</a:t>
            </a:r>
          </a:p>
          <a:p>
            <a:pPr marL="0" indent="0" algn="ctr">
              <a:buNone/>
            </a:pPr>
            <a:endParaRPr lang="en-US" altLang="zh-CN"/>
          </a:p>
          <a:p>
            <a:pPr indent="-457200">
              <a:lnSpc>
                <a:spcPct val="160000"/>
              </a:lnSpc>
              <a:spcBef>
                <a:spcPts val="0"/>
              </a:spcBef>
              <a:buFont typeface="Wingdings" panose="05000000000000000000" pitchFamily="2" charset="2"/>
              <a:buChar char="p"/>
            </a:pPr>
            <a:r>
              <a:rPr lang="zh-CN" altLang="en-US"/>
              <a:t>初始词汇（字母表）是</a:t>
            </a:r>
            <a:r>
              <a:rPr lang="en-US" altLang="en-US"/>
              <a:t> </a:t>
            </a:r>
          </a:p>
          <a:p>
            <a:pPr marL="0" indent="0" algn="ctr">
              <a:buNone/>
            </a:pPr>
            <a:r>
              <a:rPr lang="en-US"/>
              <a:t>["b", "g", "h", "n", "p", "s", "u"</a:t>
            </a:r>
            <a:r>
              <a:rPr lang="en-US" altLang="zh-CN"/>
              <a:t>]</a:t>
            </a:r>
            <a:endParaRPr lang="en-US"/>
          </a:p>
        </p:txBody>
      </p:sp>
    </p:spTree>
    <p:extLst>
      <p:ext uri="{BB962C8B-B14F-4D97-AF65-F5344CB8AC3E}">
        <p14:creationId xmlns:p14="http://schemas.microsoft.com/office/powerpoint/2010/main" val="314698998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E5798C2-E518-02A0-D08D-086DB9E82022}"/>
              </a:ext>
            </a:extLst>
          </p:cNvPr>
          <p:cNvSpPr>
            <a:spLocks noGrp="1"/>
          </p:cNvSpPr>
          <p:nvPr>
            <p:ph type="title"/>
          </p:nvPr>
        </p:nvSpPr>
        <p:spPr/>
        <p:txBody>
          <a:bodyPr/>
          <a:lstStyle/>
          <a:p>
            <a:r>
              <a:rPr lang="en-US" altLang="zh-CN"/>
              <a:t>BPE</a:t>
            </a:r>
            <a:r>
              <a:rPr lang="zh-CN" altLang="en-US"/>
              <a:t>训练</a:t>
            </a:r>
            <a:endParaRPr lang="en-US"/>
          </a:p>
        </p:txBody>
      </p:sp>
      <p:sp>
        <p:nvSpPr>
          <p:cNvPr id="3" name="Content Placeholder 2">
            <a:extLst>
              <a:ext uri="{FF2B5EF4-FFF2-40B4-BE49-F238E27FC236}">
                <a16:creationId xmlns:a16="http://schemas.microsoft.com/office/drawing/2014/main" id="{55667FCB-68EA-C24F-74BD-8D2A13587CA9}"/>
              </a:ext>
            </a:extLst>
          </p:cNvPr>
          <p:cNvSpPr>
            <a:spLocks noGrp="1"/>
          </p:cNvSpPr>
          <p:nvPr>
            <p:ph idx="1"/>
          </p:nvPr>
        </p:nvSpPr>
        <p:spPr/>
        <p:txBody>
          <a:bodyPr>
            <a:normAutofit/>
          </a:bodyPr>
          <a:lstStyle/>
          <a:p>
            <a:pPr indent="-457200">
              <a:lnSpc>
                <a:spcPct val="160000"/>
              </a:lnSpc>
              <a:spcBef>
                <a:spcPts val="0"/>
              </a:spcBef>
              <a:buFont typeface="Wingdings" panose="05000000000000000000" pitchFamily="2" charset="2"/>
              <a:buChar char="p"/>
            </a:pPr>
            <a:r>
              <a:rPr lang="zh-CN" altLang="en-US"/>
              <a:t>语料库</a:t>
            </a:r>
            <a:endParaRPr lang="en-US" altLang="zh-CN"/>
          </a:p>
          <a:p>
            <a:pPr marL="0" indent="0" algn="ctr">
              <a:buNone/>
            </a:pPr>
            <a:r>
              <a:rPr lang="en-US" altLang="zh-CN"/>
              <a:t>("hug", 10), ("pug", 5), ("pun", 12), ("bun", 4), ("hugs", 5)</a:t>
            </a:r>
          </a:p>
          <a:p>
            <a:pPr indent="-457200">
              <a:lnSpc>
                <a:spcPct val="160000"/>
              </a:lnSpc>
              <a:spcBef>
                <a:spcPts val="0"/>
              </a:spcBef>
              <a:buFont typeface="Wingdings" panose="05000000000000000000" pitchFamily="2" charset="2"/>
              <a:buChar char="p"/>
            </a:pPr>
            <a:r>
              <a:rPr lang="zh-CN" altLang="en-US"/>
              <a:t>初始词汇（字母表）是</a:t>
            </a:r>
            <a:r>
              <a:rPr lang="en-US" altLang="en-US"/>
              <a:t> </a:t>
            </a:r>
          </a:p>
          <a:p>
            <a:pPr marL="0" indent="0" algn="ctr">
              <a:buNone/>
            </a:pPr>
            <a:r>
              <a:rPr lang="en-US"/>
              <a:t>["b", "g", "h", "n", "p", "s", "u"</a:t>
            </a:r>
            <a:r>
              <a:rPr lang="en-US" altLang="zh-CN"/>
              <a:t>]</a:t>
            </a:r>
          </a:p>
          <a:p>
            <a:pPr indent="-457200">
              <a:lnSpc>
                <a:spcPct val="160000"/>
              </a:lnSpc>
              <a:spcBef>
                <a:spcPts val="0"/>
              </a:spcBef>
              <a:buFont typeface="Wingdings" panose="05000000000000000000" pitchFamily="2" charset="2"/>
              <a:buChar char="p"/>
            </a:pPr>
            <a:r>
              <a:rPr lang="zh-CN" altLang="en-US"/>
              <a:t>获取所有标记对的计数</a:t>
            </a:r>
          </a:p>
          <a:p>
            <a:pPr indent="-457200">
              <a:lnSpc>
                <a:spcPct val="160000"/>
              </a:lnSpc>
              <a:spcBef>
                <a:spcPts val="0"/>
              </a:spcBef>
              <a:buFont typeface="Wingdings" panose="05000000000000000000" pitchFamily="2" charset="2"/>
              <a:buChar char="p"/>
            </a:pPr>
            <a:r>
              <a:rPr lang="zh-CN" altLang="en-US"/>
              <a:t>计数最高的是 </a:t>
            </a:r>
            <a:r>
              <a:rPr lang="en-US" altLang="zh-CN"/>
              <a:t>(“u”, “g”) </a:t>
            </a:r>
            <a:r>
              <a:rPr lang="zh-CN" altLang="en-US"/>
              <a:t>对（出现 </a:t>
            </a:r>
            <a:r>
              <a:rPr lang="en-US" altLang="zh-CN"/>
              <a:t>20 </a:t>
            </a:r>
            <a:r>
              <a:rPr lang="zh-CN" altLang="en-US"/>
              <a:t>次）</a:t>
            </a:r>
          </a:p>
          <a:p>
            <a:pPr indent="-457200">
              <a:lnSpc>
                <a:spcPct val="160000"/>
              </a:lnSpc>
              <a:spcBef>
                <a:spcPts val="0"/>
              </a:spcBef>
              <a:buFont typeface="Wingdings" panose="05000000000000000000" pitchFamily="2" charset="2"/>
              <a:buChar char="p"/>
            </a:pPr>
            <a:r>
              <a:rPr lang="zh-CN" altLang="en-US"/>
              <a:t>第一个新标记是 </a:t>
            </a:r>
            <a:r>
              <a:rPr lang="en-US" altLang="zh-CN"/>
              <a:t>(“u”, “g”) -&gt; (“ug”)</a:t>
            </a:r>
            <a:r>
              <a:rPr lang="zh-CN" altLang="en-US"/>
              <a:t>，合并规则“</a:t>
            </a:r>
            <a:r>
              <a:rPr lang="en-US" altLang="zh-CN"/>
              <a:t>u” “g” -&gt; “ug” </a:t>
            </a:r>
            <a:r>
              <a:rPr lang="zh-CN" altLang="en-US"/>
              <a:t>被添加到规则集中</a:t>
            </a:r>
            <a:endParaRPr lang="en-US"/>
          </a:p>
        </p:txBody>
      </p:sp>
    </p:spTree>
    <p:extLst>
      <p:ext uri="{BB962C8B-B14F-4D97-AF65-F5344CB8AC3E}">
        <p14:creationId xmlns:p14="http://schemas.microsoft.com/office/powerpoint/2010/main" val="267743452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38178A4-B90D-D054-91DE-E07037054FA9}"/>
              </a:ext>
            </a:extLst>
          </p:cNvPr>
          <p:cNvSpPr>
            <a:spLocks noGrp="1"/>
          </p:cNvSpPr>
          <p:nvPr>
            <p:ph type="title"/>
          </p:nvPr>
        </p:nvSpPr>
        <p:spPr/>
        <p:txBody>
          <a:bodyPr/>
          <a:lstStyle/>
          <a:p>
            <a:r>
              <a:rPr lang="en-US"/>
              <a:t>BPE</a:t>
            </a:r>
            <a:r>
              <a:rPr lang="zh-CN" altLang="en-US"/>
              <a:t>训练</a:t>
            </a:r>
            <a:endParaRPr lang="en-US"/>
          </a:p>
        </p:txBody>
      </p:sp>
      <p:sp>
        <p:nvSpPr>
          <p:cNvPr id="3" name="Content Placeholder 2">
            <a:extLst>
              <a:ext uri="{FF2B5EF4-FFF2-40B4-BE49-F238E27FC236}">
                <a16:creationId xmlns:a16="http://schemas.microsoft.com/office/drawing/2014/main" id="{152B8E23-AFA7-D48C-095D-76D87DF79295}"/>
              </a:ext>
            </a:extLst>
          </p:cNvPr>
          <p:cNvSpPr>
            <a:spLocks noGrp="1"/>
          </p:cNvSpPr>
          <p:nvPr>
            <p:ph idx="1"/>
          </p:nvPr>
        </p:nvSpPr>
        <p:spPr/>
        <p:txBody>
          <a:bodyPr/>
          <a:lstStyle/>
          <a:p>
            <a:pPr indent="-457200">
              <a:lnSpc>
                <a:spcPct val="160000"/>
              </a:lnSpc>
              <a:spcBef>
                <a:spcPts val="0"/>
              </a:spcBef>
              <a:buFont typeface="Wingdings" panose="05000000000000000000" pitchFamily="2" charset="2"/>
              <a:buChar char="p"/>
            </a:pPr>
            <a:r>
              <a:rPr lang="zh-CN" altLang="en-US"/>
              <a:t>第一个新</a:t>
            </a:r>
            <a:r>
              <a:rPr lang="en-US" altLang="zh-CN"/>
              <a:t>token</a:t>
            </a:r>
            <a:r>
              <a:rPr lang="zh-CN" altLang="en-US"/>
              <a:t>是“</a:t>
            </a:r>
            <a:r>
              <a:rPr lang="en-US" altLang="zh-CN"/>
              <a:t>ug”</a:t>
            </a:r>
          </a:p>
          <a:p>
            <a:pPr indent="-457200">
              <a:lnSpc>
                <a:spcPct val="160000"/>
              </a:lnSpc>
              <a:spcBef>
                <a:spcPts val="0"/>
              </a:spcBef>
              <a:buFont typeface="Wingdings" panose="05000000000000000000" pitchFamily="2" charset="2"/>
              <a:buChar char="p"/>
            </a:pPr>
            <a:r>
              <a:rPr lang="zh-CN" altLang="en-US"/>
              <a:t>新词汇表</a:t>
            </a:r>
            <a:r>
              <a:rPr lang="en-US" altLang="zh-CN"/>
              <a:t>:</a:t>
            </a:r>
            <a:r>
              <a:rPr lang="zh-CN" altLang="en-US"/>
              <a:t> </a:t>
            </a:r>
            <a:r>
              <a:rPr lang="en-US"/>
              <a:t>[“b”, “g”, “h”, “n”, “p”, “s”, “u”</a:t>
            </a:r>
            <a:r>
              <a:rPr lang="en-US" altLang="zh-CN"/>
              <a:t>,</a:t>
            </a:r>
            <a:r>
              <a:rPr lang="zh-CN" altLang="en-US"/>
              <a:t> </a:t>
            </a:r>
            <a:r>
              <a:rPr lang="en-US" altLang="zh-CN"/>
              <a:t>“ug”]</a:t>
            </a:r>
          </a:p>
          <a:p>
            <a:pPr indent="-457200">
              <a:lnSpc>
                <a:spcPct val="160000"/>
              </a:lnSpc>
              <a:spcBef>
                <a:spcPts val="0"/>
              </a:spcBef>
              <a:buFont typeface="Wingdings" panose="05000000000000000000" pitchFamily="2" charset="2"/>
              <a:buChar char="p"/>
            </a:pPr>
            <a:r>
              <a:rPr lang="zh-CN" altLang="en-US"/>
              <a:t>第一条新的合并规则是 ”</a:t>
            </a:r>
            <a:r>
              <a:rPr lang="en-US" altLang="zh-CN"/>
              <a:t>u” “g” -&gt; “ug”</a:t>
            </a:r>
          </a:p>
          <a:p>
            <a:pPr indent="-457200">
              <a:lnSpc>
                <a:spcPct val="160000"/>
              </a:lnSpc>
              <a:spcBef>
                <a:spcPts val="0"/>
              </a:spcBef>
              <a:buFont typeface="Wingdings" panose="05000000000000000000" pitchFamily="2" charset="2"/>
              <a:buChar char="p"/>
            </a:pPr>
            <a:r>
              <a:rPr lang="zh-CN" altLang="en-US"/>
              <a:t>规则集合</a:t>
            </a:r>
            <a:r>
              <a:rPr lang="en-US" altLang="zh-CN"/>
              <a:t>:</a:t>
            </a:r>
            <a:r>
              <a:rPr lang="zh-CN" altLang="en-US"/>
              <a:t> </a:t>
            </a:r>
            <a:r>
              <a:rPr lang="en-US" altLang="zh-CN"/>
              <a:t>{</a:t>
            </a:r>
            <a:r>
              <a:rPr lang="en-US" altLang="zh-CN">
                <a:solidFill>
                  <a:schemeClr val="tx1"/>
                </a:solidFill>
                <a:latin typeface="Calibri" panose="020F0502020204030204" pitchFamily="34" charset="0"/>
                <a:cs typeface="Calibri" panose="020F0502020204030204" pitchFamily="34" charset="0"/>
              </a:rPr>
              <a:t>”u”</a:t>
            </a:r>
            <a:r>
              <a:rPr lang="zh-CN" altLang="en-US">
                <a:solidFill>
                  <a:schemeClr val="tx1"/>
                </a:solidFill>
                <a:latin typeface="Calibri" panose="020F0502020204030204" pitchFamily="34" charset="0"/>
                <a:cs typeface="Calibri" panose="020F0502020204030204" pitchFamily="34" charset="0"/>
              </a:rPr>
              <a:t> </a:t>
            </a:r>
            <a:r>
              <a:rPr lang="en-US" altLang="zh-CN">
                <a:solidFill>
                  <a:schemeClr val="tx1"/>
                </a:solidFill>
                <a:latin typeface="Calibri" panose="020F0502020204030204" pitchFamily="34" charset="0"/>
                <a:cs typeface="Calibri" panose="020F0502020204030204" pitchFamily="34" charset="0"/>
              </a:rPr>
              <a:t>“g”</a:t>
            </a:r>
            <a:r>
              <a:rPr lang="zh-CN" altLang="en-US">
                <a:solidFill>
                  <a:schemeClr val="tx1"/>
                </a:solidFill>
                <a:latin typeface="Calibri" panose="020F0502020204030204" pitchFamily="34" charset="0"/>
                <a:cs typeface="Calibri" panose="020F0502020204030204" pitchFamily="34" charset="0"/>
              </a:rPr>
              <a:t> </a:t>
            </a:r>
            <a:r>
              <a:rPr lang="en-US" altLang="zh-CN">
                <a:solidFill>
                  <a:schemeClr val="tx1"/>
                </a:solidFill>
                <a:latin typeface="Calibri" panose="020F0502020204030204" pitchFamily="34" charset="0"/>
                <a:cs typeface="Calibri" panose="020F0502020204030204" pitchFamily="34" charset="0"/>
              </a:rPr>
              <a:t>-&gt;</a:t>
            </a:r>
            <a:r>
              <a:rPr lang="zh-CN" altLang="en-US">
                <a:solidFill>
                  <a:schemeClr val="tx1"/>
                </a:solidFill>
                <a:latin typeface="Calibri" panose="020F0502020204030204" pitchFamily="34" charset="0"/>
                <a:cs typeface="Calibri" panose="020F0502020204030204" pitchFamily="34" charset="0"/>
              </a:rPr>
              <a:t> </a:t>
            </a:r>
            <a:r>
              <a:rPr lang="en-US" altLang="zh-CN">
                <a:solidFill>
                  <a:schemeClr val="tx1"/>
                </a:solidFill>
                <a:latin typeface="Calibri" panose="020F0502020204030204" pitchFamily="34" charset="0"/>
                <a:cs typeface="Calibri" panose="020F0502020204030204" pitchFamily="34" charset="0"/>
              </a:rPr>
              <a:t>“ug”</a:t>
            </a:r>
            <a:r>
              <a:rPr lang="en-US" altLang="zh-CN"/>
              <a:t>}</a:t>
            </a:r>
          </a:p>
          <a:p>
            <a:pPr indent="-457200">
              <a:lnSpc>
                <a:spcPct val="160000"/>
              </a:lnSpc>
              <a:spcBef>
                <a:spcPts val="0"/>
              </a:spcBef>
              <a:buFont typeface="Wingdings" panose="05000000000000000000" pitchFamily="2" charset="2"/>
              <a:buChar char="p"/>
            </a:pPr>
            <a:r>
              <a:rPr lang="zh-CN" altLang="en-US"/>
              <a:t>合并语料库中的对</a:t>
            </a:r>
            <a:endParaRPr lang="en-US" altLang="zh-CN"/>
          </a:p>
          <a:p>
            <a:pPr marL="0" indent="0">
              <a:buNone/>
            </a:pPr>
            <a:endParaRPr lang="en-US"/>
          </a:p>
          <a:p>
            <a:endParaRPr lang="en-US"/>
          </a:p>
        </p:txBody>
      </p:sp>
      <p:sp>
        <p:nvSpPr>
          <p:cNvPr id="4" name="Down Arrow 3">
            <a:extLst>
              <a:ext uri="{FF2B5EF4-FFF2-40B4-BE49-F238E27FC236}">
                <a16:creationId xmlns:a16="http://schemas.microsoft.com/office/drawing/2014/main" id="{680E9DF9-9DBA-9276-A2C5-67DD33B7D5C4}"/>
              </a:ext>
            </a:extLst>
          </p:cNvPr>
          <p:cNvSpPr/>
          <p:nvPr/>
        </p:nvSpPr>
        <p:spPr>
          <a:xfrm>
            <a:off x="6616468" y="5006800"/>
            <a:ext cx="484632" cy="493486"/>
          </a:xfrm>
          <a:prstGeom prst="downArrow">
            <a:avLst/>
          </a:prstGeom>
          <a:solidFill>
            <a:schemeClr val="bg2"/>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rial"/>
              <a:ea typeface="微软雅黑"/>
              <a:cs typeface="+mn-cs"/>
            </a:endParaRPr>
          </a:p>
        </p:txBody>
      </p:sp>
      <p:sp>
        <p:nvSpPr>
          <p:cNvPr id="8" name="TextBox 7">
            <a:extLst>
              <a:ext uri="{FF2B5EF4-FFF2-40B4-BE49-F238E27FC236}">
                <a16:creationId xmlns:a16="http://schemas.microsoft.com/office/drawing/2014/main" id="{09C45FB9-F203-2058-EB72-64DF735ECA3B}"/>
              </a:ext>
            </a:extLst>
          </p:cNvPr>
          <p:cNvSpPr txBox="1"/>
          <p:nvPr/>
        </p:nvSpPr>
        <p:spPr>
          <a:xfrm>
            <a:off x="3681124" y="5480903"/>
            <a:ext cx="6281023" cy="830997"/>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a:ln>
                  <a:noFill/>
                </a:ln>
                <a:solidFill>
                  <a:prstClr val="black"/>
                </a:solidFill>
                <a:effectLst/>
                <a:uLnTx/>
                <a:uFillTx/>
                <a:latin typeface="Calibri" panose="020F0502020204030204" pitchFamily="34" charset="0"/>
                <a:ea typeface="微软雅黑"/>
                <a:cs typeface="Calibri" panose="020F0502020204030204" pitchFamily="34" charset="0"/>
              </a:rPr>
              <a:t>("h" "ug", 10), ("p" "ug", 5), ("p" "u" "n", 12), </a:t>
            </a:r>
            <a:br>
              <a:rPr kumimoji="0" lang="en-US" sz="2400" b="0" i="0" u="none" strike="noStrike" kern="1200" cap="none" spc="0" normalizeH="0" baseline="0" noProof="0">
                <a:ln>
                  <a:noFill/>
                </a:ln>
                <a:solidFill>
                  <a:prstClr val="black"/>
                </a:solidFill>
                <a:effectLst/>
                <a:uLnTx/>
                <a:uFillTx/>
                <a:latin typeface="Calibri" panose="020F0502020204030204" pitchFamily="34" charset="0"/>
                <a:ea typeface="微软雅黑"/>
                <a:cs typeface="Calibri" panose="020F0502020204030204" pitchFamily="34" charset="0"/>
              </a:rPr>
            </a:br>
            <a:r>
              <a:rPr kumimoji="0" lang="en-US" sz="2400" b="0" i="0" u="none" strike="noStrike" kern="1200" cap="none" spc="0" normalizeH="0" baseline="0" noProof="0">
                <a:ln>
                  <a:noFill/>
                </a:ln>
                <a:solidFill>
                  <a:prstClr val="black"/>
                </a:solidFill>
                <a:effectLst/>
                <a:uLnTx/>
                <a:uFillTx/>
                <a:latin typeface="Calibri" panose="020F0502020204030204" pitchFamily="34" charset="0"/>
                <a:ea typeface="微软雅黑"/>
                <a:cs typeface="Calibri" panose="020F0502020204030204" pitchFamily="34" charset="0"/>
              </a:rPr>
              <a:t>("b" "u" "n", 4), ("h" "ug" "s", 5)</a:t>
            </a:r>
            <a:endParaRPr kumimoji="0" lang="en-US" altLang="zh-CN" sz="2400" b="0" i="0" u="none" strike="noStrike" kern="1200" cap="none" spc="0" normalizeH="0" baseline="0" noProof="0">
              <a:ln>
                <a:noFill/>
              </a:ln>
              <a:solidFill>
                <a:prstClr val="black"/>
              </a:solidFill>
              <a:effectLst/>
              <a:uLnTx/>
              <a:uFillTx/>
              <a:latin typeface="Calibri" panose="020F0502020204030204" pitchFamily="34" charset="0"/>
              <a:ea typeface="微软雅黑"/>
              <a:cs typeface="Calibri" panose="020F0502020204030204" pitchFamily="34" charset="0"/>
            </a:endParaRPr>
          </a:p>
        </p:txBody>
      </p:sp>
      <p:sp>
        <p:nvSpPr>
          <p:cNvPr id="9" name="TextBox 8">
            <a:extLst>
              <a:ext uri="{FF2B5EF4-FFF2-40B4-BE49-F238E27FC236}">
                <a16:creationId xmlns:a16="http://schemas.microsoft.com/office/drawing/2014/main" id="{5B15E80D-E017-8147-75B3-D259A362A4AD}"/>
              </a:ext>
            </a:extLst>
          </p:cNvPr>
          <p:cNvSpPr txBox="1"/>
          <p:nvPr/>
        </p:nvSpPr>
        <p:spPr>
          <a:xfrm>
            <a:off x="1251576" y="4365053"/>
            <a:ext cx="1723549" cy="461665"/>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zh-CN" altLang="en-US" sz="2400" b="0" i="0" u="none" strike="noStrike" kern="1200" cap="none" spc="0" normalizeH="0" baseline="0" noProof="0">
                <a:ln>
                  <a:noFill/>
                </a:ln>
                <a:solidFill>
                  <a:prstClr val="black"/>
                </a:solidFill>
                <a:effectLst/>
                <a:uLnTx/>
                <a:uFillTx/>
                <a:latin typeface="Calibri" panose="020F0502020204030204" pitchFamily="34" charset="0"/>
                <a:ea typeface="微软雅黑"/>
                <a:cs typeface="Calibri" panose="020F0502020204030204" pitchFamily="34" charset="0"/>
              </a:rPr>
              <a:t>原始语料库</a:t>
            </a:r>
            <a:endParaRPr kumimoji="0" lang="en-US" sz="2400" b="0" i="0" u="none" strike="noStrike" kern="1200" cap="none" spc="0" normalizeH="0" baseline="0" noProof="0">
              <a:ln>
                <a:noFill/>
              </a:ln>
              <a:solidFill>
                <a:prstClr val="black"/>
              </a:solidFill>
              <a:effectLst/>
              <a:uLnTx/>
              <a:uFillTx/>
              <a:latin typeface="Calibri" panose="020F0502020204030204" pitchFamily="34" charset="0"/>
              <a:ea typeface="微软雅黑"/>
              <a:cs typeface="Calibri" panose="020F0502020204030204" pitchFamily="34" charset="0"/>
            </a:endParaRPr>
          </a:p>
        </p:txBody>
      </p:sp>
      <p:sp>
        <p:nvSpPr>
          <p:cNvPr id="10" name="TextBox 9">
            <a:extLst>
              <a:ext uri="{FF2B5EF4-FFF2-40B4-BE49-F238E27FC236}">
                <a16:creationId xmlns:a16="http://schemas.microsoft.com/office/drawing/2014/main" id="{B4BC9911-2A32-FFEE-C6AF-FB2C15E13462}"/>
              </a:ext>
            </a:extLst>
          </p:cNvPr>
          <p:cNvSpPr txBox="1"/>
          <p:nvPr/>
        </p:nvSpPr>
        <p:spPr>
          <a:xfrm>
            <a:off x="1409045" y="5665568"/>
            <a:ext cx="1415772" cy="461665"/>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2400" err="1">
                <a:solidFill>
                  <a:prstClr val="black"/>
                </a:solidFill>
                <a:latin typeface="Calibri" panose="020F0502020204030204" pitchFamily="34" charset="0"/>
                <a:ea typeface="微软雅黑"/>
                <a:cs typeface="Calibri" panose="020F0502020204030204" pitchFamily="34" charset="0"/>
              </a:rPr>
              <a:t>新语料库</a:t>
            </a:r>
            <a:endParaRPr kumimoji="0" lang="en-US" sz="2400" b="0" i="0" u="none" strike="noStrike" kern="1200" cap="none" spc="0" normalizeH="0" baseline="0" noProof="0">
              <a:ln>
                <a:noFill/>
              </a:ln>
              <a:solidFill>
                <a:prstClr val="black"/>
              </a:solidFill>
              <a:effectLst/>
              <a:uLnTx/>
              <a:uFillTx/>
              <a:latin typeface="Calibri" panose="020F0502020204030204" pitchFamily="34" charset="0"/>
              <a:ea typeface="微软雅黑"/>
              <a:cs typeface="Calibri" panose="020F0502020204030204" pitchFamily="34" charset="0"/>
            </a:endParaRPr>
          </a:p>
        </p:txBody>
      </p:sp>
      <p:sp>
        <p:nvSpPr>
          <p:cNvPr id="7" name="TextBox 6">
            <a:extLst>
              <a:ext uri="{FF2B5EF4-FFF2-40B4-BE49-F238E27FC236}">
                <a16:creationId xmlns:a16="http://schemas.microsoft.com/office/drawing/2014/main" id="{95AEBC2C-D5F1-202C-50D6-E7ED700DFE5F}"/>
              </a:ext>
            </a:extLst>
          </p:cNvPr>
          <p:cNvSpPr txBox="1"/>
          <p:nvPr/>
        </p:nvSpPr>
        <p:spPr>
          <a:xfrm>
            <a:off x="3681124" y="4180386"/>
            <a:ext cx="6839953" cy="830997"/>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2400" b="0" i="0" u="none" strike="noStrike" kern="1200" cap="none" spc="0" normalizeH="0" baseline="0" noProof="0">
                <a:ln>
                  <a:noFill/>
                </a:ln>
                <a:solidFill>
                  <a:prstClr val="black"/>
                </a:solidFill>
                <a:effectLst/>
                <a:uLnTx/>
                <a:uFillTx/>
                <a:latin typeface="Calibri" panose="020F0502020204030204" pitchFamily="34" charset="0"/>
                <a:ea typeface="微软雅黑"/>
                <a:cs typeface="Calibri" panose="020F0502020204030204" pitchFamily="34" charset="0"/>
              </a:rPr>
              <a:t>("h" </a:t>
            </a:r>
            <a:r>
              <a:rPr kumimoji="0" lang="en-US" altLang="zh-CN" sz="2400" b="0" i="0" u="none" strike="noStrike" kern="1200" cap="none" spc="0" normalizeH="0" baseline="0" noProof="0">
                <a:ln>
                  <a:noFill/>
                </a:ln>
                <a:solidFill>
                  <a:srgbClr val="4472C4"/>
                </a:solidFill>
                <a:effectLst/>
                <a:uLnTx/>
                <a:uFillTx/>
                <a:latin typeface="Calibri" panose="020F0502020204030204" pitchFamily="34" charset="0"/>
                <a:ea typeface="微软雅黑"/>
                <a:cs typeface="Calibri" panose="020F0502020204030204" pitchFamily="34" charset="0"/>
              </a:rPr>
              <a:t>"u" "g"</a:t>
            </a:r>
            <a:r>
              <a:rPr kumimoji="0" lang="en-US" altLang="zh-CN" sz="2400" b="0" i="0" u="none" strike="noStrike" kern="1200" cap="none" spc="0" normalizeH="0" baseline="0" noProof="0">
                <a:ln>
                  <a:noFill/>
                </a:ln>
                <a:solidFill>
                  <a:prstClr val="black"/>
                </a:solidFill>
                <a:effectLst/>
                <a:uLnTx/>
                <a:uFillTx/>
                <a:latin typeface="Calibri" panose="020F0502020204030204" pitchFamily="34" charset="0"/>
                <a:ea typeface="微软雅黑"/>
                <a:cs typeface="Calibri" panose="020F0502020204030204" pitchFamily="34" charset="0"/>
              </a:rPr>
              <a:t>, 10), ("p" </a:t>
            </a:r>
            <a:r>
              <a:rPr kumimoji="0" lang="en-US" altLang="zh-CN" sz="2400" b="0" i="0" u="none" strike="noStrike" kern="1200" cap="none" spc="0" normalizeH="0" baseline="0" noProof="0">
                <a:ln>
                  <a:noFill/>
                </a:ln>
                <a:solidFill>
                  <a:srgbClr val="4472C4"/>
                </a:solidFill>
                <a:effectLst/>
                <a:uLnTx/>
                <a:uFillTx/>
                <a:latin typeface="Calibri" panose="020F0502020204030204" pitchFamily="34" charset="0"/>
                <a:ea typeface="微软雅黑"/>
                <a:cs typeface="Calibri" panose="020F0502020204030204" pitchFamily="34" charset="0"/>
              </a:rPr>
              <a:t>"u" "g"</a:t>
            </a:r>
            <a:r>
              <a:rPr kumimoji="0" lang="en-US" altLang="zh-CN" sz="2400" b="0" i="0" u="none" strike="noStrike" kern="1200" cap="none" spc="0" normalizeH="0" baseline="0" noProof="0">
                <a:ln>
                  <a:noFill/>
                </a:ln>
                <a:solidFill>
                  <a:prstClr val="black"/>
                </a:solidFill>
                <a:effectLst/>
                <a:uLnTx/>
                <a:uFillTx/>
                <a:latin typeface="Calibri" panose="020F0502020204030204" pitchFamily="34" charset="0"/>
                <a:ea typeface="微软雅黑"/>
                <a:cs typeface="Calibri" panose="020F0502020204030204" pitchFamily="34" charset="0"/>
              </a:rPr>
              <a:t>, 5), ("p" "u" "n", 12), </a:t>
            </a:r>
            <a:br>
              <a:rPr kumimoji="0" lang="en-US" altLang="zh-CN" sz="2400" b="0" i="0" u="none" strike="noStrike" kern="1200" cap="none" spc="0" normalizeH="0" baseline="0" noProof="0">
                <a:ln>
                  <a:noFill/>
                </a:ln>
                <a:solidFill>
                  <a:prstClr val="black"/>
                </a:solidFill>
                <a:effectLst/>
                <a:uLnTx/>
                <a:uFillTx/>
                <a:latin typeface="Calibri" panose="020F0502020204030204" pitchFamily="34" charset="0"/>
                <a:ea typeface="微软雅黑"/>
                <a:cs typeface="Calibri" panose="020F0502020204030204" pitchFamily="34" charset="0"/>
              </a:rPr>
            </a:br>
            <a:r>
              <a:rPr kumimoji="0" lang="en-US" altLang="zh-CN" sz="2400" b="0" i="0" u="none" strike="noStrike" kern="1200" cap="none" spc="0" normalizeH="0" baseline="0" noProof="0">
                <a:ln>
                  <a:noFill/>
                </a:ln>
                <a:solidFill>
                  <a:prstClr val="black"/>
                </a:solidFill>
                <a:effectLst/>
                <a:uLnTx/>
                <a:uFillTx/>
                <a:latin typeface="Calibri" panose="020F0502020204030204" pitchFamily="34" charset="0"/>
                <a:ea typeface="微软雅黑"/>
                <a:cs typeface="Calibri" panose="020F0502020204030204" pitchFamily="34" charset="0"/>
              </a:rPr>
              <a:t>("b" "u" "n", 4), ("h" </a:t>
            </a:r>
            <a:r>
              <a:rPr kumimoji="0" lang="en-US" altLang="zh-CN" sz="2400" b="0" i="0" u="none" strike="noStrike" kern="1200" cap="none" spc="0" normalizeH="0" baseline="0" noProof="0">
                <a:ln>
                  <a:noFill/>
                </a:ln>
                <a:solidFill>
                  <a:srgbClr val="4472C4"/>
                </a:solidFill>
                <a:effectLst/>
                <a:uLnTx/>
                <a:uFillTx/>
                <a:latin typeface="Calibri" panose="020F0502020204030204" pitchFamily="34" charset="0"/>
                <a:ea typeface="微软雅黑"/>
                <a:cs typeface="Calibri" panose="020F0502020204030204" pitchFamily="34" charset="0"/>
              </a:rPr>
              <a:t>"u" "g"</a:t>
            </a:r>
            <a:r>
              <a:rPr kumimoji="0" lang="en-US" altLang="zh-CN" sz="2400" b="0" i="0" u="none" strike="noStrike" kern="1200" cap="none" spc="0" normalizeH="0" baseline="0" noProof="0">
                <a:ln>
                  <a:noFill/>
                </a:ln>
                <a:solidFill>
                  <a:prstClr val="black"/>
                </a:solidFill>
                <a:effectLst/>
                <a:uLnTx/>
                <a:uFillTx/>
                <a:latin typeface="Calibri" panose="020F0502020204030204" pitchFamily="34" charset="0"/>
                <a:ea typeface="微软雅黑"/>
                <a:cs typeface="Calibri" panose="020F0502020204030204" pitchFamily="34" charset="0"/>
              </a:rPr>
              <a:t> "s", 5)</a:t>
            </a:r>
          </a:p>
        </p:txBody>
      </p:sp>
    </p:spTree>
    <p:extLst>
      <p:ext uri="{BB962C8B-B14F-4D97-AF65-F5344CB8AC3E}">
        <p14:creationId xmlns:p14="http://schemas.microsoft.com/office/powerpoint/2010/main" val="253790759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A80F223-0752-92A3-0ADA-DB2FD98A75E2}"/>
              </a:ext>
            </a:extLst>
          </p:cNvPr>
          <p:cNvSpPr>
            <a:spLocks noGrp="1"/>
          </p:cNvSpPr>
          <p:nvPr>
            <p:ph type="title"/>
          </p:nvPr>
        </p:nvSpPr>
        <p:spPr/>
        <p:txBody>
          <a:bodyPr/>
          <a:lstStyle/>
          <a:p>
            <a:r>
              <a:rPr lang="en-US" altLang="zh-CN"/>
              <a:t>BPE</a:t>
            </a:r>
            <a:r>
              <a:rPr lang="zh-CN" altLang="en-US"/>
              <a:t>训练</a:t>
            </a:r>
            <a:endParaRPr lang="en-US"/>
          </a:p>
        </p:txBody>
      </p:sp>
      <p:sp>
        <p:nvSpPr>
          <p:cNvPr id="3" name="Content Placeholder 2">
            <a:extLst>
              <a:ext uri="{FF2B5EF4-FFF2-40B4-BE49-F238E27FC236}">
                <a16:creationId xmlns:a16="http://schemas.microsoft.com/office/drawing/2014/main" id="{3BEBFA09-8B66-10F8-6537-F3884BB06B32}"/>
              </a:ext>
            </a:extLst>
          </p:cNvPr>
          <p:cNvSpPr>
            <a:spLocks noGrp="1"/>
          </p:cNvSpPr>
          <p:nvPr>
            <p:ph idx="1"/>
          </p:nvPr>
        </p:nvSpPr>
        <p:spPr/>
        <p:txBody>
          <a:bodyPr>
            <a:normAutofit fontScale="92500"/>
          </a:bodyPr>
          <a:lstStyle/>
          <a:p>
            <a:pPr indent="-457200">
              <a:lnSpc>
                <a:spcPct val="160000"/>
              </a:lnSpc>
              <a:spcBef>
                <a:spcPts val="0"/>
              </a:spcBef>
              <a:buFont typeface="Wingdings" panose="05000000000000000000" pitchFamily="2" charset="2"/>
              <a:buChar char="p"/>
            </a:pPr>
            <a:r>
              <a:rPr lang="zh-CN" altLang="en-US"/>
              <a:t>语料库</a:t>
            </a:r>
            <a:r>
              <a:rPr lang="en-US" altLang="zh-CN"/>
              <a:t>:</a:t>
            </a:r>
          </a:p>
          <a:p>
            <a:pPr marL="0" indent="0" algn="ctr">
              <a:buNone/>
            </a:pPr>
            <a:r>
              <a:rPr lang="en-US" altLang="zh-CN" sz="2800">
                <a:latin typeface="Calibri" panose="020F0502020204030204" pitchFamily="34" charset="0"/>
                <a:cs typeface="Calibri" panose="020F0502020204030204" pitchFamily="34" charset="0"/>
              </a:rPr>
              <a:t>("h" "ug", 10), ("p" "ug", 5), ("p" "u" "n", 12), </a:t>
            </a:r>
            <a:br>
              <a:rPr lang="en-US" altLang="zh-CN" sz="2800">
                <a:latin typeface="Calibri" panose="020F0502020204030204" pitchFamily="34" charset="0"/>
                <a:cs typeface="Calibri" panose="020F0502020204030204" pitchFamily="34" charset="0"/>
              </a:rPr>
            </a:br>
            <a:r>
              <a:rPr lang="en-US" altLang="zh-CN" sz="2800">
                <a:latin typeface="Calibri" panose="020F0502020204030204" pitchFamily="34" charset="0"/>
                <a:cs typeface="Calibri" panose="020F0502020204030204" pitchFamily="34" charset="0"/>
              </a:rPr>
              <a:t>("b" "u" "n", 4), ("h" "ug" "s", 5)</a:t>
            </a:r>
          </a:p>
          <a:p>
            <a:pPr indent="-457200">
              <a:lnSpc>
                <a:spcPct val="170000"/>
              </a:lnSpc>
              <a:spcBef>
                <a:spcPts val="0"/>
              </a:spcBef>
              <a:buFont typeface="Wingdings" panose="05000000000000000000" pitchFamily="2" charset="2"/>
              <a:buChar char="p"/>
            </a:pPr>
            <a:r>
              <a:rPr lang="en-US" altLang="en-US" err="1"/>
              <a:t>词汇表</a:t>
            </a:r>
            <a:r>
              <a:rPr lang="en-US" altLang="en-US"/>
              <a:t>: [“b”, “g”, “h”, “n”, “p”, “s”, “u”</a:t>
            </a:r>
            <a:r>
              <a:rPr lang="en-US" altLang="zh-CN"/>
              <a:t>,</a:t>
            </a:r>
            <a:r>
              <a:rPr lang="zh-CN" altLang="en-US"/>
              <a:t> </a:t>
            </a:r>
            <a:r>
              <a:rPr lang="en-US" altLang="zh-CN"/>
              <a:t>“ug”]</a:t>
            </a:r>
            <a:endParaRPr lang="en-US" altLang="en-US"/>
          </a:p>
          <a:p>
            <a:pPr indent="-457200">
              <a:lnSpc>
                <a:spcPct val="180000"/>
              </a:lnSpc>
              <a:spcBef>
                <a:spcPts val="0"/>
              </a:spcBef>
              <a:buFont typeface="Wingdings" panose="05000000000000000000" pitchFamily="2" charset="2"/>
              <a:buChar char="p"/>
            </a:pPr>
            <a:r>
              <a:rPr lang="zh-CN" altLang="en-US"/>
              <a:t>获取 </a:t>
            </a:r>
            <a:r>
              <a:rPr lang="en-US" altLang="zh-CN"/>
              <a:t>token </a:t>
            </a:r>
            <a:r>
              <a:rPr lang="zh-CN" altLang="en-US"/>
              <a:t>对的数量，并找出最高的是 </a:t>
            </a:r>
            <a:r>
              <a:rPr lang="en-US" altLang="zh-CN"/>
              <a:t>(“u”, “n”) -&gt; “in”</a:t>
            </a:r>
          </a:p>
          <a:p>
            <a:pPr indent="-457200">
              <a:lnSpc>
                <a:spcPct val="180000"/>
              </a:lnSpc>
              <a:spcBef>
                <a:spcPts val="0"/>
              </a:spcBef>
              <a:buFont typeface="Wingdings" panose="05000000000000000000" pitchFamily="2" charset="2"/>
              <a:buChar char="p"/>
            </a:pPr>
            <a:r>
              <a:rPr lang="zh-CN" altLang="en-US"/>
              <a:t>新的词汇、语料库和规则集是</a:t>
            </a:r>
            <a:r>
              <a:rPr lang="en-US"/>
              <a:t>Vocabulary: [“b”, “g”, “h”, “n”, “p”, “s”, “u”</a:t>
            </a:r>
            <a:r>
              <a:rPr lang="en-US" altLang="zh-CN"/>
              <a:t>,</a:t>
            </a:r>
            <a:r>
              <a:rPr lang="zh-CN" altLang="en-US"/>
              <a:t> </a:t>
            </a:r>
            <a:r>
              <a:rPr lang="en-US" altLang="zh-CN"/>
              <a:t>“ug”,</a:t>
            </a:r>
            <a:r>
              <a:rPr lang="zh-CN" altLang="en-US"/>
              <a:t> </a:t>
            </a:r>
            <a:r>
              <a:rPr lang="en-US" altLang="zh-CN">
                <a:solidFill>
                  <a:schemeClr val="accent1"/>
                </a:solidFill>
              </a:rPr>
              <a:t>“un”</a:t>
            </a:r>
            <a:r>
              <a:rPr lang="en-US" altLang="zh-CN"/>
              <a:t>]</a:t>
            </a:r>
            <a:endParaRPr lang="en-US"/>
          </a:p>
          <a:p>
            <a:pPr lvl="1"/>
            <a:r>
              <a:rPr lang="en-US" err="1"/>
              <a:t>语料库</a:t>
            </a:r>
            <a:r>
              <a:rPr lang="en-US"/>
              <a:t>: ("h" "ug", 10), ("p" "ug", 5), ("p" "un", 12), ("b" "un", 4), ("h" "ug" "s", 5)</a:t>
            </a:r>
          </a:p>
          <a:p>
            <a:pPr lvl="1"/>
            <a:r>
              <a:rPr lang="zh-CN" altLang="en-US"/>
              <a:t>合并规则集</a:t>
            </a:r>
            <a:r>
              <a:rPr lang="en-US" altLang="zh-CN"/>
              <a:t>:</a:t>
            </a:r>
            <a:r>
              <a:rPr lang="zh-CN" altLang="en-US"/>
              <a:t> </a:t>
            </a:r>
            <a:r>
              <a:rPr lang="en-US" altLang="zh-CN"/>
              <a:t>{</a:t>
            </a:r>
            <a:r>
              <a:rPr lang="en-US" altLang="zh-CN">
                <a:solidFill>
                  <a:schemeClr val="tx1"/>
                </a:solidFill>
                <a:latin typeface="Calibri" panose="020F0502020204030204" pitchFamily="34" charset="0"/>
                <a:cs typeface="Calibri" panose="020F0502020204030204" pitchFamily="34" charset="0"/>
              </a:rPr>
              <a:t>”u”</a:t>
            </a:r>
            <a:r>
              <a:rPr lang="zh-CN" altLang="en-US">
                <a:solidFill>
                  <a:schemeClr val="tx1"/>
                </a:solidFill>
                <a:latin typeface="Calibri" panose="020F0502020204030204" pitchFamily="34" charset="0"/>
                <a:cs typeface="Calibri" panose="020F0502020204030204" pitchFamily="34" charset="0"/>
              </a:rPr>
              <a:t> </a:t>
            </a:r>
            <a:r>
              <a:rPr lang="en-US" altLang="zh-CN">
                <a:solidFill>
                  <a:schemeClr val="tx1"/>
                </a:solidFill>
                <a:latin typeface="Calibri" panose="020F0502020204030204" pitchFamily="34" charset="0"/>
                <a:cs typeface="Calibri" panose="020F0502020204030204" pitchFamily="34" charset="0"/>
              </a:rPr>
              <a:t>“g”</a:t>
            </a:r>
            <a:r>
              <a:rPr lang="zh-CN" altLang="en-US">
                <a:solidFill>
                  <a:schemeClr val="tx1"/>
                </a:solidFill>
                <a:latin typeface="Calibri" panose="020F0502020204030204" pitchFamily="34" charset="0"/>
                <a:cs typeface="Calibri" panose="020F0502020204030204" pitchFamily="34" charset="0"/>
              </a:rPr>
              <a:t> </a:t>
            </a:r>
            <a:r>
              <a:rPr lang="en-US" altLang="zh-CN">
                <a:solidFill>
                  <a:schemeClr val="tx1"/>
                </a:solidFill>
                <a:latin typeface="Calibri" panose="020F0502020204030204" pitchFamily="34" charset="0"/>
                <a:cs typeface="Calibri" panose="020F0502020204030204" pitchFamily="34" charset="0"/>
              </a:rPr>
              <a:t>-&gt;</a:t>
            </a:r>
            <a:r>
              <a:rPr lang="zh-CN" altLang="en-US">
                <a:solidFill>
                  <a:schemeClr val="tx1"/>
                </a:solidFill>
                <a:latin typeface="Calibri" panose="020F0502020204030204" pitchFamily="34" charset="0"/>
                <a:cs typeface="Calibri" panose="020F0502020204030204" pitchFamily="34" charset="0"/>
              </a:rPr>
              <a:t> </a:t>
            </a:r>
            <a:r>
              <a:rPr lang="en-US" altLang="zh-CN">
                <a:solidFill>
                  <a:schemeClr val="tx1"/>
                </a:solidFill>
                <a:latin typeface="Calibri" panose="020F0502020204030204" pitchFamily="34" charset="0"/>
                <a:cs typeface="Calibri" panose="020F0502020204030204" pitchFamily="34" charset="0"/>
              </a:rPr>
              <a:t>“ug”,</a:t>
            </a:r>
            <a:r>
              <a:rPr lang="zh-CN" altLang="en-US">
                <a:solidFill>
                  <a:schemeClr val="tx1"/>
                </a:solidFill>
                <a:latin typeface="Calibri" panose="020F0502020204030204" pitchFamily="34" charset="0"/>
                <a:cs typeface="Calibri" panose="020F0502020204030204" pitchFamily="34" charset="0"/>
              </a:rPr>
              <a:t> </a:t>
            </a:r>
            <a:r>
              <a:rPr lang="en-US" altLang="zh-CN"/>
              <a:t>“u”, “n”</a:t>
            </a:r>
            <a:r>
              <a:rPr lang="zh-CN" altLang="en-US"/>
              <a:t> </a:t>
            </a:r>
            <a:r>
              <a:rPr lang="en-US" altLang="zh-CN"/>
              <a:t>-&gt;</a:t>
            </a:r>
            <a:r>
              <a:rPr lang="zh-CN" altLang="en-US"/>
              <a:t> </a:t>
            </a:r>
            <a:r>
              <a:rPr lang="en-US" altLang="zh-CN"/>
              <a:t>“un”}</a:t>
            </a:r>
            <a:endParaRPr lang="en-US"/>
          </a:p>
          <a:p>
            <a:pPr indent="-457200">
              <a:lnSpc>
                <a:spcPct val="180000"/>
              </a:lnSpc>
              <a:spcBef>
                <a:spcPts val="0"/>
              </a:spcBef>
              <a:buFont typeface="Wingdings" panose="05000000000000000000" pitchFamily="2" charset="2"/>
              <a:buChar char="p"/>
            </a:pPr>
            <a:r>
              <a:rPr lang="zh-CN" altLang="en-US"/>
              <a:t>重复该过程，直到词汇量达到预定义值</a:t>
            </a:r>
            <a:endParaRPr lang="en-US"/>
          </a:p>
        </p:txBody>
      </p:sp>
    </p:spTree>
    <p:extLst>
      <p:ext uri="{BB962C8B-B14F-4D97-AF65-F5344CB8AC3E}">
        <p14:creationId xmlns:p14="http://schemas.microsoft.com/office/powerpoint/2010/main" val="1794184635"/>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CF02582-E2C3-F3CA-DBDA-C6267968570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4F091EB-8D91-1DC2-AEDA-B663CDAC9262}"/>
              </a:ext>
            </a:extLst>
          </p:cNvPr>
          <p:cNvSpPr>
            <a:spLocks noGrp="1"/>
          </p:cNvSpPr>
          <p:nvPr>
            <p:ph type="title"/>
          </p:nvPr>
        </p:nvSpPr>
        <p:spPr/>
        <p:txBody>
          <a:bodyPr/>
          <a:lstStyle/>
          <a:p>
            <a:r>
              <a:rPr lang="en-US" altLang="zh-CN"/>
              <a:t>BPE</a:t>
            </a:r>
            <a:r>
              <a:rPr lang="zh-CN" altLang="en-US"/>
              <a:t>训练</a:t>
            </a:r>
            <a:endParaRPr lang="en-US"/>
          </a:p>
        </p:txBody>
      </p:sp>
      <p:sp>
        <p:nvSpPr>
          <p:cNvPr id="3" name="Content Placeholder 2">
            <a:extLst>
              <a:ext uri="{FF2B5EF4-FFF2-40B4-BE49-F238E27FC236}">
                <a16:creationId xmlns:a16="http://schemas.microsoft.com/office/drawing/2014/main" id="{8EA1498B-CEE0-E288-FA0D-F3B22541A333}"/>
              </a:ext>
            </a:extLst>
          </p:cNvPr>
          <p:cNvSpPr>
            <a:spLocks noGrp="1"/>
          </p:cNvSpPr>
          <p:nvPr>
            <p:ph idx="1"/>
          </p:nvPr>
        </p:nvSpPr>
        <p:spPr/>
        <p:txBody>
          <a:bodyPr>
            <a:normAutofit/>
          </a:bodyPr>
          <a:lstStyle/>
          <a:p>
            <a:pPr indent="-457200">
              <a:lnSpc>
                <a:spcPct val="160000"/>
              </a:lnSpc>
              <a:spcBef>
                <a:spcPts val="0"/>
              </a:spcBef>
              <a:buFont typeface="Wingdings" panose="05000000000000000000" pitchFamily="2" charset="2"/>
              <a:buChar char="p"/>
            </a:pPr>
            <a:r>
              <a:rPr lang="zh-CN" altLang="en-US" dirty="0"/>
              <a:t>整体流程总结</a:t>
            </a:r>
            <a:endParaRPr lang="en-US" dirty="0"/>
          </a:p>
        </p:txBody>
      </p:sp>
      <p:grpSp>
        <p:nvGrpSpPr>
          <p:cNvPr id="23" name="Group 22">
            <a:extLst>
              <a:ext uri="{FF2B5EF4-FFF2-40B4-BE49-F238E27FC236}">
                <a16:creationId xmlns:a16="http://schemas.microsoft.com/office/drawing/2014/main" id="{78F0397E-90F3-77C8-83B8-667D8B493CE7}"/>
              </a:ext>
            </a:extLst>
          </p:cNvPr>
          <p:cNvGrpSpPr/>
          <p:nvPr/>
        </p:nvGrpSpPr>
        <p:grpSpPr>
          <a:xfrm>
            <a:off x="1487690" y="1772440"/>
            <a:ext cx="9378349" cy="4576976"/>
            <a:chOff x="1706746" y="2286786"/>
            <a:chExt cx="8094345" cy="3950335"/>
          </a:xfrm>
        </p:grpSpPr>
        <p:sp>
          <p:nvSpPr>
            <p:cNvPr id="4" name="圆角矩形 10">
              <a:extLst>
                <a:ext uri="{FF2B5EF4-FFF2-40B4-BE49-F238E27FC236}">
                  <a16:creationId xmlns:a16="http://schemas.microsoft.com/office/drawing/2014/main" id="{1A96DB4C-48B9-5539-5438-D287E41427E4}"/>
                </a:ext>
              </a:extLst>
            </p:cNvPr>
            <p:cNvSpPr/>
            <p:nvPr/>
          </p:nvSpPr>
          <p:spPr>
            <a:xfrm>
              <a:off x="2045201" y="2286786"/>
              <a:ext cx="1223010" cy="1588770"/>
            </a:xfrm>
            <a:prstGeom prst="roundRect">
              <a:avLst/>
            </a:prstGeom>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l"/>
              <a:endParaRPr lang="en-US" altLang="zh-CN" sz="1600" dirty="0">
                <a:sym typeface="+mn-ea"/>
              </a:endParaRPr>
            </a:p>
            <a:p>
              <a:pPr algn="l"/>
              <a:r>
                <a:rPr lang="en-US" altLang="zh-CN" sz="1600" dirty="0">
                  <a:sym typeface="+mn-ea"/>
                </a:rPr>
                <a:t>("hug", 10)</a:t>
              </a:r>
              <a:endParaRPr lang="en-US" altLang="zh-CN" sz="1600" dirty="0"/>
            </a:p>
            <a:p>
              <a:pPr algn="l"/>
              <a:r>
                <a:rPr lang="en-US" altLang="zh-CN" sz="1600" dirty="0">
                  <a:sym typeface="+mn-ea"/>
                </a:rPr>
                <a:t>("pug", 5)</a:t>
              </a:r>
              <a:endParaRPr lang="en-US" altLang="zh-CN" sz="1600" dirty="0"/>
            </a:p>
            <a:p>
              <a:pPr algn="l"/>
              <a:r>
                <a:rPr lang="en-US" altLang="zh-CN" sz="1600" dirty="0">
                  <a:sym typeface="+mn-ea"/>
                </a:rPr>
                <a:t>("pun", 12)</a:t>
              </a:r>
              <a:endParaRPr lang="en-US" altLang="zh-CN" sz="1600" dirty="0"/>
            </a:p>
            <a:p>
              <a:pPr algn="l"/>
              <a:r>
                <a:rPr lang="en-US" altLang="zh-CN" sz="1600" dirty="0">
                  <a:sym typeface="+mn-ea"/>
                </a:rPr>
                <a:t>("bun", 4)</a:t>
              </a:r>
              <a:endParaRPr lang="en-US" altLang="zh-CN" sz="1600" dirty="0"/>
            </a:p>
            <a:p>
              <a:pPr algn="l"/>
              <a:r>
                <a:rPr lang="en-US" altLang="zh-CN" sz="1600" dirty="0">
                  <a:sym typeface="+mn-ea"/>
                </a:rPr>
                <a:t>("hugs", 5)</a:t>
              </a:r>
              <a:endParaRPr lang="en-US" altLang="zh-CN" sz="1600" dirty="0"/>
            </a:p>
            <a:p>
              <a:pPr algn="l"/>
              <a:endParaRPr lang="en-US" altLang="zh-CN" sz="1600" dirty="0"/>
            </a:p>
          </p:txBody>
        </p:sp>
        <p:sp>
          <p:nvSpPr>
            <p:cNvPr id="5" name="圆角矩形 11">
              <a:extLst>
                <a:ext uri="{FF2B5EF4-FFF2-40B4-BE49-F238E27FC236}">
                  <a16:creationId xmlns:a16="http://schemas.microsoft.com/office/drawing/2014/main" id="{885221EF-48AF-421E-0FE0-A4DC0DAEE138}"/>
                </a:ext>
              </a:extLst>
            </p:cNvPr>
            <p:cNvSpPr/>
            <p:nvPr>
              <p:custDataLst>
                <p:tags r:id="rId1"/>
              </p:custDataLst>
            </p:nvPr>
          </p:nvSpPr>
          <p:spPr>
            <a:xfrm>
              <a:off x="4082916" y="2286786"/>
              <a:ext cx="1727200" cy="1588770"/>
            </a:xfrm>
            <a:prstGeom prst="roundRect">
              <a:avLst/>
            </a:prstGeom>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l"/>
              <a:endParaRPr lang="en-US" altLang="zh-CN" sz="1600">
                <a:sym typeface="+mn-ea"/>
              </a:endParaRPr>
            </a:p>
            <a:p>
              <a:pPr algn="l"/>
              <a:r>
                <a:rPr lang="en-US" altLang="zh-CN" sz="1600">
                  <a:sym typeface="+mn-ea"/>
                </a:rPr>
                <a:t>("h" "u" "g", 10)</a:t>
              </a:r>
              <a:endParaRPr lang="en-US" altLang="zh-CN" sz="1600"/>
            </a:p>
            <a:p>
              <a:pPr algn="l"/>
              <a:r>
                <a:rPr lang="en-US" altLang="zh-CN" sz="1600">
                  <a:sym typeface="+mn-ea"/>
                </a:rPr>
                <a:t>("p" "u" "g", 5)</a:t>
              </a:r>
              <a:endParaRPr lang="en-US" altLang="zh-CN" sz="1600"/>
            </a:p>
            <a:p>
              <a:pPr algn="l"/>
              <a:r>
                <a:rPr lang="en-US" altLang="zh-CN" sz="1600">
                  <a:sym typeface="+mn-ea"/>
                </a:rPr>
                <a:t>("p" "u" "n", 12)</a:t>
              </a:r>
              <a:endParaRPr lang="en-US" altLang="zh-CN" sz="1600"/>
            </a:p>
            <a:p>
              <a:pPr algn="l"/>
              <a:r>
                <a:rPr lang="en-US" altLang="zh-CN" sz="1600">
                  <a:sym typeface="+mn-ea"/>
                </a:rPr>
                <a:t>("b" "u" "n", 4)</a:t>
              </a:r>
              <a:endParaRPr lang="en-US" altLang="zh-CN" sz="1600"/>
            </a:p>
            <a:p>
              <a:pPr algn="l"/>
              <a:r>
                <a:rPr lang="en-US" altLang="zh-CN" sz="1600">
                  <a:sym typeface="+mn-ea"/>
                </a:rPr>
                <a:t>("h" "u" "g" "s", 5)</a:t>
              </a:r>
              <a:endParaRPr lang="en-US" altLang="zh-CN" sz="1600"/>
            </a:p>
            <a:p>
              <a:pPr algn="ctr"/>
              <a:endParaRPr lang="en-US" altLang="zh-CN" sz="1600"/>
            </a:p>
          </p:txBody>
        </p:sp>
        <p:sp>
          <p:nvSpPr>
            <p:cNvPr id="6" name="圆角矩形 13">
              <a:extLst>
                <a:ext uri="{FF2B5EF4-FFF2-40B4-BE49-F238E27FC236}">
                  <a16:creationId xmlns:a16="http://schemas.microsoft.com/office/drawing/2014/main" id="{FD3F627F-3D76-0F0C-4DDC-9E5B11B15552}"/>
                </a:ext>
              </a:extLst>
            </p:cNvPr>
            <p:cNvSpPr/>
            <p:nvPr>
              <p:custDataLst>
                <p:tags r:id="rId2"/>
              </p:custDataLst>
            </p:nvPr>
          </p:nvSpPr>
          <p:spPr>
            <a:xfrm>
              <a:off x="6624186" y="2286786"/>
              <a:ext cx="1727200" cy="1588770"/>
            </a:xfrm>
            <a:prstGeom prst="roundRect">
              <a:avLst/>
            </a:prstGeom>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l"/>
              <a:endParaRPr lang="en-US" altLang="zh-CN" sz="1600">
                <a:sym typeface="+mn-ea"/>
              </a:endParaRPr>
            </a:p>
            <a:p>
              <a:pPr algn="l"/>
              <a:r>
                <a:rPr lang="en-US" altLang="zh-CN" sz="1600">
                  <a:sym typeface="+mn-ea"/>
                </a:rPr>
                <a:t>("h" "ug" , 10)</a:t>
              </a:r>
              <a:endParaRPr lang="en-US" altLang="zh-CN" sz="1600"/>
            </a:p>
            <a:p>
              <a:pPr algn="l"/>
              <a:r>
                <a:rPr lang="en-US" altLang="zh-CN" sz="1600">
                  <a:sym typeface="+mn-ea"/>
                </a:rPr>
                <a:t>("p" "ug", 5)</a:t>
              </a:r>
              <a:endParaRPr lang="en-US" altLang="zh-CN" sz="1600"/>
            </a:p>
            <a:p>
              <a:pPr algn="l"/>
              <a:r>
                <a:rPr lang="en-US" altLang="zh-CN" sz="1600">
                  <a:sym typeface="+mn-ea"/>
                </a:rPr>
                <a:t>("p" "u" "n", 12)</a:t>
              </a:r>
              <a:endParaRPr lang="en-US" altLang="zh-CN" sz="1600"/>
            </a:p>
            <a:p>
              <a:pPr algn="l"/>
              <a:r>
                <a:rPr lang="en-US" altLang="zh-CN" sz="1600">
                  <a:sym typeface="+mn-ea"/>
                </a:rPr>
                <a:t>("b" "u" "n", 4)</a:t>
              </a:r>
              <a:endParaRPr lang="en-US" altLang="zh-CN" sz="1600"/>
            </a:p>
            <a:p>
              <a:pPr algn="l"/>
              <a:r>
                <a:rPr lang="en-US" altLang="zh-CN" sz="1600">
                  <a:sym typeface="+mn-ea"/>
                </a:rPr>
                <a:t>("h" "ug" "s", 5)</a:t>
              </a:r>
              <a:endParaRPr lang="en-US" altLang="zh-CN" sz="1600"/>
            </a:p>
            <a:p>
              <a:pPr algn="ctr"/>
              <a:endParaRPr lang="en-US" altLang="zh-CN" sz="1600"/>
            </a:p>
          </p:txBody>
        </p:sp>
        <p:cxnSp>
          <p:nvCxnSpPr>
            <p:cNvPr id="7" name="直接箭头连接符 14">
              <a:extLst>
                <a:ext uri="{FF2B5EF4-FFF2-40B4-BE49-F238E27FC236}">
                  <a16:creationId xmlns:a16="http://schemas.microsoft.com/office/drawing/2014/main" id="{DEB97EDD-B35E-30D1-1A2F-E39B0B3CE747}"/>
                </a:ext>
              </a:extLst>
            </p:cNvPr>
            <p:cNvCxnSpPr>
              <a:stCxn id="4" idx="3"/>
              <a:endCxn id="5" idx="1"/>
            </p:cNvCxnSpPr>
            <p:nvPr>
              <p:custDataLst>
                <p:tags r:id="rId3"/>
              </p:custDataLst>
            </p:nvPr>
          </p:nvCxnSpPr>
          <p:spPr>
            <a:xfrm>
              <a:off x="3268211" y="3081171"/>
              <a:ext cx="814705" cy="0"/>
            </a:xfrm>
            <a:prstGeom prst="straightConnector1">
              <a:avLst/>
            </a:prstGeom>
            <a:ln w="31750" cap="rnd">
              <a:solidFill>
                <a:schemeClr val="accent1"/>
              </a:solidFill>
              <a:round/>
              <a:tailEnd type="arrow" w="med" len="med"/>
            </a:ln>
          </p:spPr>
          <p:style>
            <a:lnRef idx="0">
              <a:srgbClr val="FFFFFF"/>
            </a:lnRef>
            <a:fillRef idx="0">
              <a:srgbClr val="FFFFFF"/>
            </a:fillRef>
            <a:effectRef idx="0">
              <a:srgbClr val="FFFFFF"/>
            </a:effectRef>
            <a:fontRef idx="minor">
              <a:schemeClr val="tx1"/>
            </a:fontRef>
          </p:style>
        </p:cxnSp>
        <p:cxnSp>
          <p:nvCxnSpPr>
            <p:cNvPr id="8" name="直接箭头连接符 15">
              <a:extLst>
                <a:ext uri="{FF2B5EF4-FFF2-40B4-BE49-F238E27FC236}">
                  <a16:creationId xmlns:a16="http://schemas.microsoft.com/office/drawing/2014/main" id="{5931F593-DC19-A414-292E-F4CF9FC19CDC}"/>
                </a:ext>
              </a:extLst>
            </p:cNvPr>
            <p:cNvCxnSpPr>
              <a:stCxn id="5" idx="3"/>
              <a:endCxn id="6" idx="1"/>
            </p:cNvCxnSpPr>
            <p:nvPr>
              <p:custDataLst>
                <p:tags r:id="rId4"/>
              </p:custDataLst>
            </p:nvPr>
          </p:nvCxnSpPr>
          <p:spPr>
            <a:xfrm>
              <a:off x="5810116" y="3081171"/>
              <a:ext cx="814070" cy="0"/>
            </a:xfrm>
            <a:prstGeom prst="straightConnector1">
              <a:avLst/>
            </a:prstGeom>
            <a:ln w="31750" cap="rnd">
              <a:solidFill>
                <a:schemeClr val="accent1"/>
              </a:solidFill>
              <a:round/>
              <a:tailEnd type="arrow" w="med" len="med"/>
            </a:ln>
          </p:spPr>
          <p:style>
            <a:lnRef idx="0">
              <a:srgbClr val="FFFFFF"/>
            </a:lnRef>
            <a:fillRef idx="0">
              <a:srgbClr val="FFFFFF"/>
            </a:fillRef>
            <a:effectRef idx="0">
              <a:srgbClr val="FFFFFF"/>
            </a:effectRef>
            <a:fontRef idx="minor">
              <a:schemeClr val="tx1"/>
            </a:fontRef>
          </p:style>
        </p:cxnSp>
        <p:cxnSp>
          <p:nvCxnSpPr>
            <p:cNvPr id="9" name="直接箭头连接符 16">
              <a:extLst>
                <a:ext uri="{FF2B5EF4-FFF2-40B4-BE49-F238E27FC236}">
                  <a16:creationId xmlns:a16="http://schemas.microsoft.com/office/drawing/2014/main" id="{1D6D239D-A485-EDCB-1CD4-19131A1D38C4}"/>
                </a:ext>
              </a:extLst>
            </p:cNvPr>
            <p:cNvCxnSpPr>
              <a:stCxn id="6" idx="3"/>
            </p:cNvCxnSpPr>
            <p:nvPr/>
          </p:nvCxnSpPr>
          <p:spPr>
            <a:xfrm>
              <a:off x="8351386" y="3081171"/>
              <a:ext cx="802005" cy="3175"/>
            </a:xfrm>
            <a:prstGeom prst="straightConnector1">
              <a:avLst/>
            </a:prstGeom>
            <a:ln w="28575" cmpd="sng">
              <a:solidFill>
                <a:schemeClr val="accent1"/>
              </a:solidFill>
              <a:prstDash val="solid"/>
              <a:tailEnd type="arrow"/>
            </a:ln>
          </p:spPr>
          <p:style>
            <a:lnRef idx="2">
              <a:schemeClr val="accent1"/>
            </a:lnRef>
            <a:fillRef idx="0">
              <a:srgbClr val="FFFFFF"/>
            </a:fillRef>
            <a:effectRef idx="0">
              <a:srgbClr val="FFFFFF"/>
            </a:effectRef>
            <a:fontRef idx="minor">
              <a:schemeClr val="tx1"/>
            </a:fontRef>
          </p:style>
        </p:cxnSp>
        <p:sp>
          <p:nvSpPr>
            <p:cNvPr id="10" name="文本框 17">
              <a:extLst>
                <a:ext uri="{FF2B5EF4-FFF2-40B4-BE49-F238E27FC236}">
                  <a16:creationId xmlns:a16="http://schemas.microsoft.com/office/drawing/2014/main" id="{BAE50DC1-8F8F-988E-C653-0D096D2181DF}"/>
                </a:ext>
              </a:extLst>
            </p:cNvPr>
            <p:cNvSpPr txBox="1"/>
            <p:nvPr/>
          </p:nvSpPr>
          <p:spPr>
            <a:xfrm>
              <a:off x="9167361" y="2729381"/>
              <a:ext cx="633730" cy="584835"/>
            </a:xfrm>
            <a:prstGeom prst="rect">
              <a:avLst/>
            </a:prstGeom>
            <a:noFill/>
          </p:spPr>
          <p:txBody>
            <a:bodyPr wrap="square" rtlCol="0">
              <a:noAutofit/>
            </a:bodyPr>
            <a:lstStyle/>
            <a:p>
              <a:r>
                <a:rPr lang="en-US" altLang="zh-CN" sz="2800"/>
                <a:t>...</a:t>
              </a:r>
            </a:p>
          </p:txBody>
        </p:sp>
        <p:sp>
          <p:nvSpPr>
            <p:cNvPr id="11" name="圆角矩形 20">
              <a:extLst>
                <a:ext uri="{FF2B5EF4-FFF2-40B4-BE49-F238E27FC236}">
                  <a16:creationId xmlns:a16="http://schemas.microsoft.com/office/drawing/2014/main" id="{011CFBC7-AB5C-9AF6-ADA4-D89A1650F107}"/>
                </a:ext>
              </a:extLst>
            </p:cNvPr>
            <p:cNvSpPr/>
            <p:nvPr/>
          </p:nvSpPr>
          <p:spPr>
            <a:xfrm>
              <a:off x="2354446" y="4541671"/>
              <a:ext cx="603885" cy="1695450"/>
            </a:xfrm>
            <a:prstGeom prst="roundRect">
              <a:avLst/>
            </a:prstGeom>
            <a:solidFill>
              <a:schemeClr val="accent2"/>
            </a:solidFill>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l"/>
              <a:endParaRPr lang="en-US" altLang="zh-CN" sz="1600" dirty="0">
                <a:sym typeface="+mn-ea"/>
              </a:endParaRPr>
            </a:p>
            <a:p>
              <a:pPr algn="l"/>
              <a:endParaRPr lang="en-US" altLang="zh-CN" sz="1600" dirty="0">
                <a:sym typeface="+mn-ea"/>
              </a:endParaRPr>
            </a:p>
            <a:p>
              <a:pPr algn="l"/>
              <a:endParaRPr lang="en-US" altLang="zh-CN" sz="1600" dirty="0">
                <a:sym typeface="+mn-ea"/>
              </a:endParaRPr>
            </a:p>
            <a:p>
              <a:pPr algn="l"/>
              <a:r>
                <a:rPr lang="en-US" altLang="zh-CN" sz="1600" dirty="0">
                  <a:sym typeface="+mn-ea"/>
                </a:rPr>
                <a:t>"b"</a:t>
              </a:r>
            </a:p>
            <a:p>
              <a:pPr algn="l"/>
              <a:r>
                <a:rPr lang="en-US" altLang="zh-CN" sz="1600" dirty="0">
                  <a:sym typeface="+mn-ea"/>
                </a:rPr>
                <a:t>"g"</a:t>
              </a:r>
            </a:p>
            <a:p>
              <a:pPr algn="l"/>
              <a:r>
                <a:rPr lang="en-US" altLang="zh-CN" sz="1600" dirty="0">
                  <a:sym typeface="+mn-ea"/>
                </a:rPr>
                <a:t>"h"</a:t>
              </a:r>
              <a:endParaRPr lang="en-US" altLang="zh-CN" sz="1600" dirty="0"/>
            </a:p>
            <a:p>
              <a:pPr algn="l"/>
              <a:r>
                <a:rPr lang="en-US" altLang="zh-CN" sz="1600" dirty="0">
                  <a:sym typeface="+mn-ea"/>
                </a:rPr>
                <a:t>"n"</a:t>
              </a:r>
              <a:endParaRPr lang="en-US" altLang="zh-CN" sz="1600" dirty="0"/>
            </a:p>
            <a:p>
              <a:pPr algn="l"/>
              <a:r>
                <a:rPr lang="en-US" altLang="zh-CN" sz="1600" dirty="0">
                  <a:sym typeface="+mn-ea"/>
                </a:rPr>
                <a:t>"p"</a:t>
              </a:r>
              <a:endParaRPr lang="en-US" altLang="zh-CN" sz="1600" dirty="0"/>
            </a:p>
            <a:p>
              <a:pPr algn="l"/>
              <a:r>
                <a:rPr lang="en-US" altLang="zh-CN" sz="1600" dirty="0">
                  <a:sym typeface="+mn-ea"/>
                </a:rPr>
                <a:t>"s"</a:t>
              </a:r>
              <a:endParaRPr lang="en-US" altLang="zh-CN" sz="1600" dirty="0"/>
            </a:p>
            <a:p>
              <a:pPr algn="l"/>
              <a:r>
                <a:rPr lang="en-US" altLang="zh-CN" sz="1600" dirty="0">
                  <a:sym typeface="+mn-ea"/>
                </a:rPr>
                <a:t>"u"</a:t>
              </a:r>
              <a:endParaRPr lang="en-US" altLang="zh-CN" sz="1600" dirty="0"/>
            </a:p>
            <a:p>
              <a:pPr algn="l"/>
              <a:endParaRPr lang="en-US" altLang="zh-CN" sz="1600" dirty="0"/>
            </a:p>
            <a:p>
              <a:pPr algn="l"/>
              <a:endParaRPr lang="en-US" altLang="zh-CN" sz="1600" dirty="0"/>
            </a:p>
            <a:p>
              <a:pPr algn="l"/>
              <a:endParaRPr lang="en-US" altLang="zh-CN" sz="1600" dirty="0"/>
            </a:p>
          </p:txBody>
        </p:sp>
        <p:sp>
          <p:nvSpPr>
            <p:cNvPr id="12" name="圆角矩形 21">
              <a:extLst>
                <a:ext uri="{FF2B5EF4-FFF2-40B4-BE49-F238E27FC236}">
                  <a16:creationId xmlns:a16="http://schemas.microsoft.com/office/drawing/2014/main" id="{A348441E-0526-C41A-AC86-429B0EDCE6A9}"/>
                </a:ext>
              </a:extLst>
            </p:cNvPr>
            <p:cNvSpPr/>
            <p:nvPr>
              <p:custDataLst>
                <p:tags r:id="rId5"/>
              </p:custDataLst>
            </p:nvPr>
          </p:nvSpPr>
          <p:spPr>
            <a:xfrm>
              <a:off x="4391526" y="4541671"/>
              <a:ext cx="1109980" cy="1695450"/>
            </a:xfrm>
            <a:prstGeom prst="roundRect">
              <a:avLst/>
            </a:prstGeom>
            <a:solidFill>
              <a:schemeClr val="accent2"/>
            </a:solidFill>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l"/>
              <a:endParaRPr lang="en-US" altLang="zh-CN" sz="1600">
                <a:sym typeface="+mn-ea"/>
              </a:endParaRPr>
            </a:p>
            <a:p>
              <a:pPr algn="l"/>
              <a:endParaRPr lang="en-US" altLang="zh-CN" sz="1600">
                <a:sym typeface="+mn-ea"/>
              </a:endParaRPr>
            </a:p>
            <a:p>
              <a:pPr algn="l"/>
              <a:endParaRPr lang="en-US" altLang="zh-CN" sz="1600">
                <a:sym typeface="+mn-ea"/>
              </a:endParaRPr>
            </a:p>
            <a:p>
              <a:pPr algn="l"/>
              <a:r>
                <a:rPr lang="en-US" altLang="zh-CN" sz="1600">
                  <a:sym typeface="+mn-ea"/>
                </a:rPr>
                <a:t>"b"   </a:t>
              </a:r>
              <a:r>
                <a:rPr lang="en-US" altLang="zh-CN" sz="1600" b="1">
                  <a:solidFill>
                    <a:schemeClr val="accent6">
                      <a:lumMod val="75000"/>
                    </a:schemeClr>
                  </a:solidFill>
                  <a:sym typeface="+mn-ea"/>
                </a:rPr>
                <a:t>"ug"</a:t>
              </a:r>
              <a:endParaRPr lang="en-US" altLang="zh-CN" sz="1600">
                <a:sym typeface="+mn-ea"/>
              </a:endParaRPr>
            </a:p>
            <a:p>
              <a:pPr algn="l"/>
              <a:r>
                <a:rPr lang="en-US" altLang="zh-CN" sz="1600">
                  <a:sym typeface="+mn-ea"/>
                </a:rPr>
                <a:t>"g"</a:t>
              </a:r>
            </a:p>
            <a:p>
              <a:pPr algn="l"/>
              <a:r>
                <a:rPr lang="en-US" altLang="zh-CN" sz="1600">
                  <a:sym typeface="+mn-ea"/>
                </a:rPr>
                <a:t>"h"</a:t>
              </a:r>
              <a:endParaRPr lang="en-US" altLang="zh-CN" sz="1600"/>
            </a:p>
            <a:p>
              <a:pPr algn="l"/>
              <a:r>
                <a:rPr lang="en-US" altLang="zh-CN" sz="1600">
                  <a:sym typeface="+mn-ea"/>
                </a:rPr>
                <a:t>"n"</a:t>
              </a:r>
              <a:endParaRPr lang="en-US" altLang="zh-CN" sz="1600"/>
            </a:p>
            <a:p>
              <a:pPr algn="l"/>
              <a:r>
                <a:rPr lang="en-US" altLang="zh-CN" sz="1600">
                  <a:sym typeface="+mn-ea"/>
                </a:rPr>
                <a:t>"p"</a:t>
              </a:r>
              <a:endParaRPr lang="en-US" altLang="zh-CN" sz="1600"/>
            </a:p>
            <a:p>
              <a:pPr algn="l"/>
              <a:r>
                <a:rPr lang="en-US" altLang="zh-CN" sz="1600">
                  <a:sym typeface="+mn-ea"/>
                </a:rPr>
                <a:t>"s"</a:t>
              </a:r>
              <a:endParaRPr lang="en-US" altLang="zh-CN" sz="1600"/>
            </a:p>
            <a:p>
              <a:pPr algn="l"/>
              <a:r>
                <a:rPr lang="en-US" altLang="zh-CN" sz="1600">
                  <a:sym typeface="+mn-ea"/>
                </a:rPr>
                <a:t>"u"</a:t>
              </a:r>
              <a:endParaRPr lang="en-US" altLang="zh-CN" sz="1600"/>
            </a:p>
            <a:p>
              <a:pPr algn="l"/>
              <a:endParaRPr lang="en-US" altLang="zh-CN" sz="1600"/>
            </a:p>
            <a:p>
              <a:pPr algn="l"/>
              <a:endParaRPr lang="en-US" altLang="zh-CN" sz="1600"/>
            </a:p>
            <a:p>
              <a:pPr algn="l"/>
              <a:endParaRPr lang="en-US" altLang="zh-CN" sz="1600"/>
            </a:p>
          </p:txBody>
        </p:sp>
        <p:sp>
          <p:nvSpPr>
            <p:cNvPr id="13" name="圆角矩形 23">
              <a:extLst>
                <a:ext uri="{FF2B5EF4-FFF2-40B4-BE49-F238E27FC236}">
                  <a16:creationId xmlns:a16="http://schemas.microsoft.com/office/drawing/2014/main" id="{5F14D128-9DB2-D8A1-EB67-955B4DC5CD1D}"/>
                </a:ext>
              </a:extLst>
            </p:cNvPr>
            <p:cNvSpPr/>
            <p:nvPr>
              <p:custDataLst>
                <p:tags r:id="rId6"/>
              </p:custDataLst>
            </p:nvPr>
          </p:nvSpPr>
          <p:spPr>
            <a:xfrm>
              <a:off x="6932796" y="4541671"/>
              <a:ext cx="1109980" cy="1695450"/>
            </a:xfrm>
            <a:prstGeom prst="roundRect">
              <a:avLst/>
            </a:prstGeom>
            <a:solidFill>
              <a:schemeClr val="accent2"/>
            </a:solidFill>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l"/>
              <a:endParaRPr lang="en-US" altLang="zh-CN" sz="1600">
                <a:sym typeface="+mn-ea"/>
              </a:endParaRPr>
            </a:p>
            <a:p>
              <a:pPr algn="l"/>
              <a:endParaRPr lang="en-US" altLang="zh-CN" sz="1600">
                <a:sym typeface="+mn-ea"/>
              </a:endParaRPr>
            </a:p>
            <a:p>
              <a:pPr algn="l"/>
              <a:endParaRPr lang="en-US" altLang="zh-CN" sz="1600">
                <a:sym typeface="+mn-ea"/>
              </a:endParaRPr>
            </a:p>
            <a:p>
              <a:pPr algn="l"/>
              <a:r>
                <a:rPr lang="en-US" altLang="zh-CN" sz="1600">
                  <a:sym typeface="+mn-ea"/>
                </a:rPr>
                <a:t>"b"   </a:t>
              </a:r>
              <a:r>
                <a:rPr lang="en-US" altLang="zh-CN" sz="1600" b="1">
                  <a:solidFill>
                    <a:schemeClr val="bg1"/>
                  </a:solidFill>
                  <a:sym typeface="+mn-ea"/>
                </a:rPr>
                <a:t>"ug"</a:t>
              </a:r>
              <a:endParaRPr lang="en-US" altLang="zh-CN" sz="1600">
                <a:sym typeface="+mn-ea"/>
              </a:endParaRPr>
            </a:p>
            <a:p>
              <a:pPr algn="l"/>
              <a:r>
                <a:rPr lang="en-US" altLang="zh-CN" sz="1600">
                  <a:sym typeface="+mn-ea"/>
                </a:rPr>
                <a:t>"g"   </a:t>
              </a:r>
              <a:r>
                <a:rPr lang="en-US" altLang="zh-CN" sz="1600" b="1">
                  <a:solidFill>
                    <a:schemeClr val="accent6">
                      <a:lumMod val="75000"/>
                    </a:schemeClr>
                  </a:solidFill>
                  <a:sym typeface="+mn-ea"/>
                </a:rPr>
                <a:t>"un"</a:t>
              </a:r>
              <a:endParaRPr lang="en-US" altLang="zh-CN" sz="1600">
                <a:sym typeface="+mn-ea"/>
              </a:endParaRPr>
            </a:p>
            <a:p>
              <a:pPr algn="l"/>
              <a:r>
                <a:rPr lang="en-US" altLang="zh-CN" sz="1600">
                  <a:sym typeface="+mn-ea"/>
                </a:rPr>
                <a:t>"h"</a:t>
              </a:r>
              <a:endParaRPr lang="en-US" altLang="zh-CN" sz="1600"/>
            </a:p>
            <a:p>
              <a:pPr algn="l"/>
              <a:r>
                <a:rPr lang="en-US" altLang="zh-CN" sz="1600">
                  <a:sym typeface="+mn-ea"/>
                </a:rPr>
                <a:t>"n"</a:t>
              </a:r>
              <a:endParaRPr lang="en-US" altLang="zh-CN" sz="1600"/>
            </a:p>
            <a:p>
              <a:pPr algn="l"/>
              <a:r>
                <a:rPr lang="en-US" altLang="zh-CN" sz="1600">
                  <a:sym typeface="+mn-ea"/>
                </a:rPr>
                <a:t>"p"</a:t>
              </a:r>
              <a:endParaRPr lang="en-US" altLang="zh-CN" sz="1600"/>
            </a:p>
            <a:p>
              <a:pPr algn="l"/>
              <a:r>
                <a:rPr lang="en-US" altLang="zh-CN" sz="1600">
                  <a:sym typeface="+mn-ea"/>
                </a:rPr>
                <a:t>"s"</a:t>
              </a:r>
              <a:endParaRPr lang="en-US" altLang="zh-CN" sz="1600"/>
            </a:p>
            <a:p>
              <a:pPr algn="l"/>
              <a:r>
                <a:rPr lang="en-US" altLang="zh-CN" sz="1600">
                  <a:sym typeface="+mn-ea"/>
                </a:rPr>
                <a:t>"u"</a:t>
              </a:r>
              <a:endParaRPr lang="en-US" altLang="zh-CN" sz="1600"/>
            </a:p>
            <a:p>
              <a:pPr algn="l"/>
              <a:endParaRPr lang="en-US" altLang="zh-CN" sz="1600"/>
            </a:p>
            <a:p>
              <a:pPr algn="l"/>
              <a:endParaRPr lang="en-US" altLang="zh-CN" sz="1600"/>
            </a:p>
            <a:p>
              <a:pPr algn="l"/>
              <a:endParaRPr lang="en-US" altLang="zh-CN" sz="1600"/>
            </a:p>
          </p:txBody>
        </p:sp>
        <p:cxnSp>
          <p:nvCxnSpPr>
            <p:cNvPr id="14" name="直接箭头连接符 24">
              <a:extLst>
                <a:ext uri="{FF2B5EF4-FFF2-40B4-BE49-F238E27FC236}">
                  <a16:creationId xmlns:a16="http://schemas.microsoft.com/office/drawing/2014/main" id="{1107B625-02E5-EC3E-73E1-0F38C8FFE45B}"/>
                </a:ext>
              </a:extLst>
            </p:cNvPr>
            <p:cNvCxnSpPr>
              <a:stCxn id="4" idx="2"/>
              <a:endCxn id="11" idx="0"/>
            </p:cNvCxnSpPr>
            <p:nvPr/>
          </p:nvCxnSpPr>
          <p:spPr>
            <a:xfrm>
              <a:off x="2656706" y="3875556"/>
              <a:ext cx="0" cy="666115"/>
            </a:xfrm>
            <a:prstGeom prst="straightConnector1">
              <a:avLst/>
            </a:prstGeom>
            <a:ln w="28575" cmpd="sng">
              <a:solidFill>
                <a:schemeClr val="accent1"/>
              </a:solidFill>
              <a:prstDash val="solid"/>
              <a:tailEnd type="arrow"/>
            </a:ln>
          </p:spPr>
          <p:style>
            <a:lnRef idx="2">
              <a:schemeClr val="accent1"/>
            </a:lnRef>
            <a:fillRef idx="0">
              <a:srgbClr val="FFFFFF"/>
            </a:fillRef>
            <a:effectRef idx="0">
              <a:srgbClr val="FFFFFF"/>
            </a:effectRef>
            <a:fontRef idx="minor">
              <a:schemeClr val="tx1"/>
            </a:fontRef>
          </p:style>
        </p:cxnSp>
        <p:cxnSp>
          <p:nvCxnSpPr>
            <p:cNvPr id="15" name="直接箭头连接符 25">
              <a:extLst>
                <a:ext uri="{FF2B5EF4-FFF2-40B4-BE49-F238E27FC236}">
                  <a16:creationId xmlns:a16="http://schemas.microsoft.com/office/drawing/2014/main" id="{7474174F-468B-FFFB-AFE2-F50F4E6F69C8}"/>
                </a:ext>
              </a:extLst>
            </p:cNvPr>
            <p:cNvCxnSpPr>
              <a:stCxn id="11" idx="3"/>
              <a:endCxn id="5" idx="1"/>
            </p:cNvCxnSpPr>
            <p:nvPr>
              <p:custDataLst>
                <p:tags r:id="rId7"/>
              </p:custDataLst>
            </p:nvPr>
          </p:nvCxnSpPr>
          <p:spPr>
            <a:xfrm flipV="1">
              <a:off x="2958331" y="3081171"/>
              <a:ext cx="1124585" cy="2308225"/>
            </a:xfrm>
            <a:prstGeom prst="straightConnector1">
              <a:avLst/>
            </a:prstGeom>
            <a:ln w="28575" cmpd="sng">
              <a:solidFill>
                <a:schemeClr val="accent2"/>
              </a:solidFill>
              <a:prstDash val="solid"/>
              <a:tailEnd type="arrow"/>
            </a:ln>
          </p:spPr>
          <p:style>
            <a:lnRef idx="2">
              <a:schemeClr val="accent1"/>
            </a:lnRef>
            <a:fillRef idx="0">
              <a:srgbClr val="FFFFFF"/>
            </a:fillRef>
            <a:effectRef idx="0">
              <a:srgbClr val="FFFFFF"/>
            </a:effectRef>
            <a:fontRef idx="minor">
              <a:schemeClr val="tx1"/>
            </a:fontRef>
          </p:style>
        </p:cxnSp>
        <p:cxnSp>
          <p:nvCxnSpPr>
            <p:cNvPr id="16" name="直接箭头连接符 26">
              <a:extLst>
                <a:ext uri="{FF2B5EF4-FFF2-40B4-BE49-F238E27FC236}">
                  <a16:creationId xmlns:a16="http://schemas.microsoft.com/office/drawing/2014/main" id="{987010DB-1204-8FD4-9BE6-EAD777DB0BDD}"/>
                </a:ext>
              </a:extLst>
            </p:cNvPr>
            <p:cNvCxnSpPr>
              <a:stCxn id="12" idx="3"/>
              <a:endCxn id="6" idx="1"/>
            </p:cNvCxnSpPr>
            <p:nvPr>
              <p:custDataLst>
                <p:tags r:id="rId8"/>
              </p:custDataLst>
            </p:nvPr>
          </p:nvCxnSpPr>
          <p:spPr>
            <a:xfrm flipV="1">
              <a:off x="5501506" y="3081171"/>
              <a:ext cx="1122680" cy="2308225"/>
            </a:xfrm>
            <a:prstGeom prst="straightConnector1">
              <a:avLst/>
            </a:prstGeom>
            <a:ln w="28575" cmpd="sng">
              <a:solidFill>
                <a:schemeClr val="accent2"/>
              </a:solidFill>
              <a:prstDash val="solid"/>
              <a:tailEnd type="arrow"/>
            </a:ln>
          </p:spPr>
          <p:style>
            <a:lnRef idx="2">
              <a:schemeClr val="accent1"/>
            </a:lnRef>
            <a:fillRef idx="0">
              <a:srgbClr val="FFFFFF"/>
            </a:fillRef>
            <a:effectRef idx="0">
              <a:srgbClr val="FFFFFF"/>
            </a:effectRef>
            <a:fontRef idx="minor">
              <a:schemeClr val="tx1"/>
            </a:fontRef>
          </p:style>
        </p:cxnSp>
        <p:cxnSp>
          <p:nvCxnSpPr>
            <p:cNvPr id="17" name="直接箭头连接符 27">
              <a:extLst>
                <a:ext uri="{FF2B5EF4-FFF2-40B4-BE49-F238E27FC236}">
                  <a16:creationId xmlns:a16="http://schemas.microsoft.com/office/drawing/2014/main" id="{70DA51B5-239C-728D-EF7D-6DB9FCAF0785}"/>
                </a:ext>
              </a:extLst>
            </p:cNvPr>
            <p:cNvCxnSpPr/>
            <p:nvPr/>
          </p:nvCxnSpPr>
          <p:spPr>
            <a:xfrm flipV="1">
              <a:off x="8042776" y="3137686"/>
              <a:ext cx="1110615" cy="2419985"/>
            </a:xfrm>
            <a:prstGeom prst="straightConnector1">
              <a:avLst/>
            </a:prstGeom>
            <a:ln w="28575" cmpd="sng">
              <a:solidFill>
                <a:schemeClr val="accent2"/>
              </a:solidFill>
              <a:prstDash val="solid"/>
              <a:tailEnd type="arrow"/>
            </a:ln>
          </p:spPr>
          <p:style>
            <a:lnRef idx="2">
              <a:schemeClr val="accent1"/>
            </a:lnRef>
            <a:fillRef idx="0">
              <a:srgbClr val="FFFFFF"/>
            </a:fillRef>
            <a:effectRef idx="0">
              <a:srgbClr val="FFFFFF"/>
            </a:effectRef>
            <a:fontRef idx="minor">
              <a:schemeClr val="tx1"/>
            </a:fontRef>
          </p:style>
        </p:cxnSp>
        <p:sp>
          <p:nvSpPr>
            <p:cNvPr id="18" name="文本框 28">
              <a:extLst>
                <a:ext uri="{FF2B5EF4-FFF2-40B4-BE49-F238E27FC236}">
                  <a16:creationId xmlns:a16="http://schemas.microsoft.com/office/drawing/2014/main" id="{D987084E-930A-6EBF-6661-909B52223BBB}"/>
                </a:ext>
              </a:extLst>
            </p:cNvPr>
            <p:cNvSpPr txBox="1"/>
            <p:nvPr/>
          </p:nvSpPr>
          <p:spPr>
            <a:xfrm>
              <a:off x="1706746" y="4078121"/>
              <a:ext cx="942975" cy="584775"/>
            </a:xfrm>
            <a:prstGeom prst="rect">
              <a:avLst/>
            </a:prstGeom>
            <a:noFill/>
          </p:spPr>
          <p:txBody>
            <a:bodyPr wrap="square" rtlCol="0">
              <a:spAutoFit/>
            </a:bodyPr>
            <a:lstStyle/>
            <a:p>
              <a:r>
                <a:rPr lang="zh-CN" altLang="en-US" sz="1600"/>
                <a:t>初始词表</a:t>
              </a:r>
            </a:p>
          </p:txBody>
        </p:sp>
        <p:sp>
          <p:nvSpPr>
            <p:cNvPr id="19" name="文本框 29">
              <a:extLst>
                <a:ext uri="{FF2B5EF4-FFF2-40B4-BE49-F238E27FC236}">
                  <a16:creationId xmlns:a16="http://schemas.microsoft.com/office/drawing/2014/main" id="{05136138-84A7-B30D-BC78-5FBBA511E6DB}"/>
                </a:ext>
              </a:extLst>
            </p:cNvPr>
            <p:cNvSpPr txBox="1"/>
            <p:nvPr>
              <p:custDataLst>
                <p:tags r:id="rId9"/>
              </p:custDataLst>
            </p:nvPr>
          </p:nvSpPr>
          <p:spPr>
            <a:xfrm>
              <a:off x="6280651" y="3947311"/>
              <a:ext cx="1287145" cy="830997"/>
            </a:xfrm>
            <a:prstGeom prst="rect">
              <a:avLst/>
            </a:prstGeom>
            <a:noFill/>
          </p:spPr>
          <p:txBody>
            <a:bodyPr wrap="square" rtlCol="0">
              <a:spAutoFit/>
            </a:bodyPr>
            <a:lstStyle/>
            <a:p>
              <a:r>
                <a:rPr lang="en-US" altLang="zh-CN" sz="1600">
                  <a:sym typeface="+mn-ea"/>
                </a:rPr>
                <a:t>"un"</a:t>
              </a:r>
              <a:r>
                <a:rPr lang="zh-CN" altLang="en-US" sz="1600">
                  <a:sym typeface="+mn-ea"/>
                </a:rPr>
                <a:t>对</a:t>
              </a:r>
            </a:p>
            <a:p>
              <a:r>
                <a:rPr lang="zh-CN" altLang="en-US" sz="1600">
                  <a:sym typeface="+mn-ea"/>
                </a:rPr>
                <a:t>次数出现最多</a:t>
              </a:r>
              <a:endParaRPr lang="zh-CN" altLang="en-US" sz="1600"/>
            </a:p>
          </p:txBody>
        </p:sp>
        <p:sp>
          <p:nvSpPr>
            <p:cNvPr id="20" name="文本框 30">
              <a:extLst>
                <a:ext uri="{FF2B5EF4-FFF2-40B4-BE49-F238E27FC236}">
                  <a16:creationId xmlns:a16="http://schemas.microsoft.com/office/drawing/2014/main" id="{169F5D13-0EC9-FCDE-EA6D-D60BCB2139F1}"/>
                </a:ext>
              </a:extLst>
            </p:cNvPr>
            <p:cNvSpPr txBox="1"/>
            <p:nvPr>
              <p:custDataLst>
                <p:tags r:id="rId10"/>
              </p:custDataLst>
            </p:nvPr>
          </p:nvSpPr>
          <p:spPr>
            <a:xfrm>
              <a:off x="3684136" y="3947946"/>
              <a:ext cx="1361440" cy="830997"/>
            </a:xfrm>
            <a:prstGeom prst="rect">
              <a:avLst/>
            </a:prstGeom>
            <a:noFill/>
          </p:spPr>
          <p:txBody>
            <a:bodyPr wrap="square" rtlCol="0">
              <a:spAutoFit/>
            </a:bodyPr>
            <a:lstStyle/>
            <a:p>
              <a:r>
                <a:rPr lang="en-US" altLang="zh-CN" sz="1600">
                  <a:sym typeface="+mn-ea"/>
                </a:rPr>
                <a:t>"ug"</a:t>
              </a:r>
              <a:r>
                <a:rPr lang="zh-CN" altLang="en-US" sz="1600">
                  <a:sym typeface="+mn-ea"/>
                </a:rPr>
                <a:t>对</a:t>
              </a:r>
            </a:p>
            <a:p>
              <a:r>
                <a:rPr lang="zh-CN" altLang="en-US" sz="1600">
                  <a:sym typeface="+mn-ea"/>
                </a:rPr>
                <a:t>次数出现最多</a:t>
              </a:r>
            </a:p>
          </p:txBody>
        </p:sp>
        <p:cxnSp>
          <p:nvCxnSpPr>
            <p:cNvPr id="21" name="直接箭头连接符 31">
              <a:extLst>
                <a:ext uri="{FF2B5EF4-FFF2-40B4-BE49-F238E27FC236}">
                  <a16:creationId xmlns:a16="http://schemas.microsoft.com/office/drawing/2014/main" id="{B86021A1-A981-3881-0D3D-F0734A5C2979}"/>
                </a:ext>
              </a:extLst>
            </p:cNvPr>
            <p:cNvCxnSpPr>
              <a:stCxn id="5" idx="2"/>
              <a:endCxn id="12" idx="0"/>
            </p:cNvCxnSpPr>
            <p:nvPr>
              <p:custDataLst>
                <p:tags r:id="rId11"/>
              </p:custDataLst>
            </p:nvPr>
          </p:nvCxnSpPr>
          <p:spPr>
            <a:xfrm>
              <a:off x="4946516" y="3875556"/>
              <a:ext cx="0" cy="666115"/>
            </a:xfrm>
            <a:prstGeom prst="straightConnector1">
              <a:avLst/>
            </a:prstGeom>
            <a:ln w="28575" cmpd="sng">
              <a:solidFill>
                <a:schemeClr val="accent1"/>
              </a:solidFill>
              <a:prstDash val="solid"/>
              <a:tailEnd type="arrow"/>
            </a:ln>
          </p:spPr>
          <p:style>
            <a:lnRef idx="2">
              <a:schemeClr val="accent1"/>
            </a:lnRef>
            <a:fillRef idx="0">
              <a:srgbClr val="FFFFFF"/>
            </a:fillRef>
            <a:effectRef idx="0">
              <a:srgbClr val="FFFFFF"/>
            </a:effectRef>
            <a:fontRef idx="minor">
              <a:schemeClr val="tx1"/>
            </a:fontRef>
          </p:style>
        </p:cxnSp>
        <p:cxnSp>
          <p:nvCxnSpPr>
            <p:cNvPr id="22" name="直接箭头连接符 32">
              <a:extLst>
                <a:ext uri="{FF2B5EF4-FFF2-40B4-BE49-F238E27FC236}">
                  <a16:creationId xmlns:a16="http://schemas.microsoft.com/office/drawing/2014/main" id="{F90FBE20-43D2-F35B-A127-690C409BF527}"/>
                </a:ext>
              </a:extLst>
            </p:cNvPr>
            <p:cNvCxnSpPr>
              <a:stCxn id="6" idx="2"/>
              <a:endCxn id="13" idx="0"/>
            </p:cNvCxnSpPr>
            <p:nvPr>
              <p:custDataLst>
                <p:tags r:id="rId12"/>
              </p:custDataLst>
            </p:nvPr>
          </p:nvCxnSpPr>
          <p:spPr>
            <a:xfrm>
              <a:off x="7487786" y="3875556"/>
              <a:ext cx="0" cy="666115"/>
            </a:xfrm>
            <a:prstGeom prst="straightConnector1">
              <a:avLst/>
            </a:prstGeom>
            <a:ln w="28575" cmpd="sng">
              <a:solidFill>
                <a:schemeClr val="accent1"/>
              </a:solidFill>
              <a:prstDash val="solid"/>
              <a:tailEnd type="arrow"/>
            </a:ln>
          </p:spPr>
          <p:style>
            <a:lnRef idx="2">
              <a:schemeClr val="accent1"/>
            </a:lnRef>
            <a:fillRef idx="0">
              <a:srgbClr val="FFFFFF"/>
            </a:fillRef>
            <a:effectRef idx="0">
              <a:srgbClr val="FFFFFF"/>
            </a:effectRef>
            <a:fontRef idx="minor">
              <a:schemeClr val="tx1"/>
            </a:fontRef>
          </p:style>
        </p:cxnSp>
      </p:grpSp>
    </p:spTree>
    <p:extLst>
      <p:ext uri="{BB962C8B-B14F-4D97-AF65-F5344CB8AC3E}">
        <p14:creationId xmlns:p14="http://schemas.microsoft.com/office/powerpoint/2010/main" val="3961814313"/>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2FAA784-DFC1-1873-C4A3-070F63EFAAED}"/>
              </a:ext>
            </a:extLst>
          </p:cNvPr>
          <p:cNvSpPr>
            <a:spLocks noGrp="1"/>
          </p:cNvSpPr>
          <p:nvPr>
            <p:ph type="title"/>
          </p:nvPr>
        </p:nvSpPr>
        <p:spPr/>
        <p:txBody>
          <a:bodyPr/>
          <a:lstStyle/>
          <a:p>
            <a:r>
              <a:rPr lang="en-US" altLang="zh-CN" dirty="0"/>
              <a:t>BPE</a:t>
            </a:r>
            <a:r>
              <a:rPr lang="zh-CN" altLang="en-US" dirty="0"/>
              <a:t>切分</a:t>
            </a:r>
            <a:r>
              <a:rPr lang="en-US" dirty="0" err="1"/>
              <a:t>算法</a:t>
            </a:r>
            <a:endParaRPr lang="en-US" dirty="0"/>
          </a:p>
        </p:txBody>
      </p:sp>
      <p:sp>
        <p:nvSpPr>
          <p:cNvPr id="3" name="Content Placeholder 2">
            <a:extLst>
              <a:ext uri="{FF2B5EF4-FFF2-40B4-BE49-F238E27FC236}">
                <a16:creationId xmlns:a16="http://schemas.microsoft.com/office/drawing/2014/main" id="{0DB9F995-DB4A-3AE3-EFFC-13884C0FD2AD}"/>
              </a:ext>
            </a:extLst>
          </p:cNvPr>
          <p:cNvSpPr>
            <a:spLocks noGrp="1"/>
          </p:cNvSpPr>
          <p:nvPr>
            <p:ph idx="1"/>
          </p:nvPr>
        </p:nvSpPr>
        <p:spPr/>
        <p:txBody>
          <a:bodyPr>
            <a:normAutofit lnSpcReduction="10000"/>
          </a:bodyPr>
          <a:lstStyle/>
          <a:p>
            <a:pPr indent="-457200">
              <a:lnSpc>
                <a:spcPct val="180000"/>
              </a:lnSpc>
              <a:spcBef>
                <a:spcPts val="0"/>
              </a:spcBef>
              <a:buFont typeface="Wingdings" panose="05000000000000000000" pitchFamily="2" charset="2"/>
              <a:buChar char="p"/>
            </a:pPr>
            <a:r>
              <a:rPr lang="zh-CN" altLang="en-US"/>
              <a:t>步骤 </a:t>
            </a:r>
            <a:r>
              <a:rPr lang="en-US" altLang="zh-CN"/>
              <a:t>1</a:t>
            </a:r>
            <a:r>
              <a:rPr lang="zh-CN" altLang="en-US"/>
              <a:t>：对于一个单词，将单词拆分成单个字符</a:t>
            </a:r>
          </a:p>
          <a:p>
            <a:pPr indent="-457200">
              <a:lnSpc>
                <a:spcPct val="180000"/>
              </a:lnSpc>
              <a:spcBef>
                <a:spcPts val="0"/>
              </a:spcBef>
              <a:buFont typeface="Wingdings" panose="05000000000000000000" pitchFamily="2" charset="2"/>
              <a:buChar char="p"/>
            </a:pPr>
            <a:r>
              <a:rPr lang="zh-CN" altLang="en-US"/>
              <a:t>步骤 </a:t>
            </a:r>
            <a:r>
              <a:rPr lang="en-US" altLang="zh-CN"/>
              <a:t>2</a:t>
            </a:r>
            <a:r>
              <a:rPr lang="zh-CN" altLang="en-US"/>
              <a:t>：按顺序将学习到的合并规则应用于这些拆分</a:t>
            </a:r>
            <a:endParaRPr lang="en-US" altLang="zh-CN"/>
          </a:p>
          <a:p>
            <a:pPr lvl="2" indent="-457200">
              <a:lnSpc>
                <a:spcPct val="180000"/>
              </a:lnSpc>
              <a:spcBef>
                <a:spcPts val="0"/>
              </a:spcBef>
              <a:buFont typeface="Wingdings" panose="05000000000000000000" pitchFamily="2" charset="2"/>
              <a:buChar char="p"/>
            </a:pPr>
            <a:r>
              <a:rPr lang="zh-CN" altLang="en-US"/>
              <a:t>如果剩余部分在词汇表中找不到，则将其标记为“</a:t>
            </a:r>
            <a:r>
              <a:rPr lang="en-US" altLang="zh-CN"/>
              <a:t>[UNK]”</a:t>
            </a:r>
            <a:r>
              <a:rPr lang="zh-CN" altLang="en-US"/>
              <a:t>。</a:t>
            </a:r>
            <a:endParaRPr lang="en-US" altLang="zh-CN"/>
          </a:p>
          <a:p>
            <a:pPr indent="-457200">
              <a:lnSpc>
                <a:spcPct val="180000"/>
              </a:lnSpc>
              <a:spcBef>
                <a:spcPts val="0"/>
              </a:spcBef>
              <a:buFont typeface="Wingdings" panose="05000000000000000000" pitchFamily="2" charset="2"/>
              <a:buChar char="p"/>
            </a:pPr>
            <a:r>
              <a:rPr lang="zh-CN" altLang="en-US"/>
              <a:t>例如： </a:t>
            </a:r>
            <a:endParaRPr lang="en-US" altLang="zh-CN"/>
          </a:p>
          <a:p>
            <a:pPr lvl="1"/>
            <a:r>
              <a:rPr lang="zh-CN" altLang="en-US"/>
              <a:t>词表</a:t>
            </a:r>
            <a:r>
              <a:rPr lang="en-US" altLang="zh-CN"/>
              <a:t>:</a:t>
            </a:r>
            <a:r>
              <a:rPr lang="zh-CN" altLang="en-US"/>
              <a:t> </a:t>
            </a:r>
            <a:r>
              <a:rPr lang="en-US" altLang="zh-CN"/>
              <a:t>["b", "g", "h", "n", "p", "s", "u", "ug", "un", "hug"]</a:t>
            </a:r>
          </a:p>
          <a:p>
            <a:pPr lvl="1"/>
            <a:r>
              <a:rPr lang="zh-CN" altLang="en-US"/>
              <a:t>合并规则</a:t>
            </a:r>
            <a:r>
              <a:rPr lang="en-US" altLang="zh-CN"/>
              <a:t>:</a:t>
            </a:r>
          </a:p>
          <a:p>
            <a:pPr lvl="2"/>
            <a:r>
              <a:rPr lang="en-US" altLang="zh-CN">
                <a:solidFill>
                  <a:schemeClr val="accent1"/>
                </a:solidFill>
              </a:rPr>
              <a:t>"u" "g" -&gt; "ug"</a:t>
            </a:r>
          </a:p>
          <a:p>
            <a:pPr lvl="2"/>
            <a:r>
              <a:rPr lang="en-US" altLang="zh-CN"/>
              <a:t>"u" "n" -&gt; "un"</a:t>
            </a:r>
          </a:p>
          <a:p>
            <a:pPr lvl="2"/>
            <a:r>
              <a:rPr lang="en-US" altLang="zh-CN"/>
              <a:t>"h" "ug" -&gt; "hug"</a:t>
            </a:r>
          </a:p>
          <a:p>
            <a:pPr lvl="1"/>
            <a:r>
              <a:rPr lang="en-US" altLang="zh-CN"/>
              <a:t>“bug”</a:t>
            </a:r>
            <a:r>
              <a:rPr lang="zh-CN" altLang="en-US"/>
              <a:t> </a:t>
            </a:r>
            <a:r>
              <a:rPr lang="en-US" altLang="zh-CN"/>
              <a:t>-&gt;</a:t>
            </a:r>
            <a:r>
              <a:rPr lang="zh-CN" altLang="en-US"/>
              <a:t> </a:t>
            </a:r>
            <a:r>
              <a:rPr lang="en-US" altLang="zh-CN"/>
              <a:t>“b”</a:t>
            </a:r>
            <a:r>
              <a:rPr lang="zh-CN" altLang="en-US"/>
              <a:t> </a:t>
            </a:r>
            <a:r>
              <a:rPr lang="en-US" altLang="zh-CN"/>
              <a:t>+</a:t>
            </a:r>
            <a:r>
              <a:rPr lang="zh-CN" altLang="en-US"/>
              <a:t> </a:t>
            </a:r>
            <a:r>
              <a:rPr lang="en-US" altLang="zh-CN">
                <a:solidFill>
                  <a:schemeClr val="accent1"/>
                </a:solidFill>
              </a:rPr>
              <a:t>“u”</a:t>
            </a:r>
            <a:r>
              <a:rPr lang="zh-CN" altLang="en-US">
                <a:solidFill>
                  <a:schemeClr val="accent1"/>
                </a:solidFill>
              </a:rPr>
              <a:t> </a:t>
            </a:r>
            <a:r>
              <a:rPr lang="en-US" altLang="zh-CN">
                <a:solidFill>
                  <a:schemeClr val="accent1"/>
                </a:solidFill>
              </a:rPr>
              <a:t>+</a:t>
            </a:r>
            <a:r>
              <a:rPr lang="zh-CN" altLang="en-US">
                <a:solidFill>
                  <a:schemeClr val="accent1"/>
                </a:solidFill>
              </a:rPr>
              <a:t> </a:t>
            </a:r>
            <a:r>
              <a:rPr lang="en-US" altLang="zh-CN">
                <a:solidFill>
                  <a:schemeClr val="accent1"/>
                </a:solidFill>
              </a:rPr>
              <a:t>“g”</a:t>
            </a:r>
            <a:r>
              <a:rPr lang="zh-CN" altLang="en-US">
                <a:solidFill>
                  <a:schemeClr val="accent1"/>
                </a:solidFill>
              </a:rPr>
              <a:t> </a:t>
            </a:r>
            <a:r>
              <a:rPr lang="en-US" altLang="zh-CN"/>
              <a:t>-&gt;</a:t>
            </a:r>
            <a:r>
              <a:rPr lang="zh-CN" altLang="en-US"/>
              <a:t> </a:t>
            </a:r>
            <a:r>
              <a:rPr lang="en-US" altLang="zh-CN"/>
              <a:t>“b”</a:t>
            </a:r>
            <a:r>
              <a:rPr lang="zh-CN" altLang="en-US"/>
              <a:t> </a:t>
            </a:r>
            <a:r>
              <a:rPr lang="en-US" altLang="zh-CN"/>
              <a:t>+</a:t>
            </a:r>
            <a:r>
              <a:rPr lang="zh-CN" altLang="en-US"/>
              <a:t> </a:t>
            </a:r>
            <a:r>
              <a:rPr lang="en-US" altLang="zh-CN"/>
              <a:t>“ug”</a:t>
            </a:r>
          </a:p>
          <a:p>
            <a:pPr lvl="1"/>
            <a:r>
              <a:rPr lang="en-US" altLang="zh-CN"/>
              <a:t>“mug”</a:t>
            </a:r>
            <a:r>
              <a:rPr lang="zh-CN" altLang="en-US"/>
              <a:t> </a:t>
            </a:r>
            <a:r>
              <a:rPr lang="en-US" altLang="zh-CN"/>
              <a:t>-&gt;</a:t>
            </a:r>
            <a:r>
              <a:rPr lang="zh-CN" altLang="en-US"/>
              <a:t> </a:t>
            </a:r>
            <a:r>
              <a:rPr lang="en-US" altLang="zh-CN"/>
              <a:t>“m”</a:t>
            </a:r>
            <a:r>
              <a:rPr lang="zh-CN" altLang="en-US"/>
              <a:t> </a:t>
            </a:r>
            <a:r>
              <a:rPr lang="en-US" altLang="zh-CN"/>
              <a:t>+</a:t>
            </a:r>
            <a:r>
              <a:rPr lang="zh-CN" altLang="en-US"/>
              <a:t> </a:t>
            </a:r>
            <a:r>
              <a:rPr lang="en-US" altLang="zh-CN"/>
              <a:t>“u”</a:t>
            </a:r>
            <a:r>
              <a:rPr lang="zh-CN" altLang="en-US"/>
              <a:t> </a:t>
            </a:r>
            <a:r>
              <a:rPr lang="en-US" altLang="zh-CN"/>
              <a:t>+</a:t>
            </a:r>
            <a:r>
              <a:rPr lang="zh-CN" altLang="en-US"/>
              <a:t> </a:t>
            </a:r>
            <a:r>
              <a:rPr lang="en-US" altLang="zh-CN"/>
              <a:t>“g”</a:t>
            </a:r>
            <a:r>
              <a:rPr lang="zh-CN" altLang="en-US"/>
              <a:t> </a:t>
            </a:r>
            <a:r>
              <a:rPr lang="en-US" altLang="zh-CN"/>
              <a:t>-&gt;</a:t>
            </a:r>
            <a:r>
              <a:rPr lang="zh-CN" altLang="en-US"/>
              <a:t> </a:t>
            </a:r>
            <a:r>
              <a:rPr lang="en-US" altLang="zh-CN"/>
              <a:t>“m”</a:t>
            </a:r>
            <a:r>
              <a:rPr lang="zh-CN" altLang="en-US"/>
              <a:t> </a:t>
            </a:r>
            <a:r>
              <a:rPr lang="en-US" altLang="zh-CN"/>
              <a:t>+</a:t>
            </a:r>
            <a:r>
              <a:rPr lang="zh-CN" altLang="en-US"/>
              <a:t> </a:t>
            </a:r>
            <a:r>
              <a:rPr lang="en-US" altLang="zh-CN"/>
              <a:t>“ug”</a:t>
            </a:r>
            <a:r>
              <a:rPr lang="zh-CN" altLang="en-US"/>
              <a:t> </a:t>
            </a:r>
            <a:r>
              <a:rPr lang="en-US" altLang="zh-CN"/>
              <a:t>-&gt;</a:t>
            </a:r>
            <a:r>
              <a:rPr lang="zh-CN" altLang="en-US"/>
              <a:t> </a:t>
            </a:r>
            <a:r>
              <a:rPr lang="en-US" altLang="zh-CN"/>
              <a:t>“[UNK]”</a:t>
            </a:r>
            <a:r>
              <a:rPr lang="zh-CN" altLang="en-US"/>
              <a:t> </a:t>
            </a:r>
            <a:r>
              <a:rPr lang="en-US" altLang="zh-CN"/>
              <a:t>+</a:t>
            </a:r>
            <a:r>
              <a:rPr lang="zh-CN" altLang="en-US"/>
              <a:t> </a:t>
            </a:r>
            <a:r>
              <a:rPr lang="en-US" altLang="zh-CN"/>
              <a:t>“ug”</a:t>
            </a:r>
            <a:endParaRPr lang="en-US"/>
          </a:p>
        </p:txBody>
      </p:sp>
    </p:spTree>
    <p:extLst>
      <p:ext uri="{BB962C8B-B14F-4D97-AF65-F5344CB8AC3E}">
        <p14:creationId xmlns:p14="http://schemas.microsoft.com/office/powerpoint/2010/main" val="1210376914"/>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4770A5A-818E-DE3B-7953-951A56B9655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DD2A1EE-1E2D-B817-14C4-2B1261D8320A}"/>
              </a:ext>
            </a:extLst>
          </p:cNvPr>
          <p:cNvSpPr>
            <a:spLocks noGrp="1"/>
          </p:cNvSpPr>
          <p:nvPr>
            <p:ph type="title"/>
          </p:nvPr>
        </p:nvSpPr>
        <p:spPr/>
        <p:txBody>
          <a:bodyPr/>
          <a:lstStyle/>
          <a:p>
            <a:r>
              <a:rPr lang="en-US" dirty="0" err="1"/>
              <a:t>文本的Tokens</a:t>
            </a:r>
            <a:endParaRPr lang="en-US" dirty="0"/>
          </a:p>
        </p:txBody>
      </p:sp>
      <p:sp>
        <p:nvSpPr>
          <p:cNvPr id="3" name="Content Placeholder 2">
            <a:extLst>
              <a:ext uri="{FF2B5EF4-FFF2-40B4-BE49-F238E27FC236}">
                <a16:creationId xmlns:a16="http://schemas.microsoft.com/office/drawing/2014/main" id="{C8FCCDEB-58F1-839A-2E9A-CD8FB28ED9EC}"/>
              </a:ext>
            </a:extLst>
          </p:cNvPr>
          <p:cNvSpPr>
            <a:spLocks noGrp="1"/>
          </p:cNvSpPr>
          <p:nvPr>
            <p:ph idx="1"/>
          </p:nvPr>
        </p:nvSpPr>
        <p:spPr/>
        <p:txBody>
          <a:bodyPr>
            <a:normAutofit/>
          </a:bodyPr>
          <a:lstStyle/>
          <a:p>
            <a:pPr indent="-457200">
              <a:lnSpc>
                <a:spcPct val="180000"/>
              </a:lnSpc>
              <a:spcBef>
                <a:spcPts val="0"/>
              </a:spcBef>
              <a:buFont typeface="Wingdings" panose="05000000000000000000" pitchFamily="2" charset="2"/>
              <a:buChar char="p"/>
            </a:pPr>
            <a:r>
              <a:rPr lang="en-US" dirty="0" err="1"/>
              <a:t>文本中的Tokens并不一定对应词</a:t>
            </a:r>
            <a:r>
              <a:rPr lang="zh-CN" altLang="en-US" dirty="0"/>
              <a:t>，而是可以有不同的选择，例如</a:t>
            </a:r>
            <a:r>
              <a:rPr lang="en-US" altLang="zh-CN" dirty="0" err="1"/>
              <a:t>subword</a:t>
            </a:r>
            <a:endParaRPr lang="en-US" altLang="zh-CN" dirty="0"/>
          </a:p>
          <a:p>
            <a:pPr lvl="2" indent="-457200">
              <a:lnSpc>
                <a:spcPct val="180000"/>
              </a:lnSpc>
              <a:spcBef>
                <a:spcPts val="0"/>
              </a:spcBef>
              <a:buFont typeface="Wingdings" panose="05000000000000000000" pitchFamily="2" charset="2"/>
              <a:buChar char="p"/>
            </a:pPr>
            <a:r>
              <a:rPr lang="en-US" dirty="0" err="1"/>
              <a:t>中文中的典型Token是字</a:t>
            </a:r>
            <a:endParaRPr lang="en-US" dirty="0"/>
          </a:p>
          <a:p>
            <a:pPr lvl="2" indent="-457200">
              <a:lnSpc>
                <a:spcPct val="180000"/>
              </a:lnSpc>
              <a:spcBef>
                <a:spcPts val="0"/>
              </a:spcBef>
              <a:buFont typeface="Wingdings" panose="05000000000000000000" pitchFamily="2" charset="2"/>
              <a:buChar char="p"/>
            </a:pPr>
            <a:r>
              <a:rPr lang="en-US" dirty="0" err="1"/>
              <a:t>英文中的典型Token是</a:t>
            </a:r>
            <a:r>
              <a:rPr lang="en-US" altLang="zh-CN" dirty="0" err="1"/>
              <a:t>subword</a:t>
            </a:r>
            <a:endParaRPr lang="en-US" altLang="zh-CN" dirty="0"/>
          </a:p>
          <a:p>
            <a:pPr indent="-457200">
              <a:lnSpc>
                <a:spcPct val="180000"/>
              </a:lnSpc>
              <a:spcBef>
                <a:spcPts val="0"/>
              </a:spcBef>
              <a:buFont typeface="Wingdings" panose="05000000000000000000" pitchFamily="2" charset="2"/>
              <a:buChar char="p"/>
            </a:pPr>
            <a:endParaRPr lang="en-US" dirty="0"/>
          </a:p>
          <a:p>
            <a:pPr indent="-457200">
              <a:lnSpc>
                <a:spcPct val="180000"/>
              </a:lnSpc>
              <a:spcBef>
                <a:spcPts val="0"/>
              </a:spcBef>
              <a:buFont typeface="Wingdings" panose="05000000000000000000" pitchFamily="2" charset="2"/>
              <a:buChar char="p"/>
            </a:pPr>
            <a:r>
              <a:rPr lang="en-US" dirty="0" err="1"/>
              <a:t>存在多种Tokenization的方法</a:t>
            </a:r>
            <a:r>
              <a:rPr lang="zh-CN" altLang="en-US" dirty="0"/>
              <a:t>，目前主流方法是基于统计信息的</a:t>
            </a:r>
            <a:endParaRPr lang="en-US" altLang="zh-CN" dirty="0"/>
          </a:p>
          <a:p>
            <a:pPr lvl="2" indent="-457200">
              <a:lnSpc>
                <a:spcPct val="180000"/>
              </a:lnSpc>
              <a:spcBef>
                <a:spcPts val="0"/>
              </a:spcBef>
              <a:buFont typeface="Wingdings" panose="05000000000000000000" pitchFamily="2" charset="2"/>
              <a:buChar char="p"/>
            </a:pPr>
            <a:r>
              <a:rPr lang="en-US" dirty="0"/>
              <a:t>BPE</a:t>
            </a:r>
            <a:r>
              <a:rPr lang="zh-CN" altLang="en-US" dirty="0"/>
              <a:t>是一种典型的统计驱动的切分方法</a:t>
            </a:r>
            <a:endParaRPr lang="en-US" altLang="zh-CN" dirty="0"/>
          </a:p>
          <a:p>
            <a:pPr lvl="2" indent="-457200">
              <a:lnSpc>
                <a:spcPct val="180000"/>
              </a:lnSpc>
              <a:spcBef>
                <a:spcPts val="0"/>
              </a:spcBef>
              <a:buFont typeface="Wingdings" panose="05000000000000000000" pitchFamily="2" charset="2"/>
              <a:buChar char="p"/>
            </a:pPr>
            <a:r>
              <a:rPr lang="zh-CN" altLang="en-US"/>
              <a:t>本质上是一种“最有效的信息压缩方法”</a:t>
            </a:r>
            <a:endParaRPr lang="en-US" dirty="0"/>
          </a:p>
        </p:txBody>
      </p:sp>
    </p:spTree>
    <p:extLst>
      <p:ext uri="{BB962C8B-B14F-4D97-AF65-F5344CB8AC3E}">
        <p14:creationId xmlns:p14="http://schemas.microsoft.com/office/powerpoint/2010/main" val="1543165036"/>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69AD372-0D89-8B5F-1DF7-0EE7F2C07E0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9B57123-0260-A2B7-C2CB-F49D85C851AC}"/>
              </a:ext>
            </a:extLst>
          </p:cNvPr>
          <p:cNvSpPr>
            <a:spLocks noGrp="1"/>
          </p:cNvSpPr>
          <p:nvPr>
            <p:ph type="title"/>
          </p:nvPr>
        </p:nvSpPr>
        <p:spPr/>
        <p:txBody>
          <a:bodyPr/>
          <a:lstStyle/>
          <a:p>
            <a:r>
              <a:rPr lang="zh-CN" altLang="en-US"/>
              <a:t>图像中的</a:t>
            </a:r>
            <a:r>
              <a:rPr lang="en-US" altLang="zh-CN"/>
              <a:t>Tokens</a:t>
            </a:r>
            <a:endParaRPr lang="en-US"/>
          </a:p>
        </p:txBody>
      </p:sp>
      <p:sp>
        <p:nvSpPr>
          <p:cNvPr id="3" name="Content Placeholder 2">
            <a:extLst>
              <a:ext uri="{FF2B5EF4-FFF2-40B4-BE49-F238E27FC236}">
                <a16:creationId xmlns:a16="http://schemas.microsoft.com/office/drawing/2014/main" id="{0FC8D191-82F4-723B-2484-7FA569E3424B}"/>
              </a:ext>
            </a:extLst>
          </p:cNvPr>
          <p:cNvSpPr>
            <a:spLocks noGrp="1"/>
          </p:cNvSpPr>
          <p:nvPr>
            <p:ph idx="1"/>
          </p:nvPr>
        </p:nvSpPr>
        <p:spPr/>
        <p:txBody>
          <a:bodyPr>
            <a:normAutofit/>
          </a:bodyPr>
          <a:lstStyle/>
          <a:p>
            <a:pPr indent="-457200">
              <a:lnSpc>
                <a:spcPct val="180000"/>
              </a:lnSpc>
              <a:spcBef>
                <a:spcPts val="0"/>
              </a:spcBef>
              <a:buFont typeface="Wingdings" panose="05000000000000000000" pitchFamily="2" charset="2"/>
              <a:buChar char="p"/>
            </a:pPr>
            <a:r>
              <a:rPr lang="zh-CN" altLang="en-US" dirty="0"/>
              <a:t>传统图像编码方法</a:t>
            </a:r>
            <a:endParaRPr lang="en-US" altLang="zh-CN" dirty="0"/>
          </a:p>
          <a:p>
            <a:pPr indent="-457200">
              <a:lnSpc>
                <a:spcPct val="180000"/>
              </a:lnSpc>
              <a:spcBef>
                <a:spcPts val="0"/>
              </a:spcBef>
              <a:buFont typeface="Wingdings" panose="05000000000000000000" pitchFamily="2" charset="2"/>
              <a:buChar char="p"/>
            </a:pPr>
            <a:endParaRPr lang="en-US" altLang="zh-CN" dirty="0"/>
          </a:p>
          <a:p>
            <a:pPr indent="-457200">
              <a:lnSpc>
                <a:spcPct val="180000"/>
              </a:lnSpc>
              <a:spcBef>
                <a:spcPts val="0"/>
              </a:spcBef>
              <a:buFont typeface="Wingdings" panose="05000000000000000000" pitchFamily="2" charset="2"/>
              <a:buChar char="p"/>
            </a:pPr>
            <a:endParaRPr lang="en-US" altLang="zh-CN" dirty="0"/>
          </a:p>
          <a:p>
            <a:pPr indent="-457200">
              <a:lnSpc>
                <a:spcPct val="180000"/>
              </a:lnSpc>
              <a:spcBef>
                <a:spcPts val="0"/>
              </a:spcBef>
              <a:buFont typeface="Wingdings" panose="05000000000000000000" pitchFamily="2" charset="2"/>
              <a:buChar char="p"/>
            </a:pPr>
            <a:endParaRPr lang="en-US" altLang="zh-CN" dirty="0"/>
          </a:p>
          <a:p>
            <a:pPr indent="-457200">
              <a:lnSpc>
                <a:spcPct val="180000"/>
              </a:lnSpc>
              <a:spcBef>
                <a:spcPts val="0"/>
              </a:spcBef>
              <a:buFont typeface="Wingdings" panose="05000000000000000000" pitchFamily="2" charset="2"/>
              <a:buChar char="p"/>
            </a:pPr>
            <a:endParaRPr lang="en-US" altLang="zh-CN" dirty="0"/>
          </a:p>
          <a:p>
            <a:pPr indent="-457200">
              <a:lnSpc>
                <a:spcPct val="180000"/>
              </a:lnSpc>
              <a:spcBef>
                <a:spcPts val="0"/>
              </a:spcBef>
              <a:buFont typeface="Wingdings" panose="05000000000000000000" pitchFamily="2" charset="2"/>
              <a:buChar char="p"/>
            </a:pPr>
            <a:endParaRPr lang="en-US" altLang="zh-CN" dirty="0"/>
          </a:p>
          <a:p>
            <a:pPr indent="-457200">
              <a:lnSpc>
                <a:spcPct val="180000"/>
              </a:lnSpc>
              <a:spcBef>
                <a:spcPts val="0"/>
              </a:spcBef>
              <a:buFont typeface="Wingdings" panose="05000000000000000000" pitchFamily="2" charset="2"/>
              <a:buChar char="p"/>
            </a:pPr>
            <a:endParaRPr lang="en-US" altLang="zh-CN" dirty="0"/>
          </a:p>
        </p:txBody>
      </p:sp>
      <p:grpSp>
        <p:nvGrpSpPr>
          <p:cNvPr id="27" name="Group 26">
            <a:extLst>
              <a:ext uri="{FF2B5EF4-FFF2-40B4-BE49-F238E27FC236}">
                <a16:creationId xmlns:a16="http://schemas.microsoft.com/office/drawing/2014/main" id="{50D23460-973E-DA3F-3AB8-2912D9674C18}"/>
              </a:ext>
            </a:extLst>
          </p:cNvPr>
          <p:cNvGrpSpPr/>
          <p:nvPr/>
        </p:nvGrpSpPr>
        <p:grpSpPr>
          <a:xfrm>
            <a:off x="2140799" y="1756755"/>
            <a:ext cx="7882311" cy="3429001"/>
            <a:chOff x="2140799" y="1756755"/>
            <a:chExt cx="7882311" cy="3429001"/>
          </a:xfrm>
        </p:grpSpPr>
        <p:pic>
          <p:nvPicPr>
            <p:cNvPr id="5" name="图片 26">
              <a:extLst>
                <a:ext uri="{FF2B5EF4-FFF2-40B4-BE49-F238E27FC236}">
                  <a16:creationId xmlns:a16="http://schemas.microsoft.com/office/drawing/2014/main" id="{78830375-EB0D-1D61-35B2-123EF4C07E8F}"/>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140799" y="1756755"/>
              <a:ext cx="7658100" cy="3429000"/>
            </a:xfrm>
            <a:prstGeom prst="rect">
              <a:avLst/>
            </a:prstGeom>
          </p:spPr>
        </p:pic>
        <p:grpSp>
          <p:nvGrpSpPr>
            <p:cNvPr id="6" name="组合 24">
              <a:extLst>
                <a:ext uri="{FF2B5EF4-FFF2-40B4-BE49-F238E27FC236}">
                  <a16:creationId xmlns:a16="http://schemas.microsoft.com/office/drawing/2014/main" id="{2A067080-AE2C-2035-A42F-020F021D4D03}"/>
                </a:ext>
              </a:extLst>
            </p:cNvPr>
            <p:cNvGrpSpPr/>
            <p:nvPr/>
          </p:nvGrpSpPr>
          <p:grpSpPr>
            <a:xfrm>
              <a:off x="2365533" y="1863283"/>
              <a:ext cx="7657577" cy="3322473"/>
              <a:chOff x="2123162" y="1246339"/>
              <a:chExt cx="7657577" cy="3322473"/>
            </a:xfrm>
          </p:grpSpPr>
          <p:sp>
            <p:nvSpPr>
              <p:cNvPr id="7" name="文本框 2">
                <a:extLst>
                  <a:ext uri="{FF2B5EF4-FFF2-40B4-BE49-F238E27FC236}">
                    <a16:creationId xmlns:a16="http://schemas.microsoft.com/office/drawing/2014/main" id="{CB594B9E-0CB4-7713-987C-A395030C35B1}"/>
                  </a:ext>
                </a:extLst>
              </p:cNvPr>
              <p:cNvSpPr txBox="1"/>
              <p:nvPr/>
            </p:nvSpPr>
            <p:spPr>
              <a:xfrm>
                <a:off x="4164903" y="1246339"/>
                <a:ext cx="3744834" cy="307777"/>
              </a:xfrm>
              <a:prstGeom prst="rect">
                <a:avLst/>
              </a:prstGeom>
              <a:solidFill>
                <a:schemeClr val="bg1"/>
              </a:solidFill>
            </p:spPr>
            <p:txBody>
              <a:bodyPr wrap="square" rtlCol="0">
                <a:spAutoFit/>
              </a:bodyPr>
              <a:lstStyle/>
              <a:p>
                <a:r>
                  <a:rPr lang="zh-CN" altLang="en-US" sz="1400" dirty="0"/>
                  <a:t>标准卷积神经网络（</a:t>
                </a:r>
                <a:r>
                  <a:rPr lang="en-US" altLang="zh-CN" sz="1400" dirty="0"/>
                  <a:t>CNN</a:t>
                </a:r>
                <a:r>
                  <a:rPr lang="zh-CN" altLang="en-US" sz="1400" dirty="0"/>
                  <a:t>）的特征提取过程</a:t>
                </a:r>
              </a:p>
            </p:txBody>
          </p:sp>
          <p:sp>
            <p:nvSpPr>
              <p:cNvPr id="8" name="文本框 3">
                <a:extLst>
                  <a:ext uri="{FF2B5EF4-FFF2-40B4-BE49-F238E27FC236}">
                    <a16:creationId xmlns:a16="http://schemas.microsoft.com/office/drawing/2014/main" id="{F907B58C-6808-9342-E3DA-092BDF58A2C3}"/>
                  </a:ext>
                </a:extLst>
              </p:cNvPr>
              <p:cNvSpPr txBox="1"/>
              <p:nvPr/>
            </p:nvSpPr>
            <p:spPr>
              <a:xfrm>
                <a:off x="2123162" y="1866378"/>
                <a:ext cx="745298" cy="261610"/>
              </a:xfrm>
              <a:prstGeom prst="rect">
                <a:avLst/>
              </a:prstGeom>
              <a:solidFill>
                <a:schemeClr val="bg1"/>
              </a:solidFill>
            </p:spPr>
            <p:txBody>
              <a:bodyPr wrap="square" rtlCol="0">
                <a:spAutoFit/>
              </a:bodyPr>
              <a:lstStyle/>
              <a:p>
                <a:pPr algn="ctr"/>
                <a:r>
                  <a:rPr lang="zh-CN" altLang="en-US" sz="1100" dirty="0"/>
                  <a:t>输入</a:t>
                </a:r>
              </a:p>
            </p:txBody>
          </p:sp>
          <p:sp>
            <p:nvSpPr>
              <p:cNvPr id="9" name="文本框 4">
                <a:extLst>
                  <a:ext uri="{FF2B5EF4-FFF2-40B4-BE49-F238E27FC236}">
                    <a16:creationId xmlns:a16="http://schemas.microsoft.com/office/drawing/2014/main" id="{F3AA8AAF-29E3-5C71-43C8-B00594078B76}"/>
                  </a:ext>
                </a:extLst>
              </p:cNvPr>
              <p:cNvSpPr txBox="1"/>
              <p:nvPr/>
            </p:nvSpPr>
            <p:spPr>
              <a:xfrm>
                <a:off x="2258244" y="3429000"/>
                <a:ext cx="745298" cy="246221"/>
              </a:xfrm>
              <a:prstGeom prst="rect">
                <a:avLst/>
              </a:prstGeom>
              <a:solidFill>
                <a:schemeClr val="bg1"/>
              </a:solidFill>
            </p:spPr>
            <p:txBody>
              <a:bodyPr wrap="square" rtlCol="0">
                <a:spAutoFit/>
              </a:bodyPr>
              <a:lstStyle/>
              <a:p>
                <a:pPr algn="ctr"/>
                <a:r>
                  <a:rPr lang="zh-CN" altLang="en-US" sz="1000" dirty="0"/>
                  <a:t>卷积核</a:t>
                </a:r>
              </a:p>
            </p:txBody>
          </p:sp>
          <p:sp>
            <p:nvSpPr>
              <p:cNvPr id="10" name="文本框 5">
                <a:extLst>
                  <a:ext uri="{FF2B5EF4-FFF2-40B4-BE49-F238E27FC236}">
                    <a16:creationId xmlns:a16="http://schemas.microsoft.com/office/drawing/2014/main" id="{65C7EEE4-F065-C5DF-B0D3-F246C5BE8BED}"/>
                  </a:ext>
                </a:extLst>
              </p:cNvPr>
              <p:cNvSpPr txBox="1"/>
              <p:nvPr/>
            </p:nvSpPr>
            <p:spPr>
              <a:xfrm>
                <a:off x="3734844" y="2075146"/>
                <a:ext cx="745298" cy="246221"/>
              </a:xfrm>
              <a:prstGeom prst="rect">
                <a:avLst/>
              </a:prstGeom>
              <a:solidFill>
                <a:schemeClr val="bg1"/>
              </a:solidFill>
            </p:spPr>
            <p:txBody>
              <a:bodyPr wrap="square" rtlCol="0">
                <a:spAutoFit/>
              </a:bodyPr>
              <a:lstStyle/>
              <a:p>
                <a:pPr algn="ctr"/>
                <a:r>
                  <a:rPr lang="zh-CN" altLang="en-US" sz="1000" dirty="0"/>
                  <a:t>池化</a:t>
                </a:r>
              </a:p>
            </p:txBody>
          </p:sp>
          <p:sp>
            <p:nvSpPr>
              <p:cNvPr id="11" name="文本框 6">
                <a:extLst>
                  <a:ext uri="{FF2B5EF4-FFF2-40B4-BE49-F238E27FC236}">
                    <a16:creationId xmlns:a16="http://schemas.microsoft.com/office/drawing/2014/main" id="{AE883536-F77C-B791-53AB-39C1A4093CA1}"/>
                  </a:ext>
                </a:extLst>
              </p:cNvPr>
              <p:cNvSpPr txBox="1"/>
              <p:nvPr/>
            </p:nvSpPr>
            <p:spPr>
              <a:xfrm>
                <a:off x="4469703" y="2075145"/>
                <a:ext cx="745298" cy="246221"/>
              </a:xfrm>
              <a:prstGeom prst="rect">
                <a:avLst/>
              </a:prstGeom>
              <a:solidFill>
                <a:schemeClr val="bg1"/>
              </a:solidFill>
            </p:spPr>
            <p:txBody>
              <a:bodyPr wrap="square" rtlCol="0">
                <a:spAutoFit/>
              </a:bodyPr>
              <a:lstStyle/>
              <a:p>
                <a:pPr algn="ctr"/>
                <a:r>
                  <a:rPr lang="zh-CN" altLang="en-US" sz="1000" dirty="0"/>
                  <a:t>池化</a:t>
                </a:r>
              </a:p>
            </p:txBody>
          </p:sp>
          <p:sp>
            <p:nvSpPr>
              <p:cNvPr id="12" name="文本框 7">
                <a:extLst>
                  <a:ext uri="{FF2B5EF4-FFF2-40B4-BE49-F238E27FC236}">
                    <a16:creationId xmlns:a16="http://schemas.microsoft.com/office/drawing/2014/main" id="{8D51434A-EC8D-D76D-CD88-25A5AC2972AE}"/>
                  </a:ext>
                </a:extLst>
              </p:cNvPr>
              <p:cNvSpPr txBox="1"/>
              <p:nvPr/>
            </p:nvSpPr>
            <p:spPr>
              <a:xfrm>
                <a:off x="5061345" y="2075144"/>
                <a:ext cx="745298" cy="246221"/>
              </a:xfrm>
              <a:prstGeom prst="rect">
                <a:avLst/>
              </a:prstGeom>
              <a:solidFill>
                <a:schemeClr val="bg1"/>
              </a:solidFill>
            </p:spPr>
            <p:txBody>
              <a:bodyPr wrap="square" rtlCol="0">
                <a:spAutoFit/>
              </a:bodyPr>
              <a:lstStyle/>
              <a:p>
                <a:pPr algn="ctr"/>
                <a:r>
                  <a:rPr lang="zh-CN" altLang="en-US" sz="1000" dirty="0"/>
                  <a:t>池化</a:t>
                </a:r>
              </a:p>
            </p:txBody>
          </p:sp>
          <p:sp>
            <p:nvSpPr>
              <p:cNvPr id="13" name="文本框 8">
                <a:extLst>
                  <a:ext uri="{FF2B5EF4-FFF2-40B4-BE49-F238E27FC236}">
                    <a16:creationId xmlns:a16="http://schemas.microsoft.com/office/drawing/2014/main" id="{2A73D353-C1CB-BD8D-4D17-7A3F24D57A76}"/>
                  </a:ext>
                </a:extLst>
              </p:cNvPr>
              <p:cNvSpPr txBox="1"/>
              <p:nvPr/>
            </p:nvSpPr>
            <p:spPr>
              <a:xfrm>
                <a:off x="3240066" y="3298195"/>
                <a:ext cx="745298" cy="400110"/>
              </a:xfrm>
              <a:prstGeom prst="rect">
                <a:avLst/>
              </a:prstGeom>
              <a:solidFill>
                <a:schemeClr val="bg1"/>
              </a:solidFill>
            </p:spPr>
            <p:txBody>
              <a:bodyPr wrap="square" rtlCol="0">
                <a:spAutoFit/>
              </a:bodyPr>
              <a:lstStyle/>
              <a:p>
                <a:pPr algn="ctr"/>
                <a:r>
                  <a:rPr lang="zh-CN" altLang="en-US" sz="1000" dirty="0"/>
                  <a:t>卷积</a:t>
                </a:r>
                <a:r>
                  <a:rPr lang="en-US" altLang="zh-CN" sz="1000" dirty="0"/>
                  <a:t>+</a:t>
                </a:r>
                <a:r>
                  <a:rPr lang="en-US" altLang="zh-CN" sz="1000" dirty="0" err="1"/>
                  <a:t>ReLU</a:t>
                </a:r>
                <a:endParaRPr lang="zh-CN" altLang="en-US" sz="1000" dirty="0"/>
              </a:p>
            </p:txBody>
          </p:sp>
          <p:sp>
            <p:nvSpPr>
              <p:cNvPr id="14" name="文本框 11">
                <a:extLst>
                  <a:ext uri="{FF2B5EF4-FFF2-40B4-BE49-F238E27FC236}">
                    <a16:creationId xmlns:a16="http://schemas.microsoft.com/office/drawing/2014/main" id="{23CCC158-3DC3-882F-E410-D4C9C45A0D24}"/>
                  </a:ext>
                </a:extLst>
              </p:cNvPr>
              <p:cNvSpPr txBox="1"/>
              <p:nvPr/>
            </p:nvSpPr>
            <p:spPr>
              <a:xfrm>
                <a:off x="4221888" y="3275111"/>
                <a:ext cx="745298" cy="400110"/>
              </a:xfrm>
              <a:prstGeom prst="rect">
                <a:avLst/>
              </a:prstGeom>
              <a:solidFill>
                <a:schemeClr val="bg1"/>
              </a:solidFill>
            </p:spPr>
            <p:txBody>
              <a:bodyPr wrap="square" rtlCol="0">
                <a:spAutoFit/>
              </a:bodyPr>
              <a:lstStyle/>
              <a:p>
                <a:pPr algn="ctr"/>
                <a:r>
                  <a:rPr lang="zh-CN" altLang="en-US" sz="1000" dirty="0"/>
                  <a:t>卷积</a:t>
                </a:r>
                <a:r>
                  <a:rPr lang="en-US" altLang="zh-CN" sz="1000" dirty="0"/>
                  <a:t>+</a:t>
                </a:r>
                <a:r>
                  <a:rPr lang="en-US" altLang="zh-CN" sz="1000" dirty="0" err="1"/>
                  <a:t>ReLU</a:t>
                </a:r>
                <a:endParaRPr lang="zh-CN" altLang="en-US" sz="1000" dirty="0"/>
              </a:p>
            </p:txBody>
          </p:sp>
          <p:sp>
            <p:nvSpPr>
              <p:cNvPr id="15" name="文本框 12">
                <a:extLst>
                  <a:ext uri="{FF2B5EF4-FFF2-40B4-BE49-F238E27FC236}">
                    <a16:creationId xmlns:a16="http://schemas.microsoft.com/office/drawing/2014/main" id="{4C01EDFC-3990-3409-8B1A-3AFEBE31F4D9}"/>
                  </a:ext>
                </a:extLst>
              </p:cNvPr>
              <p:cNvSpPr txBox="1"/>
              <p:nvPr/>
            </p:nvSpPr>
            <p:spPr>
              <a:xfrm>
                <a:off x="5046115" y="3275111"/>
                <a:ext cx="745298" cy="400110"/>
              </a:xfrm>
              <a:prstGeom prst="rect">
                <a:avLst/>
              </a:prstGeom>
              <a:solidFill>
                <a:schemeClr val="bg1"/>
              </a:solidFill>
            </p:spPr>
            <p:txBody>
              <a:bodyPr wrap="square" rtlCol="0">
                <a:spAutoFit/>
              </a:bodyPr>
              <a:lstStyle/>
              <a:p>
                <a:pPr algn="ctr"/>
                <a:r>
                  <a:rPr lang="zh-CN" altLang="en-US" sz="1000" dirty="0"/>
                  <a:t>卷积</a:t>
                </a:r>
                <a:r>
                  <a:rPr lang="en-US" altLang="zh-CN" sz="1000" dirty="0"/>
                  <a:t>+</a:t>
                </a:r>
                <a:r>
                  <a:rPr lang="en-US" altLang="zh-CN" sz="1000" dirty="0" err="1"/>
                  <a:t>ReLU</a:t>
                </a:r>
                <a:endParaRPr lang="zh-CN" altLang="en-US" sz="1000" dirty="0"/>
              </a:p>
            </p:txBody>
          </p:sp>
          <p:sp>
            <p:nvSpPr>
              <p:cNvPr id="16" name="文本框 13">
                <a:extLst>
                  <a:ext uri="{FF2B5EF4-FFF2-40B4-BE49-F238E27FC236}">
                    <a16:creationId xmlns:a16="http://schemas.microsoft.com/office/drawing/2014/main" id="{7045F7D4-DA96-0F4C-FCB5-96BE6C081098}"/>
                  </a:ext>
                </a:extLst>
              </p:cNvPr>
              <p:cNvSpPr txBox="1"/>
              <p:nvPr/>
            </p:nvSpPr>
            <p:spPr>
              <a:xfrm>
                <a:off x="8344422" y="1936644"/>
                <a:ext cx="745298" cy="261610"/>
              </a:xfrm>
              <a:prstGeom prst="rect">
                <a:avLst/>
              </a:prstGeom>
              <a:solidFill>
                <a:schemeClr val="bg1"/>
              </a:solidFill>
            </p:spPr>
            <p:txBody>
              <a:bodyPr wrap="square" rtlCol="0">
                <a:spAutoFit/>
              </a:bodyPr>
              <a:lstStyle/>
              <a:p>
                <a:pPr algn="ctr"/>
                <a:r>
                  <a:rPr lang="zh-CN" altLang="en-US" sz="1100" dirty="0"/>
                  <a:t>输出</a:t>
                </a:r>
              </a:p>
            </p:txBody>
          </p:sp>
          <p:sp>
            <p:nvSpPr>
              <p:cNvPr id="17" name="文本框 14">
                <a:extLst>
                  <a:ext uri="{FF2B5EF4-FFF2-40B4-BE49-F238E27FC236}">
                    <a16:creationId xmlns:a16="http://schemas.microsoft.com/office/drawing/2014/main" id="{E4FFB62F-B729-D56D-EAC8-F08BD2B2ACD9}"/>
                  </a:ext>
                </a:extLst>
              </p:cNvPr>
              <p:cNvSpPr txBox="1"/>
              <p:nvPr/>
            </p:nvSpPr>
            <p:spPr>
              <a:xfrm>
                <a:off x="8365298" y="3098140"/>
                <a:ext cx="745298" cy="400110"/>
              </a:xfrm>
              <a:prstGeom prst="rect">
                <a:avLst/>
              </a:prstGeom>
              <a:solidFill>
                <a:schemeClr val="bg1"/>
              </a:solidFill>
            </p:spPr>
            <p:txBody>
              <a:bodyPr wrap="square" rtlCol="0">
                <a:spAutoFit/>
              </a:bodyPr>
              <a:lstStyle/>
              <a:p>
                <a:pPr algn="ctr"/>
                <a:r>
                  <a:rPr lang="en-US" altLang="zh-CN" sz="1000" dirty="0"/>
                  <a:t>SoftMax</a:t>
                </a:r>
                <a:r>
                  <a:rPr lang="zh-CN" altLang="en-US" sz="1000" dirty="0"/>
                  <a:t>激活函数</a:t>
                </a:r>
              </a:p>
            </p:txBody>
          </p:sp>
          <p:sp>
            <p:nvSpPr>
              <p:cNvPr id="18" name="文本框 15">
                <a:extLst>
                  <a:ext uri="{FF2B5EF4-FFF2-40B4-BE49-F238E27FC236}">
                    <a16:creationId xmlns:a16="http://schemas.microsoft.com/office/drawing/2014/main" id="{5EBB5492-0978-D682-B999-86D51E883233}"/>
                  </a:ext>
                </a:extLst>
              </p:cNvPr>
              <p:cNvSpPr txBox="1"/>
              <p:nvPr/>
            </p:nvSpPr>
            <p:spPr>
              <a:xfrm>
                <a:off x="9035441" y="2417365"/>
                <a:ext cx="745298" cy="230832"/>
              </a:xfrm>
              <a:prstGeom prst="rect">
                <a:avLst/>
              </a:prstGeom>
              <a:solidFill>
                <a:schemeClr val="bg1"/>
              </a:solidFill>
            </p:spPr>
            <p:txBody>
              <a:bodyPr wrap="square" rtlCol="0">
                <a:spAutoFit/>
              </a:bodyPr>
              <a:lstStyle/>
              <a:p>
                <a:r>
                  <a:rPr lang="zh-CN" altLang="en-US" sz="900" dirty="0"/>
                  <a:t>马</a:t>
                </a:r>
                <a:endParaRPr lang="zh-CN" altLang="en-US" sz="800" dirty="0"/>
              </a:p>
            </p:txBody>
          </p:sp>
          <p:sp>
            <p:nvSpPr>
              <p:cNvPr id="19" name="文本框 16">
                <a:extLst>
                  <a:ext uri="{FF2B5EF4-FFF2-40B4-BE49-F238E27FC236}">
                    <a16:creationId xmlns:a16="http://schemas.microsoft.com/office/drawing/2014/main" id="{2007BC98-4840-DDF4-034C-BE311113F6DF}"/>
                  </a:ext>
                </a:extLst>
              </p:cNvPr>
              <p:cNvSpPr txBox="1"/>
              <p:nvPr/>
            </p:nvSpPr>
            <p:spPr>
              <a:xfrm>
                <a:off x="9035441" y="2618118"/>
                <a:ext cx="745298" cy="230832"/>
              </a:xfrm>
              <a:prstGeom prst="rect">
                <a:avLst/>
              </a:prstGeom>
              <a:solidFill>
                <a:schemeClr val="bg1"/>
              </a:solidFill>
            </p:spPr>
            <p:txBody>
              <a:bodyPr wrap="square" rtlCol="0">
                <a:spAutoFit/>
              </a:bodyPr>
              <a:lstStyle/>
              <a:p>
                <a:r>
                  <a:rPr lang="zh-CN" altLang="en-US" sz="900" dirty="0"/>
                  <a:t>斑马</a:t>
                </a:r>
                <a:endParaRPr lang="zh-CN" altLang="en-US" sz="800" dirty="0"/>
              </a:p>
            </p:txBody>
          </p:sp>
          <p:sp>
            <p:nvSpPr>
              <p:cNvPr id="20" name="文本框 17">
                <a:extLst>
                  <a:ext uri="{FF2B5EF4-FFF2-40B4-BE49-F238E27FC236}">
                    <a16:creationId xmlns:a16="http://schemas.microsoft.com/office/drawing/2014/main" id="{55256CD8-00B9-1F2C-E457-3F9C75AF5148}"/>
                  </a:ext>
                </a:extLst>
              </p:cNvPr>
              <p:cNvSpPr txBox="1"/>
              <p:nvPr/>
            </p:nvSpPr>
            <p:spPr>
              <a:xfrm>
                <a:off x="9035441" y="2808203"/>
                <a:ext cx="745298" cy="230832"/>
              </a:xfrm>
              <a:prstGeom prst="rect">
                <a:avLst/>
              </a:prstGeom>
              <a:solidFill>
                <a:schemeClr val="bg1"/>
              </a:solidFill>
            </p:spPr>
            <p:txBody>
              <a:bodyPr wrap="square" rtlCol="0">
                <a:spAutoFit/>
              </a:bodyPr>
              <a:lstStyle/>
              <a:p>
                <a:r>
                  <a:rPr lang="zh-CN" altLang="en-US" sz="900" dirty="0"/>
                  <a:t>狗</a:t>
                </a:r>
                <a:endParaRPr lang="zh-CN" altLang="en-US" sz="800" dirty="0"/>
              </a:p>
            </p:txBody>
          </p:sp>
          <p:sp>
            <p:nvSpPr>
              <p:cNvPr id="21" name="文本框 18">
                <a:extLst>
                  <a:ext uri="{FF2B5EF4-FFF2-40B4-BE49-F238E27FC236}">
                    <a16:creationId xmlns:a16="http://schemas.microsoft.com/office/drawing/2014/main" id="{BB6E5DD4-3C46-7A48-A2E5-83289F74FFEB}"/>
                  </a:ext>
                </a:extLst>
              </p:cNvPr>
              <p:cNvSpPr txBox="1"/>
              <p:nvPr/>
            </p:nvSpPr>
            <p:spPr>
              <a:xfrm>
                <a:off x="7402883" y="3611341"/>
                <a:ext cx="613774" cy="430887"/>
              </a:xfrm>
              <a:prstGeom prst="rect">
                <a:avLst/>
              </a:prstGeom>
              <a:solidFill>
                <a:schemeClr val="bg1"/>
              </a:solidFill>
            </p:spPr>
            <p:txBody>
              <a:bodyPr wrap="square" rtlCol="0">
                <a:spAutoFit/>
              </a:bodyPr>
              <a:lstStyle/>
              <a:p>
                <a:pPr algn="ctr"/>
                <a:r>
                  <a:rPr lang="zh-CN" altLang="en-US" sz="1100" dirty="0"/>
                  <a:t>全连接层</a:t>
                </a:r>
              </a:p>
            </p:txBody>
          </p:sp>
          <p:sp>
            <p:nvSpPr>
              <p:cNvPr id="22" name="文本框 19">
                <a:extLst>
                  <a:ext uri="{FF2B5EF4-FFF2-40B4-BE49-F238E27FC236}">
                    <a16:creationId xmlns:a16="http://schemas.microsoft.com/office/drawing/2014/main" id="{1DDB3D46-C0AD-5DE3-9145-C35522CB532C}"/>
                  </a:ext>
                </a:extLst>
              </p:cNvPr>
              <p:cNvSpPr txBox="1"/>
              <p:nvPr/>
            </p:nvSpPr>
            <p:spPr>
              <a:xfrm>
                <a:off x="3849239" y="4307202"/>
                <a:ext cx="1212106" cy="261610"/>
              </a:xfrm>
              <a:prstGeom prst="rect">
                <a:avLst/>
              </a:prstGeom>
              <a:solidFill>
                <a:schemeClr val="bg1"/>
              </a:solidFill>
            </p:spPr>
            <p:txBody>
              <a:bodyPr wrap="square" rtlCol="0">
                <a:spAutoFit/>
              </a:bodyPr>
              <a:lstStyle/>
              <a:p>
                <a:pPr algn="ctr"/>
                <a:r>
                  <a:rPr lang="zh-CN" altLang="en-US" sz="1100" dirty="0"/>
                  <a:t>特征提取</a:t>
                </a:r>
              </a:p>
            </p:txBody>
          </p:sp>
          <p:sp>
            <p:nvSpPr>
              <p:cNvPr id="23" name="文本框 20">
                <a:extLst>
                  <a:ext uri="{FF2B5EF4-FFF2-40B4-BE49-F238E27FC236}">
                    <a16:creationId xmlns:a16="http://schemas.microsoft.com/office/drawing/2014/main" id="{E3BA3C72-0103-0136-A319-4E7F9DD52BCF}"/>
                  </a:ext>
                </a:extLst>
              </p:cNvPr>
              <p:cNvSpPr txBox="1"/>
              <p:nvPr/>
            </p:nvSpPr>
            <p:spPr>
              <a:xfrm>
                <a:off x="6926466" y="4307201"/>
                <a:ext cx="1212106" cy="261610"/>
              </a:xfrm>
              <a:prstGeom prst="rect">
                <a:avLst/>
              </a:prstGeom>
              <a:solidFill>
                <a:schemeClr val="bg1"/>
              </a:solidFill>
            </p:spPr>
            <p:txBody>
              <a:bodyPr wrap="square" rtlCol="0">
                <a:spAutoFit/>
              </a:bodyPr>
              <a:lstStyle/>
              <a:p>
                <a:pPr algn="ctr"/>
                <a:r>
                  <a:rPr lang="zh-CN" altLang="en-US" sz="1100" dirty="0"/>
                  <a:t>分类</a:t>
                </a:r>
              </a:p>
            </p:txBody>
          </p:sp>
          <p:sp>
            <p:nvSpPr>
              <p:cNvPr id="24" name="文本框 21">
                <a:extLst>
                  <a:ext uri="{FF2B5EF4-FFF2-40B4-BE49-F238E27FC236}">
                    <a16:creationId xmlns:a16="http://schemas.microsoft.com/office/drawing/2014/main" id="{A46805D7-02F1-BDDC-2609-10D1A8198EFF}"/>
                  </a:ext>
                </a:extLst>
              </p:cNvPr>
              <p:cNvSpPr txBox="1"/>
              <p:nvPr/>
            </p:nvSpPr>
            <p:spPr>
              <a:xfrm>
                <a:off x="8344422" y="4285952"/>
                <a:ext cx="1212106" cy="261610"/>
              </a:xfrm>
              <a:prstGeom prst="rect">
                <a:avLst/>
              </a:prstGeom>
              <a:solidFill>
                <a:schemeClr val="bg1"/>
              </a:solidFill>
            </p:spPr>
            <p:txBody>
              <a:bodyPr wrap="square" rtlCol="0">
                <a:spAutoFit/>
              </a:bodyPr>
              <a:lstStyle/>
              <a:p>
                <a:pPr algn="ctr"/>
                <a:r>
                  <a:rPr lang="zh-CN" altLang="en-US" sz="1100" dirty="0"/>
                  <a:t>概率分布</a:t>
                </a:r>
              </a:p>
            </p:txBody>
          </p:sp>
          <p:sp>
            <p:nvSpPr>
              <p:cNvPr id="25" name="文本框 22">
                <a:extLst>
                  <a:ext uri="{FF2B5EF4-FFF2-40B4-BE49-F238E27FC236}">
                    <a16:creationId xmlns:a16="http://schemas.microsoft.com/office/drawing/2014/main" id="{B6B248FC-D49C-8B1D-3E19-0168F2F9E39F}"/>
                  </a:ext>
                </a:extLst>
              </p:cNvPr>
              <p:cNvSpPr txBox="1"/>
              <p:nvPr/>
            </p:nvSpPr>
            <p:spPr>
              <a:xfrm>
                <a:off x="4316047" y="3709663"/>
                <a:ext cx="807098" cy="261610"/>
              </a:xfrm>
              <a:prstGeom prst="rect">
                <a:avLst/>
              </a:prstGeom>
              <a:solidFill>
                <a:schemeClr val="bg1"/>
              </a:solidFill>
            </p:spPr>
            <p:txBody>
              <a:bodyPr wrap="square" rtlCol="0">
                <a:spAutoFit/>
              </a:bodyPr>
              <a:lstStyle/>
              <a:p>
                <a:pPr algn="ctr"/>
                <a:r>
                  <a:rPr lang="zh-CN" altLang="en-US" sz="1100" dirty="0"/>
                  <a:t>特征图</a:t>
                </a:r>
              </a:p>
            </p:txBody>
          </p:sp>
          <p:sp>
            <p:nvSpPr>
              <p:cNvPr id="26" name="文本框 23">
                <a:extLst>
                  <a:ext uri="{FF2B5EF4-FFF2-40B4-BE49-F238E27FC236}">
                    <a16:creationId xmlns:a16="http://schemas.microsoft.com/office/drawing/2014/main" id="{26DD943F-74B4-F368-CD99-7AA1B227946B}"/>
                  </a:ext>
                </a:extLst>
              </p:cNvPr>
              <p:cNvSpPr txBox="1"/>
              <p:nvPr/>
            </p:nvSpPr>
            <p:spPr>
              <a:xfrm>
                <a:off x="6356959" y="3709663"/>
                <a:ext cx="569507" cy="246221"/>
              </a:xfrm>
              <a:prstGeom prst="rect">
                <a:avLst/>
              </a:prstGeom>
              <a:solidFill>
                <a:schemeClr val="bg1"/>
              </a:solidFill>
            </p:spPr>
            <p:txBody>
              <a:bodyPr wrap="square" rtlCol="0">
                <a:spAutoFit/>
              </a:bodyPr>
              <a:lstStyle/>
              <a:p>
                <a:pPr algn="ctr"/>
                <a:r>
                  <a:rPr lang="zh-CN" altLang="en-US" sz="1000" dirty="0"/>
                  <a:t>平滑层</a:t>
                </a:r>
              </a:p>
            </p:txBody>
          </p:sp>
        </p:grpSp>
      </p:grpSp>
    </p:spTree>
    <p:extLst>
      <p:ext uri="{BB962C8B-B14F-4D97-AF65-F5344CB8AC3E}">
        <p14:creationId xmlns:p14="http://schemas.microsoft.com/office/powerpoint/2010/main" val="2115896785"/>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57701C6-4777-A306-700D-8CCA89860C4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86073EF-EB61-6F07-7911-93FA6FC790E8}"/>
              </a:ext>
            </a:extLst>
          </p:cNvPr>
          <p:cNvSpPr>
            <a:spLocks noGrp="1"/>
          </p:cNvSpPr>
          <p:nvPr>
            <p:ph type="title"/>
          </p:nvPr>
        </p:nvSpPr>
        <p:spPr/>
        <p:txBody>
          <a:bodyPr/>
          <a:lstStyle/>
          <a:p>
            <a:r>
              <a:rPr lang="zh-CN" altLang="en-US" dirty="0"/>
              <a:t>图像中的</a:t>
            </a:r>
            <a:r>
              <a:rPr lang="en-US" altLang="zh-CN" dirty="0"/>
              <a:t>Tokens</a:t>
            </a:r>
            <a:endParaRPr lang="en-US" dirty="0"/>
          </a:p>
        </p:txBody>
      </p:sp>
      <p:sp>
        <p:nvSpPr>
          <p:cNvPr id="3" name="Content Placeholder 2">
            <a:extLst>
              <a:ext uri="{FF2B5EF4-FFF2-40B4-BE49-F238E27FC236}">
                <a16:creationId xmlns:a16="http://schemas.microsoft.com/office/drawing/2014/main" id="{ADA1D48D-B8F1-82FF-379C-1260EA8570F6}"/>
              </a:ext>
            </a:extLst>
          </p:cNvPr>
          <p:cNvSpPr>
            <a:spLocks noGrp="1"/>
          </p:cNvSpPr>
          <p:nvPr>
            <p:ph idx="1"/>
          </p:nvPr>
        </p:nvSpPr>
        <p:spPr>
          <a:xfrm>
            <a:off x="657774" y="987972"/>
            <a:ext cx="6308714" cy="5188991"/>
          </a:xfrm>
        </p:spPr>
        <p:txBody>
          <a:bodyPr>
            <a:normAutofit/>
          </a:bodyPr>
          <a:lstStyle/>
          <a:p>
            <a:pPr indent="-457200">
              <a:lnSpc>
                <a:spcPct val="180000"/>
              </a:lnSpc>
              <a:spcBef>
                <a:spcPts val="0"/>
              </a:spcBef>
              <a:buFont typeface="Wingdings" panose="05000000000000000000" pitchFamily="2" charset="2"/>
              <a:buChar char="p"/>
            </a:pPr>
            <a:r>
              <a:rPr lang="zh-CN" altLang="en-US" dirty="0"/>
              <a:t>传统图像编码方法的特点（以卷积为例）</a:t>
            </a:r>
            <a:endParaRPr lang="en-US" altLang="zh-CN" dirty="0"/>
          </a:p>
          <a:p>
            <a:pPr lvl="2" indent="-457200">
              <a:lnSpc>
                <a:spcPct val="180000"/>
              </a:lnSpc>
              <a:spcBef>
                <a:spcPts val="0"/>
              </a:spcBef>
              <a:buFont typeface="Wingdings" panose="05000000000000000000" pitchFamily="2" charset="2"/>
              <a:buChar char="p"/>
            </a:pPr>
            <a:r>
              <a:rPr lang="zh-CN" altLang="en-US" dirty="0"/>
              <a:t>使用卷积核对二维图像进行压缩</a:t>
            </a:r>
            <a:endParaRPr lang="en-US" altLang="zh-CN" dirty="0"/>
          </a:p>
          <a:p>
            <a:pPr lvl="2" indent="-457200">
              <a:lnSpc>
                <a:spcPct val="180000"/>
              </a:lnSpc>
              <a:spcBef>
                <a:spcPts val="0"/>
              </a:spcBef>
              <a:buFont typeface="Wingdings" panose="05000000000000000000" pitchFamily="2" charset="2"/>
              <a:buChar char="p"/>
            </a:pPr>
            <a:r>
              <a:rPr lang="zh-CN" altLang="en-US" dirty="0"/>
              <a:t>输入向量呈二维分布</a:t>
            </a:r>
            <a:endParaRPr lang="en-US" altLang="zh-CN" dirty="0"/>
          </a:p>
          <a:p>
            <a:pPr lvl="2" indent="-457200">
              <a:lnSpc>
                <a:spcPct val="180000"/>
              </a:lnSpc>
              <a:spcBef>
                <a:spcPts val="0"/>
              </a:spcBef>
              <a:buFont typeface="Wingdings" panose="05000000000000000000" pitchFamily="2" charset="2"/>
              <a:buChar char="p"/>
            </a:pPr>
            <a:r>
              <a:rPr lang="zh-CN" altLang="en-US" dirty="0"/>
              <a:t>图像编码中缺少位置信息</a:t>
            </a:r>
            <a:endParaRPr lang="en-US" altLang="zh-CN" dirty="0"/>
          </a:p>
          <a:p>
            <a:pPr lvl="2" indent="-457200">
              <a:lnSpc>
                <a:spcPct val="180000"/>
              </a:lnSpc>
              <a:spcBef>
                <a:spcPts val="0"/>
              </a:spcBef>
              <a:buFont typeface="Wingdings" panose="05000000000000000000" pitchFamily="2" charset="2"/>
              <a:buChar char="p"/>
            </a:pPr>
            <a:r>
              <a:rPr lang="en-US" altLang="zh-CN" dirty="0"/>
              <a:t>…</a:t>
            </a:r>
          </a:p>
          <a:p>
            <a:pPr indent="-457200">
              <a:lnSpc>
                <a:spcPct val="180000"/>
              </a:lnSpc>
              <a:spcBef>
                <a:spcPts val="0"/>
              </a:spcBef>
              <a:buFont typeface="Wingdings" panose="05000000000000000000" pitchFamily="2" charset="2"/>
              <a:buChar char="p"/>
            </a:pPr>
            <a:r>
              <a:rPr lang="zh-CN" altLang="en-US" dirty="0"/>
              <a:t>这样直接的图像表征方式不适合</a:t>
            </a:r>
            <a:r>
              <a:rPr lang="en-US" altLang="zh-CN" dirty="0"/>
              <a:t>Transformer</a:t>
            </a:r>
            <a:r>
              <a:rPr lang="zh-CN" altLang="en-US" dirty="0"/>
              <a:t>，无法直接使用</a:t>
            </a:r>
            <a:endParaRPr lang="en-US" altLang="zh-CN" dirty="0"/>
          </a:p>
          <a:p>
            <a:pPr indent="-457200">
              <a:lnSpc>
                <a:spcPct val="180000"/>
              </a:lnSpc>
              <a:spcBef>
                <a:spcPts val="0"/>
              </a:spcBef>
              <a:buFont typeface="Wingdings" panose="05000000000000000000" pitchFamily="2" charset="2"/>
              <a:buChar char="p"/>
            </a:pPr>
            <a:endParaRPr lang="en-US" altLang="zh-CN" dirty="0"/>
          </a:p>
          <a:p>
            <a:pPr indent="-457200">
              <a:lnSpc>
                <a:spcPct val="180000"/>
              </a:lnSpc>
              <a:spcBef>
                <a:spcPts val="0"/>
              </a:spcBef>
              <a:buFont typeface="Wingdings" panose="05000000000000000000" pitchFamily="2" charset="2"/>
              <a:buChar char="p"/>
            </a:pPr>
            <a:endParaRPr lang="en-US" altLang="zh-CN" dirty="0"/>
          </a:p>
          <a:p>
            <a:pPr indent="-457200">
              <a:lnSpc>
                <a:spcPct val="180000"/>
              </a:lnSpc>
              <a:spcBef>
                <a:spcPts val="0"/>
              </a:spcBef>
              <a:buFont typeface="Wingdings" panose="05000000000000000000" pitchFamily="2" charset="2"/>
              <a:buChar char="p"/>
            </a:pPr>
            <a:endParaRPr lang="en-US" altLang="zh-CN" dirty="0"/>
          </a:p>
          <a:p>
            <a:pPr indent="-457200">
              <a:lnSpc>
                <a:spcPct val="180000"/>
              </a:lnSpc>
              <a:spcBef>
                <a:spcPts val="0"/>
              </a:spcBef>
              <a:buFont typeface="Wingdings" panose="05000000000000000000" pitchFamily="2" charset="2"/>
              <a:buChar char="p"/>
            </a:pPr>
            <a:endParaRPr lang="en-US" altLang="zh-CN" dirty="0"/>
          </a:p>
          <a:p>
            <a:pPr indent="-457200">
              <a:lnSpc>
                <a:spcPct val="180000"/>
              </a:lnSpc>
              <a:spcBef>
                <a:spcPts val="0"/>
              </a:spcBef>
              <a:buFont typeface="Wingdings" panose="05000000000000000000" pitchFamily="2" charset="2"/>
              <a:buChar char="p"/>
            </a:pPr>
            <a:endParaRPr lang="en-US" altLang="zh-CN" dirty="0"/>
          </a:p>
        </p:txBody>
      </p:sp>
      <p:grpSp>
        <p:nvGrpSpPr>
          <p:cNvPr id="47" name="Group 46">
            <a:extLst>
              <a:ext uri="{FF2B5EF4-FFF2-40B4-BE49-F238E27FC236}">
                <a16:creationId xmlns:a16="http://schemas.microsoft.com/office/drawing/2014/main" id="{2A48468F-B0FA-3E9A-F561-BF07DF05A519}"/>
              </a:ext>
            </a:extLst>
          </p:cNvPr>
          <p:cNvGrpSpPr/>
          <p:nvPr/>
        </p:nvGrpSpPr>
        <p:grpSpPr>
          <a:xfrm>
            <a:off x="7028395" y="1975672"/>
            <a:ext cx="1511006" cy="1200870"/>
            <a:chOff x="3761638" y="2357185"/>
            <a:chExt cx="731855" cy="581641"/>
          </a:xfrm>
        </p:grpSpPr>
        <p:sp>
          <p:nvSpPr>
            <p:cNvPr id="4" name="Rectangle 3">
              <a:extLst>
                <a:ext uri="{FF2B5EF4-FFF2-40B4-BE49-F238E27FC236}">
                  <a16:creationId xmlns:a16="http://schemas.microsoft.com/office/drawing/2014/main" id="{72253774-9261-C7A9-8727-B8AFCCC12CEB}"/>
                </a:ext>
              </a:extLst>
            </p:cNvPr>
            <p:cNvSpPr/>
            <p:nvPr/>
          </p:nvSpPr>
          <p:spPr>
            <a:xfrm>
              <a:off x="3761638" y="2357185"/>
              <a:ext cx="145410" cy="145410"/>
            </a:xfrm>
            <a:prstGeom prst="rect">
              <a:avLst/>
            </a:prstGeom>
            <a:noFill/>
            <a:ln w="952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8" name="Rectangle 27">
              <a:extLst>
                <a:ext uri="{FF2B5EF4-FFF2-40B4-BE49-F238E27FC236}">
                  <a16:creationId xmlns:a16="http://schemas.microsoft.com/office/drawing/2014/main" id="{99C0996E-AEE8-1592-24FF-20D97E907199}"/>
                </a:ext>
              </a:extLst>
            </p:cNvPr>
            <p:cNvSpPr/>
            <p:nvPr/>
          </p:nvSpPr>
          <p:spPr>
            <a:xfrm>
              <a:off x="3908249" y="2357185"/>
              <a:ext cx="145410" cy="145410"/>
            </a:xfrm>
            <a:prstGeom prst="rect">
              <a:avLst/>
            </a:prstGeom>
            <a:noFill/>
            <a:ln w="952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9" name="Rectangle 28">
              <a:extLst>
                <a:ext uri="{FF2B5EF4-FFF2-40B4-BE49-F238E27FC236}">
                  <a16:creationId xmlns:a16="http://schemas.microsoft.com/office/drawing/2014/main" id="{3684B971-6656-FE52-1A95-0F968D8C7FFE}"/>
                </a:ext>
              </a:extLst>
            </p:cNvPr>
            <p:cNvSpPr/>
            <p:nvPr/>
          </p:nvSpPr>
          <p:spPr>
            <a:xfrm>
              <a:off x="4054860" y="2357185"/>
              <a:ext cx="145410" cy="145410"/>
            </a:xfrm>
            <a:prstGeom prst="rect">
              <a:avLst/>
            </a:prstGeom>
            <a:noFill/>
            <a:ln w="952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0" name="Rectangle 29">
              <a:extLst>
                <a:ext uri="{FF2B5EF4-FFF2-40B4-BE49-F238E27FC236}">
                  <a16:creationId xmlns:a16="http://schemas.microsoft.com/office/drawing/2014/main" id="{8500DB40-E063-C790-FAB9-7832EE48A6C9}"/>
                </a:ext>
              </a:extLst>
            </p:cNvPr>
            <p:cNvSpPr/>
            <p:nvPr/>
          </p:nvSpPr>
          <p:spPr>
            <a:xfrm>
              <a:off x="4201471" y="2357185"/>
              <a:ext cx="145410" cy="145410"/>
            </a:xfrm>
            <a:prstGeom prst="rect">
              <a:avLst/>
            </a:prstGeom>
            <a:noFill/>
            <a:ln w="952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1" name="Rectangle 30">
              <a:extLst>
                <a:ext uri="{FF2B5EF4-FFF2-40B4-BE49-F238E27FC236}">
                  <a16:creationId xmlns:a16="http://schemas.microsoft.com/office/drawing/2014/main" id="{9B8FCB4C-DBB0-622A-6F90-AF5DC2ED3B3E}"/>
                </a:ext>
              </a:extLst>
            </p:cNvPr>
            <p:cNvSpPr/>
            <p:nvPr/>
          </p:nvSpPr>
          <p:spPr>
            <a:xfrm>
              <a:off x="4348083" y="2357185"/>
              <a:ext cx="145410" cy="145410"/>
            </a:xfrm>
            <a:prstGeom prst="rect">
              <a:avLst/>
            </a:prstGeom>
            <a:noFill/>
            <a:ln w="952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2" name="Rectangle 31">
              <a:extLst>
                <a:ext uri="{FF2B5EF4-FFF2-40B4-BE49-F238E27FC236}">
                  <a16:creationId xmlns:a16="http://schemas.microsoft.com/office/drawing/2014/main" id="{7E4D1ACA-A244-A3BA-1E5C-D514D492F215}"/>
                </a:ext>
              </a:extLst>
            </p:cNvPr>
            <p:cNvSpPr/>
            <p:nvPr/>
          </p:nvSpPr>
          <p:spPr>
            <a:xfrm>
              <a:off x="3761638" y="2502595"/>
              <a:ext cx="145410" cy="145410"/>
            </a:xfrm>
            <a:prstGeom prst="rect">
              <a:avLst/>
            </a:prstGeom>
            <a:noFill/>
            <a:ln w="952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3" name="Rectangle 32">
              <a:extLst>
                <a:ext uri="{FF2B5EF4-FFF2-40B4-BE49-F238E27FC236}">
                  <a16:creationId xmlns:a16="http://schemas.microsoft.com/office/drawing/2014/main" id="{0ABE6B6C-CC86-C7C1-D6F8-664BBA235AFF}"/>
                </a:ext>
              </a:extLst>
            </p:cNvPr>
            <p:cNvSpPr/>
            <p:nvPr/>
          </p:nvSpPr>
          <p:spPr>
            <a:xfrm>
              <a:off x="3908249" y="2502595"/>
              <a:ext cx="145410" cy="145410"/>
            </a:xfrm>
            <a:prstGeom prst="rect">
              <a:avLst/>
            </a:prstGeom>
            <a:noFill/>
            <a:ln w="952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4" name="Rectangle 33">
              <a:extLst>
                <a:ext uri="{FF2B5EF4-FFF2-40B4-BE49-F238E27FC236}">
                  <a16:creationId xmlns:a16="http://schemas.microsoft.com/office/drawing/2014/main" id="{404F0ED1-B6C9-A983-DF4E-7BCD199FE6A2}"/>
                </a:ext>
              </a:extLst>
            </p:cNvPr>
            <p:cNvSpPr/>
            <p:nvPr/>
          </p:nvSpPr>
          <p:spPr>
            <a:xfrm>
              <a:off x="4054860" y="2502595"/>
              <a:ext cx="145410" cy="145410"/>
            </a:xfrm>
            <a:prstGeom prst="rect">
              <a:avLst/>
            </a:prstGeom>
            <a:solidFill>
              <a:schemeClr val="accent2">
                <a:lumMod val="60000"/>
                <a:lumOff val="40000"/>
              </a:schemeClr>
            </a:solidFill>
            <a:ln w="952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5" name="Rectangle 34">
              <a:extLst>
                <a:ext uri="{FF2B5EF4-FFF2-40B4-BE49-F238E27FC236}">
                  <a16:creationId xmlns:a16="http://schemas.microsoft.com/office/drawing/2014/main" id="{70B912FE-27EF-C627-96F5-A59C6AA8E117}"/>
                </a:ext>
              </a:extLst>
            </p:cNvPr>
            <p:cNvSpPr/>
            <p:nvPr/>
          </p:nvSpPr>
          <p:spPr>
            <a:xfrm>
              <a:off x="4201471" y="2502595"/>
              <a:ext cx="145410" cy="145410"/>
            </a:xfrm>
            <a:prstGeom prst="rect">
              <a:avLst/>
            </a:prstGeom>
            <a:solidFill>
              <a:schemeClr val="accent2">
                <a:lumMod val="60000"/>
                <a:lumOff val="40000"/>
              </a:schemeClr>
            </a:solidFill>
            <a:ln w="952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6" name="Rectangle 35">
              <a:extLst>
                <a:ext uri="{FF2B5EF4-FFF2-40B4-BE49-F238E27FC236}">
                  <a16:creationId xmlns:a16="http://schemas.microsoft.com/office/drawing/2014/main" id="{4A0737FC-BC3C-7B05-0E88-49DD057B37EB}"/>
                </a:ext>
              </a:extLst>
            </p:cNvPr>
            <p:cNvSpPr/>
            <p:nvPr/>
          </p:nvSpPr>
          <p:spPr>
            <a:xfrm>
              <a:off x="4348083" y="2502595"/>
              <a:ext cx="145410" cy="145410"/>
            </a:xfrm>
            <a:prstGeom prst="rect">
              <a:avLst/>
            </a:prstGeom>
            <a:noFill/>
            <a:ln w="952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7" name="Rectangle 36">
              <a:extLst>
                <a:ext uri="{FF2B5EF4-FFF2-40B4-BE49-F238E27FC236}">
                  <a16:creationId xmlns:a16="http://schemas.microsoft.com/office/drawing/2014/main" id="{8284FEC2-62E6-DB75-03A6-3AEEDFE499E5}"/>
                </a:ext>
              </a:extLst>
            </p:cNvPr>
            <p:cNvSpPr/>
            <p:nvPr/>
          </p:nvSpPr>
          <p:spPr>
            <a:xfrm>
              <a:off x="3761638" y="2648006"/>
              <a:ext cx="145410" cy="145410"/>
            </a:xfrm>
            <a:prstGeom prst="rect">
              <a:avLst/>
            </a:prstGeom>
            <a:noFill/>
            <a:ln w="952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8" name="Rectangle 37">
              <a:extLst>
                <a:ext uri="{FF2B5EF4-FFF2-40B4-BE49-F238E27FC236}">
                  <a16:creationId xmlns:a16="http://schemas.microsoft.com/office/drawing/2014/main" id="{F903DBC7-A743-1C9A-3842-E53B86FCEEB0}"/>
                </a:ext>
              </a:extLst>
            </p:cNvPr>
            <p:cNvSpPr/>
            <p:nvPr/>
          </p:nvSpPr>
          <p:spPr>
            <a:xfrm>
              <a:off x="3908249" y="2648006"/>
              <a:ext cx="145410" cy="145410"/>
            </a:xfrm>
            <a:prstGeom prst="rect">
              <a:avLst/>
            </a:prstGeom>
            <a:noFill/>
            <a:ln w="952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9" name="Rectangle 38">
              <a:extLst>
                <a:ext uri="{FF2B5EF4-FFF2-40B4-BE49-F238E27FC236}">
                  <a16:creationId xmlns:a16="http://schemas.microsoft.com/office/drawing/2014/main" id="{C25AAE61-2A11-C5CF-DAE4-36D288B38F5B}"/>
                </a:ext>
              </a:extLst>
            </p:cNvPr>
            <p:cNvSpPr/>
            <p:nvPr/>
          </p:nvSpPr>
          <p:spPr>
            <a:xfrm>
              <a:off x="4054860" y="2648006"/>
              <a:ext cx="145410" cy="145410"/>
            </a:xfrm>
            <a:prstGeom prst="rect">
              <a:avLst/>
            </a:prstGeom>
            <a:solidFill>
              <a:schemeClr val="accent2">
                <a:lumMod val="60000"/>
                <a:lumOff val="40000"/>
              </a:schemeClr>
            </a:solidFill>
            <a:ln w="952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0" name="Rectangle 39">
              <a:extLst>
                <a:ext uri="{FF2B5EF4-FFF2-40B4-BE49-F238E27FC236}">
                  <a16:creationId xmlns:a16="http://schemas.microsoft.com/office/drawing/2014/main" id="{AC2916E6-A9E7-E67C-AED0-A314528117AD}"/>
                </a:ext>
              </a:extLst>
            </p:cNvPr>
            <p:cNvSpPr/>
            <p:nvPr/>
          </p:nvSpPr>
          <p:spPr>
            <a:xfrm>
              <a:off x="4201471" y="2648006"/>
              <a:ext cx="145410" cy="145410"/>
            </a:xfrm>
            <a:prstGeom prst="rect">
              <a:avLst/>
            </a:prstGeom>
            <a:solidFill>
              <a:schemeClr val="accent2">
                <a:lumMod val="60000"/>
                <a:lumOff val="40000"/>
              </a:schemeClr>
            </a:solidFill>
            <a:ln w="952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1" name="Rectangle 40">
              <a:extLst>
                <a:ext uri="{FF2B5EF4-FFF2-40B4-BE49-F238E27FC236}">
                  <a16:creationId xmlns:a16="http://schemas.microsoft.com/office/drawing/2014/main" id="{CE52CBAC-8614-CB30-68ED-8D2574493F86}"/>
                </a:ext>
              </a:extLst>
            </p:cNvPr>
            <p:cNvSpPr/>
            <p:nvPr/>
          </p:nvSpPr>
          <p:spPr>
            <a:xfrm>
              <a:off x="4348083" y="2648006"/>
              <a:ext cx="145410" cy="145410"/>
            </a:xfrm>
            <a:prstGeom prst="rect">
              <a:avLst/>
            </a:prstGeom>
            <a:noFill/>
            <a:ln w="952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2" name="Rectangle 41">
              <a:extLst>
                <a:ext uri="{FF2B5EF4-FFF2-40B4-BE49-F238E27FC236}">
                  <a16:creationId xmlns:a16="http://schemas.microsoft.com/office/drawing/2014/main" id="{F5F3B72C-564B-D681-B9DC-02877439A20D}"/>
                </a:ext>
              </a:extLst>
            </p:cNvPr>
            <p:cNvSpPr/>
            <p:nvPr/>
          </p:nvSpPr>
          <p:spPr>
            <a:xfrm>
              <a:off x="3761638" y="2793416"/>
              <a:ext cx="145410" cy="145410"/>
            </a:xfrm>
            <a:prstGeom prst="rect">
              <a:avLst/>
            </a:prstGeom>
            <a:noFill/>
            <a:ln w="952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3" name="Rectangle 42">
              <a:extLst>
                <a:ext uri="{FF2B5EF4-FFF2-40B4-BE49-F238E27FC236}">
                  <a16:creationId xmlns:a16="http://schemas.microsoft.com/office/drawing/2014/main" id="{8C510D17-E25C-6272-BDE8-CC1800FB544E}"/>
                </a:ext>
              </a:extLst>
            </p:cNvPr>
            <p:cNvSpPr/>
            <p:nvPr/>
          </p:nvSpPr>
          <p:spPr>
            <a:xfrm>
              <a:off x="3908249" y="2793416"/>
              <a:ext cx="145410" cy="145410"/>
            </a:xfrm>
            <a:prstGeom prst="rect">
              <a:avLst/>
            </a:prstGeom>
            <a:noFill/>
            <a:ln w="952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4" name="Rectangle 43">
              <a:extLst>
                <a:ext uri="{FF2B5EF4-FFF2-40B4-BE49-F238E27FC236}">
                  <a16:creationId xmlns:a16="http://schemas.microsoft.com/office/drawing/2014/main" id="{8309C3C5-9C30-FC31-8C8A-D0150932C13F}"/>
                </a:ext>
              </a:extLst>
            </p:cNvPr>
            <p:cNvSpPr/>
            <p:nvPr/>
          </p:nvSpPr>
          <p:spPr>
            <a:xfrm>
              <a:off x="4054860" y="2793416"/>
              <a:ext cx="145410" cy="145410"/>
            </a:xfrm>
            <a:prstGeom prst="rect">
              <a:avLst/>
            </a:prstGeom>
            <a:noFill/>
            <a:ln w="952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5" name="Rectangle 44">
              <a:extLst>
                <a:ext uri="{FF2B5EF4-FFF2-40B4-BE49-F238E27FC236}">
                  <a16:creationId xmlns:a16="http://schemas.microsoft.com/office/drawing/2014/main" id="{7A732980-2939-7C8D-4F8F-680ECD485098}"/>
                </a:ext>
              </a:extLst>
            </p:cNvPr>
            <p:cNvSpPr/>
            <p:nvPr/>
          </p:nvSpPr>
          <p:spPr>
            <a:xfrm>
              <a:off x="4201471" y="2793416"/>
              <a:ext cx="145410" cy="145410"/>
            </a:xfrm>
            <a:prstGeom prst="rect">
              <a:avLst/>
            </a:prstGeom>
            <a:noFill/>
            <a:ln w="952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6" name="Rectangle 45">
              <a:extLst>
                <a:ext uri="{FF2B5EF4-FFF2-40B4-BE49-F238E27FC236}">
                  <a16:creationId xmlns:a16="http://schemas.microsoft.com/office/drawing/2014/main" id="{20D90EA2-143A-3578-F3DE-67BA46B15122}"/>
                </a:ext>
              </a:extLst>
            </p:cNvPr>
            <p:cNvSpPr/>
            <p:nvPr/>
          </p:nvSpPr>
          <p:spPr>
            <a:xfrm>
              <a:off x="4348083" y="2793416"/>
              <a:ext cx="145410" cy="145410"/>
            </a:xfrm>
            <a:prstGeom prst="rect">
              <a:avLst/>
            </a:prstGeom>
            <a:noFill/>
            <a:ln w="952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69" name="Group 68">
            <a:extLst>
              <a:ext uri="{FF2B5EF4-FFF2-40B4-BE49-F238E27FC236}">
                <a16:creationId xmlns:a16="http://schemas.microsoft.com/office/drawing/2014/main" id="{1F917C16-4A20-0052-FA91-E44CC4D9FA10}"/>
              </a:ext>
            </a:extLst>
          </p:cNvPr>
          <p:cNvGrpSpPr/>
          <p:nvPr/>
        </p:nvGrpSpPr>
        <p:grpSpPr>
          <a:xfrm>
            <a:off x="10023481" y="2125780"/>
            <a:ext cx="1208307" cy="900653"/>
            <a:chOff x="8694842" y="1654829"/>
            <a:chExt cx="1208307" cy="900653"/>
          </a:xfrm>
        </p:grpSpPr>
        <p:sp>
          <p:nvSpPr>
            <p:cNvPr id="49" name="Rectangle 48">
              <a:extLst>
                <a:ext uri="{FF2B5EF4-FFF2-40B4-BE49-F238E27FC236}">
                  <a16:creationId xmlns:a16="http://schemas.microsoft.com/office/drawing/2014/main" id="{085621B2-0AC2-FFA8-A354-ED784A61C5BC}"/>
                </a:ext>
              </a:extLst>
            </p:cNvPr>
            <p:cNvSpPr/>
            <p:nvPr/>
          </p:nvSpPr>
          <p:spPr>
            <a:xfrm>
              <a:off x="8694842" y="1654829"/>
              <a:ext cx="300217" cy="300217"/>
            </a:xfrm>
            <a:prstGeom prst="rect">
              <a:avLst/>
            </a:prstGeom>
            <a:noFill/>
            <a:ln w="952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0" name="Rectangle 49">
              <a:extLst>
                <a:ext uri="{FF2B5EF4-FFF2-40B4-BE49-F238E27FC236}">
                  <a16:creationId xmlns:a16="http://schemas.microsoft.com/office/drawing/2014/main" id="{3AE6A561-C42B-6D38-7DC1-D1B232A05B6B}"/>
                </a:ext>
              </a:extLst>
            </p:cNvPr>
            <p:cNvSpPr/>
            <p:nvPr/>
          </p:nvSpPr>
          <p:spPr>
            <a:xfrm>
              <a:off x="8997539" y="1654829"/>
              <a:ext cx="300217" cy="300217"/>
            </a:xfrm>
            <a:prstGeom prst="rect">
              <a:avLst/>
            </a:prstGeom>
            <a:noFill/>
            <a:ln w="952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1" name="Rectangle 50">
              <a:extLst>
                <a:ext uri="{FF2B5EF4-FFF2-40B4-BE49-F238E27FC236}">
                  <a16:creationId xmlns:a16="http://schemas.microsoft.com/office/drawing/2014/main" id="{31E98BBF-4FBC-CCD5-DD3A-EF57AC4ADCC6}"/>
                </a:ext>
              </a:extLst>
            </p:cNvPr>
            <p:cNvSpPr/>
            <p:nvPr/>
          </p:nvSpPr>
          <p:spPr>
            <a:xfrm>
              <a:off x="9300235" y="1654829"/>
              <a:ext cx="300217" cy="300217"/>
            </a:xfrm>
            <a:prstGeom prst="rect">
              <a:avLst/>
            </a:prstGeom>
            <a:noFill/>
            <a:ln w="952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2" name="Rectangle 51">
              <a:extLst>
                <a:ext uri="{FF2B5EF4-FFF2-40B4-BE49-F238E27FC236}">
                  <a16:creationId xmlns:a16="http://schemas.microsoft.com/office/drawing/2014/main" id="{20B234EE-5953-9C8F-3E20-1A0C21C9D093}"/>
                </a:ext>
              </a:extLst>
            </p:cNvPr>
            <p:cNvSpPr/>
            <p:nvPr/>
          </p:nvSpPr>
          <p:spPr>
            <a:xfrm>
              <a:off x="9602932" y="1654829"/>
              <a:ext cx="300217" cy="300217"/>
            </a:xfrm>
            <a:prstGeom prst="rect">
              <a:avLst/>
            </a:prstGeom>
            <a:noFill/>
            <a:ln w="952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4" name="Rectangle 53">
              <a:extLst>
                <a:ext uri="{FF2B5EF4-FFF2-40B4-BE49-F238E27FC236}">
                  <a16:creationId xmlns:a16="http://schemas.microsoft.com/office/drawing/2014/main" id="{3B06A78B-EB7C-E585-F5C0-08C46D6E434E}"/>
                </a:ext>
              </a:extLst>
            </p:cNvPr>
            <p:cNvSpPr/>
            <p:nvPr/>
          </p:nvSpPr>
          <p:spPr>
            <a:xfrm>
              <a:off x="8694842" y="1955046"/>
              <a:ext cx="300217" cy="300217"/>
            </a:xfrm>
            <a:prstGeom prst="rect">
              <a:avLst/>
            </a:prstGeom>
            <a:noFill/>
            <a:ln w="952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5" name="Rectangle 54">
              <a:extLst>
                <a:ext uri="{FF2B5EF4-FFF2-40B4-BE49-F238E27FC236}">
                  <a16:creationId xmlns:a16="http://schemas.microsoft.com/office/drawing/2014/main" id="{92FCDF58-C2ED-A4B7-CBD4-E582390CFC5D}"/>
                </a:ext>
              </a:extLst>
            </p:cNvPr>
            <p:cNvSpPr/>
            <p:nvPr/>
          </p:nvSpPr>
          <p:spPr>
            <a:xfrm>
              <a:off x="8997539" y="1955046"/>
              <a:ext cx="300217" cy="300217"/>
            </a:xfrm>
            <a:prstGeom prst="rect">
              <a:avLst/>
            </a:prstGeom>
            <a:noFill/>
            <a:ln w="952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6" name="Rectangle 55">
              <a:extLst>
                <a:ext uri="{FF2B5EF4-FFF2-40B4-BE49-F238E27FC236}">
                  <a16:creationId xmlns:a16="http://schemas.microsoft.com/office/drawing/2014/main" id="{7AFB762A-19B5-51FE-A5DC-7E017F3D9D0B}"/>
                </a:ext>
              </a:extLst>
            </p:cNvPr>
            <p:cNvSpPr/>
            <p:nvPr/>
          </p:nvSpPr>
          <p:spPr>
            <a:xfrm>
              <a:off x="9300235" y="1955046"/>
              <a:ext cx="300217" cy="300217"/>
            </a:xfrm>
            <a:prstGeom prst="rect">
              <a:avLst/>
            </a:prstGeom>
            <a:solidFill>
              <a:schemeClr val="accent2">
                <a:lumMod val="60000"/>
                <a:lumOff val="40000"/>
              </a:schemeClr>
            </a:solidFill>
            <a:ln w="952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7" name="Rectangle 56">
              <a:extLst>
                <a:ext uri="{FF2B5EF4-FFF2-40B4-BE49-F238E27FC236}">
                  <a16:creationId xmlns:a16="http://schemas.microsoft.com/office/drawing/2014/main" id="{04F2CF13-C880-5B41-8817-54C76DAA40D8}"/>
                </a:ext>
              </a:extLst>
            </p:cNvPr>
            <p:cNvSpPr/>
            <p:nvPr/>
          </p:nvSpPr>
          <p:spPr>
            <a:xfrm>
              <a:off x="9602932" y="1955046"/>
              <a:ext cx="300217" cy="300217"/>
            </a:xfrm>
            <a:prstGeom prst="rect">
              <a:avLst/>
            </a:prstGeom>
            <a:noFill/>
            <a:ln w="952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9" name="Rectangle 58">
              <a:extLst>
                <a:ext uri="{FF2B5EF4-FFF2-40B4-BE49-F238E27FC236}">
                  <a16:creationId xmlns:a16="http://schemas.microsoft.com/office/drawing/2014/main" id="{FDC3D477-505A-6A02-C5B1-17E2C9F9D45C}"/>
                </a:ext>
              </a:extLst>
            </p:cNvPr>
            <p:cNvSpPr/>
            <p:nvPr/>
          </p:nvSpPr>
          <p:spPr>
            <a:xfrm>
              <a:off x="8694842" y="2255265"/>
              <a:ext cx="300217" cy="300217"/>
            </a:xfrm>
            <a:prstGeom prst="rect">
              <a:avLst/>
            </a:prstGeom>
            <a:noFill/>
            <a:ln w="952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0" name="Rectangle 59">
              <a:extLst>
                <a:ext uri="{FF2B5EF4-FFF2-40B4-BE49-F238E27FC236}">
                  <a16:creationId xmlns:a16="http://schemas.microsoft.com/office/drawing/2014/main" id="{B220F34C-F467-4980-F221-388F74595E91}"/>
                </a:ext>
              </a:extLst>
            </p:cNvPr>
            <p:cNvSpPr/>
            <p:nvPr/>
          </p:nvSpPr>
          <p:spPr>
            <a:xfrm>
              <a:off x="8997539" y="2255265"/>
              <a:ext cx="300217" cy="300217"/>
            </a:xfrm>
            <a:prstGeom prst="rect">
              <a:avLst/>
            </a:prstGeom>
            <a:noFill/>
            <a:ln w="952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1" name="Rectangle 60">
              <a:extLst>
                <a:ext uri="{FF2B5EF4-FFF2-40B4-BE49-F238E27FC236}">
                  <a16:creationId xmlns:a16="http://schemas.microsoft.com/office/drawing/2014/main" id="{2292B5FF-C019-FA7C-6CB0-215EEC7034E7}"/>
                </a:ext>
              </a:extLst>
            </p:cNvPr>
            <p:cNvSpPr/>
            <p:nvPr/>
          </p:nvSpPr>
          <p:spPr>
            <a:xfrm>
              <a:off x="9300235" y="2255265"/>
              <a:ext cx="300217" cy="300217"/>
            </a:xfrm>
            <a:prstGeom prst="rect">
              <a:avLst/>
            </a:prstGeom>
            <a:noFill/>
            <a:ln w="952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2" name="Rectangle 61">
              <a:extLst>
                <a:ext uri="{FF2B5EF4-FFF2-40B4-BE49-F238E27FC236}">
                  <a16:creationId xmlns:a16="http://schemas.microsoft.com/office/drawing/2014/main" id="{DB7D17F4-0548-5AF9-1ACB-D247466DE340}"/>
                </a:ext>
              </a:extLst>
            </p:cNvPr>
            <p:cNvSpPr/>
            <p:nvPr/>
          </p:nvSpPr>
          <p:spPr>
            <a:xfrm>
              <a:off x="9602932" y="2255265"/>
              <a:ext cx="300217" cy="300217"/>
            </a:xfrm>
            <a:prstGeom prst="rect">
              <a:avLst/>
            </a:prstGeom>
            <a:noFill/>
            <a:ln w="952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cxnSp>
        <p:nvCxnSpPr>
          <p:cNvPr id="71" name="Straight Connector 70">
            <a:extLst>
              <a:ext uri="{FF2B5EF4-FFF2-40B4-BE49-F238E27FC236}">
                <a16:creationId xmlns:a16="http://schemas.microsoft.com/office/drawing/2014/main" id="{DBD3F260-E20A-F0E1-C553-3084D6CD63CA}"/>
              </a:ext>
            </a:extLst>
          </p:cNvPr>
          <p:cNvCxnSpPr/>
          <p:nvPr/>
        </p:nvCxnSpPr>
        <p:spPr>
          <a:xfrm>
            <a:off x="7631309" y="2275888"/>
            <a:ext cx="2995086" cy="150109"/>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72" name="Straight Connector 71">
            <a:extLst>
              <a:ext uri="{FF2B5EF4-FFF2-40B4-BE49-F238E27FC236}">
                <a16:creationId xmlns:a16="http://schemas.microsoft.com/office/drawing/2014/main" id="{9F7B49E8-3668-22E8-32A8-402A273A727E}"/>
              </a:ext>
            </a:extLst>
          </p:cNvPr>
          <p:cNvCxnSpPr>
            <a:cxnSpLocks/>
          </p:cNvCxnSpPr>
          <p:nvPr/>
        </p:nvCxnSpPr>
        <p:spPr>
          <a:xfrm>
            <a:off x="8236702" y="2286704"/>
            <a:ext cx="2688451" cy="158633"/>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76" name="Straight Connector 75">
            <a:extLst>
              <a:ext uri="{FF2B5EF4-FFF2-40B4-BE49-F238E27FC236}">
                <a16:creationId xmlns:a16="http://schemas.microsoft.com/office/drawing/2014/main" id="{031FCE26-7CDB-2DDF-37F7-6E09B2C2BEA2}"/>
              </a:ext>
            </a:extLst>
          </p:cNvPr>
          <p:cNvCxnSpPr>
            <a:cxnSpLocks/>
          </p:cNvCxnSpPr>
          <p:nvPr/>
        </p:nvCxnSpPr>
        <p:spPr>
          <a:xfrm flipV="1">
            <a:off x="7628829" y="2726214"/>
            <a:ext cx="2994357" cy="161129"/>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79" name="Straight Connector 78">
            <a:extLst>
              <a:ext uri="{FF2B5EF4-FFF2-40B4-BE49-F238E27FC236}">
                <a16:creationId xmlns:a16="http://schemas.microsoft.com/office/drawing/2014/main" id="{AFE1BCA6-C7A8-019B-9EE2-07BDACD6A46A}"/>
              </a:ext>
            </a:extLst>
          </p:cNvPr>
          <p:cNvCxnSpPr>
            <a:cxnSpLocks/>
          </p:cNvCxnSpPr>
          <p:nvPr/>
        </p:nvCxnSpPr>
        <p:spPr>
          <a:xfrm flipV="1">
            <a:off x="8236702" y="2732145"/>
            <a:ext cx="2691660" cy="15395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852424056"/>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1340001-20F0-214D-A94A-CFC382928C7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7B4F0EA-95F9-F5DD-E3A9-1E9CD1F7B134}"/>
              </a:ext>
            </a:extLst>
          </p:cNvPr>
          <p:cNvSpPr>
            <a:spLocks noGrp="1"/>
          </p:cNvSpPr>
          <p:nvPr>
            <p:ph type="title"/>
          </p:nvPr>
        </p:nvSpPr>
        <p:spPr/>
        <p:txBody>
          <a:bodyPr/>
          <a:lstStyle/>
          <a:p>
            <a:r>
              <a:rPr lang="zh-CN" altLang="en-US"/>
              <a:t>图像中的</a:t>
            </a:r>
            <a:r>
              <a:rPr lang="en-US" altLang="zh-CN"/>
              <a:t>Tokens</a:t>
            </a:r>
            <a:endParaRPr lang="en-US"/>
          </a:p>
        </p:txBody>
      </p:sp>
      <p:sp>
        <p:nvSpPr>
          <p:cNvPr id="3" name="Content Placeholder 2">
            <a:extLst>
              <a:ext uri="{FF2B5EF4-FFF2-40B4-BE49-F238E27FC236}">
                <a16:creationId xmlns:a16="http://schemas.microsoft.com/office/drawing/2014/main" id="{B8F8F408-536F-9BBB-9C63-D91DE743BB8A}"/>
              </a:ext>
            </a:extLst>
          </p:cNvPr>
          <p:cNvSpPr>
            <a:spLocks noGrp="1"/>
          </p:cNvSpPr>
          <p:nvPr>
            <p:ph idx="1"/>
          </p:nvPr>
        </p:nvSpPr>
        <p:spPr/>
        <p:txBody>
          <a:bodyPr>
            <a:normAutofit/>
          </a:bodyPr>
          <a:lstStyle/>
          <a:p>
            <a:pPr indent="-457200">
              <a:lnSpc>
                <a:spcPct val="180000"/>
              </a:lnSpc>
              <a:spcBef>
                <a:spcPts val="0"/>
              </a:spcBef>
              <a:buFont typeface="Wingdings" panose="05000000000000000000" pitchFamily="2" charset="2"/>
              <a:buChar char="p"/>
            </a:pPr>
            <a:r>
              <a:rPr lang="zh-CN" altLang="en-US" dirty="0"/>
              <a:t>因此，引入图像块（</a:t>
            </a:r>
            <a:r>
              <a:rPr lang="en-US" altLang="zh-CN" dirty="0"/>
              <a:t>Patch</a:t>
            </a:r>
            <a:r>
              <a:rPr lang="zh-CN" altLang="en-US" dirty="0"/>
              <a:t>）的概念</a:t>
            </a:r>
            <a:r>
              <a:rPr lang="en-US" altLang="zh-CN" dirty="0"/>
              <a:t>:</a:t>
            </a:r>
            <a:r>
              <a:rPr lang="zh-CN" altLang="en-US" dirty="0"/>
              <a:t> </a:t>
            </a:r>
            <a:endParaRPr lang="en-US" altLang="zh-CN" dirty="0"/>
          </a:p>
          <a:p>
            <a:pPr lvl="1"/>
            <a:r>
              <a:rPr lang="zh-CN" altLang="en-US" dirty="0"/>
              <a:t>定义：将输入图像划分为固定大小、不重叠的小块（称为块）</a:t>
            </a:r>
          </a:p>
          <a:p>
            <a:pPr lvl="1"/>
            <a:r>
              <a:rPr lang="zh-CN" altLang="en-US" dirty="0"/>
              <a:t>目的：将二维图像数据转换为与 </a:t>
            </a:r>
            <a:r>
              <a:rPr lang="en-US" dirty="0"/>
              <a:t>Transformer </a:t>
            </a:r>
            <a:r>
              <a:rPr lang="zh-CN" altLang="en-US" dirty="0"/>
              <a:t>架构兼容的序列格式</a:t>
            </a:r>
            <a:endParaRPr lang="en-US" dirty="0"/>
          </a:p>
        </p:txBody>
      </p:sp>
      <p:pic>
        <p:nvPicPr>
          <p:cNvPr id="5" name="Picture 4">
            <a:extLst>
              <a:ext uri="{FF2B5EF4-FFF2-40B4-BE49-F238E27FC236}">
                <a16:creationId xmlns:a16="http://schemas.microsoft.com/office/drawing/2014/main" id="{024D063B-4BA3-A9D7-41BD-620340BBD4FF}"/>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116341" y="3043591"/>
            <a:ext cx="9959318" cy="2040277"/>
          </a:xfrm>
          <a:prstGeom prst="rect">
            <a:avLst/>
          </a:prstGeom>
        </p:spPr>
      </p:pic>
    </p:spTree>
    <p:extLst>
      <p:ext uri="{BB962C8B-B14F-4D97-AF65-F5344CB8AC3E}">
        <p14:creationId xmlns:p14="http://schemas.microsoft.com/office/powerpoint/2010/main" val="3459347714"/>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A1E95CA-4934-6C01-5A34-06BD2A09E22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220FDAF-ABB5-37E3-5AAC-E20674447B7D}"/>
              </a:ext>
            </a:extLst>
          </p:cNvPr>
          <p:cNvSpPr>
            <a:spLocks noGrp="1"/>
          </p:cNvSpPr>
          <p:nvPr>
            <p:ph type="title"/>
          </p:nvPr>
        </p:nvSpPr>
        <p:spPr/>
        <p:txBody>
          <a:bodyPr/>
          <a:lstStyle/>
          <a:p>
            <a:r>
              <a:rPr lang="zh-CN" altLang="en-US"/>
              <a:t>图像中的</a:t>
            </a:r>
            <a:r>
              <a:rPr lang="en-US" altLang="zh-CN"/>
              <a:t>Tokens</a:t>
            </a:r>
            <a:endParaRPr lang="en-US"/>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AD6840AE-5B28-39DD-C12F-F0BB2ACE56CD}"/>
                  </a:ext>
                </a:extLst>
              </p:cNvPr>
              <p:cNvSpPr>
                <a:spLocks noGrp="1"/>
              </p:cNvSpPr>
              <p:nvPr>
                <p:ph idx="1"/>
              </p:nvPr>
            </p:nvSpPr>
            <p:spPr>
              <a:xfrm>
                <a:off x="805544" y="903854"/>
                <a:ext cx="4985656" cy="5050292"/>
              </a:xfrm>
            </p:spPr>
            <p:txBody>
              <a:bodyPr>
                <a:normAutofit fontScale="92500" lnSpcReduction="10000"/>
              </a:bodyPr>
              <a:lstStyle/>
              <a:p>
                <a:pPr indent="-457200">
                  <a:lnSpc>
                    <a:spcPct val="180000"/>
                  </a:lnSpc>
                  <a:spcBef>
                    <a:spcPts val="0"/>
                  </a:spcBef>
                  <a:buFont typeface="Wingdings" panose="05000000000000000000" pitchFamily="2" charset="2"/>
                  <a:buChar char="p"/>
                </a:pPr>
                <a:r>
                  <a:rPr lang="en-US" altLang="en-US" dirty="0" err="1"/>
                  <a:t>块切割的过程</a:t>
                </a:r>
                <a:endParaRPr lang="en-US" altLang="en-US" dirty="0"/>
              </a:p>
              <a:p>
                <a:pPr lvl="2" indent="-457200">
                  <a:lnSpc>
                    <a:spcPct val="180000"/>
                  </a:lnSpc>
                  <a:spcBef>
                    <a:spcPts val="0"/>
                  </a:spcBef>
                  <a:buFont typeface="Wingdings" panose="05000000000000000000" pitchFamily="2" charset="2"/>
                  <a:buChar char="p"/>
                </a:pPr>
                <a:r>
                  <a:rPr lang="zh-CN" altLang="en-US" dirty="0"/>
                  <a:t>输入图像尺寸：</a:t>
                </a:r>
                <a:r>
                  <a:rPr lang="en-US" dirty="0"/>
                  <a:t>H×W×C</a:t>
                </a:r>
                <a:br>
                  <a:rPr lang="en-US" dirty="0"/>
                </a:br>
                <a:r>
                  <a:rPr lang="en-US" dirty="0"/>
                  <a:t>（H：</a:t>
                </a:r>
                <a:r>
                  <a:rPr lang="zh-CN" altLang="en-US" dirty="0"/>
                  <a:t>高；</a:t>
                </a:r>
                <a:r>
                  <a:rPr lang="en-US" dirty="0"/>
                  <a:t>W：</a:t>
                </a:r>
                <a:r>
                  <a:rPr lang="zh-CN" altLang="en-US" dirty="0"/>
                  <a:t>宽；</a:t>
                </a:r>
                <a:r>
                  <a:rPr lang="en-US" dirty="0"/>
                  <a:t>C：</a:t>
                </a:r>
                <a:r>
                  <a:rPr lang="zh-CN" altLang="en-US" dirty="0"/>
                  <a:t>通道数）</a:t>
                </a:r>
                <a:endParaRPr lang="en-US" altLang="zh-CN" dirty="0"/>
              </a:p>
              <a:p>
                <a:pPr lvl="2" indent="-457200">
                  <a:lnSpc>
                    <a:spcPct val="180000"/>
                  </a:lnSpc>
                  <a:spcBef>
                    <a:spcPts val="0"/>
                  </a:spcBef>
                  <a:buFont typeface="Wingdings" panose="05000000000000000000" pitchFamily="2" charset="2"/>
                  <a:buChar char="p"/>
                </a:pPr>
                <a:r>
                  <a:rPr lang="en-US" dirty="0" err="1"/>
                  <a:t>块大小</a:t>
                </a:r>
                <a:r>
                  <a:rPr lang="en-US" dirty="0"/>
                  <a:t>: </a:t>
                </a:r>
                <a:r>
                  <a:rPr lang="en-US" dirty="0" err="1"/>
                  <a:t>每个块的大小是</a:t>
                </a:r>
                <a:r>
                  <a:rPr lang="en-US" dirty="0"/>
                  <a:t> P×P</a:t>
                </a:r>
              </a:p>
              <a:p>
                <a:pPr lvl="2" indent="-457200">
                  <a:lnSpc>
                    <a:spcPct val="180000"/>
                  </a:lnSpc>
                  <a:spcBef>
                    <a:spcPts val="0"/>
                  </a:spcBef>
                  <a:buFont typeface="Wingdings" panose="05000000000000000000" pitchFamily="2" charset="2"/>
                  <a:buChar char="p"/>
                </a:pPr>
                <a:r>
                  <a:rPr lang="en-US" dirty="0" err="1"/>
                  <a:t>块的个数</a:t>
                </a:r>
                <a:r>
                  <a:rPr lang="en-US" dirty="0"/>
                  <a:t>: </a:t>
                </a:r>
                <a14:m>
                  <m:oMath xmlns:m="http://schemas.openxmlformats.org/officeDocument/2006/math">
                    <m:r>
                      <a:rPr lang="en-US" altLang="zh-CN" b="0" i="1" smtClean="0">
                        <a:latin typeface="Cambria Math" panose="02040503050406030204" pitchFamily="18" charset="0"/>
                      </a:rPr>
                      <m:t>𝑁</m:t>
                    </m:r>
                    <m:r>
                      <a:rPr lang="en-US" altLang="zh-CN" b="0" i="1" smtClean="0">
                        <a:latin typeface="Cambria Math" panose="02040503050406030204" pitchFamily="18" charset="0"/>
                      </a:rPr>
                      <m:t>=</m:t>
                    </m:r>
                    <m:f>
                      <m:fPr>
                        <m:ctrlPr>
                          <a:rPr lang="en-US" altLang="zh-CN" b="0" i="1" smtClean="0">
                            <a:latin typeface="Cambria Math" panose="02040503050406030204" pitchFamily="18" charset="0"/>
                          </a:rPr>
                        </m:ctrlPr>
                      </m:fPr>
                      <m:num>
                        <m:r>
                          <a:rPr lang="en-US" altLang="zh-CN" b="0" i="1" smtClean="0">
                            <a:latin typeface="Cambria Math" panose="02040503050406030204" pitchFamily="18" charset="0"/>
                          </a:rPr>
                          <m:t>𝐻</m:t>
                        </m:r>
                      </m:num>
                      <m:den>
                        <m:r>
                          <a:rPr lang="en-US" altLang="zh-CN" b="0" i="1" smtClean="0">
                            <a:latin typeface="Cambria Math" panose="02040503050406030204" pitchFamily="18" charset="0"/>
                          </a:rPr>
                          <m:t>𝑃</m:t>
                        </m:r>
                      </m:den>
                    </m:f>
                    <m:r>
                      <a:rPr lang="en-US" altLang="zh-CN" b="0" i="1" smtClean="0">
                        <a:latin typeface="Cambria Math" panose="02040503050406030204" pitchFamily="18" charset="0"/>
                      </a:rPr>
                      <m:t>×</m:t>
                    </m:r>
                    <m:f>
                      <m:fPr>
                        <m:ctrlPr>
                          <a:rPr lang="en-US" altLang="zh-CN" b="0" i="1" smtClean="0">
                            <a:latin typeface="Cambria Math" panose="02040503050406030204" pitchFamily="18" charset="0"/>
                          </a:rPr>
                        </m:ctrlPr>
                      </m:fPr>
                      <m:num>
                        <m:r>
                          <a:rPr lang="en-US" altLang="zh-CN" b="0" i="1" smtClean="0">
                            <a:latin typeface="Cambria Math" panose="02040503050406030204" pitchFamily="18" charset="0"/>
                          </a:rPr>
                          <m:t>𝑊</m:t>
                        </m:r>
                      </m:num>
                      <m:den>
                        <m:r>
                          <a:rPr lang="en-US" altLang="zh-CN" b="0" i="1" smtClean="0">
                            <a:latin typeface="Cambria Math" panose="02040503050406030204" pitchFamily="18" charset="0"/>
                          </a:rPr>
                          <m:t>𝑃</m:t>
                        </m:r>
                      </m:den>
                    </m:f>
                  </m:oMath>
                </a14:m>
                <a:r>
                  <a:rPr lang="zh-CN" altLang="en-US" dirty="0"/>
                  <a:t> </a:t>
                </a:r>
                <a:r>
                  <a:rPr lang="en-US" dirty="0"/>
                  <a:t>​</a:t>
                </a:r>
              </a:p>
              <a:p>
                <a:pPr indent="-457200">
                  <a:lnSpc>
                    <a:spcPct val="180000"/>
                  </a:lnSpc>
                  <a:spcBef>
                    <a:spcPts val="0"/>
                  </a:spcBef>
                  <a:buFont typeface="Wingdings" panose="05000000000000000000" pitchFamily="2" charset="2"/>
                  <a:buChar char="p"/>
                </a:pPr>
                <a:r>
                  <a:rPr lang="en-US" dirty="0" err="1"/>
                  <a:t>右图</a:t>
                </a:r>
                <a:r>
                  <a:rPr lang="en-US" altLang="zh-CN" dirty="0"/>
                  <a:t>(a)</a:t>
                </a:r>
                <a:r>
                  <a:rPr lang="zh-CN" altLang="en-US" dirty="0"/>
                  <a:t>展示单通道</a:t>
                </a:r>
                <a:r>
                  <a:rPr lang="en-US" altLang="zh-CN" dirty="0"/>
                  <a:t>patch</a:t>
                </a:r>
                <a:r>
                  <a:rPr lang="zh-CN" altLang="en-US" dirty="0"/>
                  <a:t>切分方法（例如灰度图）</a:t>
                </a:r>
                <a:endParaRPr lang="en-US" altLang="zh-CN" dirty="0"/>
              </a:p>
              <a:p>
                <a:pPr indent="-457200">
                  <a:lnSpc>
                    <a:spcPct val="180000"/>
                  </a:lnSpc>
                  <a:spcBef>
                    <a:spcPts val="0"/>
                  </a:spcBef>
                  <a:buFont typeface="Wingdings" panose="05000000000000000000" pitchFamily="2" charset="2"/>
                  <a:buChar char="p"/>
                </a:pPr>
                <a:r>
                  <a:rPr lang="zh-CN" altLang="en-US" dirty="0"/>
                  <a:t>右图</a:t>
                </a:r>
                <a:r>
                  <a:rPr lang="en-US" altLang="zh-CN" dirty="0"/>
                  <a:t>(b)</a:t>
                </a:r>
                <a:r>
                  <a:rPr lang="zh-CN" altLang="en-US" dirty="0"/>
                  <a:t>展示传统三通道</a:t>
                </a:r>
                <a:r>
                  <a:rPr lang="en-US" altLang="zh-CN" dirty="0"/>
                  <a:t>patch</a:t>
                </a:r>
                <a:r>
                  <a:rPr lang="zh-CN" altLang="en-US" dirty="0"/>
                  <a:t>切分方法（例如</a:t>
                </a:r>
                <a:r>
                  <a:rPr lang="en-US" altLang="zh-CN" dirty="0"/>
                  <a:t>RGB</a:t>
                </a:r>
                <a:r>
                  <a:rPr lang="zh-CN" altLang="en-US" dirty="0"/>
                  <a:t>三通道）</a:t>
                </a:r>
                <a:endParaRPr lang="en-US" dirty="0"/>
              </a:p>
            </p:txBody>
          </p:sp>
        </mc:Choice>
        <mc:Fallback xmlns="">
          <p:sp>
            <p:nvSpPr>
              <p:cNvPr id="3" name="Content Placeholder 2">
                <a:extLst>
                  <a:ext uri="{FF2B5EF4-FFF2-40B4-BE49-F238E27FC236}">
                    <a16:creationId xmlns:a16="http://schemas.microsoft.com/office/drawing/2014/main" id="{AD6840AE-5B28-39DD-C12F-F0BB2ACE56CD}"/>
                  </a:ext>
                </a:extLst>
              </p:cNvPr>
              <p:cNvSpPr>
                <a:spLocks noGrp="1" noRot="1" noChangeAspect="1" noMove="1" noResize="1" noEditPoints="1" noAdjustHandles="1" noChangeArrowheads="1" noChangeShapeType="1" noTextEdit="1"/>
              </p:cNvSpPr>
              <p:nvPr>
                <p:ph idx="1"/>
              </p:nvPr>
            </p:nvSpPr>
            <p:spPr>
              <a:xfrm>
                <a:off x="805544" y="903854"/>
                <a:ext cx="4985656" cy="5050292"/>
              </a:xfrm>
              <a:blipFill>
                <a:blip r:embed="rId3"/>
                <a:stretch>
                  <a:fillRect l="-1269" b="-2261"/>
                </a:stretch>
              </a:blipFill>
            </p:spPr>
            <p:txBody>
              <a:bodyPr/>
              <a:lstStyle/>
              <a:p>
                <a:r>
                  <a:rPr lang="en-US">
                    <a:noFill/>
                  </a:rPr>
                  <a:t> </a:t>
                </a:r>
              </a:p>
            </p:txBody>
          </p:sp>
        </mc:Fallback>
      </mc:AlternateContent>
      <p:pic>
        <p:nvPicPr>
          <p:cNvPr id="8" name="Picture 7">
            <a:extLst>
              <a:ext uri="{FF2B5EF4-FFF2-40B4-BE49-F238E27FC236}">
                <a16:creationId xmlns:a16="http://schemas.microsoft.com/office/drawing/2014/main" id="{A5AD3815-4704-A740-654A-DA76173D9705}"/>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6260191" y="1416984"/>
            <a:ext cx="5126265" cy="4024031"/>
          </a:xfrm>
          <a:prstGeom prst="rect">
            <a:avLst/>
          </a:prstGeom>
        </p:spPr>
      </p:pic>
    </p:spTree>
    <p:extLst>
      <p:ext uri="{BB962C8B-B14F-4D97-AF65-F5344CB8AC3E}">
        <p14:creationId xmlns:p14="http://schemas.microsoft.com/office/powerpoint/2010/main" val="950276607"/>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A161F26-AB1B-420B-F4DE-388767E1796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E076305-484B-B61B-EB4E-46EAC83315A1}"/>
              </a:ext>
            </a:extLst>
          </p:cNvPr>
          <p:cNvSpPr>
            <a:spLocks noGrp="1"/>
          </p:cNvSpPr>
          <p:nvPr>
            <p:ph type="title"/>
          </p:nvPr>
        </p:nvSpPr>
        <p:spPr/>
        <p:txBody>
          <a:bodyPr/>
          <a:lstStyle/>
          <a:p>
            <a:r>
              <a:rPr lang="zh-CN" altLang="en-US"/>
              <a:t>图像中的</a:t>
            </a:r>
            <a:r>
              <a:rPr lang="en-US" altLang="zh-CN"/>
              <a:t>Tokens</a:t>
            </a:r>
            <a:endParaRPr lang="en-US"/>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987F9C99-51F7-5489-FF9A-0EB46D1D6B43}"/>
                  </a:ext>
                </a:extLst>
              </p:cNvPr>
              <p:cNvSpPr>
                <a:spLocks noGrp="1"/>
              </p:cNvSpPr>
              <p:nvPr>
                <p:ph idx="1"/>
              </p:nvPr>
            </p:nvSpPr>
            <p:spPr>
              <a:xfrm>
                <a:off x="805544" y="903854"/>
                <a:ext cx="4930214" cy="5050292"/>
              </a:xfrm>
            </p:spPr>
            <p:txBody>
              <a:bodyPr>
                <a:normAutofit fontScale="92500"/>
              </a:bodyPr>
              <a:lstStyle/>
              <a:p>
                <a:pPr indent="-457200">
                  <a:lnSpc>
                    <a:spcPct val="180000"/>
                  </a:lnSpc>
                  <a:spcBef>
                    <a:spcPts val="0"/>
                  </a:spcBef>
                  <a:buFont typeface="Wingdings" panose="05000000000000000000" pitchFamily="2" charset="2"/>
                  <a:buChar char="p"/>
                </a:pPr>
                <a:r>
                  <a:rPr lang="en-US" altLang="en-US" dirty="0" err="1"/>
                  <a:t>块转换为表征向量的过程</a:t>
                </a:r>
                <a:endParaRPr lang="en-US" altLang="en-US" dirty="0"/>
              </a:p>
              <a:p>
                <a:pPr lvl="2" indent="-457200">
                  <a:lnSpc>
                    <a:spcPct val="180000"/>
                  </a:lnSpc>
                  <a:spcBef>
                    <a:spcPts val="0"/>
                  </a:spcBef>
                  <a:buFont typeface="Wingdings" panose="05000000000000000000" pitchFamily="2" charset="2"/>
                  <a:buChar char="p"/>
                </a:pPr>
                <a:r>
                  <a:rPr lang="zh-CN" altLang="en-US" dirty="0"/>
                  <a:t>每个</a:t>
                </a:r>
                <a:r>
                  <a:rPr lang="en-US" altLang="zh-CN" dirty="0"/>
                  <a:t>patch</a:t>
                </a:r>
                <a:r>
                  <a:rPr lang="zh-CN" altLang="en-US" dirty="0"/>
                  <a:t>是一个</a:t>
                </a:r>
                <a14:m>
                  <m:oMath xmlns:m="http://schemas.openxmlformats.org/officeDocument/2006/math">
                    <m:r>
                      <a:rPr lang="en-US" altLang="zh-CN" i="1" dirty="0" smtClean="0">
                        <a:latin typeface="Cambria Math" panose="02040503050406030204" pitchFamily="18" charset="0"/>
                      </a:rPr>
                      <m:t>𝑃</m:t>
                    </m:r>
                    <m:r>
                      <a:rPr lang="en-US" altLang="zh-CN" b="0" i="1" dirty="0" smtClean="0">
                        <a:latin typeface="Cambria Math" panose="02040503050406030204" pitchFamily="18" charset="0"/>
                      </a:rPr>
                      <m:t>×</m:t>
                    </m:r>
                    <m:r>
                      <a:rPr lang="en-US" altLang="zh-CN" b="0" i="1" dirty="0" smtClean="0">
                        <a:latin typeface="Cambria Math" panose="02040503050406030204" pitchFamily="18" charset="0"/>
                      </a:rPr>
                      <m:t>𝑃</m:t>
                    </m:r>
                    <m:r>
                      <a:rPr lang="en-US" altLang="zh-CN" b="0" i="1" dirty="0" smtClean="0">
                        <a:latin typeface="Cambria Math" panose="02040503050406030204" pitchFamily="18" charset="0"/>
                      </a:rPr>
                      <m:t>×</m:t>
                    </m:r>
                    <m:r>
                      <a:rPr lang="en-US" altLang="zh-CN" b="0" i="1" dirty="0" smtClean="0">
                        <a:latin typeface="Cambria Math" panose="02040503050406030204" pitchFamily="18" charset="0"/>
                      </a:rPr>
                      <m:t>𝐶</m:t>
                    </m:r>
                  </m:oMath>
                </a14:m>
                <a:r>
                  <a:rPr lang="zh-CN" altLang="en-US" dirty="0"/>
                  <a:t>的张量</a:t>
                </a:r>
                <a:endParaRPr lang="en-US" altLang="zh-CN" dirty="0"/>
              </a:p>
              <a:p>
                <a:pPr lvl="2" indent="-457200">
                  <a:lnSpc>
                    <a:spcPct val="180000"/>
                  </a:lnSpc>
                  <a:spcBef>
                    <a:spcPts val="0"/>
                  </a:spcBef>
                  <a:buFont typeface="Wingdings" panose="05000000000000000000" pitchFamily="2" charset="2"/>
                  <a:buChar char="p"/>
                </a:pPr>
                <a:r>
                  <a:rPr lang="zh-CN" altLang="en-US" dirty="0"/>
                  <a:t>将每个</a:t>
                </a:r>
                <a:r>
                  <a:rPr lang="en-US" altLang="zh-CN" dirty="0"/>
                  <a:t>patch</a:t>
                </a:r>
                <a:r>
                  <a:rPr lang="zh-CN" altLang="en-US" dirty="0"/>
                  <a:t>展平为一个向量 </a:t>
                </a:r>
                <a:r>
                  <a:rPr lang="en-US" dirty="0"/>
                  <a:t>:</a:t>
                </a:r>
              </a:p>
              <a:p>
                <a:pPr marL="457200" lvl="2">
                  <a:lnSpc>
                    <a:spcPct val="180000"/>
                  </a:lnSpc>
                  <a:spcBef>
                    <a:spcPts val="0"/>
                  </a:spcBef>
                </a:pPr>
                <a14:m>
                  <m:oMathPara xmlns:m="http://schemas.openxmlformats.org/officeDocument/2006/math">
                    <m:oMathParaPr>
                      <m:jc m:val="center"/>
                    </m:oMathParaPr>
                    <m:oMath xmlns:m="http://schemas.openxmlformats.org/officeDocument/2006/math">
                      <m:sSub>
                        <m:sSubPr>
                          <m:ctrlPr>
                            <a:rPr lang="en-US" altLang="zh-CN" b="0" i="1" smtClean="0">
                              <a:latin typeface="Cambria Math" panose="02040503050406030204" pitchFamily="18" charset="0"/>
                            </a:rPr>
                          </m:ctrlPr>
                        </m:sSubPr>
                        <m:e>
                          <m:r>
                            <a:rPr lang="en-US" altLang="zh-CN" b="0" i="1" smtClean="0">
                              <a:latin typeface="Cambria Math" panose="02040503050406030204" pitchFamily="18" charset="0"/>
                            </a:rPr>
                            <m:t>𝑥</m:t>
                          </m:r>
                        </m:e>
                        <m:sub>
                          <m:r>
                            <a:rPr lang="en-US" altLang="zh-CN" b="0" i="1" smtClean="0">
                              <a:latin typeface="Cambria Math" panose="02040503050406030204" pitchFamily="18" charset="0"/>
                            </a:rPr>
                            <m:t>𝑖</m:t>
                          </m:r>
                        </m:sub>
                      </m:sSub>
                      <m:r>
                        <a:rPr lang="en-US" altLang="zh-CN" b="0" i="1" smtClean="0">
                          <a:latin typeface="Cambria Math" panose="02040503050406030204" pitchFamily="18" charset="0"/>
                        </a:rPr>
                        <m:t>∈</m:t>
                      </m:r>
                      <m:sSup>
                        <m:sSupPr>
                          <m:ctrlPr>
                            <a:rPr lang="en-US" altLang="zh-CN" b="0" i="1" smtClean="0">
                              <a:latin typeface="Cambria Math" panose="02040503050406030204" pitchFamily="18" charset="0"/>
                              <a:ea typeface="Cambria Math" panose="02040503050406030204" pitchFamily="18" charset="0"/>
                            </a:rPr>
                          </m:ctrlPr>
                        </m:sSupPr>
                        <m:e>
                          <m:r>
                            <a:rPr lang="en-US" altLang="zh-CN" b="0" i="1" smtClean="0">
                              <a:latin typeface="Cambria Math" panose="02040503050406030204" pitchFamily="18" charset="0"/>
                              <a:ea typeface="Cambria Math" panose="02040503050406030204" pitchFamily="18" charset="0"/>
                            </a:rPr>
                            <m:t>ℝ</m:t>
                          </m:r>
                        </m:e>
                        <m:sup>
                          <m:sSup>
                            <m:sSupPr>
                              <m:ctrlPr>
                                <a:rPr lang="en-US" altLang="zh-CN" b="0" i="1" smtClean="0">
                                  <a:latin typeface="Cambria Math" panose="02040503050406030204" pitchFamily="18" charset="0"/>
                                  <a:ea typeface="Cambria Math" panose="02040503050406030204" pitchFamily="18" charset="0"/>
                                </a:rPr>
                              </m:ctrlPr>
                            </m:sSupPr>
                            <m:e>
                              <m:r>
                                <a:rPr lang="en-US" altLang="zh-CN" b="0" i="1" smtClean="0">
                                  <a:latin typeface="Cambria Math" panose="02040503050406030204" pitchFamily="18" charset="0"/>
                                  <a:ea typeface="Cambria Math" panose="02040503050406030204" pitchFamily="18" charset="0"/>
                                </a:rPr>
                                <m:t>𝑃</m:t>
                              </m:r>
                            </m:e>
                            <m:sup>
                              <m:r>
                                <a:rPr lang="en-US" altLang="zh-CN" b="0" i="1" smtClean="0">
                                  <a:latin typeface="Cambria Math" panose="02040503050406030204" pitchFamily="18" charset="0"/>
                                  <a:ea typeface="Cambria Math" panose="02040503050406030204" pitchFamily="18" charset="0"/>
                                </a:rPr>
                                <m:t>2</m:t>
                              </m:r>
                            </m:sup>
                          </m:sSup>
                          <m:r>
                            <a:rPr lang="en-US" altLang="zh-CN" b="0" i="1" smtClean="0">
                              <a:latin typeface="Cambria Math" panose="02040503050406030204" pitchFamily="18" charset="0"/>
                              <a:ea typeface="Cambria Math" panose="02040503050406030204" pitchFamily="18" charset="0"/>
                            </a:rPr>
                            <m:t>⋅</m:t>
                          </m:r>
                          <m:r>
                            <a:rPr lang="en-US" altLang="zh-CN" b="0" i="1" smtClean="0">
                              <a:latin typeface="Cambria Math" panose="02040503050406030204" pitchFamily="18" charset="0"/>
                              <a:ea typeface="Cambria Math" panose="02040503050406030204" pitchFamily="18" charset="0"/>
                            </a:rPr>
                            <m:t>𝐶</m:t>
                          </m:r>
                        </m:sup>
                      </m:sSup>
                      <m:r>
                        <a:rPr lang="en-US" altLang="zh-CN" b="0" i="0" smtClean="0">
                          <a:latin typeface="Cambria Math" panose="02040503050406030204" pitchFamily="18" charset="0"/>
                          <a:ea typeface="Cambria Math" panose="02040503050406030204" pitchFamily="18" charset="0"/>
                        </a:rPr>
                        <m:t>,</m:t>
                      </m:r>
                      <m:r>
                        <a:rPr lang="zh-CN" altLang="en-US" b="0" i="1" smtClean="0">
                          <a:latin typeface="Cambria Math" panose="02040503050406030204" pitchFamily="18" charset="0"/>
                          <a:ea typeface="Cambria Math" panose="02040503050406030204" pitchFamily="18" charset="0"/>
                        </a:rPr>
                        <m:t> </m:t>
                      </m:r>
                      <m:r>
                        <a:rPr lang="en-US" altLang="zh-CN" b="0" i="1" smtClean="0">
                          <a:latin typeface="Cambria Math" panose="02040503050406030204" pitchFamily="18" charset="0"/>
                          <a:ea typeface="Cambria Math" panose="02040503050406030204" pitchFamily="18" charset="0"/>
                        </a:rPr>
                        <m:t>𝑖</m:t>
                      </m:r>
                      <m:r>
                        <a:rPr lang="en-US" altLang="zh-CN" b="0" i="1" smtClean="0">
                          <a:latin typeface="Cambria Math" panose="02040503050406030204" pitchFamily="18" charset="0"/>
                          <a:ea typeface="Cambria Math" panose="02040503050406030204" pitchFamily="18" charset="0"/>
                        </a:rPr>
                        <m:t>=1,2, …, </m:t>
                      </m:r>
                      <m:r>
                        <a:rPr lang="en-US" altLang="zh-CN" b="0" i="1" smtClean="0">
                          <a:latin typeface="Cambria Math" panose="02040503050406030204" pitchFamily="18" charset="0"/>
                          <a:ea typeface="Cambria Math" panose="02040503050406030204" pitchFamily="18" charset="0"/>
                        </a:rPr>
                        <m:t>𝑁</m:t>
                      </m:r>
                    </m:oMath>
                  </m:oMathPara>
                </a14:m>
                <a:endParaRPr lang="en-US" i="1" dirty="0"/>
              </a:p>
              <a:p>
                <a:pPr lvl="2" indent="-457200">
                  <a:lnSpc>
                    <a:spcPct val="180000"/>
                  </a:lnSpc>
                  <a:spcBef>
                    <a:spcPts val="0"/>
                  </a:spcBef>
                  <a:buFont typeface="Wingdings" panose="05000000000000000000" pitchFamily="2" charset="2"/>
                  <a:buChar char="p"/>
                </a:pPr>
                <a:r>
                  <a:rPr lang="en-US" dirty="0" err="1"/>
                  <a:t>使用一个全连接层将</a:t>
                </a:r>
                <a:r>
                  <a:rPr lang="en-US" altLang="zh-CN" b="0" dirty="0"/>
                  <a:t> </a:t>
                </a:r>
                <a14:m>
                  <m:oMath xmlns:m="http://schemas.openxmlformats.org/officeDocument/2006/math">
                    <m:sSub>
                      <m:sSubPr>
                        <m:ctrlPr>
                          <a:rPr lang="en-US" altLang="zh-CN" b="0" i="1" smtClean="0">
                            <a:latin typeface="Cambria Math" panose="02040503050406030204" pitchFamily="18" charset="0"/>
                          </a:rPr>
                        </m:ctrlPr>
                      </m:sSubPr>
                      <m:e>
                        <m:r>
                          <a:rPr lang="en-US" altLang="zh-CN" b="0" i="1" smtClean="0">
                            <a:latin typeface="Cambria Math" panose="02040503050406030204" pitchFamily="18" charset="0"/>
                          </a:rPr>
                          <m:t>𝑥</m:t>
                        </m:r>
                      </m:e>
                      <m:sub>
                        <m:r>
                          <a:rPr lang="en-US" altLang="zh-CN" b="0" i="1" smtClean="0">
                            <a:latin typeface="Cambria Math" panose="02040503050406030204" pitchFamily="18" charset="0"/>
                          </a:rPr>
                          <m:t>𝑖</m:t>
                        </m:r>
                      </m:sub>
                    </m:sSub>
                  </m:oMath>
                </a14:m>
                <a:r>
                  <a:rPr lang="en-US" dirty="0" err="1"/>
                  <a:t>映射为patch</a:t>
                </a:r>
                <a:r>
                  <a:rPr lang="zh-CN" altLang="en-US" dirty="0"/>
                  <a:t> </a:t>
                </a:r>
                <a:r>
                  <a:rPr lang="en-US" altLang="zh-CN" dirty="0"/>
                  <a:t>embedding</a:t>
                </a:r>
                <a:r>
                  <a:rPr lang="zh-CN" altLang="en-US" dirty="0"/>
                  <a:t>（相当于文本的</a:t>
                </a:r>
                <a:r>
                  <a:rPr lang="en-US" altLang="zh-CN" dirty="0"/>
                  <a:t>token</a:t>
                </a:r>
                <a:r>
                  <a:rPr lang="zh-CN" altLang="en-US" dirty="0"/>
                  <a:t> </a:t>
                </a:r>
                <a:r>
                  <a:rPr lang="en-US" altLang="zh-CN" dirty="0"/>
                  <a:t>embedding</a:t>
                </a:r>
                <a:r>
                  <a:rPr lang="zh-CN" altLang="en-US" dirty="0"/>
                  <a:t>）</a:t>
                </a:r>
                <a:endParaRPr lang="en-US" altLang="zh-CN" dirty="0"/>
              </a:p>
              <a:p>
                <a:pPr indent="-457200">
                  <a:lnSpc>
                    <a:spcPct val="180000"/>
                  </a:lnSpc>
                  <a:spcBef>
                    <a:spcPts val="0"/>
                  </a:spcBef>
                  <a:buFont typeface="Wingdings" panose="05000000000000000000" pitchFamily="2" charset="2"/>
                  <a:buChar char="p"/>
                </a:pPr>
                <a:r>
                  <a:rPr lang="zh-CN" altLang="en-US" dirty="0"/>
                  <a:t>将所有 </a:t>
                </a:r>
                <a:r>
                  <a:rPr lang="en-US" altLang="zh-CN" dirty="0"/>
                  <a:t>Patch</a:t>
                </a:r>
                <a:r>
                  <a:rPr lang="zh-CN" altLang="en-US" dirty="0"/>
                  <a:t> </a:t>
                </a:r>
                <a:r>
                  <a:rPr lang="en-US" altLang="zh-CN" dirty="0"/>
                  <a:t>Embedding</a:t>
                </a:r>
                <a:r>
                  <a:rPr lang="zh-CN" altLang="en-US" dirty="0"/>
                  <a:t>堆叠，得到</a:t>
                </a:r>
                <a:r>
                  <a:rPr lang="en-US" altLang="zh-CN" dirty="0"/>
                  <a:t>Transformer</a:t>
                </a:r>
                <a:r>
                  <a:rPr lang="zh-CN" altLang="en-US" dirty="0"/>
                  <a:t>输入</a:t>
                </a:r>
                <a:endParaRPr lang="en-US" altLang="zh-CN" dirty="0"/>
              </a:p>
            </p:txBody>
          </p:sp>
        </mc:Choice>
        <mc:Fallback xmlns="">
          <p:sp>
            <p:nvSpPr>
              <p:cNvPr id="3" name="Content Placeholder 2">
                <a:extLst>
                  <a:ext uri="{FF2B5EF4-FFF2-40B4-BE49-F238E27FC236}">
                    <a16:creationId xmlns:a16="http://schemas.microsoft.com/office/drawing/2014/main" id="{987F9C99-51F7-5489-FF9A-0EB46D1D6B43}"/>
                  </a:ext>
                </a:extLst>
              </p:cNvPr>
              <p:cNvSpPr>
                <a:spLocks noGrp="1" noRot="1" noChangeAspect="1" noMove="1" noResize="1" noEditPoints="1" noAdjustHandles="1" noChangeArrowheads="1" noChangeShapeType="1" noTextEdit="1"/>
              </p:cNvSpPr>
              <p:nvPr>
                <p:ph idx="1"/>
              </p:nvPr>
            </p:nvSpPr>
            <p:spPr>
              <a:xfrm>
                <a:off x="805544" y="903854"/>
                <a:ext cx="4930214" cy="5050292"/>
              </a:xfrm>
              <a:blipFill>
                <a:blip r:embed="rId3"/>
                <a:stretch>
                  <a:fillRect l="-1360" b="-1809"/>
                </a:stretch>
              </a:blipFill>
            </p:spPr>
            <p:txBody>
              <a:bodyPr/>
              <a:lstStyle/>
              <a:p>
                <a:r>
                  <a:rPr lang="zh-CN" altLang="en-US">
                    <a:noFill/>
                  </a:rPr>
                  <a:t> </a:t>
                </a:r>
              </a:p>
            </p:txBody>
          </p:sp>
        </mc:Fallback>
      </mc:AlternateContent>
      <p:grpSp>
        <p:nvGrpSpPr>
          <p:cNvPr id="6" name="Group 5">
            <a:extLst>
              <a:ext uri="{FF2B5EF4-FFF2-40B4-BE49-F238E27FC236}">
                <a16:creationId xmlns:a16="http://schemas.microsoft.com/office/drawing/2014/main" id="{58522CB7-2FF0-5116-9390-C1C363D08E22}"/>
              </a:ext>
            </a:extLst>
          </p:cNvPr>
          <p:cNvGrpSpPr/>
          <p:nvPr/>
        </p:nvGrpSpPr>
        <p:grpSpPr>
          <a:xfrm>
            <a:off x="6230539" y="4945979"/>
            <a:ext cx="5285874" cy="1695217"/>
            <a:chOff x="5903495" y="4726303"/>
            <a:chExt cx="5285874" cy="1695217"/>
          </a:xfrm>
        </p:grpSpPr>
        <p:pic>
          <p:nvPicPr>
            <p:cNvPr id="4" name="Picture 2" descr="Vision Transformer — Understanding the underlying concept! | by hongvin |  Medium">
              <a:extLst>
                <a:ext uri="{FF2B5EF4-FFF2-40B4-BE49-F238E27FC236}">
                  <a16:creationId xmlns:a16="http://schemas.microsoft.com/office/drawing/2014/main" id="{24BCA58D-98C6-5E97-10C3-CDD9CAF07619}"/>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903495" y="4726303"/>
              <a:ext cx="5285874" cy="1695217"/>
            </a:xfrm>
            <a:prstGeom prst="rect">
              <a:avLst/>
            </a:prstGeom>
            <a:noFill/>
            <a:extLst>
              <a:ext uri="{909E8E84-426E-40DD-AFC4-6F175D3DCCD1}">
                <a14:hiddenFill xmlns:a14="http://schemas.microsoft.com/office/drawing/2010/main">
                  <a:solidFill>
                    <a:srgbClr val="FFFFFF"/>
                  </a:solidFill>
                </a14:hiddenFill>
              </a:ext>
            </a:extLst>
          </p:spPr>
        </p:pic>
        <p:sp>
          <p:nvSpPr>
            <p:cNvPr id="5" name="Rectangle 4">
              <a:extLst>
                <a:ext uri="{FF2B5EF4-FFF2-40B4-BE49-F238E27FC236}">
                  <a16:creationId xmlns:a16="http://schemas.microsoft.com/office/drawing/2014/main" id="{693CE31E-75D2-3999-F514-E33EBDAE3AEA}"/>
                </a:ext>
              </a:extLst>
            </p:cNvPr>
            <p:cNvSpPr/>
            <p:nvPr/>
          </p:nvSpPr>
          <p:spPr>
            <a:xfrm>
              <a:off x="9529011" y="6096000"/>
              <a:ext cx="1660358" cy="32552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13" name="Group 12">
            <a:extLst>
              <a:ext uri="{FF2B5EF4-FFF2-40B4-BE49-F238E27FC236}">
                <a16:creationId xmlns:a16="http://schemas.microsoft.com/office/drawing/2014/main" id="{37D97918-ECC8-04A7-EAC8-2D5591589AA1}"/>
              </a:ext>
            </a:extLst>
          </p:cNvPr>
          <p:cNvGrpSpPr/>
          <p:nvPr/>
        </p:nvGrpSpPr>
        <p:grpSpPr>
          <a:xfrm>
            <a:off x="7536914" y="2959209"/>
            <a:ext cx="1116735" cy="337432"/>
            <a:chOff x="6843089" y="2727932"/>
            <a:chExt cx="1664221" cy="502860"/>
          </a:xfrm>
          <a:solidFill>
            <a:srgbClr val="FF0000"/>
          </a:solidFill>
          <a:effectLst>
            <a:outerShdw blurRad="50800" dist="38100" dir="2700000" algn="tl" rotWithShape="0">
              <a:prstClr val="black">
                <a:alpha val="40000"/>
              </a:prstClr>
            </a:outerShdw>
          </a:effectLst>
        </p:grpSpPr>
        <p:sp>
          <p:nvSpPr>
            <p:cNvPr id="10" name="Rectangle 9">
              <a:extLst>
                <a:ext uri="{FF2B5EF4-FFF2-40B4-BE49-F238E27FC236}">
                  <a16:creationId xmlns:a16="http://schemas.microsoft.com/office/drawing/2014/main" id="{EA7190E9-964E-95D9-DF59-BF33BA7B4749}"/>
                </a:ext>
              </a:extLst>
            </p:cNvPr>
            <p:cNvSpPr/>
            <p:nvPr/>
          </p:nvSpPr>
          <p:spPr>
            <a:xfrm>
              <a:off x="6843089" y="2727932"/>
              <a:ext cx="502860" cy="502860"/>
            </a:xfrm>
            <a:prstGeom prst="rect">
              <a:avLst/>
            </a:prstGeom>
            <a:grpFill/>
            <a:ln w="9525">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a:extLst>
                <a:ext uri="{FF2B5EF4-FFF2-40B4-BE49-F238E27FC236}">
                  <a16:creationId xmlns:a16="http://schemas.microsoft.com/office/drawing/2014/main" id="{1E2ECACB-F01D-0413-46C9-5ED1D77A5D5E}"/>
                </a:ext>
              </a:extLst>
            </p:cNvPr>
            <p:cNvSpPr/>
            <p:nvPr/>
          </p:nvSpPr>
          <p:spPr>
            <a:xfrm>
              <a:off x="7423770" y="2727932"/>
              <a:ext cx="502860" cy="502860"/>
            </a:xfrm>
            <a:prstGeom prst="rect">
              <a:avLst/>
            </a:prstGeom>
            <a:grpFill/>
            <a:ln w="9525">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BB05F919-0110-92FA-B2B0-29C62E4986CD}"/>
                </a:ext>
              </a:extLst>
            </p:cNvPr>
            <p:cNvSpPr/>
            <p:nvPr/>
          </p:nvSpPr>
          <p:spPr>
            <a:xfrm>
              <a:off x="8004450" y="2727932"/>
              <a:ext cx="502860" cy="502860"/>
            </a:xfrm>
            <a:prstGeom prst="rect">
              <a:avLst/>
            </a:prstGeom>
            <a:grpFill/>
            <a:ln w="9525">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14" name="Group 13">
            <a:extLst>
              <a:ext uri="{FF2B5EF4-FFF2-40B4-BE49-F238E27FC236}">
                <a16:creationId xmlns:a16="http://schemas.microsoft.com/office/drawing/2014/main" id="{D75529BA-971C-3102-6886-6D3F936E07C0}"/>
              </a:ext>
            </a:extLst>
          </p:cNvPr>
          <p:cNvGrpSpPr/>
          <p:nvPr/>
        </p:nvGrpSpPr>
        <p:grpSpPr>
          <a:xfrm>
            <a:off x="8839228" y="2959209"/>
            <a:ext cx="1116735" cy="337432"/>
            <a:chOff x="6843089" y="2727932"/>
            <a:chExt cx="1664221" cy="502860"/>
          </a:xfrm>
          <a:solidFill>
            <a:schemeClr val="accent6"/>
          </a:solidFill>
          <a:effectLst>
            <a:outerShdw blurRad="50800" dist="38100" dir="2700000" algn="tl" rotWithShape="0">
              <a:prstClr val="black">
                <a:alpha val="40000"/>
              </a:prstClr>
            </a:outerShdw>
          </a:effectLst>
        </p:grpSpPr>
        <p:sp>
          <p:nvSpPr>
            <p:cNvPr id="15" name="Rectangle 14">
              <a:extLst>
                <a:ext uri="{FF2B5EF4-FFF2-40B4-BE49-F238E27FC236}">
                  <a16:creationId xmlns:a16="http://schemas.microsoft.com/office/drawing/2014/main" id="{CC75E7F5-2ECB-756C-98C7-8EEAEFEF126B}"/>
                </a:ext>
              </a:extLst>
            </p:cNvPr>
            <p:cNvSpPr/>
            <p:nvPr/>
          </p:nvSpPr>
          <p:spPr>
            <a:xfrm>
              <a:off x="6843089" y="2727932"/>
              <a:ext cx="502860" cy="502860"/>
            </a:xfrm>
            <a:prstGeom prst="rect">
              <a:avLst/>
            </a:prstGeom>
            <a:grpFill/>
            <a:ln w="9525">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15">
              <a:extLst>
                <a:ext uri="{FF2B5EF4-FFF2-40B4-BE49-F238E27FC236}">
                  <a16:creationId xmlns:a16="http://schemas.microsoft.com/office/drawing/2014/main" id="{4E3E888A-0DAD-1422-CE0D-D211F319A342}"/>
                </a:ext>
              </a:extLst>
            </p:cNvPr>
            <p:cNvSpPr/>
            <p:nvPr/>
          </p:nvSpPr>
          <p:spPr>
            <a:xfrm>
              <a:off x="7423770" y="2727932"/>
              <a:ext cx="502860" cy="502860"/>
            </a:xfrm>
            <a:prstGeom prst="rect">
              <a:avLst/>
            </a:prstGeom>
            <a:grpFill/>
            <a:ln w="9525">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Rectangle 16">
              <a:extLst>
                <a:ext uri="{FF2B5EF4-FFF2-40B4-BE49-F238E27FC236}">
                  <a16:creationId xmlns:a16="http://schemas.microsoft.com/office/drawing/2014/main" id="{44FDABE2-90D1-18EC-8649-D9E1227609BD}"/>
                </a:ext>
              </a:extLst>
            </p:cNvPr>
            <p:cNvSpPr/>
            <p:nvPr/>
          </p:nvSpPr>
          <p:spPr>
            <a:xfrm>
              <a:off x="8004450" y="2727932"/>
              <a:ext cx="502860" cy="502860"/>
            </a:xfrm>
            <a:prstGeom prst="rect">
              <a:avLst/>
            </a:prstGeom>
            <a:grpFill/>
            <a:ln w="9525">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18" name="Group 17">
            <a:extLst>
              <a:ext uri="{FF2B5EF4-FFF2-40B4-BE49-F238E27FC236}">
                <a16:creationId xmlns:a16="http://schemas.microsoft.com/office/drawing/2014/main" id="{107C2B11-D327-CAE6-E18C-9FC926969F80}"/>
              </a:ext>
            </a:extLst>
          </p:cNvPr>
          <p:cNvGrpSpPr/>
          <p:nvPr/>
        </p:nvGrpSpPr>
        <p:grpSpPr>
          <a:xfrm>
            <a:off x="10192708" y="2964127"/>
            <a:ext cx="1116735" cy="337432"/>
            <a:chOff x="6843089" y="2727932"/>
            <a:chExt cx="1664221" cy="502860"/>
          </a:xfrm>
          <a:solidFill>
            <a:schemeClr val="accent1"/>
          </a:solidFill>
          <a:effectLst>
            <a:outerShdw blurRad="50800" dist="38100" dir="2700000" algn="tl" rotWithShape="0">
              <a:prstClr val="black">
                <a:alpha val="40000"/>
              </a:prstClr>
            </a:outerShdw>
          </a:effectLst>
        </p:grpSpPr>
        <p:sp>
          <p:nvSpPr>
            <p:cNvPr id="19" name="Rectangle 18">
              <a:extLst>
                <a:ext uri="{FF2B5EF4-FFF2-40B4-BE49-F238E27FC236}">
                  <a16:creationId xmlns:a16="http://schemas.microsoft.com/office/drawing/2014/main" id="{EC60D6F9-D286-13E9-9FB3-CF751FAC84B8}"/>
                </a:ext>
              </a:extLst>
            </p:cNvPr>
            <p:cNvSpPr/>
            <p:nvPr/>
          </p:nvSpPr>
          <p:spPr>
            <a:xfrm>
              <a:off x="6843089" y="2727932"/>
              <a:ext cx="502860" cy="502860"/>
            </a:xfrm>
            <a:prstGeom prst="rect">
              <a:avLst/>
            </a:prstGeom>
            <a:grpFill/>
            <a:ln w="9525">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Rectangle 19">
              <a:extLst>
                <a:ext uri="{FF2B5EF4-FFF2-40B4-BE49-F238E27FC236}">
                  <a16:creationId xmlns:a16="http://schemas.microsoft.com/office/drawing/2014/main" id="{4506644F-1D2C-A2AA-D9FF-7C31A2426631}"/>
                </a:ext>
              </a:extLst>
            </p:cNvPr>
            <p:cNvSpPr/>
            <p:nvPr/>
          </p:nvSpPr>
          <p:spPr>
            <a:xfrm>
              <a:off x="7423770" y="2727932"/>
              <a:ext cx="502860" cy="502860"/>
            </a:xfrm>
            <a:prstGeom prst="rect">
              <a:avLst/>
            </a:prstGeom>
            <a:grpFill/>
            <a:ln w="9525">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Rectangle 20">
              <a:extLst>
                <a:ext uri="{FF2B5EF4-FFF2-40B4-BE49-F238E27FC236}">
                  <a16:creationId xmlns:a16="http://schemas.microsoft.com/office/drawing/2014/main" id="{640B6E01-42A4-AFAA-32EB-CE828BBC0445}"/>
                </a:ext>
              </a:extLst>
            </p:cNvPr>
            <p:cNvSpPr/>
            <p:nvPr/>
          </p:nvSpPr>
          <p:spPr>
            <a:xfrm>
              <a:off x="8004450" y="2727932"/>
              <a:ext cx="502860" cy="502860"/>
            </a:xfrm>
            <a:prstGeom prst="rect">
              <a:avLst/>
            </a:prstGeom>
            <a:grpFill/>
            <a:ln w="9525">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22" name="TextBox 21">
            <a:extLst>
              <a:ext uri="{FF2B5EF4-FFF2-40B4-BE49-F238E27FC236}">
                <a16:creationId xmlns:a16="http://schemas.microsoft.com/office/drawing/2014/main" id="{B5B8FC2A-882D-C8A9-75B1-EF749BC90867}"/>
              </a:ext>
            </a:extLst>
          </p:cNvPr>
          <p:cNvSpPr txBox="1"/>
          <p:nvPr/>
        </p:nvSpPr>
        <p:spPr>
          <a:xfrm>
            <a:off x="6608581" y="1461337"/>
            <a:ext cx="1441420" cy="369332"/>
          </a:xfrm>
          <a:prstGeom prst="rect">
            <a:avLst/>
          </a:prstGeom>
          <a:noFill/>
        </p:spPr>
        <p:txBody>
          <a:bodyPr wrap="none" rtlCol="0">
            <a:spAutoFit/>
          </a:bodyPr>
          <a:lstStyle/>
          <a:p>
            <a:r>
              <a:rPr lang="en-US" dirty="0" err="1"/>
              <a:t>三通道patch</a:t>
            </a:r>
            <a:endParaRPr lang="en-US" dirty="0"/>
          </a:p>
        </p:txBody>
      </p:sp>
      <p:grpSp>
        <p:nvGrpSpPr>
          <p:cNvPr id="28" name="Group 27">
            <a:extLst>
              <a:ext uri="{FF2B5EF4-FFF2-40B4-BE49-F238E27FC236}">
                <a16:creationId xmlns:a16="http://schemas.microsoft.com/office/drawing/2014/main" id="{9AB14650-C8ED-4CC5-6BBA-ACB0CF1DCC56}"/>
              </a:ext>
            </a:extLst>
          </p:cNvPr>
          <p:cNvGrpSpPr/>
          <p:nvPr/>
        </p:nvGrpSpPr>
        <p:grpSpPr>
          <a:xfrm>
            <a:off x="8288035" y="690298"/>
            <a:ext cx="1687674" cy="1753001"/>
            <a:chOff x="6070200" y="1045804"/>
            <a:chExt cx="1687674" cy="1753001"/>
          </a:xfrm>
        </p:grpSpPr>
        <p:sp>
          <p:nvSpPr>
            <p:cNvPr id="7" name="Rectangle 6">
              <a:extLst>
                <a:ext uri="{FF2B5EF4-FFF2-40B4-BE49-F238E27FC236}">
                  <a16:creationId xmlns:a16="http://schemas.microsoft.com/office/drawing/2014/main" id="{C56DBC15-6F7E-55D4-749F-EF3F1D2D393B}"/>
                </a:ext>
              </a:extLst>
            </p:cNvPr>
            <p:cNvSpPr/>
            <p:nvPr/>
          </p:nvSpPr>
          <p:spPr>
            <a:xfrm>
              <a:off x="6934528" y="1290048"/>
              <a:ext cx="823346" cy="823346"/>
            </a:xfrm>
            <a:prstGeom prst="rect">
              <a:avLst/>
            </a:prstGeom>
            <a:solidFill>
              <a:srgbClr val="FF0000"/>
            </a:solid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Rectangle 7">
              <a:extLst>
                <a:ext uri="{FF2B5EF4-FFF2-40B4-BE49-F238E27FC236}">
                  <a16:creationId xmlns:a16="http://schemas.microsoft.com/office/drawing/2014/main" id="{506AB3B6-5149-7780-AF6A-1643BF9E57A9}"/>
                </a:ext>
              </a:extLst>
            </p:cNvPr>
            <p:cNvSpPr/>
            <p:nvPr/>
          </p:nvSpPr>
          <p:spPr>
            <a:xfrm>
              <a:off x="6733314" y="1456963"/>
              <a:ext cx="823346" cy="823346"/>
            </a:xfrm>
            <a:prstGeom prst="rect">
              <a:avLst/>
            </a:prstGeom>
            <a:solidFill>
              <a:schemeClr val="accent6"/>
            </a:solidFill>
            <a:ln>
              <a:solidFill>
                <a:schemeClr val="accent6"/>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Rectangle 8">
              <a:extLst>
                <a:ext uri="{FF2B5EF4-FFF2-40B4-BE49-F238E27FC236}">
                  <a16:creationId xmlns:a16="http://schemas.microsoft.com/office/drawing/2014/main" id="{B2177E56-D03B-A739-BDCD-C8C67C6B6C2D}"/>
                </a:ext>
              </a:extLst>
            </p:cNvPr>
            <p:cNvSpPr/>
            <p:nvPr/>
          </p:nvSpPr>
          <p:spPr>
            <a:xfrm>
              <a:off x="6495280" y="1623878"/>
              <a:ext cx="823346" cy="823346"/>
            </a:xfrm>
            <a:prstGeom prst="rect">
              <a:avLst/>
            </a:prstGeom>
            <a:solidFill>
              <a:schemeClr val="accent1"/>
            </a:solidFill>
            <a:ln>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mc:AlternateContent xmlns:mc="http://schemas.openxmlformats.org/markup-compatibility/2006" xmlns:a14="http://schemas.microsoft.com/office/drawing/2010/main">
          <mc:Choice Requires="a14">
            <p:sp>
              <p:nvSpPr>
                <p:cNvPr id="23" name="TextBox 22">
                  <a:extLst>
                    <a:ext uri="{FF2B5EF4-FFF2-40B4-BE49-F238E27FC236}">
                      <a16:creationId xmlns:a16="http://schemas.microsoft.com/office/drawing/2014/main" id="{FA86B417-D0DA-2C55-8553-821C5AB89F66}"/>
                    </a:ext>
                  </a:extLst>
                </p:cNvPr>
                <p:cNvSpPr txBox="1"/>
                <p:nvPr/>
              </p:nvSpPr>
              <p:spPr>
                <a:xfrm>
                  <a:off x="6070200" y="1895865"/>
                  <a:ext cx="397095" cy="369332"/>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i="1" smtClean="0">
                            <a:latin typeface="Cambria Math" panose="02040503050406030204" pitchFamily="18" charset="0"/>
                          </a:rPr>
                          <m:t>𝑃</m:t>
                        </m:r>
                      </m:oMath>
                    </m:oMathPara>
                  </a14:m>
                  <a:endParaRPr lang="en-US" i="1" dirty="0"/>
                </a:p>
              </p:txBody>
            </p:sp>
          </mc:Choice>
          <mc:Fallback xmlns="">
            <p:sp>
              <p:nvSpPr>
                <p:cNvPr id="23" name="TextBox 22">
                  <a:extLst>
                    <a:ext uri="{FF2B5EF4-FFF2-40B4-BE49-F238E27FC236}">
                      <a16:creationId xmlns:a16="http://schemas.microsoft.com/office/drawing/2014/main" id="{FA86B417-D0DA-2C55-8553-821C5AB89F66}"/>
                    </a:ext>
                  </a:extLst>
                </p:cNvPr>
                <p:cNvSpPr txBox="1">
                  <a:spLocks noRot="1" noChangeAspect="1" noMove="1" noResize="1" noEditPoints="1" noAdjustHandles="1" noChangeArrowheads="1" noChangeShapeType="1" noTextEdit="1"/>
                </p:cNvSpPr>
                <p:nvPr/>
              </p:nvSpPr>
              <p:spPr>
                <a:xfrm>
                  <a:off x="6070200" y="1895865"/>
                  <a:ext cx="397095" cy="369332"/>
                </a:xfrm>
                <a:prstGeom prst="rect">
                  <a:avLst/>
                </a:prstGeom>
                <a:blipFill>
                  <a:blip r:embed="rId5"/>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4" name="TextBox 23">
                  <a:extLst>
                    <a:ext uri="{FF2B5EF4-FFF2-40B4-BE49-F238E27FC236}">
                      <a16:creationId xmlns:a16="http://schemas.microsoft.com/office/drawing/2014/main" id="{58C60959-AE0B-B7B1-3440-6A9E285A787A}"/>
                    </a:ext>
                  </a:extLst>
                </p:cNvPr>
                <p:cNvSpPr txBox="1"/>
                <p:nvPr/>
              </p:nvSpPr>
              <p:spPr>
                <a:xfrm>
                  <a:off x="6747892" y="2429473"/>
                  <a:ext cx="397095" cy="369332"/>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i="1" smtClean="0">
                            <a:latin typeface="Cambria Math" panose="02040503050406030204" pitchFamily="18" charset="0"/>
                          </a:rPr>
                          <m:t>𝑃</m:t>
                        </m:r>
                      </m:oMath>
                    </m:oMathPara>
                  </a14:m>
                  <a:endParaRPr lang="en-US" i="1" dirty="0"/>
                </a:p>
              </p:txBody>
            </p:sp>
          </mc:Choice>
          <mc:Fallback xmlns="">
            <p:sp>
              <p:nvSpPr>
                <p:cNvPr id="24" name="TextBox 23">
                  <a:extLst>
                    <a:ext uri="{FF2B5EF4-FFF2-40B4-BE49-F238E27FC236}">
                      <a16:creationId xmlns:a16="http://schemas.microsoft.com/office/drawing/2014/main" id="{58C60959-AE0B-B7B1-3440-6A9E285A787A}"/>
                    </a:ext>
                  </a:extLst>
                </p:cNvPr>
                <p:cNvSpPr txBox="1">
                  <a:spLocks noRot="1" noChangeAspect="1" noMove="1" noResize="1" noEditPoints="1" noAdjustHandles="1" noChangeArrowheads="1" noChangeShapeType="1" noTextEdit="1"/>
                </p:cNvSpPr>
                <p:nvPr/>
              </p:nvSpPr>
              <p:spPr>
                <a:xfrm>
                  <a:off x="6747892" y="2429473"/>
                  <a:ext cx="397095" cy="369332"/>
                </a:xfrm>
                <a:prstGeom prst="rect">
                  <a:avLst/>
                </a:prstGeom>
                <a:blipFill>
                  <a:blip r:embed="rId6"/>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5" name="TextBox 24">
                  <a:extLst>
                    <a:ext uri="{FF2B5EF4-FFF2-40B4-BE49-F238E27FC236}">
                      <a16:creationId xmlns:a16="http://schemas.microsoft.com/office/drawing/2014/main" id="{0E0260EC-B7F9-8CA9-B6D5-AAE60E817523}"/>
                    </a:ext>
                  </a:extLst>
                </p:cNvPr>
                <p:cNvSpPr txBox="1"/>
                <p:nvPr/>
              </p:nvSpPr>
              <p:spPr>
                <a:xfrm>
                  <a:off x="6364204" y="1045804"/>
                  <a:ext cx="396775" cy="369332"/>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altLang="zh-CN" b="0" i="1" smtClean="0">
                            <a:latin typeface="Cambria Math" panose="02040503050406030204" pitchFamily="18" charset="0"/>
                          </a:rPr>
                          <m:t>𝐶</m:t>
                        </m:r>
                      </m:oMath>
                    </m:oMathPara>
                  </a14:m>
                  <a:endParaRPr lang="en-US" i="1" dirty="0"/>
                </a:p>
              </p:txBody>
            </p:sp>
          </mc:Choice>
          <mc:Fallback xmlns="">
            <p:sp>
              <p:nvSpPr>
                <p:cNvPr id="25" name="TextBox 24">
                  <a:extLst>
                    <a:ext uri="{FF2B5EF4-FFF2-40B4-BE49-F238E27FC236}">
                      <a16:creationId xmlns:a16="http://schemas.microsoft.com/office/drawing/2014/main" id="{0E0260EC-B7F9-8CA9-B6D5-AAE60E817523}"/>
                    </a:ext>
                  </a:extLst>
                </p:cNvPr>
                <p:cNvSpPr txBox="1">
                  <a:spLocks noRot="1" noChangeAspect="1" noMove="1" noResize="1" noEditPoints="1" noAdjustHandles="1" noChangeArrowheads="1" noChangeShapeType="1" noTextEdit="1"/>
                </p:cNvSpPr>
                <p:nvPr/>
              </p:nvSpPr>
              <p:spPr>
                <a:xfrm>
                  <a:off x="6364204" y="1045804"/>
                  <a:ext cx="396775" cy="369332"/>
                </a:xfrm>
                <a:prstGeom prst="rect">
                  <a:avLst/>
                </a:prstGeom>
                <a:blipFill>
                  <a:blip r:embed="rId7"/>
                  <a:stretch>
                    <a:fillRect/>
                  </a:stretch>
                </a:blipFill>
              </p:spPr>
              <p:txBody>
                <a:bodyPr/>
                <a:lstStyle/>
                <a:p>
                  <a:r>
                    <a:rPr lang="en-US">
                      <a:noFill/>
                    </a:rPr>
                    <a:t> </a:t>
                  </a:r>
                </a:p>
              </p:txBody>
            </p:sp>
          </mc:Fallback>
        </mc:AlternateContent>
        <p:sp>
          <p:nvSpPr>
            <p:cNvPr id="26" name="Left Brace 25">
              <a:extLst>
                <a:ext uri="{FF2B5EF4-FFF2-40B4-BE49-F238E27FC236}">
                  <a16:creationId xmlns:a16="http://schemas.microsoft.com/office/drawing/2014/main" id="{F58EECCB-8B85-0B0B-6291-11C41355C8A9}"/>
                </a:ext>
              </a:extLst>
            </p:cNvPr>
            <p:cNvSpPr/>
            <p:nvPr/>
          </p:nvSpPr>
          <p:spPr>
            <a:xfrm rot="3341198">
              <a:off x="6578286" y="1105522"/>
              <a:ext cx="154711" cy="569709"/>
            </a:xfrm>
            <a:prstGeom prst="leftBrace">
              <a:avLst/>
            </a:prstGeom>
            <a:ln w="12700">
              <a:solidFill>
                <a:schemeClr val="tx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grpSp>
      <p:grpSp>
        <p:nvGrpSpPr>
          <p:cNvPr id="33" name="Group 32">
            <a:extLst>
              <a:ext uri="{FF2B5EF4-FFF2-40B4-BE49-F238E27FC236}">
                <a16:creationId xmlns:a16="http://schemas.microsoft.com/office/drawing/2014/main" id="{734C2973-E254-17BE-40B7-27C510EEC94D}"/>
              </a:ext>
            </a:extLst>
          </p:cNvPr>
          <p:cNvGrpSpPr/>
          <p:nvPr/>
        </p:nvGrpSpPr>
        <p:grpSpPr>
          <a:xfrm rot="5400000">
            <a:off x="9228880" y="3323309"/>
            <a:ext cx="337430" cy="1596001"/>
            <a:chOff x="8004450" y="2727932"/>
            <a:chExt cx="502860" cy="2378463"/>
          </a:xfrm>
          <a:solidFill>
            <a:schemeClr val="accent4"/>
          </a:solidFill>
          <a:effectLst>
            <a:outerShdw blurRad="50800" dist="38100" dir="2700000" algn="tl" rotWithShape="0">
              <a:prstClr val="black">
                <a:alpha val="40000"/>
              </a:prstClr>
            </a:outerShdw>
          </a:effectLst>
        </p:grpSpPr>
        <p:sp>
          <p:nvSpPr>
            <p:cNvPr id="29" name="Rectangle 28">
              <a:extLst>
                <a:ext uri="{FF2B5EF4-FFF2-40B4-BE49-F238E27FC236}">
                  <a16:creationId xmlns:a16="http://schemas.microsoft.com/office/drawing/2014/main" id="{2E5B68D3-6165-43DF-33EC-C36083E7BC3C}"/>
                </a:ext>
              </a:extLst>
            </p:cNvPr>
            <p:cNvSpPr/>
            <p:nvPr/>
          </p:nvSpPr>
          <p:spPr>
            <a:xfrm rot="16200000">
              <a:off x="8004450" y="4603535"/>
              <a:ext cx="502860" cy="502860"/>
            </a:xfrm>
            <a:prstGeom prst="rect">
              <a:avLst/>
            </a:prstGeom>
            <a:grpFill/>
            <a:ln w="9525">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0" name="Rectangle 29">
              <a:extLst>
                <a:ext uri="{FF2B5EF4-FFF2-40B4-BE49-F238E27FC236}">
                  <a16:creationId xmlns:a16="http://schemas.microsoft.com/office/drawing/2014/main" id="{8D53DB4D-264F-20CE-D26D-1633FCBB26F9}"/>
                </a:ext>
              </a:extLst>
            </p:cNvPr>
            <p:cNvSpPr/>
            <p:nvPr/>
          </p:nvSpPr>
          <p:spPr>
            <a:xfrm rot="16200000">
              <a:off x="8004450" y="3978334"/>
              <a:ext cx="502860" cy="502860"/>
            </a:xfrm>
            <a:prstGeom prst="rect">
              <a:avLst/>
            </a:prstGeom>
            <a:grpFill/>
            <a:ln w="9525">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1" name="Rectangle 30">
              <a:extLst>
                <a:ext uri="{FF2B5EF4-FFF2-40B4-BE49-F238E27FC236}">
                  <a16:creationId xmlns:a16="http://schemas.microsoft.com/office/drawing/2014/main" id="{DA0F5326-2BAB-CED2-887C-B5E8C312CAE9}"/>
                </a:ext>
              </a:extLst>
            </p:cNvPr>
            <p:cNvSpPr/>
            <p:nvPr/>
          </p:nvSpPr>
          <p:spPr>
            <a:xfrm rot="16200000">
              <a:off x="8004450" y="3353133"/>
              <a:ext cx="502860" cy="502860"/>
            </a:xfrm>
            <a:prstGeom prst="rect">
              <a:avLst/>
            </a:prstGeom>
            <a:grpFill/>
            <a:ln w="9525">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2" name="Rectangle 31">
              <a:extLst>
                <a:ext uri="{FF2B5EF4-FFF2-40B4-BE49-F238E27FC236}">
                  <a16:creationId xmlns:a16="http://schemas.microsoft.com/office/drawing/2014/main" id="{0A3477AE-BB51-3841-CA94-FC7AD54043BF}"/>
                </a:ext>
              </a:extLst>
            </p:cNvPr>
            <p:cNvSpPr/>
            <p:nvPr/>
          </p:nvSpPr>
          <p:spPr>
            <a:xfrm rot="16200000">
              <a:off x="8004450" y="2727932"/>
              <a:ext cx="502860" cy="502860"/>
            </a:xfrm>
            <a:prstGeom prst="rect">
              <a:avLst/>
            </a:prstGeom>
            <a:grpFill/>
            <a:ln w="9525">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cxnSp>
        <p:nvCxnSpPr>
          <p:cNvPr id="35" name="Straight Arrow Connector 34">
            <a:extLst>
              <a:ext uri="{FF2B5EF4-FFF2-40B4-BE49-F238E27FC236}">
                <a16:creationId xmlns:a16="http://schemas.microsoft.com/office/drawing/2014/main" id="{D2518F4E-AE50-233B-2018-E10B15BE7A0A}"/>
              </a:ext>
            </a:extLst>
          </p:cNvPr>
          <p:cNvCxnSpPr/>
          <p:nvPr/>
        </p:nvCxnSpPr>
        <p:spPr>
          <a:xfrm>
            <a:off x="9401551" y="2443299"/>
            <a:ext cx="0" cy="374852"/>
          </a:xfrm>
          <a:prstGeom prst="straightConnector1">
            <a:avLst/>
          </a:prstGeom>
          <a:ln w="127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36" name="Straight Arrow Connector 35">
            <a:extLst>
              <a:ext uri="{FF2B5EF4-FFF2-40B4-BE49-F238E27FC236}">
                <a16:creationId xmlns:a16="http://schemas.microsoft.com/office/drawing/2014/main" id="{2BD68C2C-FBBF-7946-AA32-BB98AFA3DB28}"/>
              </a:ext>
            </a:extLst>
          </p:cNvPr>
          <p:cNvCxnSpPr/>
          <p:nvPr/>
        </p:nvCxnSpPr>
        <p:spPr>
          <a:xfrm>
            <a:off x="9397596" y="3429000"/>
            <a:ext cx="0" cy="374852"/>
          </a:xfrm>
          <a:prstGeom prst="straightConnector1">
            <a:avLst/>
          </a:prstGeom>
          <a:ln w="1270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37" name="TextBox 36">
            <a:extLst>
              <a:ext uri="{FF2B5EF4-FFF2-40B4-BE49-F238E27FC236}">
                <a16:creationId xmlns:a16="http://schemas.microsoft.com/office/drawing/2014/main" id="{095A2B0D-FF2B-2005-67EE-9174E1F4D574}"/>
              </a:ext>
            </a:extLst>
          </p:cNvPr>
          <p:cNvSpPr txBox="1"/>
          <p:nvPr/>
        </p:nvSpPr>
        <p:spPr>
          <a:xfrm>
            <a:off x="9531617" y="2439497"/>
            <a:ext cx="646331" cy="369332"/>
          </a:xfrm>
          <a:prstGeom prst="rect">
            <a:avLst/>
          </a:prstGeom>
          <a:noFill/>
        </p:spPr>
        <p:txBody>
          <a:bodyPr wrap="none" rtlCol="0">
            <a:spAutoFit/>
          </a:bodyPr>
          <a:lstStyle/>
          <a:p>
            <a:r>
              <a:rPr lang="en-US" dirty="0" err="1"/>
              <a:t>展平</a:t>
            </a:r>
            <a:endParaRPr lang="en-US" dirty="0"/>
          </a:p>
        </p:txBody>
      </p:sp>
      <p:sp>
        <p:nvSpPr>
          <p:cNvPr id="38" name="TextBox 37">
            <a:extLst>
              <a:ext uri="{FF2B5EF4-FFF2-40B4-BE49-F238E27FC236}">
                <a16:creationId xmlns:a16="http://schemas.microsoft.com/office/drawing/2014/main" id="{FB1BEAD3-A5FC-9727-6D6F-9373851A7435}"/>
              </a:ext>
            </a:extLst>
          </p:cNvPr>
          <p:cNvSpPr txBox="1"/>
          <p:nvPr/>
        </p:nvSpPr>
        <p:spPr>
          <a:xfrm>
            <a:off x="9531617" y="3431760"/>
            <a:ext cx="1107996" cy="369332"/>
          </a:xfrm>
          <a:prstGeom prst="rect">
            <a:avLst/>
          </a:prstGeom>
          <a:noFill/>
        </p:spPr>
        <p:txBody>
          <a:bodyPr wrap="none" rtlCol="0">
            <a:spAutoFit/>
          </a:bodyPr>
          <a:lstStyle/>
          <a:p>
            <a:r>
              <a:rPr lang="en-US" dirty="0" err="1"/>
              <a:t>线性变换</a:t>
            </a:r>
            <a:endParaRPr lang="en-US" dirty="0"/>
          </a:p>
        </p:txBody>
      </p:sp>
      <p:sp>
        <p:nvSpPr>
          <p:cNvPr id="39" name="TextBox 38">
            <a:extLst>
              <a:ext uri="{FF2B5EF4-FFF2-40B4-BE49-F238E27FC236}">
                <a16:creationId xmlns:a16="http://schemas.microsoft.com/office/drawing/2014/main" id="{F0145CDE-5D1C-AFC8-9D70-29300B0AE851}"/>
              </a:ext>
            </a:extLst>
          </p:cNvPr>
          <p:cNvSpPr txBox="1"/>
          <p:nvPr/>
        </p:nvSpPr>
        <p:spPr>
          <a:xfrm>
            <a:off x="6258321" y="3972633"/>
            <a:ext cx="2005677" cy="369332"/>
          </a:xfrm>
          <a:prstGeom prst="rect">
            <a:avLst/>
          </a:prstGeom>
          <a:noFill/>
        </p:spPr>
        <p:txBody>
          <a:bodyPr wrap="none" rtlCol="0">
            <a:spAutoFit/>
          </a:bodyPr>
          <a:lstStyle/>
          <a:p>
            <a:r>
              <a:rPr lang="en-US" dirty="0"/>
              <a:t>Patch</a:t>
            </a:r>
            <a:r>
              <a:rPr lang="zh-CN" altLang="en-US" dirty="0"/>
              <a:t> </a:t>
            </a:r>
            <a:r>
              <a:rPr lang="en-US" altLang="zh-CN" dirty="0"/>
              <a:t>Embedding</a:t>
            </a:r>
            <a:endParaRPr lang="en-US" dirty="0"/>
          </a:p>
        </p:txBody>
      </p:sp>
    </p:spTree>
    <p:extLst>
      <p:ext uri="{BB962C8B-B14F-4D97-AF65-F5344CB8AC3E}">
        <p14:creationId xmlns:p14="http://schemas.microsoft.com/office/powerpoint/2010/main" val="2080875247"/>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8BEDBA1-86E8-46CB-3BE9-F68CE86BF6C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F484D12-0DE9-1CED-D668-962989695FDE}"/>
              </a:ext>
            </a:extLst>
          </p:cNvPr>
          <p:cNvSpPr>
            <a:spLocks noGrp="1"/>
          </p:cNvSpPr>
          <p:nvPr>
            <p:ph type="title"/>
          </p:nvPr>
        </p:nvSpPr>
        <p:spPr/>
        <p:txBody>
          <a:bodyPr/>
          <a:lstStyle/>
          <a:p>
            <a:r>
              <a:rPr lang="en-US" dirty="0" err="1"/>
              <a:t>图像的Token</a:t>
            </a:r>
            <a:r>
              <a:rPr lang="zh-CN" altLang="en-US" dirty="0"/>
              <a:t>总结</a:t>
            </a:r>
            <a:endParaRPr lang="en-US" dirty="0"/>
          </a:p>
        </p:txBody>
      </p:sp>
      <p:sp>
        <p:nvSpPr>
          <p:cNvPr id="3" name="Content Placeholder 2">
            <a:extLst>
              <a:ext uri="{FF2B5EF4-FFF2-40B4-BE49-F238E27FC236}">
                <a16:creationId xmlns:a16="http://schemas.microsoft.com/office/drawing/2014/main" id="{5AAFE4C3-CE47-BB76-A106-BFC146C20582}"/>
              </a:ext>
            </a:extLst>
          </p:cNvPr>
          <p:cNvSpPr>
            <a:spLocks noGrp="1"/>
          </p:cNvSpPr>
          <p:nvPr>
            <p:ph idx="1"/>
          </p:nvPr>
        </p:nvSpPr>
        <p:spPr>
          <a:xfrm>
            <a:off x="657774" y="987972"/>
            <a:ext cx="10749742" cy="5188991"/>
          </a:xfrm>
        </p:spPr>
        <p:txBody>
          <a:bodyPr>
            <a:normAutofit/>
          </a:bodyPr>
          <a:lstStyle/>
          <a:p>
            <a:pPr indent="-457200">
              <a:lnSpc>
                <a:spcPct val="180000"/>
              </a:lnSpc>
              <a:spcBef>
                <a:spcPts val="0"/>
              </a:spcBef>
              <a:buFont typeface="Wingdings" panose="05000000000000000000" pitchFamily="2" charset="2"/>
              <a:buChar char="p"/>
            </a:pPr>
            <a:r>
              <a:rPr lang="en-US" dirty="0" err="1"/>
              <a:t>传统的图像编码方式无法直接应用于Transformer</a:t>
            </a:r>
            <a:endParaRPr lang="en-US" dirty="0"/>
          </a:p>
          <a:p>
            <a:pPr indent="-457200">
              <a:lnSpc>
                <a:spcPct val="180000"/>
              </a:lnSpc>
              <a:spcBef>
                <a:spcPts val="0"/>
              </a:spcBef>
              <a:buFont typeface="Wingdings" panose="05000000000000000000" pitchFamily="2" charset="2"/>
              <a:buChar char="p"/>
            </a:pPr>
            <a:endParaRPr lang="en-US" dirty="0"/>
          </a:p>
          <a:p>
            <a:pPr indent="-457200">
              <a:lnSpc>
                <a:spcPct val="180000"/>
              </a:lnSpc>
              <a:spcBef>
                <a:spcPts val="0"/>
              </a:spcBef>
              <a:buFont typeface="Wingdings" panose="05000000000000000000" pitchFamily="2" charset="2"/>
              <a:buChar char="p"/>
            </a:pPr>
            <a:r>
              <a:rPr lang="en-US" dirty="0" err="1"/>
              <a:t>通过将图像切分为小块</a:t>
            </a:r>
            <a:r>
              <a:rPr lang="zh-CN" altLang="en-US" dirty="0"/>
              <a:t>（</a:t>
            </a:r>
            <a:r>
              <a:rPr lang="en-US" altLang="zh-CN" dirty="0"/>
              <a:t>Patch</a:t>
            </a:r>
            <a:r>
              <a:rPr lang="zh-CN" altLang="en-US" dirty="0"/>
              <a:t>），每个小块变换为一个向量，再将所有小块的向量堆叠，实现图像小块的序列化，从而使其可以被</a:t>
            </a:r>
            <a:r>
              <a:rPr lang="en-US" altLang="zh-CN" dirty="0"/>
              <a:t>Transformer</a:t>
            </a:r>
            <a:r>
              <a:rPr lang="zh-CN" altLang="en-US" dirty="0"/>
              <a:t>处理</a:t>
            </a:r>
            <a:endParaRPr lang="en-US" altLang="zh-CN" dirty="0"/>
          </a:p>
          <a:p>
            <a:pPr indent="-457200">
              <a:lnSpc>
                <a:spcPct val="180000"/>
              </a:lnSpc>
              <a:spcBef>
                <a:spcPts val="0"/>
              </a:spcBef>
              <a:buFont typeface="Wingdings" panose="05000000000000000000" pitchFamily="2" charset="2"/>
              <a:buChar char="p"/>
            </a:pPr>
            <a:endParaRPr lang="en-US" altLang="zh-CN" dirty="0"/>
          </a:p>
          <a:p>
            <a:pPr indent="-457200">
              <a:lnSpc>
                <a:spcPct val="180000"/>
              </a:lnSpc>
              <a:spcBef>
                <a:spcPts val="0"/>
              </a:spcBef>
              <a:buFont typeface="Wingdings" panose="05000000000000000000" pitchFamily="2" charset="2"/>
              <a:buChar char="p"/>
            </a:pPr>
            <a:r>
              <a:rPr lang="zh-CN" altLang="en-US" dirty="0"/>
              <a:t>与文本类似，序列化后的</a:t>
            </a:r>
            <a:r>
              <a:rPr lang="en-US" altLang="zh-CN" dirty="0"/>
              <a:t>patch</a:t>
            </a:r>
            <a:r>
              <a:rPr lang="zh-CN" altLang="en-US" dirty="0"/>
              <a:t>也需要位置编码明确其位置信息</a:t>
            </a:r>
            <a:endParaRPr lang="en-US" dirty="0"/>
          </a:p>
        </p:txBody>
      </p:sp>
    </p:spTree>
    <p:extLst>
      <p:ext uri="{BB962C8B-B14F-4D97-AF65-F5344CB8AC3E}">
        <p14:creationId xmlns:p14="http://schemas.microsoft.com/office/powerpoint/2010/main" val="3346611826"/>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0AF3501-8713-8193-97D3-9C16F4C595D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2FC1565-7D1A-190A-E822-7BE3023E64FB}"/>
              </a:ext>
            </a:extLst>
          </p:cNvPr>
          <p:cNvSpPr>
            <a:spLocks noGrp="1"/>
          </p:cNvSpPr>
          <p:nvPr>
            <p:ph type="title"/>
          </p:nvPr>
        </p:nvSpPr>
        <p:spPr/>
        <p:txBody>
          <a:bodyPr/>
          <a:lstStyle/>
          <a:p>
            <a:r>
              <a:rPr lang="zh-CN" altLang="en-US" dirty="0"/>
              <a:t>视频中的</a:t>
            </a:r>
            <a:r>
              <a:rPr lang="en-US" altLang="zh-CN" dirty="0"/>
              <a:t>Tokens</a:t>
            </a:r>
            <a:endParaRPr lang="en-US" dirty="0"/>
          </a:p>
        </p:txBody>
      </p:sp>
      <p:sp>
        <p:nvSpPr>
          <p:cNvPr id="3" name="Content Placeholder 2">
            <a:extLst>
              <a:ext uri="{FF2B5EF4-FFF2-40B4-BE49-F238E27FC236}">
                <a16:creationId xmlns:a16="http://schemas.microsoft.com/office/drawing/2014/main" id="{26F5CC2B-B528-BA70-5007-DB58A25B189C}"/>
              </a:ext>
            </a:extLst>
          </p:cNvPr>
          <p:cNvSpPr>
            <a:spLocks noGrp="1"/>
          </p:cNvSpPr>
          <p:nvPr>
            <p:ph idx="1"/>
          </p:nvPr>
        </p:nvSpPr>
        <p:spPr>
          <a:xfrm>
            <a:off x="805544" y="903854"/>
            <a:ext cx="5229036" cy="5050292"/>
          </a:xfrm>
        </p:spPr>
        <p:txBody>
          <a:bodyPr>
            <a:normAutofit/>
          </a:bodyPr>
          <a:lstStyle/>
          <a:p>
            <a:pPr indent="-457200">
              <a:lnSpc>
                <a:spcPct val="180000"/>
              </a:lnSpc>
              <a:spcBef>
                <a:spcPts val="0"/>
              </a:spcBef>
              <a:buFont typeface="Wingdings" panose="05000000000000000000" pitchFamily="2" charset="2"/>
              <a:buChar char="p"/>
            </a:pPr>
            <a:r>
              <a:rPr lang="en-US" dirty="0" err="1">
                <a:solidFill>
                  <a:schemeClr val="tx1"/>
                </a:solidFill>
              </a:rPr>
              <a:t>视频是图像在时间维度的展开</a:t>
            </a:r>
            <a:r>
              <a:rPr lang="zh-CN" altLang="en-US" dirty="0">
                <a:solidFill>
                  <a:schemeClr val="tx1"/>
                </a:solidFill>
              </a:rPr>
              <a:t>，更为复杂且具备时变特性</a:t>
            </a:r>
            <a:endParaRPr lang="en-US" altLang="zh-CN" dirty="0">
              <a:solidFill>
                <a:schemeClr val="tx1"/>
              </a:solidFill>
            </a:endParaRPr>
          </a:p>
          <a:p>
            <a:pPr indent="-457200">
              <a:lnSpc>
                <a:spcPct val="180000"/>
              </a:lnSpc>
              <a:spcBef>
                <a:spcPts val="0"/>
              </a:spcBef>
              <a:buFont typeface="Wingdings" panose="05000000000000000000" pitchFamily="2" charset="2"/>
              <a:buChar char="p"/>
            </a:pPr>
            <a:r>
              <a:rPr lang="en-US" dirty="0" err="1">
                <a:solidFill>
                  <a:schemeClr val="tx1"/>
                </a:solidFill>
              </a:rPr>
              <a:t>为了更好地编码视频</a:t>
            </a:r>
            <a:r>
              <a:rPr lang="zh-CN" altLang="en-US" dirty="0">
                <a:solidFill>
                  <a:schemeClr val="tx1"/>
                </a:solidFill>
              </a:rPr>
              <a:t>，除了传统的每张图片的</a:t>
            </a:r>
            <a:r>
              <a:rPr lang="en-US" altLang="zh-CN" dirty="0">
                <a:solidFill>
                  <a:schemeClr val="tx1"/>
                </a:solidFill>
              </a:rPr>
              <a:t>2D</a:t>
            </a:r>
            <a:r>
              <a:rPr lang="zh-CN" altLang="en-US" dirty="0">
                <a:solidFill>
                  <a:schemeClr val="tx1"/>
                </a:solidFill>
              </a:rPr>
              <a:t> </a:t>
            </a:r>
            <a:r>
              <a:rPr lang="en-US" altLang="zh-CN" dirty="0">
                <a:solidFill>
                  <a:schemeClr val="tx1"/>
                </a:solidFill>
              </a:rPr>
              <a:t>Patch</a:t>
            </a:r>
            <a:r>
              <a:rPr lang="zh-CN" altLang="en-US" dirty="0">
                <a:solidFill>
                  <a:schemeClr val="tx1"/>
                </a:solidFill>
              </a:rPr>
              <a:t>，还有</a:t>
            </a:r>
            <a:r>
              <a:rPr lang="en-US" altLang="zh-CN" dirty="0">
                <a:solidFill>
                  <a:schemeClr val="tx1"/>
                </a:solidFill>
              </a:rPr>
              <a:t>Tube</a:t>
            </a:r>
            <a:r>
              <a:rPr lang="zh-CN" altLang="en-US" dirty="0">
                <a:solidFill>
                  <a:schemeClr val="tx1"/>
                </a:solidFill>
              </a:rPr>
              <a:t> </a:t>
            </a:r>
            <a:r>
              <a:rPr lang="en-US" altLang="zh-CN" dirty="0">
                <a:solidFill>
                  <a:schemeClr val="tx1"/>
                </a:solidFill>
              </a:rPr>
              <a:t>Patch</a:t>
            </a:r>
            <a:r>
              <a:rPr lang="zh-CN" altLang="en-US" dirty="0">
                <a:solidFill>
                  <a:schemeClr val="tx1"/>
                </a:solidFill>
              </a:rPr>
              <a:t>（包括短距离与长距离的）</a:t>
            </a:r>
            <a:endParaRPr lang="en-US" altLang="zh-CN" dirty="0">
              <a:solidFill>
                <a:srgbClr val="FF0000"/>
              </a:solidFill>
            </a:endParaRPr>
          </a:p>
        </p:txBody>
      </p:sp>
      <p:grpSp>
        <p:nvGrpSpPr>
          <p:cNvPr id="4" name="组合 1">
            <a:extLst>
              <a:ext uri="{FF2B5EF4-FFF2-40B4-BE49-F238E27FC236}">
                <a16:creationId xmlns:a16="http://schemas.microsoft.com/office/drawing/2014/main" id="{72756A52-FA04-E94C-F147-4E1A0514D677}"/>
              </a:ext>
            </a:extLst>
          </p:cNvPr>
          <p:cNvGrpSpPr/>
          <p:nvPr/>
        </p:nvGrpSpPr>
        <p:grpSpPr>
          <a:xfrm>
            <a:off x="6096000" y="880116"/>
            <a:ext cx="5319441" cy="5833413"/>
            <a:chOff x="3366287" y="350729"/>
            <a:chExt cx="5319441" cy="5833413"/>
          </a:xfrm>
        </p:grpSpPr>
        <p:sp>
          <p:nvSpPr>
            <p:cNvPr id="5" name="文本框 2">
              <a:extLst>
                <a:ext uri="{FF2B5EF4-FFF2-40B4-BE49-F238E27FC236}">
                  <a16:creationId xmlns:a16="http://schemas.microsoft.com/office/drawing/2014/main" id="{D4FE05D1-659A-5F71-FA73-C151AC721666}"/>
                </a:ext>
              </a:extLst>
            </p:cNvPr>
            <p:cNvSpPr txBox="1"/>
            <p:nvPr/>
          </p:nvSpPr>
          <p:spPr>
            <a:xfrm>
              <a:off x="5704534" y="350729"/>
              <a:ext cx="657616" cy="276999"/>
            </a:xfrm>
            <a:prstGeom prst="rect">
              <a:avLst/>
            </a:prstGeom>
            <a:noFill/>
          </p:spPr>
          <p:txBody>
            <a:bodyPr wrap="square" rtlCol="0">
              <a:spAutoFit/>
            </a:bodyPr>
            <a:lstStyle/>
            <a:p>
              <a:pPr algn="ctr"/>
              <a:r>
                <a:rPr lang="zh-CN" altLang="en-US" sz="1200" dirty="0"/>
                <a:t>类</a:t>
              </a:r>
            </a:p>
          </p:txBody>
        </p:sp>
        <p:sp>
          <p:nvSpPr>
            <p:cNvPr id="6" name="文本框 3">
              <a:extLst>
                <a:ext uri="{FF2B5EF4-FFF2-40B4-BE49-F238E27FC236}">
                  <a16:creationId xmlns:a16="http://schemas.microsoft.com/office/drawing/2014/main" id="{BF7DBBC4-BCE8-8423-B405-E2141558529B}"/>
                </a:ext>
              </a:extLst>
            </p:cNvPr>
            <p:cNvSpPr txBox="1"/>
            <p:nvPr/>
          </p:nvSpPr>
          <p:spPr>
            <a:xfrm>
              <a:off x="5066778" y="820455"/>
              <a:ext cx="1947798" cy="276999"/>
            </a:xfrm>
            <a:prstGeom prst="rect">
              <a:avLst/>
            </a:prstGeom>
            <a:solidFill>
              <a:schemeClr val="accent2">
                <a:lumMod val="20000"/>
                <a:lumOff val="80000"/>
              </a:schemeClr>
            </a:solidFill>
            <a:ln>
              <a:solidFill>
                <a:schemeClr val="tx1"/>
              </a:solidFill>
            </a:ln>
          </p:spPr>
          <p:txBody>
            <a:bodyPr wrap="square" rtlCol="0">
              <a:spAutoFit/>
            </a:bodyPr>
            <a:lstStyle/>
            <a:p>
              <a:pPr algn="ctr"/>
              <a:r>
                <a:rPr lang="zh-CN" altLang="en-US" sz="1200" dirty="0"/>
                <a:t>注意力池化</a:t>
              </a:r>
              <a:r>
                <a:rPr lang="en-US" altLang="zh-CN" sz="1200" dirty="0"/>
                <a:t>+FC</a:t>
              </a:r>
              <a:endParaRPr lang="zh-CN" altLang="en-US" sz="1200" dirty="0"/>
            </a:p>
          </p:txBody>
        </p:sp>
        <p:cxnSp>
          <p:nvCxnSpPr>
            <p:cNvPr id="7" name="直接箭头连接符 4">
              <a:extLst>
                <a:ext uri="{FF2B5EF4-FFF2-40B4-BE49-F238E27FC236}">
                  <a16:creationId xmlns:a16="http://schemas.microsoft.com/office/drawing/2014/main" id="{D918C2F4-E5FC-7925-B8EE-D2B1DE0F5598}"/>
                </a:ext>
              </a:extLst>
            </p:cNvPr>
            <p:cNvCxnSpPr>
              <a:stCxn id="6" idx="0"/>
              <a:endCxn id="5" idx="2"/>
            </p:cNvCxnSpPr>
            <p:nvPr/>
          </p:nvCxnSpPr>
          <p:spPr>
            <a:xfrm flipH="1" flipV="1">
              <a:off x="6033342" y="627728"/>
              <a:ext cx="7335" cy="192727"/>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
          <p:nvSpPr>
            <p:cNvPr id="8" name="矩形: 圆角 5">
              <a:extLst>
                <a:ext uri="{FF2B5EF4-FFF2-40B4-BE49-F238E27FC236}">
                  <a16:creationId xmlns:a16="http://schemas.microsoft.com/office/drawing/2014/main" id="{E9D03A67-3AE4-46D0-4376-3CC6D87E3B46}"/>
                </a:ext>
              </a:extLst>
            </p:cNvPr>
            <p:cNvSpPr/>
            <p:nvPr/>
          </p:nvSpPr>
          <p:spPr>
            <a:xfrm>
              <a:off x="4609871" y="1526192"/>
              <a:ext cx="2861612" cy="624950"/>
            </a:xfrm>
            <a:prstGeom prst="roundRect">
              <a:avLst/>
            </a:prstGeom>
            <a:solidFill>
              <a:schemeClr val="bg2">
                <a:lumMod val="9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200" dirty="0" err="1">
                  <a:solidFill>
                    <a:schemeClr val="tx1"/>
                  </a:solidFill>
                </a:rPr>
                <a:t>ViT</a:t>
              </a:r>
              <a:r>
                <a:rPr lang="en-US" altLang="zh-CN" sz="1200" dirty="0">
                  <a:solidFill>
                    <a:schemeClr val="tx1"/>
                  </a:solidFill>
                </a:rPr>
                <a:t> </a:t>
              </a:r>
              <a:r>
                <a:rPr lang="zh-CN" altLang="en-US" sz="1200" dirty="0">
                  <a:solidFill>
                    <a:schemeClr val="tx1"/>
                  </a:solidFill>
                </a:rPr>
                <a:t>编码器</a:t>
              </a:r>
            </a:p>
          </p:txBody>
        </p:sp>
        <p:cxnSp>
          <p:nvCxnSpPr>
            <p:cNvPr id="9" name="直接箭头连接符 6">
              <a:extLst>
                <a:ext uri="{FF2B5EF4-FFF2-40B4-BE49-F238E27FC236}">
                  <a16:creationId xmlns:a16="http://schemas.microsoft.com/office/drawing/2014/main" id="{F73DA2D6-0D8D-CB17-D33D-3E17B4161E64}"/>
                </a:ext>
              </a:extLst>
            </p:cNvPr>
            <p:cNvCxnSpPr>
              <a:stCxn id="8" idx="0"/>
              <a:endCxn id="6" idx="2"/>
            </p:cNvCxnSpPr>
            <p:nvPr/>
          </p:nvCxnSpPr>
          <p:spPr>
            <a:xfrm flipV="1">
              <a:off x="6040677" y="1097454"/>
              <a:ext cx="0" cy="428738"/>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pic>
          <p:nvPicPr>
            <p:cNvPr id="10" name="图片 7">
              <a:extLst>
                <a:ext uri="{FF2B5EF4-FFF2-40B4-BE49-F238E27FC236}">
                  <a16:creationId xmlns:a16="http://schemas.microsoft.com/office/drawing/2014/main" id="{FB79B98B-4569-95AD-12BA-9F9AD7851982}"/>
                </a:ext>
              </a:extLst>
            </p:cNvPr>
            <p:cNvPicPr>
              <a:picLocks noChangeAspect="1"/>
            </p:cNvPicPr>
            <p:nvPr/>
          </p:nvPicPr>
          <p:blipFill>
            <a:blip r:embed="rId3"/>
            <a:stretch>
              <a:fillRect/>
            </a:stretch>
          </p:blipFill>
          <p:spPr>
            <a:xfrm>
              <a:off x="3366287" y="4035741"/>
              <a:ext cx="5319441" cy="2148401"/>
            </a:xfrm>
            <a:prstGeom prst="rect">
              <a:avLst/>
            </a:prstGeom>
          </p:spPr>
        </p:pic>
        <p:grpSp>
          <p:nvGrpSpPr>
            <p:cNvPr id="11" name="组合 8">
              <a:extLst>
                <a:ext uri="{FF2B5EF4-FFF2-40B4-BE49-F238E27FC236}">
                  <a16:creationId xmlns:a16="http://schemas.microsoft.com/office/drawing/2014/main" id="{56DDF2A4-4473-F1C0-85AA-A207A5FBAE00}"/>
                </a:ext>
              </a:extLst>
            </p:cNvPr>
            <p:cNvGrpSpPr/>
            <p:nvPr/>
          </p:nvGrpSpPr>
          <p:grpSpPr>
            <a:xfrm>
              <a:off x="4537980" y="2686393"/>
              <a:ext cx="2976054" cy="249980"/>
              <a:chOff x="4203609" y="2677416"/>
              <a:chExt cx="2976054" cy="249980"/>
            </a:xfrm>
          </p:grpSpPr>
          <p:sp>
            <p:nvSpPr>
              <p:cNvPr id="20" name="矩形: 圆角 17">
                <a:extLst>
                  <a:ext uri="{FF2B5EF4-FFF2-40B4-BE49-F238E27FC236}">
                    <a16:creationId xmlns:a16="http://schemas.microsoft.com/office/drawing/2014/main" id="{0CC638D9-C8A4-21C8-1C7A-DDE85D5FC686}"/>
                  </a:ext>
                </a:extLst>
              </p:cNvPr>
              <p:cNvSpPr/>
              <p:nvPr/>
            </p:nvSpPr>
            <p:spPr>
              <a:xfrm>
                <a:off x="4203609" y="2677416"/>
                <a:ext cx="151303" cy="249980"/>
              </a:xfrm>
              <a:prstGeom prst="roundRect">
                <a:avLst/>
              </a:prstGeom>
              <a:ln>
                <a:solidFill>
                  <a:schemeClr val="tx1"/>
                </a:solidFill>
              </a:ln>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endParaRPr lang="zh-CN" altLang="en-US"/>
              </a:p>
            </p:txBody>
          </p:sp>
          <p:sp>
            <p:nvSpPr>
              <p:cNvPr id="21" name="矩形: 圆角 18">
                <a:extLst>
                  <a:ext uri="{FF2B5EF4-FFF2-40B4-BE49-F238E27FC236}">
                    <a16:creationId xmlns:a16="http://schemas.microsoft.com/office/drawing/2014/main" id="{9887AC61-C6F1-B317-BD57-91D707759266}"/>
                  </a:ext>
                </a:extLst>
              </p:cNvPr>
              <p:cNvSpPr/>
              <p:nvPr/>
            </p:nvSpPr>
            <p:spPr>
              <a:xfrm>
                <a:off x="4408637" y="2677416"/>
                <a:ext cx="151303" cy="249980"/>
              </a:xfrm>
              <a:prstGeom prst="roundRect">
                <a:avLst/>
              </a:prstGeom>
              <a:ln>
                <a:solidFill>
                  <a:schemeClr val="tx1"/>
                </a:solidFill>
              </a:ln>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endParaRPr lang="zh-CN" altLang="en-US"/>
              </a:p>
            </p:txBody>
          </p:sp>
          <p:sp>
            <p:nvSpPr>
              <p:cNvPr id="22" name="矩形: 圆角 19">
                <a:extLst>
                  <a:ext uri="{FF2B5EF4-FFF2-40B4-BE49-F238E27FC236}">
                    <a16:creationId xmlns:a16="http://schemas.microsoft.com/office/drawing/2014/main" id="{99396901-5069-53D4-3B38-D9EFBF8B70B8}"/>
                  </a:ext>
                </a:extLst>
              </p:cNvPr>
              <p:cNvSpPr/>
              <p:nvPr/>
            </p:nvSpPr>
            <p:spPr>
              <a:xfrm>
                <a:off x="4609871" y="2677416"/>
                <a:ext cx="151303" cy="249980"/>
              </a:xfrm>
              <a:prstGeom prst="roundRect">
                <a:avLst/>
              </a:prstGeom>
              <a:ln>
                <a:solidFill>
                  <a:schemeClr val="tx1"/>
                </a:solidFill>
              </a:ln>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endParaRPr lang="zh-CN" altLang="en-US"/>
              </a:p>
            </p:txBody>
          </p:sp>
          <p:sp>
            <p:nvSpPr>
              <p:cNvPr id="23" name="矩形: 圆角 20">
                <a:extLst>
                  <a:ext uri="{FF2B5EF4-FFF2-40B4-BE49-F238E27FC236}">
                    <a16:creationId xmlns:a16="http://schemas.microsoft.com/office/drawing/2014/main" id="{BD675A4C-7A6E-61F3-C115-4A20808DBCF4}"/>
                  </a:ext>
                </a:extLst>
              </p:cNvPr>
              <p:cNvSpPr/>
              <p:nvPr/>
            </p:nvSpPr>
            <p:spPr>
              <a:xfrm>
                <a:off x="4811105" y="2677416"/>
                <a:ext cx="151303" cy="249980"/>
              </a:xfrm>
              <a:prstGeom prst="roundRect">
                <a:avLst/>
              </a:prstGeom>
              <a:ln>
                <a:solidFill>
                  <a:schemeClr val="tx1"/>
                </a:solidFill>
              </a:ln>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endParaRPr lang="zh-CN" altLang="en-US"/>
              </a:p>
            </p:txBody>
          </p:sp>
          <p:sp>
            <p:nvSpPr>
              <p:cNvPr id="24" name="矩形: 圆角 21">
                <a:extLst>
                  <a:ext uri="{FF2B5EF4-FFF2-40B4-BE49-F238E27FC236}">
                    <a16:creationId xmlns:a16="http://schemas.microsoft.com/office/drawing/2014/main" id="{2B015B0B-8030-C947-8BD7-101E93EF981E}"/>
                  </a:ext>
                </a:extLst>
              </p:cNvPr>
              <p:cNvSpPr/>
              <p:nvPr/>
            </p:nvSpPr>
            <p:spPr>
              <a:xfrm>
                <a:off x="5012339" y="2677416"/>
                <a:ext cx="151303" cy="249980"/>
              </a:xfrm>
              <a:prstGeom prst="roundRect">
                <a:avLst/>
              </a:prstGeom>
              <a:solidFill>
                <a:srgbClr val="FF0000"/>
              </a:solidFill>
              <a:ln>
                <a:solidFill>
                  <a:schemeClr val="tx1"/>
                </a:solidFill>
              </a:ln>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endParaRPr lang="zh-CN" altLang="en-US"/>
              </a:p>
            </p:txBody>
          </p:sp>
          <p:sp>
            <p:nvSpPr>
              <p:cNvPr id="25" name="矩形: 圆角 22">
                <a:extLst>
                  <a:ext uri="{FF2B5EF4-FFF2-40B4-BE49-F238E27FC236}">
                    <a16:creationId xmlns:a16="http://schemas.microsoft.com/office/drawing/2014/main" id="{6FF07646-AB6B-A6F1-AD27-459C9EA1B263}"/>
                  </a:ext>
                </a:extLst>
              </p:cNvPr>
              <p:cNvSpPr/>
              <p:nvPr/>
            </p:nvSpPr>
            <p:spPr>
              <a:xfrm>
                <a:off x="5213573" y="2677416"/>
                <a:ext cx="151303" cy="249980"/>
              </a:xfrm>
              <a:prstGeom prst="roundRect">
                <a:avLst/>
              </a:prstGeom>
              <a:solidFill>
                <a:srgbClr val="FF0000"/>
              </a:solidFill>
              <a:ln>
                <a:solidFill>
                  <a:schemeClr val="tx1"/>
                </a:solidFill>
              </a:ln>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endParaRPr lang="zh-CN" altLang="en-US"/>
              </a:p>
            </p:txBody>
          </p:sp>
          <p:sp>
            <p:nvSpPr>
              <p:cNvPr id="26" name="矩形: 圆角 23">
                <a:extLst>
                  <a:ext uri="{FF2B5EF4-FFF2-40B4-BE49-F238E27FC236}">
                    <a16:creationId xmlns:a16="http://schemas.microsoft.com/office/drawing/2014/main" id="{98856BA6-28DF-F921-2AE1-B30C35FC5D47}"/>
                  </a:ext>
                </a:extLst>
              </p:cNvPr>
              <p:cNvSpPr/>
              <p:nvPr/>
            </p:nvSpPr>
            <p:spPr>
              <a:xfrm>
                <a:off x="5414807" y="2677416"/>
                <a:ext cx="151303" cy="249980"/>
              </a:xfrm>
              <a:prstGeom prst="roundRect">
                <a:avLst/>
              </a:prstGeom>
              <a:solidFill>
                <a:srgbClr val="FF0000"/>
              </a:solidFill>
              <a:ln>
                <a:solidFill>
                  <a:schemeClr val="tx1"/>
                </a:solidFill>
              </a:ln>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endParaRPr lang="zh-CN" altLang="en-US"/>
              </a:p>
            </p:txBody>
          </p:sp>
          <p:sp>
            <p:nvSpPr>
              <p:cNvPr id="27" name="矩形: 圆角 24">
                <a:extLst>
                  <a:ext uri="{FF2B5EF4-FFF2-40B4-BE49-F238E27FC236}">
                    <a16:creationId xmlns:a16="http://schemas.microsoft.com/office/drawing/2014/main" id="{B036D50D-FA2D-6C6C-4B73-A4F7AEE878A7}"/>
                  </a:ext>
                </a:extLst>
              </p:cNvPr>
              <p:cNvSpPr/>
              <p:nvPr/>
            </p:nvSpPr>
            <p:spPr>
              <a:xfrm>
                <a:off x="5616041" y="2677416"/>
                <a:ext cx="151303" cy="249980"/>
              </a:xfrm>
              <a:prstGeom prst="roundRect">
                <a:avLst/>
              </a:prstGeom>
              <a:solidFill>
                <a:srgbClr val="FF0000"/>
              </a:solidFill>
              <a:ln>
                <a:solidFill>
                  <a:schemeClr val="tx1"/>
                </a:solidFill>
              </a:ln>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endParaRPr lang="zh-CN" altLang="en-US"/>
              </a:p>
            </p:txBody>
          </p:sp>
          <p:sp>
            <p:nvSpPr>
              <p:cNvPr id="28" name="矩形: 圆角 25">
                <a:extLst>
                  <a:ext uri="{FF2B5EF4-FFF2-40B4-BE49-F238E27FC236}">
                    <a16:creationId xmlns:a16="http://schemas.microsoft.com/office/drawing/2014/main" id="{94D47CCA-7F28-BCE0-56D5-EF81365543D5}"/>
                  </a:ext>
                </a:extLst>
              </p:cNvPr>
              <p:cNvSpPr/>
              <p:nvPr/>
            </p:nvSpPr>
            <p:spPr>
              <a:xfrm>
                <a:off x="5817275" y="2677416"/>
                <a:ext cx="151303" cy="249980"/>
              </a:xfrm>
              <a:prstGeom prst="roundRect">
                <a:avLst/>
              </a:prstGeom>
              <a:solidFill>
                <a:srgbClr val="FF0000"/>
              </a:solidFill>
              <a:ln>
                <a:solidFill>
                  <a:schemeClr val="tx1"/>
                </a:solidFill>
              </a:ln>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endParaRPr lang="zh-CN" altLang="en-US" dirty="0"/>
              </a:p>
            </p:txBody>
          </p:sp>
          <p:sp>
            <p:nvSpPr>
              <p:cNvPr id="29" name="矩形: 圆角 26">
                <a:extLst>
                  <a:ext uri="{FF2B5EF4-FFF2-40B4-BE49-F238E27FC236}">
                    <a16:creationId xmlns:a16="http://schemas.microsoft.com/office/drawing/2014/main" id="{637AE9F3-64C0-33AD-1CB5-8F1ED62A0A39}"/>
                  </a:ext>
                </a:extLst>
              </p:cNvPr>
              <p:cNvSpPr/>
              <p:nvPr/>
            </p:nvSpPr>
            <p:spPr>
              <a:xfrm>
                <a:off x="6020348" y="2677416"/>
                <a:ext cx="151303" cy="249980"/>
              </a:xfrm>
              <a:prstGeom prst="roundRect">
                <a:avLst/>
              </a:prstGeom>
              <a:solidFill>
                <a:schemeClr val="accent4">
                  <a:lumMod val="60000"/>
                  <a:lumOff val="40000"/>
                </a:schemeClr>
              </a:solidFill>
              <a:ln>
                <a:solidFill>
                  <a:schemeClr val="tx1"/>
                </a:solidFill>
              </a:ln>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endParaRPr lang="zh-CN" altLang="en-US"/>
              </a:p>
            </p:txBody>
          </p:sp>
          <p:sp>
            <p:nvSpPr>
              <p:cNvPr id="30" name="矩形: 圆角 27">
                <a:extLst>
                  <a:ext uri="{FF2B5EF4-FFF2-40B4-BE49-F238E27FC236}">
                    <a16:creationId xmlns:a16="http://schemas.microsoft.com/office/drawing/2014/main" id="{D1325E68-3776-54EB-E3A6-FE7D02A0861B}"/>
                  </a:ext>
                </a:extLst>
              </p:cNvPr>
              <p:cNvSpPr/>
              <p:nvPr/>
            </p:nvSpPr>
            <p:spPr>
              <a:xfrm>
                <a:off x="6223421" y="2677416"/>
                <a:ext cx="151303" cy="249980"/>
              </a:xfrm>
              <a:prstGeom prst="roundRect">
                <a:avLst/>
              </a:prstGeom>
              <a:solidFill>
                <a:schemeClr val="accent4">
                  <a:lumMod val="60000"/>
                  <a:lumOff val="40000"/>
                </a:schemeClr>
              </a:solidFill>
              <a:ln>
                <a:solidFill>
                  <a:schemeClr val="tx1"/>
                </a:solidFill>
              </a:ln>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endParaRPr lang="zh-CN" altLang="en-US"/>
              </a:p>
            </p:txBody>
          </p:sp>
          <p:sp>
            <p:nvSpPr>
              <p:cNvPr id="31" name="矩形: 圆角 28">
                <a:extLst>
                  <a:ext uri="{FF2B5EF4-FFF2-40B4-BE49-F238E27FC236}">
                    <a16:creationId xmlns:a16="http://schemas.microsoft.com/office/drawing/2014/main" id="{3B8DD1B2-1608-9020-887D-21B091F365F8}"/>
                  </a:ext>
                </a:extLst>
              </p:cNvPr>
              <p:cNvSpPr/>
              <p:nvPr/>
            </p:nvSpPr>
            <p:spPr>
              <a:xfrm>
                <a:off x="6424658" y="2677416"/>
                <a:ext cx="151303" cy="249980"/>
              </a:xfrm>
              <a:prstGeom prst="roundRect">
                <a:avLst/>
              </a:prstGeom>
              <a:solidFill>
                <a:schemeClr val="accent4">
                  <a:lumMod val="60000"/>
                  <a:lumOff val="40000"/>
                </a:schemeClr>
              </a:solidFill>
              <a:ln>
                <a:solidFill>
                  <a:schemeClr val="tx1"/>
                </a:solidFill>
              </a:ln>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endParaRPr lang="zh-CN" altLang="en-US" dirty="0"/>
              </a:p>
            </p:txBody>
          </p:sp>
          <p:sp>
            <p:nvSpPr>
              <p:cNvPr id="32" name="矩形: 圆角 29">
                <a:extLst>
                  <a:ext uri="{FF2B5EF4-FFF2-40B4-BE49-F238E27FC236}">
                    <a16:creationId xmlns:a16="http://schemas.microsoft.com/office/drawing/2014/main" id="{B7AD5497-8B34-A283-E141-F4F091381A84}"/>
                  </a:ext>
                </a:extLst>
              </p:cNvPr>
              <p:cNvSpPr/>
              <p:nvPr/>
            </p:nvSpPr>
            <p:spPr>
              <a:xfrm>
                <a:off x="6625892" y="2677416"/>
                <a:ext cx="151303" cy="249980"/>
              </a:xfrm>
              <a:prstGeom prst="roundRect">
                <a:avLst/>
              </a:prstGeom>
              <a:solidFill>
                <a:schemeClr val="accent4">
                  <a:lumMod val="60000"/>
                  <a:lumOff val="40000"/>
                </a:schemeClr>
              </a:solidFill>
              <a:ln>
                <a:solidFill>
                  <a:schemeClr val="tx1"/>
                </a:solidFill>
              </a:ln>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endParaRPr lang="zh-CN" altLang="en-US"/>
              </a:p>
            </p:txBody>
          </p:sp>
          <p:sp>
            <p:nvSpPr>
              <p:cNvPr id="33" name="矩形: 圆角 30">
                <a:extLst>
                  <a:ext uri="{FF2B5EF4-FFF2-40B4-BE49-F238E27FC236}">
                    <a16:creationId xmlns:a16="http://schemas.microsoft.com/office/drawing/2014/main" id="{40D6BBB0-F188-6985-A41B-7E2BD9591232}"/>
                  </a:ext>
                </a:extLst>
              </p:cNvPr>
              <p:cNvSpPr/>
              <p:nvPr/>
            </p:nvSpPr>
            <p:spPr>
              <a:xfrm>
                <a:off x="6827126" y="2677416"/>
                <a:ext cx="151303" cy="249980"/>
              </a:xfrm>
              <a:prstGeom prst="roundRect">
                <a:avLst/>
              </a:prstGeom>
              <a:solidFill>
                <a:schemeClr val="accent4">
                  <a:lumMod val="60000"/>
                  <a:lumOff val="40000"/>
                </a:schemeClr>
              </a:solidFill>
              <a:ln>
                <a:solidFill>
                  <a:schemeClr val="tx1"/>
                </a:solidFill>
              </a:ln>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endParaRPr lang="zh-CN" altLang="en-US"/>
              </a:p>
            </p:txBody>
          </p:sp>
          <p:sp>
            <p:nvSpPr>
              <p:cNvPr id="34" name="矩形: 圆角 31">
                <a:extLst>
                  <a:ext uri="{FF2B5EF4-FFF2-40B4-BE49-F238E27FC236}">
                    <a16:creationId xmlns:a16="http://schemas.microsoft.com/office/drawing/2014/main" id="{8D9E1734-D281-480A-19A3-95FBB1170C62}"/>
                  </a:ext>
                </a:extLst>
              </p:cNvPr>
              <p:cNvSpPr/>
              <p:nvPr/>
            </p:nvSpPr>
            <p:spPr>
              <a:xfrm>
                <a:off x="7028360" y="2677416"/>
                <a:ext cx="151303" cy="249980"/>
              </a:xfrm>
              <a:prstGeom prst="roundRect">
                <a:avLst/>
              </a:prstGeom>
              <a:solidFill>
                <a:schemeClr val="accent4">
                  <a:lumMod val="60000"/>
                  <a:lumOff val="40000"/>
                </a:schemeClr>
              </a:solidFill>
              <a:ln>
                <a:solidFill>
                  <a:schemeClr val="tx1"/>
                </a:solidFill>
              </a:ln>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endParaRPr lang="zh-CN" altLang="en-US"/>
              </a:p>
            </p:txBody>
          </p:sp>
        </p:grpSp>
        <p:cxnSp>
          <p:nvCxnSpPr>
            <p:cNvPr id="12" name="直接箭头连接符 9">
              <a:extLst>
                <a:ext uri="{FF2B5EF4-FFF2-40B4-BE49-F238E27FC236}">
                  <a16:creationId xmlns:a16="http://schemas.microsoft.com/office/drawing/2014/main" id="{55F27616-2821-B9E1-0FA4-A0669B7A5275}"/>
                </a:ext>
              </a:extLst>
            </p:cNvPr>
            <p:cNvCxnSpPr/>
            <p:nvPr/>
          </p:nvCxnSpPr>
          <p:spPr>
            <a:xfrm flipV="1">
              <a:off x="6026007" y="2145704"/>
              <a:ext cx="7335" cy="434176"/>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
          <p:nvSpPr>
            <p:cNvPr id="13" name="左大括号 10">
              <a:extLst>
                <a:ext uri="{FF2B5EF4-FFF2-40B4-BE49-F238E27FC236}">
                  <a16:creationId xmlns:a16="http://schemas.microsoft.com/office/drawing/2014/main" id="{4907B8DF-E5C0-EBD5-3731-AFF4F2088A91}"/>
                </a:ext>
              </a:extLst>
            </p:cNvPr>
            <p:cNvSpPr/>
            <p:nvPr/>
          </p:nvSpPr>
          <p:spPr>
            <a:xfrm rot="16200000">
              <a:off x="5343809" y="2161428"/>
              <a:ext cx="98163" cy="1820117"/>
            </a:xfrm>
            <a:prstGeom prst="leftBrace">
              <a:avLst/>
            </a:prstGeom>
            <a:ln>
              <a:solidFill>
                <a:schemeClr val="tx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sp>
          <p:nvSpPr>
            <p:cNvPr id="14" name="左大括号 11">
              <a:extLst>
                <a:ext uri="{FF2B5EF4-FFF2-40B4-BE49-F238E27FC236}">
                  <a16:creationId xmlns:a16="http://schemas.microsoft.com/office/drawing/2014/main" id="{9C892CFE-A1C4-159F-F571-EC42A1EE76F1}"/>
                </a:ext>
              </a:extLst>
            </p:cNvPr>
            <p:cNvSpPr/>
            <p:nvPr/>
          </p:nvSpPr>
          <p:spPr>
            <a:xfrm rot="16200000">
              <a:off x="6885297" y="2491829"/>
              <a:ext cx="98163" cy="1159316"/>
            </a:xfrm>
            <a:prstGeom prst="leftBrace">
              <a:avLst/>
            </a:prstGeom>
            <a:ln>
              <a:solidFill>
                <a:schemeClr val="tx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sp>
          <p:nvSpPr>
            <p:cNvPr id="15" name="文本框 12">
              <a:extLst>
                <a:ext uri="{FF2B5EF4-FFF2-40B4-BE49-F238E27FC236}">
                  <a16:creationId xmlns:a16="http://schemas.microsoft.com/office/drawing/2014/main" id="{9AAF4E03-5DDF-7420-D2B5-8CE61B6A097D}"/>
                </a:ext>
              </a:extLst>
            </p:cNvPr>
            <p:cNvSpPr txBox="1"/>
            <p:nvPr/>
          </p:nvSpPr>
          <p:spPr>
            <a:xfrm>
              <a:off x="4919276" y="3177341"/>
              <a:ext cx="1006170" cy="246221"/>
            </a:xfrm>
            <a:prstGeom prst="rect">
              <a:avLst/>
            </a:prstGeom>
            <a:noFill/>
          </p:spPr>
          <p:txBody>
            <a:bodyPr wrap="square" rtlCol="0">
              <a:spAutoFit/>
            </a:bodyPr>
            <a:lstStyle/>
            <a:p>
              <a:r>
                <a:rPr lang="en-US" altLang="zh-CN" sz="1000" dirty="0"/>
                <a:t>Tube Patches</a:t>
              </a:r>
              <a:endParaRPr lang="zh-CN" altLang="en-US" sz="1000" dirty="0"/>
            </a:p>
          </p:txBody>
        </p:sp>
        <p:sp>
          <p:nvSpPr>
            <p:cNvPr id="16" name="文本框 13">
              <a:extLst>
                <a:ext uri="{FF2B5EF4-FFF2-40B4-BE49-F238E27FC236}">
                  <a16:creationId xmlns:a16="http://schemas.microsoft.com/office/drawing/2014/main" id="{69A2A85F-0FB3-65CD-3394-C0EE14C98792}"/>
                </a:ext>
              </a:extLst>
            </p:cNvPr>
            <p:cNvSpPr txBox="1"/>
            <p:nvPr/>
          </p:nvSpPr>
          <p:spPr>
            <a:xfrm>
              <a:off x="6507864" y="3177340"/>
              <a:ext cx="1006170" cy="246221"/>
            </a:xfrm>
            <a:prstGeom prst="rect">
              <a:avLst/>
            </a:prstGeom>
            <a:noFill/>
          </p:spPr>
          <p:txBody>
            <a:bodyPr wrap="square" rtlCol="0">
              <a:spAutoFit/>
            </a:bodyPr>
            <a:lstStyle/>
            <a:p>
              <a:r>
                <a:rPr lang="en-US" altLang="zh-CN" sz="1000" dirty="0"/>
                <a:t>2D Patches</a:t>
              </a:r>
              <a:endParaRPr lang="zh-CN" altLang="en-US" sz="1000" dirty="0"/>
            </a:p>
          </p:txBody>
        </p:sp>
        <p:cxnSp>
          <p:nvCxnSpPr>
            <p:cNvPr id="17" name="直接箭头连接符 14">
              <a:extLst>
                <a:ext uri="{FF2B5EF4-FFF2-40B4-BE49-F238E27FC236}">
                  <a16:creationId xmlns:a16="http://schemas.microsoft.com/office/drawing/2014/main" id="{0B8FBC2E-5D83-EC25-0D3E-4E96E6B43047}"/>
                </a:ext>
              </a:extLst>
            </p:cNvPr>
            <p:cNvCxnSpPr>
              <a:cxnSpLocks/>
            </p:cNvCxnSpPr>
            <p:nvPr/>
          </p:nvCxnSpPr>
          <p:spPr>
            <a:xfrm flipV="1">
              <a:off x="6026007" y="3120569"/>
              <a:ext cx="1" cy="302992"/>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
          <p:nvSpPr>
            <p:cNvPr id="18" name="文本框 15">
              <a:extLst>
                <a:ext uri="{FF2B5EF4-FFF2-40B4-BE49-F238E27FC236}">
                  <a16:creationId xmlns:a16="http://schemas.microsoft.com/office/drawing/2014/main" id="{54251059-A018-D015-12D8-5187173AE90B}"/>
                </a:ext>
              </a:extLst>
            </p:cNvPr>
            <p:cNvSpPr txBox="1"/>
            <p:nvPr/>
          </p:nvSpPr>
          <p:spPr>
            <a:xfrm>
              <a:off x="4537980" y="3439654"/>
              <a:ext cx="2926161" cy="276999"/>
            </a:xfrm>
            <a:prstGeom prst="rect">
              <a:avLst/>
            </a:prstGeom>
            <a:noFill/>
          </p:spPr>
          <p:txBody>
            <a:bodyPr wrap="square" rtlCol="0">
              <a:spAutoFit/>
            </a:bodyPr>
            <a:lstStyle/>
            <a:p>
              <a:pPr algn="ctr"/>
              <a:r>
                <a:rPr lang="en-US" altLang="zh-CN" sz="1200" dirty="0"/>
                <a:t>+</a:t>
              </a:r>
              <a:r>
                <a:rPr lang="zh-CN" altLang="en-US" sz="1200" dirty="0"/>
                <a:t>位置编码（固定余弦</a:t>
              </a:r>
              <a:r>
                <a:rPr lang="en-US" altLang="zh-CN" sz="1200" dirty="0"/>
                <a:t>/</a:t>
              </a:r>
              <a:r>
                <a:rPr lang="zh-CN" altLang="en-US" sz="1200" dirty="0"/>
                <a:t>正弦）</a:t>
              </a:r>
            </a:p>
          </p:txBody>
        </p:sp>
        <p:cxnSp>
          <p:nvCxnSpPr>
            <p:cNvPr id="19" name="直接箭头连接符 16">
              <a:extLst>
                <a:ext uri="{FF2B5EF4-FFF2-40B4-BE49-F238E27FC236}">
                  <a16:creationId xmlns:a16="http://schemas.microsoft.com/office/drawing/2014/main" id="{EDC8D5C2-1707-11C5-393B-752E5ED07577}"/>
                </a:ext>
              </a:extLst>
            </p:cNvPr>
            <p:cNvCxnSpPr>
              <a:cxnSpLocks/>
            </p:cNvCxnSpPr>
            <p:nvPr/>
          </p:nvCxnSpPr>
          <p:spPr>
            <a:xfrm flipV="1">
              <a:off x="6026006" y="3718297"/>
              <a:ext cx="1" cy="302992"/>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grpSp>
      <p:sp>
        <p:nvSpPr>
          <p:cNvPr id="36" name="TextBox 35">
            <a:extLst>
              <a:ext uri="{FF2B5EF4-FFF2-40B4-BE49-F238E27FC236}">
                <a16:creationId xmlns:a16="http://schemas.microsoft.com/office/drawing/2014/main" id="{E11F1091-54B6-CF96-42B7-016C70656CA5}"/>
              </a:ext>
            </a:extLst>
          </p:cNvPr>
          <p:cNvSpPr txBox="1"/>
          <p:nvPr/>
        </p:nvSpPr>
        <p:spPr>
          <a:xfrm>
            <a:off x="194481" y="6238416"/>
            <a:ext cx="6093724" cy="461665"/>
          </a:xfrm>
          <a:prstGeom prst="rect">
            <a:avLst/>
          </a:prstGeom>
          <a:noFill/>
        </p:spPr>
        <p:txBody>
          <a:bodyPr wrap="square">
            <a:spAutoFit/>
          </a:bodyPr>
          <a:lstStyle/>
          <a:p>
            <a:r>
              <a:rPr lang="en-US" sz="1200" b="0" i="0" dirty="0">
                <a:solidFill>
                  <a:srgbClr val="222222"/>
                </a:solidFill>
                <a:effectLst/>
                <a:latin typeface="Arial" panose="020B0604020202020204" pitchFamily="34" charset="0"/>
              </a:rPr>
              <a:t>Piergiovanni, A. J., Weicheng Kuo, and Anelia Angelova. "Rethinking video vits: Sparse video tubes for joint image and video learning." CVPR</a:t>
            </a:r>
            <a:r>
              <a:rPr lang="en-US" altLang="zh-CN" sz="1200" b="0" i="0" dirty="0">
                <a:solidFill>
                  <a:srgbClr val="222222"/>
                </a:solidFill>
                <a:effectLst/>
                <a:latin typeface="Arial" panose="020B0604020202020204" pitchFamily="34" charset="0"/>
              </a:rPr>
              <a:t>-2023</a:t>
            </a:r>
            <a:endParaRPr lang="en-US" sz="1200" dirty="0"/>
          </a:p>
        </p:txBody>
      </p:sp>
      <p:cxnSp>
        <p:nvCxnSpPr>
          <p:cNvPr id="37" name="Curved Connector 36">
            <a:extLst>
              <a:ext uri="{FF2B5EF4-FFF2-40B4-BE49-F238E27FC236}">
                <a16:creationId xmlns:a16="http://schemas.microsoft.com/office/drawing/2014/main" id="{779C24FF-2024-8353-9888-FAC246998AF7}"/>
              </a:ext>
            </a:extLst>
          </p:cNvPr>
          <p:cNvCxnSpPr>
            <a:stCxn id="20" idx="2"/>
          </p:cNvCxnSpPr>
          <p:nvPr/>
        </p:nvCxnSpPr>
        <p:spPr>
          <a:xfrm rot="5400000">
            <a:off x="6079110" y="4027293"/>
            <a:ext cx="1825768" cy="702702"/>
          </a:xfrm>
          <a:prstGeom prst="curvedConnector3">
            <a:avLst/>
          </a:prstGeom>
          <a:ln w="22225">
            <a:solidFill>
              <a:schemeClr val="accent6"/>
            </a:solidFill>
            <a:headEnd type="triangle"/>
            <a:tailEnd type="none"/>
          </a:ln>
        </p:spPr>
        <p:style>
          <a:lnRef idx="1">
            <a:schemeClr val="accent1"/>
          </a:lnRef>
          <a:fillRef idx="0">
            <a:schemeClr val="accent1"/>
          </a:fillRef>
          <a:effectRef idx="0">
            <a:schemeClr val="accent1"/>
          </a:effectRef>
          <a:fontRef idx="minor">
            <a:schemeClr val="tx1"/>
          </a:fontRef>
        </p:style>
      </p:cxnSp>
      <p:cxnSp>
        <p:nvCxnSpPr>
          <p:cNvPr id="38" name="Curved Connector 37">
            <a:extLst>
              <a:ext uri="{FF2B5EF4-FFF2-40B4-BE49-F238E27FC236}">
                <a16:creationId xmlns:a16="http://schemas.microsoft.com/office/drawing/2014/main" id="{72F3A0CB-4189-8D61-415B-21F2D7C05B19}"/>
              </a:ext>
            </a:extLst>
          </p:cNvPr>
          <p:cNvCxnSpPr>
            <a:cxnSpLocks/>
            <a:stCxn id="25" idx="2"/>
          </p:cNvCxnSpPr>
          <p:nvPr/>
        </p:nvCxnSpPr>
        <p:spPr>
          <a:xfrm rot="16200000" flipH="1">
            <a:off x="7810515" y="4008554"/>
            <a:ext cx="1211171" cy="125582"/>
          </a:xfrm>
          <a:prstGeom prst="curvedConnector3">
            <a:avLst/>
          </a:prstGeom>
          <a:ln w="22225">
            <a:solidFill>
              <a:srgbClr val="FF0000"/>
            </a:solidFill>
            <a:headEnd type="triangle"/>
            <a:tailEnd type="none"/>
          </a:ln>
        </p:spPr>
        <p:style>
          <a:lnRef idx="1">
            <a:schemeClr val="accent1"/>
          </a:lnRef>
          <a:fillRef idx="0">
            <a:schemeClr val="accent1"/>
          </a:fillRef>
          <a:effectRef idx="0">
            <a:schemeClr val="accent1"/>
          </a:effectRef>
          <a:fontRef idx="minor">
            <a:schemeClr val="tx1"/>
          </a:fontRef>
        </p:style>
      </p:cxnSp>
      <p:cxnSp>
        <p:nvCxnSpPr>
          <p:cNvPr id="41" name="Curved Connector 40">
            <a:extLst>
              <a:ext uri="{FF2B5EF4-FFF2-40B4-BE49-F238E27FC236}">
                <a16:creationId xmlns:a16="http://schemas.microsoft.com/office/drawing/2014/main" id="{AD944E1E-4C59-7AF8-65A0-7FDB44CD8A19}"/>
              </a:ext>
            </a:extLst>
          </p:cNvPr>
          <p:cNvCxnSpPr>
            <a:cxnSpLocks/>
            <a:stCxn id="34" idx="2"/>
          </p:cNvCxnSpPr>
          <p:nvPr/>
        </p:nvCxnSpPr>
        <p:spPr>
          <a:xfrm rot="16200000" flipH="1">
            <a:off x="9822455" y="3811400"/>
            <a:ext cx="1211173" cy="519891"/>
          </a:xfrm>
          <a:prstGeom prst="curvedConnector3">
            <a:avLst>
              <a:gd name="adj1" fmla="val 50000"/>
            </a:avLst>
          </a:prstGeom>
          <a:ln w="22225">
            <a:solidFill>
              <a:schemeClr val="accent4"/>
            </a:solidFill>
            <a:headEnd type="triangle"/>
            <a:tailEnd type="non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693809505"/>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show="0">
  <p:cSld>
    <p:spTree>
      <p:nvGrpSpPr>
        <p:cNvPr id="1" name="">
          <a:extLst>
            <a:ext uri="{FF2B5EF4-FFF2-40B4-BE49-F238E27FC236}">
              <a16:creationId xmlns:a16="http://schemas.microsoft.com/office/drawing/2014/main" id="{0D3F09E7-FEF5-8704-759D-89BA9916CC7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A49F697-15D3-25B3-D3EA-C9DE398E2C6F}"/>
              </a:ext>
            </a:extLst>
          </p:cNvPr>
          <p:cNvSpPr>
            <a:spLocks noGrp="1"/>
          </p:cNvSpPr>
          <p:nvPr>
            <p:ph type="title"/>
          </p:nvPr>
        </p:nvSpPr>
        <p:spPr/>
        <p:txBody>
          <a:bodyPr/>
          <a:lstStyle/>
          <a:p>
            <a:r>
              <a:rPr lang="zh-CN" altLang="en-US" dirty="0"/>
              <a:t>其他种类的</a:t>
            </a:r>
            <a:r>
              <a:rPr lang="en-US" altLang="zh-CN" dirty="0"/>
              <a:t>Tokens</a:t>
            </a:r>
            <a:endParaRPr lang="en-US" dirty="0">
              <a:solidFill>
                <a:srgbClr val="FF0000"/>
              </a:solidFill>
            </a:endParaRPr>
          </a:p>
        </p:txBody>
      </p:sp>
      <p:sp>
        <p:nvSpPr>
          <p:cNvPr id="3" name="Content Placeholder 2">
            <a:extLst>
              <a:ext uri="{FF2B5EF4-FFF2-40B4-BE49-F238E27FC236}">
                <a16:creationId xmlns:a16="http://schemas.microsoft.com/office/drawing/2014/main" id="{766F0022-2983-74E5-7AF8-D17A6E87B70C}"/>
              </a:ext>
            </a:extLst>
          </p:cNvPr>
          <p:cNvSpPr>
            <a:spLocks noGrp="1"/>
          </p:cNvSpPr>
          <p:nvPr>
            <p:ph idx="1"/>
          </p:nvPr>
        </p:nvSpPr>
        <p:spPr>
          <a:xfrm>
            <a:off x="838200" y="963386"/>
            <a:ext cx="6477000" cy="3695111"/>
          </a:xfrm>
        </p:spPr>
        <p:txBody>
          <a:bodyPr>
            <a:noAutofit/>
          </a:bodyPr>
          <a:lstStyle/>
          <a:p>
            <a:pPr indent="-457200">
              <a:lnSpc>
                <a:spcPct val="180000"/>
              </a:lnSpc>
              <a:spcBef>
                <a:spcPts val="0"/>
              </a:spcBef>
              <a:buFont typeface="Wingdings" panose="05000000000000000000" pitchFamily="2" charset="2"/>
              <a:buChar char="p"/>
            </a:pPr>
            <a:r>
              <a:rPr lang="zh-CN" altLang="en-US" dirty="0"/>
              <a:t>概念</a:t>
            </a:r>
          </a:p>
          <a:p>
            <a:pPr lvl="2" indent="-457200">
              <a:lnSpc>
                <a:spcPct val="180000"/>
              </a:lnSpc>
              <a:spcBef>
                <a:spcPts val="0"/>
              </a:spcBef>
              <a:buFont typeface="Wingdings" panose="05000000000000000000" pitchFamily="2" charset="2"/>
              <a:buChar char="p"/>
            </a:pPr>
            <a:r>
              <a:rPr lang="zh-CN" altLang="en-US" dirty="0"/>
              <a:t>文本被映射到概念中（例如，高维向量）</a:t>
            </a:r>
          </a:p>
          <a:p>
            <a:pPr lvl="2" indent="-457200">
              <a:lnSpc>
                <a:spcPct val="180000"/>
              </a:lnSpc>
              <a:spcBef>
                <a:spcPts val="0"/>
              </a:spcBef>
              <a:buFont typeface="Wingdings" panose="05000000000000000000" pitchFamily="2" charset="2"/>
              <a:buChar char="p"/>
            </a:pPr>
            <a:r>
              <a:rPr lang="zh-CN" altLang="en-US" dirty="0"/>
              <a:t>概念被输入到</a:t>
            </a:r>
            <a:r>
              <a:rPr lang="en-US" altLang="zh-CN" dirty="0"/>
              <a:t>Transformer</a:t>
            </a:r>
          </a:p>
          <a:p>
            <a:pPr indent="-457200">
              <a:lnSpc>
                <a:spcPct val="180000"/>
              </a:lnSpc>
              <a:spcBef>
                <a:spcPts val="0"/>
              </a:spcBef>
              <a:buFont typeface="Wingdings" panose="05000000000000000000" pitchFamily="2" charset="2"/>
              <a:buChar char="p"/>
            </a:pPr>
            <a:r>
              <a:rPr lang="zh-CN" altLang="en-US" dirty="0"/>
              <a:t>思想</a:t>
            </a:r>
          </a:p>
          <a:p>
            <a:pPr lvl="2" indent="-457200">
              <a:lnSpc>
                <a:spcPct val="180000"/>
              </a:lnSpc>
              <a:spcBef>
                <a:spcPts val="0"/>
              </a:spcBef>
              <a:buFont typeface="Wingdings" panose="05000000000000000000" pitchFamily="2" charset="2"/>
              <a:buChar char="p"/>
            </a:pPr>
            <a:r>
              <a:rPr lang="zh-CN" altLang="en-US" dirty="0"/>
              <a:t>隐藏的</a:t>
            </a:r>
            <a:r>
              <a:rPr lang="en-US" altLang="zh-CN" dirty="0"/>
              <a:t>Token</a:t>
            </a:r>
            <a:endParaRPr lang="zh-CN" altLang="en-US" dirty="0"/>
          </a:p>
          <a:p>
            <a:pPr lvl="2" indent="-457200">
              <a:lnSpc>
                <a:spcPct val="180000"/>
              </a:lnSpc>
              <a:spcBef>
                <a:spcPts val="0"/>
              </a:spcBef>
              <a:buFont typeface="Wingdings" panose="05000000000000000000" pitchFamily="2" charset="2"/>
              <a:buChar char="p"/>
            </a:pPr>
            <a:r>
              <a:rPr lang="zh-CN" altLang="en-US" dirty="0"/>
              <a:t>表示推理过程</a:t>
            </a:r>
            <a:endParaRPr lang="en-US" dirty="0"/>
          </a:p>
        </p:txBody>
      </p:sp>
      <p:grpSp>
        <p:nvGrpSpPr>
          <p:cNvPr id="6" name="组合 82">
            <a:extLst>
              <a:ext uri="{FF2B5EF4-FFF2-40B4-BE49-F238E27FC236}">
                <a16:creationId xmlns:a16="http://schemas.microsoft.com/office/drawing/2014/main" id="{60B64C16-EE30-BAFA-D851-78FD1719D893}"/>
              </a:ext>
            </a:extLst>
          </p:cNvPr>
          <p:cNvGrpSpPr/>
          <p:nvPr/>
        </p:nvGrpSpPr>
        <p:grpSpPr>
          <a:xfrm>
            <a:off x="523712" y="4578221"/>
            <a:ext cx="7777573" cy="2141952"/>
            <a:chOff x="1504214" y="1866377"/>
            <a:chExt cx="7777573" cy="2141952"/>
          </a:xfrm>
        </p:grpSpPr>
        <p:sp>
          <p:nvSpPr>
            <p:cNvPr id="8" name="矩形: 圆角 3">
              <a:extLst>
                <a:ext uri="{FF2B5EF4-FFF2-40B4-BE49-F238E27FC236}">
                  <a16:creationId xmlns:a16="http://schemas.microsoft.com/office/drawing/2014/main" id="{5557807F-C423-14F3-BBA4-29FD218CC7B1}"/>
                </a:ext>
              </a:extLst>
            </p:cNvPr>
            <p:cNvSpPr/>
            <p:nvPr/>
          </p:nvSpPr>
          <p:spPr>
            <a:xfrm>
              <a:off x="2511468" y="1866377"/>
              <a:ext cx="3244242" cy="2141952"/>
            </a:xfrm>
            <a:prstGeom prst="roundRect">
              <a:avLst/>
            </a:prstGeom>
            <a:solidFill>
              <a:schemeClr val="tx2">
                <a:lumMod val="20000"/>
                <a:lumOff val="8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9" name="矩形: 圆角 4">
              <a:extLst>
                <a:ext uri="{FF2B5EF4-FFF2-40B4-BE49-F238E27FC236}">
                  <a16:creationId xmlns:a16="http://schemas.microsoft.com/office/drawing/2014/main" id="{776F4681-5332-C27A-5A4D-E067C2544936}"/>
                </a:ext>
              </a:extLst>
            </p:cNvPr>
            <p:cNvSpPr/>
            <p:nvPr/>
          </p:nvSpPr>
          <p:spPr>
            <a:xfrm>
              <a:off x="6037545" y="1866377"/>
              <a:ext cx="3244242" cy="2141952"/>
            </a:xfrm>
            <a:prstGeom prst="roundRect">
              <a:avLst/>
            </a:prstGeom>
            <a:solidFill>
              <a:schemeClr val="tx2">
                <a:lumMod val="20000"/>
                <a:lumOff val="8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 name="文本框 7">
              <a:extLst>
                <a:ext uri="{FF2B5EF4-FFF2-40B4-BE49-F238E27FC236}">
                  <a16:creationId xmlns:a16="http://schemas.microsoft.com/office/drawing/2014/main" id="{B4A8B2CB-17B5-7401-5657-F193D9475904}"/>
                </a:ext>
              </a:extLst>
            </p:cNvPr>
            <p:cNvSpPr txBox="1"/>
            <p:nvPr/>
          </p:nvSpPr>
          <p:spPr>
            <a:xfrm>
              <a:off x="2668043" y="1866377"/>
              <a:ext cx="1922746" cy="276999"/>
            </a:xfrm>
            <a:prstGeom prst="rect">
              <a:avLst/>
            </a:prstGeom>
            <a:noFill/>
          </p:spPr>
          <p:txBody>
            <a:bodyPr wrap="square" rtlCol="0">
              <a:spAutoFit/>
            </a:bodyPr>
            <a:lstStyle/>
            <a:p>
              <a:r>
                <a:rPr lang="en-US" altLang="zh-CN" sz="1200" dirty="0"/>
                <a:t>Chain-of-Thought</a:t>
              </a:r>
              <a:r>
                <a:rPr lang="zh-CN" altLang="en-US" sz="1200" dirty="0"/>
                <a:t> </a:t>
              </a:r>
              <a:r>
                <a:rPr lang="en-US" altLang="zh-CN" sz="1200" dirty="0"/>
                <a:t>(</a:t>
              </a:r>
              <a:r>
                <a:rPr lang="en-US" altLang="zh-CN" sz="1200" dirty="0" err="1"/>
                <a:t>CoT</a:t>
              </a:r>
              <a:r>
                <a:rPr lang="en-US" altLang="zh-CN" sz="1200" dirty="0"/>
                <a:t>)</a:t>
              </a:r>
              <a:endParaRPr lang="zh-CN" altLang="en-US" sz="1200" dirty="0"/>
            </a:p>
          </p:txBody>
        </p:sp>
        <p:sp>
          <p:nvSpPr>
            <p:cNvPr id="11" name="文本框 8">
              <a:extLst>
                <a:ext uri="{FF2B5EF4-FFF2-40B4-BE49-F238E27FC236}">
                  <a16:creationId xmlns:a16="http://schemas.microsoft.com/office/drawing/2014/main" id="{234FF780-9C42-15AA-5D37-A0608E96C574}"/>
                </a:ext>
              </a:extLst>
            </p:cNvPr>
            <p:cNvSpPr txBox="1"/>
            <p:nvPr/>
          </p:nvSpPr>
          <p:spPr>
            <a:xfrm>
              <a:off x="6194119" y="1866377"/>
              <a:ext cx="3009335" cy="276999"/>
            </a:xfrm>
            <a:prstGeom prst="rect">
              <a:avLst/>
            </a:prstGeom>
            <a:noFill/>
          </p:spPr>
          <p:txBody>
            <a:bodyPr wrap="square" rtlCol="0">
              <a:spAutoFit/>
            </a:bodyPr>
            <a:lstStyle/>
            <a:p>
              <a:r>
                <a:rPr lang="en-US" altLang="zh-CN" sz="1200" dirty="0"/>
                <a:t>Chain of Continuous Thought</a:t>
              </a:r>
              <a:r>
                <a:rPr lang="zh-CN" altLang="en-US" sz="1200" dirty="0"/>
                <a:t> </a:t>
              </a:r>
              <a:r>
                <a:rPr lang="en-US" altLang="zh-CN" sz="1200" dirty="0"/>
                <a:t>(</a:t>
              </a:r>
              <a:r>
                <a:rPr lang="en-US" altLang="zh-CN" sz="1200" dirty="0" err="1"/>
                <a:t>Cocount</a:t>
              </a:r>
              <a:r>
                <a:rPr lang="en-US" altLang="zh-CN" sz="1200" dirty="0"/>
                <a:t>)</a:t>
              </a:r>
              <a:endParaRPr lang="zh-CN" altLang="en-US" sz="1200" dirty="0"/>
            </a:p>
          </p:txBody>
        </p:sp>
        <p:sp>
          <p:nvSpPr>
            <p:cNvPr id="12" name="文本框 9">
              <a:extLst>
                <a:ext uri="{FF2B5EF4-FFF2-40B4-BE49-F238E27FC236}">
                  <a16:creationId xmlns:a16="http://schemas.microsoft.com/office/drawing/2014/main" id="{6193E668-7AC4-6D91-D5C2-CC8E5D54F0EF}"/>
                </a:ext>
              </a:extLst>
            </p:cNvPr>
            <p:cNvSpPr txBox="1"/>
            <p:nvPr/>
          </p:nvSpPr>
          <p:spPr>
            <a:xfrm>
              <a:off x="1504214" y="2185686"/>
              <a:ext cx="998952" cy="584775"/>
            </a:xfrm>
            <a:prstGeom prst="rect">
              <a:avLst/>
            </a:prstGeom>
            <a:noFill/>
          </p:spPr>
          <p:txBody>
            <a:bodyPr wrap="square" rtlCol="0">
              <a:spAutoFit/>
            </a:bodyPr>
            <a:lstStyle/>
            <a:p>
              <a:r>
                <a:rPr lang="en-US" altLang="zh-CN" sz="800" dirty="0"/>
                <a:t>Output token</a:t>
              </a:r>
            </a:p>
            <a:p>
              <a:endParaRPr lang="en-US" altLang="zh-CN" sz="800" dirty="0"/>
            </a:p>
            <a:p>
              <a:r>
                <a:rPr lang="en-US" altLang="zh-CN" sz="800" dirty="0"/>
                <a:t>(sampling)</a:t>
              </a:r>
            </a:p>
            <a:p>
              <a:r>
                <a:rPr lang="en-US" altLang="zh-CN" sz="800" dirty="0"/>
                <a:t>Last hidden state</a:t>
              </a:r>
              <a:endParaRPr lang="zh-CN" altLang="en-US" sz="800" dirty="0"/>
            </a:p>
          </p:txBody>
        </p:sp>
        <p:sp>
          <p:nvSpPr>
            <p:cNvPr id="13" name="文本框 10">
              <a:extLst>
                <a:ext uri="{FF2B5EF4-FFF2-40B4-BE49-F238E27FC236}">
                  <a16:creationId xmlns:a16="http://schemas.microsoft.com/office/drawing/2014/main" id="{454E2D5E-5661-A05B-6C14-06D43201DD80}"/>
                </a:ext>
              </a:extLst>
            </p:cNvPr>
            <p:cNvSpPr txBox="1"/>
            <p:nvPr/>
          </p:nvSpPr>
          <p:spPr>
            <a:xfrm>
              <a:off x="1521912" y="3366369"/>
              <a:ext cx="989556" cy="461665"/>
            </a:xfrm>
            <a:prstGeom prst="rect">
              <a:avLst/>
            </a:prstGeom>
            <a:noFill/>
          </p:spPr>
          <p:txBody>
            <a:bodyPr wrap="square" rtlCol="0">
              <a:spAutoFit/>
            </a:bodyPr>
            <a:lstStyle/>
            <a:p>
              <a:r>
                <a:rPr lang="en-US" altLang="zh-CN" sz="800" dirty="0"/>
                <a:t>Input embedding</a:t>
              </a:r>
            </a:p>
            <a:p>
              <a:endParaRPr lang="en-US" altLang="zh-CN" sz="800" dirty="0"/>
            </a:p>
            <a:p>
              <a:r>
                <a:rPr lang="en-US" altLang="zh-CN" sz="800" dirty="0"/>
                <a:t>Input token</a:t>
              </a:r>
              <a:endParaRPr lang="zh-CN" altLang="en-US" sz="800" dirty="0"/>
            </a:p>
          </p:txBody>
        </p:sp>
        <p:sp>
          <p:nvSpPr>
            <p:cNvPr id="14" name="矩形: 圆角 11">
              <a:extLst>
                <a:ext uri="{FF2B5EF4-FFF2-40B4-BE49-F238E27FC236}">
                  <a16:creationId xmlns:a16="http://schemas.microsoft.com/office/drawing/2014/main" id="{5989DDDB-0276-9F26-A4C7-56C8C6B5928F}"/>
                </a:ext>
              </a:extLst>
            </p:cNvPr>
            <p:cNvSpPr/>
            <p:nvPr/>
          </p:nvSpPr>
          <p:spPr>
            <a:xfrm>
              <a:off x="2793303" y="3348913"/>
              <a:ext cx="112544" cy="212942"/>
            </a:xfrm>
            <a:prstGeom prst="roundRect">
              <a:avLst/>
            </a:prstGeom>
            <a:solidFill>
              <a:schemeClr val="accent4">
                <a:lumMod val="60000"/>
                <a:lumOff val="40000"/>
              </a:schemeClr>
            </a:solidFill>
            <a:ln>
              <a:solidFill>
                <a:schemeClr val="accent4">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5" name="矩形: 圆角 12">
              <a:extLst>
                <a:ext uri="{FF2B5EF4-FFF2-40B4-BE49-F238E27FC236}">
                  <a16:creationId xmlns:a16="http://schemas.microsoft.com/office/drawing/2014/main" id="{6A9CAFAF-579F-BBA5-5876-6AB71AA47FF1}"/>
                </a:ext>
              </a:extLst>
            </p:cNvPr>
            <p:cNvSpPr/>
            <p:nvPr/>
          </p:nvSpPr>
          <p:spPr>
            <a:xfrm>
              <a:off x="3003017" y="3350246"/>
              <a:ext cx="112544" cy="212942"/>
            </a:xfrm>
            <a:prstGeom prst="roundRect">
              <a:avLst/>
            </a:prstGeom>
            <a:solidFill>
              <a:schemeClr val="accent4">
                <a:lumMod val="60000"/>
                <a:lumOff val="40000"/>
              </a:schemeClr>
            </a:solidFill>
            <a:ln>
              <a:solidFill>
                <a:schemeClr val="accent4">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6" name="矩形: 圆角 13">
              <a:extLst>
                <a:ext uri="{FF2B5EF4-FFF2-40B4-BE49-F238E27FC236}">
                  <a16:creationId xmlns:a16="http://schemas.microsoft.com/office/drawing/2014/main" id="{11FD97AC-EFEB-720B-BF1E-CB32B5A8867B}"/>
                </a:ext>
              </a:extLst>
            </p:cNvPr>
            <p:cNvSpPr/>
            <p:nvPr/>
          </p:nvSpPr>
          <p:spPr>
            <a:xfrm>
              <a:off x="3003017" y="2562038"/>
              <a:ext cx="112544" cy="212942"/>
            </a:xfrm>
            <a:prstGeom prst="roundRect">
              <a:avLst/>
            </a:prstGeom>
            <a:solidFill>
              <a:schemeClr val="accent6">
                <a:lumMod val="60000"/>
                <a:lumOff val="40000"/>
              </a:schemeClr>
            </a:solidFill>
            <a:ln>
              <a:solidFill>
                <a:schemeClr val="accent6">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17" name="直接连接符 15">
              <a:extLst>
                <a:ext uri="{FF2B5EF4-FFF2-40B4-BE49-F238E27FC236}">
                  <a16:creationId xmlns:a16="http://schemas.microsoft.com/office/drawing/2014/main" id="{75992223-E662-F4CE-9C34-6B308A3D634A}"/>
                </a:ext>
              </a:extLst>
            </p:cNvPr>
            <p:cNvCxnSpPr>
              <a:cxnSpLocks/>
            </p:cNvCxnSpPr>
            <p:nvPr/>
          </p:nvCxnSpPr>
          <p:spPr>
            <a:xfrm>
              <a:off x="2436312" y="3479105"/>
              <a:ext cx="231731" cy="0"/>
            </a:xfrm>
            <a:prstGeom prst="line">
              <a:avLst/>
            </a:prstGeom>
            <a:ln w="9525" cap="flat" cmpd="sng" algn="ctr">
              <a:solidFill>
                <a:schemeClr val="dk1"/>
              </a:solidFill>
              <a:prstDash val="dash"/>
              <a:round/>
              <a:headEnd type="none" w="med" len="med"/>
              <a:tailEnd type="none" w="med" len="med"/>
            </a:ln>
          </p:spPr>
          <p:style>
            <a:lnRef idx="0">
              <a:scrgbClr r="0" g="0" b="0"/>
            </a:lnRef>
            <a:fillRef idx="0">
              <a:scrgbClr r="0" g="0" b="0"/>
            </a:fillRef>
            <a:effectRef idx="0">
              <a:scrgbClr r="0" g="0" b="0"/>
            </a:effectRef>
            <a:fontRef idx="minor">
              <a:schemeClr val="tx1"/>
            </a:fontRef>
          </p:style>
        </p:cxnSp>
        <p:cxnSp>
          <p:nvCxnSpPr>
            <p:cNvPr id="18" name="直接连接符 18">
              <a:extLst>
                <a:ext uri="{FF2B5EF4-FFF2-40B4-BE49-F238E27FC236}">
                  <a16:creationId xmlns:a16="http://schemas.microsoft.com/office/drawing/2014/main" id="{0C6C577A-085E-F8E4-E507-953865107855}"/>
                </a:ext>
              </a:extLst>
            </p:cNvPr>
            <p:cNvCxnSpPr/>
            <p:nvPr/>
          </p:nvCxnSpPr>
          <p:spPr>
            <a:xfrm>
              <a:off x="2436312" y="2649255"/>
              <a:ext cx="469535" cy="0"/>
            </a:xfrm>
            <a:prstGeom prst="line">
              <a:avLst/>
            </a:prstGeom>
            <a:ln w="9525" cap="flat" cmpd="sng" algn="ctr">
              <a:solidFill>
                <a:schemeClr val="dk1"/>
              </a:solidFill>
              <a:prstDash val="dash"/>
              <a:round/>
              <a:headEnd type="none" w="med" len="med"/>
              <a:tailEnd type="none" w="med" len="med"/>
            </a:ln>
          </p:spPr>
          <p:style>
            <a:lnRef idx="0">
              <a:scrgbClr r="0" g="0" b="0"/>
            </a:lnRef>
            <a:fillRef idx="0">
              <a:scrgbClr r="0" g="0" b="0"/>
            </a:fillRef>
            <a:effectRef idx="0">
              <a:scrgbClr r="0" g="0" b="0"/>
            </a:effectRef>
            <a:fontRef idx="minor">
              <a:schemeClr val="tx1"/>
            </a:fontRef>
          </p:style>
        </p:cxnSp>
        <p:cxnSp>
          <p:nvCxnSpPr>
            <p:cNvPr id="19" name="直接连接符 20">
              <a:extLst>
                <a:ext uri="{FF2B5EF4-FFF2-40B4-BE49-F238E27FC236}">
                  <a16:creationId xmlns:a16="http://schemas.microsoft.com/office/drawing/2014/main" id="{91DC72E3-469A-748F-830A-75222FBF36C3}"/>
                </a:ext>
              </a:extLst>
            </p:cNvPr>
            <p:cNvCxnSpPr/>
            <p:nvPr/>
          </p:nvCxnSpPr>
          <p:spPr>
            <a:xfrm>
              <a:off x="2204581" y="3720230"/>
              <a:ext cx="463462" cy="0"/>
            </a:xfrm>
            <a:prstGeom prst="line">
              <a:avLst/>
            </a:prstGeom>
            <a:ln w="9525" cap="flat" cmpd="sng" algn="ctr">
              <a:solidFill>
                <a:schemeClr val="dk1"/>
              </a:solidFill>
              <a:prstDash val="dash"/>
              <a:round/>
              <a:headEnd type="none" w="med" len="med"/>
              <a:tailEnd type="none" w="med" len="med"/>
            </a:ln>
          </p:spPr>
          <p:style>
            <a:lnRef idx="0">
              <a:scrgbClr r="0" g="0" b="0"/>
            </a:lnRef>
            <a:fillRef idx="0">
              <a:scrgbClr r="0" g="0" b="0"/>
            </a:fillRef>
            <a:effectRef idx="0">
              <a:scrgbClr r="0" g="0" b="0"/>
            </a:effectRef>
            <a:fontRef idx="minor">
              <a:schemeClr val="tx1"/>
            </a:fontRef>
          </p:style>
        </p:cxnSp>
        <p:cxnSp>
          <p:nvCxnSpPr>
            <p:cNvPr id="20" name="直接连接符 24">
              <a:extLst>
                <a:ext uri="{FF2B5EF4-FFF2-40B4-BE49-F238E27FC236}">
                  <a16:creationId xmlns:a16="http://schemas.microsoft.com/office/drawing/2014/main" id="{2EEA43BD-3AD1-B840-3AC0-1CA869C3527C}"/>
                </a:ext>
              </a:extLst>
            </p:cNvPr>
            <p:cNvCxnSpPr/>
            <p:nvPr/>
          </p:nvCxnSpPr>
          <p:spPr>
            <a:xfrm>
              <a:off x="2116899" y="2517732"/>
              <a:ext cx="788948" cy="0"/>
            </a:xfrm>
            <a:prstGeom prst="line">
              <a:avLst/>
            </a:prstGeom>
            <a:ln w="9525" cap="flat" cmpd="sng" algn="ctr">
              <a:solidFill>
                <a:schemeClr val="dk1"/>
              </a:solidFill>
              <a:prstDash val="dash"/>
              <a:round/>
              <a:headEnd type="none" w="med" len="med"/>
              <a:tailEnd type="none" w="med" len="med"/>
            </a:ln>
          </p:spPr>
          <p:style>
            <a:lnRef idx="0">
              <a:scrgbClr r="0" g="0" b="0"/>
            </a:lnRef>
            <a:fillRef idx="0">
              <a:scrgbClr r="0" g="0" b="0"/>
            </a:fillRef>
            <a:effectRef idx="0">
              <a:scrgbClr r="0" g="0" b="0"/>
            </a:effectRef>
            <a:fontRef idx="minor">
              <a:schemeClr val="tx1"/>
            </a:fontRef>
          </p:style>
        </p:cxnSp>
        <p:cxnSp>
          <p:nvCxnSpPr>
            <p:cNvPr id="21" name="直接连接符 26">
              <a:extLst>
                <a:ext uri="{FF2B5EF4-FFF2-40B4-BE49-F238E27FC236}">
                  <a16:creationId xmlns:a16="http://schemas.microsoft.com/office/drawing/2014/main" id="{9DE3A5E3-D653-FBE2-9742-BDFC542AB77E}"/>
                </a:ext>
              </a:extLst>
            </p:cNvPr>
            <p:cNvCxnSpPr/>
            <p:nvPr/>
          </p:nvCxnSpPr>
          <p:spPr>
            <a:xfrm>
              <a:off x="2273856" y="2282620"/>
              <a:ext cx="644899" cy="0"/>
            </a:xfrm>
            <a:prstGeom prst="line">
              <a:avLst/>
            </a:prstGeom>
            <a:ln w="9525" cap="flat" cmpd="sng" algn="ctr">
              <a:solidFill>
                <a:schemeClr val="dk1"/>
              </a:solidFill>
              <a:prstDash val="dash"/>
              <a:round/>
              <a:headEnd type="none" w="med" len="med"/>
              <a:tailEnd type="none" w="med" len="med"/>
            </a:ln>
          </p:spPr>
          <p:style>
            <a:lnRef idx="0">
              <a:scrgbClr r="0" g="0" b="0"/>
            </a:lnRef>
            <a:fillRef idx="0">
              <a:scrgbClr r="0" g="0" b="0"/>
            </a:fillRef>
            <a:effectRef idx="0">
              <a:scrgbClr r="0" g="0" b="0"/>
            </a:effectRef>
            <a:fontRef idx="minor">
              <a:schemeClr val="tx1"/>
            </a:fontRef>
          </p:style>
        </p:cxnSp>
        <mc:AlternateContent xmlns:mc="http://schemas.openxmlformats.org/markup-compatibility/2006" xmlns:a14="http://schemas.microsoft.com/office/drawing/2010/main">
          <mc:Choice Requires="a14">
            <p:sp>
              <p:nvSpPr>
                <p:cNvPr id="22" name="文本框 28">
                  <a:extLst>
                    <a:ext uri="{FF2B5EF4-FFF2-40B4-BE49-F238E27FC236}">
                      <a16:creationId xmlns:a16="http://schemas.microsoft.com/office/drawing/2014/main" id="{24CE499F-72FD-6FA8-D456-BD04797789CE}"/>
                    </a:ext>
                  </a:extLst>
                </p:cNvPr>
                <p:cNvSpPr txBox="1"/>
                <p:nvPr/>
              </p:nvSpPr>
              <p:spPr>
                <a:xfrm>
                  <a:off x="2583397" y="3604829"/>
                  <a:ext cx="2874724" cy="258597"/>
                </a:xfrm>
                <a:prstGeom prst="rect">
                  <a:avLst/>
                </a:prstGeom>
                <a:noFill/>
              </p:spPr>
              <p:txBody>
                <a:bodyPr wrap="square" rtlCol="0">
                  <a:spAutoFit/>
                </a:bodyPr>
                <a:lstStyle/>
                <a:p>
                  <a:r>
                    <a:rPr lang="en-US" altLang="zh-CN" sz="1000" dirty="0"/>
                    <a:t>[Question]      </a:t>
                  </a:r>
                  <a14:m>
                    <m:oMath xmlns:m="http://schemas.openxmlformats.org/officeDocument/2006/math">
                      <m:sSub>
                        <m:sSubPr>
                          <m:ctrlPr>
                            <a:rPr lang="en-US" altLang="zh-CN" sz="1000" i="1" smtClean="0">
                              <a:latin typeface="Cambria Math" panose="02040503050406030204" pitchFamily="18" charset="0"/>
                            </a:rPr>
                          </m:ctrlPr>
                        </m:sSubPr>
                        <m:e>
                          <m:r>
                            <a:rPr lang="en-US" altLang="zh-CN" sz="1000" b="0" i="1" smtClean="0">
                              <a:latin typeface="Cambria Math" panose="02040503050406030204" pitchFamily="18" charset="0"/>
                            </a:rPr>
                            <m:t>𝑥</m:t>
                          </m:r>
                        </m:e>
                        <m:sub>
                          <m:r>
                            <a:rPr lang="en-US" altLang="zh-CN" sz="1000" b="0" i="1" smtClean="0">
                              <a:latin typeface="Cambria Math" panose="02040503050406030204" pitchFamily="18" charset="0"/>
                            </a:rPr>
                            <m:t>𝑖</m:t>
                          </m:r>
                        </m:sub>
                      </m:sSub>
                    </m:oMath>
                  </a14:m>
                  <a:r>
                    <a:rPr lang="en-US" altLang="zh-CN" sz="1000" dirty="0"/>
                    <a:t> </a:t>
                  </a:r>
                  <a14:m>
                    <m:oMath xmlns:m="http://schemas.openxmlformats.org/officeDocument/2006/math">
                      <m:sSub>
                        <m:sSubPr>
                          <m:ctrlPr>
                            <a:rPr lang="en-US" altLang="zh-CN" sz="1000" i="1">
                              <a:latin typeface="Cambria Math" panose="02040503050406030204" pitchFamily="18" charset="0"/>
                            </a:rPr>
                          </m:ctrlPr>
                        </m:sSubPr>
                        <m:e>
                          <m:r>
                            <a:rPr lang="en-US" altLang="zh-CN" sz="1000" b="0" i="1" smtClean="0">
                              <a:latin typeface="Cambria Math" panose="02040503050406030204" pitchFamily="18" charset="0"/>
                            </a:rPr>
                            <m:t>        </m:t>
                          </m:r>
                          <m:r>
                            <a:rPr lang="en-US" altLang="zh-CN" sz="1000" i="1">
                              <a:latin typeface="Cambria Math" panose="02040503050406030204" pitchFamily="18" charset="0"/>
                            </a:rPr>
                            <m:t>𝑥</m:t>
                          </m:r>
                        </m:e>
                        <m:sub>
                          <m:r>
                            <a:rPr lang="en-US" altLang="zh-CN" sz="1000" b="0" i="1" smtClean="0">
                              <a:latin typeface="Cambria Math" panose="02040503050406030204" pitchFamily="18" charset="0"/>
                            </a:rPr>
                            <m:t>𝑖</m:t>
                          </m:r>
                          <m:r>
                            <a:rPr lang="en-US" altLang="zh-CN" sz="1000" b="0" i="1" smtClean="0">
                              <a:latin typeface="Cambria Math" panose="02040503050406030204" pitchFamily="18" charset="0"/>
                            </a:rPr>
                            <m:t>+1</m:t>
                          </m:r>
                        </m:sub>
                      </m:sSub>
                      <m:sSub>
                        <m:sSubPr>
                          <m:ctrlPr>
                            <a:rPr lang="en-US" altLang="zh-CN" sz="1000" i="1">
                              <a:latin typeface="Cambria Math" panose="02040503050406030204" pitchFamily="18" charset="0"/>
                            </a:rPr>
                          </m:ctrlPr>
                        </m:sSubPr>
                        <m:e>
                          <m:r>
                            <a:rPr lang="en-US" altLang="zh-CN" sz="1000" b="0" i="1" smtClean="0">
                              <a:latin typeface="Cambria Math" panose="02040503050406030204" pitchFamily="18" charset="0"/>
                            </a:rPr>
                            <m:t>      </m:t>
                          </m:r>
                          <m:r>
                            <a:rPr lang="en-US" altLang="zh-CN" sz="1000" i="1">
                              <a:latin typeface="Cambria Math" panose="02040503050406030204" pitchFamily="18" charset="0"/>
                            </a:rPr>
                            <m:t>𝑥</m:t>
                          </m:r>
                        </m:e>
                        <m:sub>
                          <m:r>
                            <a:rPr lang="en-US" altLang="zh-CN" sz="1000" i="1">
                              <a:latin typeface="Cambria Math" panose="02040503050406030204" pitchFamily="18" charset="0"/>
                            </a:rPr>
                            <m:t>𝑖</m:t>
                          </m:r>
                          <m:r>
                            <a:rPr lang="en-US" altLang="zh-CN" sz="1000" b="0" i="1" smtClean="0">
                              <a:latin typeface="Cambria Math" panose="02040503050406030204" pitchFamily="18" charset="0"/>
                            </a:rPr>
                            <m:t>+2</m:t>
                          </m:r>
                        </m:sub>
                      </m:sSub>
                    </m:oMath>
                  </a14:m>
                  <a:r>
                    <a:rPr lang="en-US" altLang="zh-CN" sz="1000" dirty="0"/>
                    <a:t> </a:t>
                  </a:r>
                  <a14:m>
                    <m:oMath xmlns:m="http://schemas.openxmlformats.org/officeDocument/2006/math">
                      <m:sSub>
                        <m:sSubPr>
                          <m:ctrlPr>
                            <a:rPr lang="en-US" altLang="zh-CN" sz="1000" i="1">
                              <a:latin typeface="Cambria Math" panose="02040503050406030204" pitchFamily="18" charset="0"/>
                            </a:rPr>
                          </m:ctrlPr>
                        </m:sSubPr>
                        <m:e>
                          <m:r>
                            <a:rPr lang="en-US" altLang="zh-CN" sz="1000" b="0" i="1" smtClean="0">
                              <a:latin typeface="Cambria Math" panose="02040503050406030204" pitchFamily="18" charset="0"/>
                            </a:rPr>
                            <m:t>                     </m:t>
                          </m:r>
                          <m:r>
                            <a:rPr lang="en-US" altLang="zh-CN" sz="1000" i="1">
                              <a:latin typeface="Cambria Math" panose="02040503050406030204" pitchFamily="18" charset="0"/>
                            </a:rPr>
                            <m:t>𝑥</m:t>
                          </m:r>
                        </m:e>
                        <m:sub>
                          <m:r>
                            <a:rPr lang="en-US" altLang="zh-CN" sz="1000" i="1">
                              <a:latin typeface="Cambria Math" panose="02040503050406030204" pitchFamily="18" charset="0"/>
                            </a:rPr>
                            <m:t>𝑖</m:t>
                          </m:r>
                          <m:r>
                            <a:rPr lang="en-US" altLang="zh-CN" sz="1000" b="0" i="1" smtClean="0">
                              <a:latin typeface="Cambria Math" panose="02040503050406030204" pitchFamily="18" charset="0"/>
                            </a:rPr>
                            <m:t>+</m:t>
                          </m:r>
                          <m:r>
                            <a:rPr lang="en-US" altLang="zh-CN" sz="1000" b="0" i="1" smtClean="0">
                              <a:latin typeface="Cambria Math" panose="02040503050406030204" pitchFamily="18" charset="0"/>
                            </a:rPr>
                            <m:t>𝑗</m:t>
                          </m:r>
                        </m:sub>
                      </m:sSub>
                    </m:oMath>
                  </a14:m>
                  <a:r>
                    <a:rPr lang="en-US" altLang="zh-CN" sz="1000" dirty="0"/>
                    <a:t> </a:t>
                  </a:r>
                  <a:endParaRPr lang="zh-CN" altLang="en-US" sz="1000" dirty="0"/>
                </a:p>
              </p:txBody>
            </p:sp>
          </mc:Choice>
          <mc:Fallback xmlns="">
            <p:sp>
              <p:nvSpPr>
                <p:cNvPr id="29" name="文本框 28">
                  <a:extLst>
                    <a:ext uri="{FF2B5EF4-FFF2-40B4-BE49-F238E27FC236}">
                      <a16:creationId xmlns:a16="http://schemas.microsoft.com/office/drawing/2014/main" id="{616E5A7B-408F-4F15-8E60-8116A110722D}"/>
                    </a:ext>
                  </a:extLst>
                </p:cNvPr>
                <p:cNvSpPr txBox="1">
                  <a:spLocks noRot="1" noChangeAspect="1" noMove="1" noResize="1" noEditPoints="1" noAdjustHandles="1" noChangeArrowheads="1" noChangeShapeType="1" noTextEdit="1"/>
                </p:cNvSpPr>
                <p:nvPr/>
              </p:nvSpPr>
              <p:spPr>
                <a:xfrm>
                  <a:off x="2583397" y="3604829"/>
                  <a:ext cx="2874724" cy="258597"/>
                </a:xfrm>
                <a:prstGeom prst="rect">
                  <a:avLst/>
                </a:prstGeom>
                <a:blipFill>
                  <a:blip r:embed="rId3"/>
                  <a:stretch>
                    <a:fillRect b="-4651"/>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23" name="文本框 29">
                  <a:extLst>
                    <a:ext uri="{FF2B5EF4-FFF2-40B4-BE49-F238E27FC236}">
                      <a16:creationId xmlns:a16="http://schemas.microsoft.com/office/drawing/2014/main" id="{312F1C0B-4E52-C767-4E17-2DEEBDF7D23D}"/>
                    </a:ext>
                  </a:extLst>
                </p:cNvPr>
                <p:cNvSpPr txBox="1"/>
                <p:nvPr/>
              </p:nvSpPr>
              <p:spPr>
                <a:xfrm>
                  <a:off x="2730989" y="2151056"/>
                  <a:ext cx="2974932" cy="258597"/>
                </a:xfrm>
                <a:prstGeom prst="rect">
                  <a:avLst/>
                </a:prstGeom>
                <a:noFill/>
              </p:spPr>
              <p:txBody>
                <a:bodyPr wrap="square" rtlCol="0">
                  <a:spAutoFit/>
                </a:bodyPr>
                <a:lstStyle/>
                <a:p>
                  <a:r>
                    <a:rPr lang="en-US" altLang="zh-CN" sz="1000" dirty="0"/>
                    <a:t>     </a:t>
                  </a:r>
                  <a14:m>
                    <m:oMath xmlns:m="http://schemas.openxmlformats.org/officeDocument/2006/math">
                      <m:sSub>
                        <m:sSubPr>
                          <m:ctrlPr>
                            <a:rPr lang="en-US" altLang="zh-CN" sz="1000" i="1" smtClean="0">
                              <a:latin typeface="Cambria Math" panose="02040503050406030204" pitchFamily="18" charset="0"/>
                            </a:rPr>
                          </m:ctrlPr>
                        </m:sSubPr>
                        <m:e>
                          <m:r>
                            <a:rPr lang="en-US" altLang="zh-CN" sz="1000" b="0" i="1" smtClean="0">
                              <a:latin typeface="Cambria Math" panose="02040503050406030204" pitchFamily="18" charset="0"/>
                            </a:rPr>
                            <m:t>𝑥</m:t>
                          </m:r>
                        </m:e>
                        <m:sub>
                          <m:r>
                            <a:rPr lang="en-US" altLang="zh-CN" sz="1000" b="0" i="1" smtClean="0">
                              <a:latin typeface="Cambria Math" panose="02040503050406030204" pitchFamily="18" charset="0"/>
                            </a:rPr>
                            <m:t>𝑖</m:t>
                          </m:r>
                        </m:sub>
                      </m:sSub>
                    </m:oMath>
                  </a14:m>
                  <a:r>
                    <a:rPr lang="en-US" altLang="zh-CN" sz="1000" dirty="0"/>
                    <a:t> </a:t>
                  </a:r>
                  <a14:m>
                    <m:oMath xmlns:m="http://schemas.openxmlformats.org/officeDocument/2006/math">
                      <m:sSub>
                        <m:sSubPr>
                          <m:ctrlPr>
                            <a:rPr lang="en-US" altLang="zh-CN" sz="1000" i="1">
                              <a:latin typeface="Cambria Math" panose="02040503050406030204" pitchFamily="18" charset="0"/>
                            </a:rPr>
                          </m:ctrlPr>
                        </m:sSubPr>
                        <m:e>
                          <m:r>
                            <a:rPr lang="en-US" altLang="zh-CN" sz="1000" b="0" i="1" smtClean="0">
                              <a:latin typeface="Cambria Math" panose="02040503050406030204" pitchFamily="18" charset="0"/>
                            </a:rPr>
                            <m:t>        </m:t>
                          </m:r>
                          <m:r>
                            <a:rPr lang="en-US" altLang="zh-CN" sz="1000" i="1">
                              <a:latin typeface="Cambria Math" panose="02040503050406030204" pitchFamily="18" charset="0"/>
                            </a:rPr>
                            <m:t>𝑥</m:t>
                          </m:r>
                        </m:e>
                        <m:sub>
                          <m:r>
                            <a:rPr lang="en-US" altLang="zh-CN" sz="1000" b="0" i="1" smtClean="0">
                              <a:latin typeface="Cambria Math" panose="02040503050406030204" pitchFamily="18" charset="0"/>
                            </a:rPr>
                            <m:t>𝑖</m:t>
                          </m:r>
                          <m:r>
                            <a:rPr lang="en-US" altLang="zh-CN" sz="1000" b="0" i="1" smtClean="0">
                              <a:latin typeface="Cambria Math" panose="02040503050406030204" pitchFamily="18" charset="0"/>
                            </a:rPr>
                            <m:t>+1</m:t>
                          </m:r>
                        </m:sub>
                      </m:sSub>
                      <m:sSub>
                        <m:sSubPr>
                          <m:ctrlPr>
                            <a:rPr lang="en-US" altLang="zh-CN" sz="1000" i="1">
                              <a:latin typeface="Cambria Math" panose="02040503050406030204" pitchFamily="18" charset="0"/>
                            </a:rPr>
                          </m:ctrlPr>
                        </m:sSubPr>
                        <m:e>
                          <m:r>
                            <a:rPr lang="en-US" altLang="zh-CN" sz="1000" b="0" i="1" smtClean="0">
                              <a:latin typeface="Cambria Math" panose="02040503050406030204" pitchFamily="18" charset="0"/>
                            </a:rPr>
                            <m:t>      </m:t>
                          </m:r>
                          <m:r>
                            <a:rPr lang="en-US" altLang="zh-CN" sz="1000" i="1">
                              <a:latin typeface="Cambria Math" panose="02040503050406030204" pitchFamily="18" charset="0"/>
                            </a:rPr>
                            <m:t>𝑥</m:t>
                          </m:r>
                        </m:e>
                        <m:sub>
                          <m:r>
                            <a:rPr lang="en-US" altLang="zh-CN" sz="1000" i="1">
                              <a:latin typeface="Cambria Math" panose="02040503050406030204" pitchFamily="18" charset="0"/>
                            </a:rPr>
                            <m:t>𝑖</m:t>
                          </m:r>
                          <m:r>
                            <a:rPr lang="en-US" altLang="zh-CN" sz="1000" b="0" i="1" smtClean="0">
                              <a:latin typeface="Cambria Math" panose="02040503050406030204" pitchFamily="18" charset="0"/>
                            </a:rPr>
                            <m:t>+2</m:t>
                          </m:r>
                        </m:sub>
                      </m:sSub>
                    </m:oMath>
                  </a14:m>
                  <a:r>
                    <a:rPr lang="en-US" altLang="zh-CN" sz="1000" dirty="0"/>
                    <a:t> </a:t>
                  </a:r>
                  <a14:m>
                    <m:oMath xmlns:m="http://schemas.openxmlformats.org/officeDocument/2006/math">
                      <m:sSub>
                        <m:sSubPr>
                          <m:ctrlPr>
                            <a:rPr lang="en-US" altLang="zh-CN" sz="1000" i="1">
                              <a:latin typeface="Cambria Math" panose="02040503050406030204" pitchFamily="18" charset="0"/>
                            </a:rPr>
                          </m:ctrlPr>
                        </m:sSubPr>
                        <m:e>
                          <m:r>
                            <a:rPr lang="en-US" altLang="zh-CN" sz="1000" b="0" i="1" smtClean="0">
                              <a:latin typeface="Cambria Math" panose="02040503050406030204" pitchFamily="18" charset="0"/>
                            </a:rPr>
                            <m:t>                    </m:t>
                          </m:r>
                          <m:r>
                            <a:rPr lang="en-US" altLang="zh-CN" sz="1000" i="1">
                              <a:latin typeface="Cambria Math" panose="02040503050406030204" pitchFamily="18" charset="0"/>
                            </a:rPr>
                            <m:t>𝑥</m:t>
                          </m:r>
                        </m:e>
                        <m:sub>
                          <m:r>
                            <a:rPr lang="en-US" altLang="zh-CN" sz="1000" i="1">
                              <a:latin typeface="Cambria Math" panose="02040503050406030204" pitchFamily="18" charset="0"/>
                            </a:rPr>
                            <m:t>𝑖</m:t>
                          </m:r>
                          <m:r>
                            <a:rPr lang="en-US" altLang="zh-CN" sz="1000" b="0" i="1" smtClean="0">
                              <a:latin typeface="Cambria Math" panose="02040503050406030204" pitchFamily="18" charset="0"/>
                            </a:rPr>
                            <m:t>+</m:t>
                          </m:r>
                          <m:r>
                            <a:rPr lang="en-US" altLang="zh-CN" sz="1000" b="0" i="1" smtClean="0">
                              <a:latin typeface="Cambria Math" panose="02040503050406030204" pitchFamily="18" charset="0"/>
                            </a:rPr>
                            <m:t>𝑗</m:t>
                          </m:r>
                        </m:sub>
                      </m:sSub>
                    </m:oMath>
                  </a14:m>
                  <a:r>
                    <a:rPr lang="en-US" altLang="zh-CN" sz="1000" dirty="0"/>
                    <a:t>        [Answer]</a:t>
                  </a:r>
                  <a:endParaRPr lang="zh-CN" altLang="en-US" sz="1000" dirty="0"/>
                </a:p>
              </p:txBody>
            </p:sp>
          </mc:Choice>
          <mc:Fallback xmlns="">
            <p:sp>
              <p:nvSpPr>
                <p:cNvPr id="30" name="文本框 29">
                  <a:extLst>
                    <a:ext uri="{FF2B5EF4-FFF2-40B4-BE49-F238E27FC236}">
                      <a16:creationId xmlns:a16="http://schemas.microsoft.com/office/drawing/2014/main" id="{CAEE01DF-DD08-4EAC-9456-82A4DBB53354}"/>
                    </a:ext>
                  </a:extLst>
                </p:cNvPr>
                <p:cNvSpPr txBox="1">
                  <a:spLocks noRot="1" noChangeAspect="1" noMove="1" noResize="1" noEditPoints="1" noAdjustHandles="1" noChangeArrowheads="1" noChangeShapeType="1" noTextEdit="1"/>
                </p:cNvSpPr>
                <p:nvPr/>
              </p:nvSpPr>
              <p:spPr>
                <a:xfrm>
                  <a:off x="2730989" y="2151056"/>
                  <a:ext cx="2974932" cy="258597"/>
                </a:xfrm>
                <a:prstGeom prst="rect">
                  <a:avLst/>
                </a:prstGeom>
                <a:blipFill>
                  <a:blip r:embed="rId4"/>
                  <a:stretch>
                    <a:fillRect b="-4762"/>
                  </a:stretch>
                </a:blipFill>
              </p:spPr>
              <p:txBody>
                <a:bodyPr/>
                <a:lstStyle/>
                <a:p>
                  <a:r>
                    <a:rPr lang="zh-CN" altLang="en-US">
                      <a:noFill/>
                    </a:rPr>
                    <a:t> </a:t>
                  </a:r>
                </a:p>
              </p:txBody>
            </p:sp>
          </mc:Fallback>
        </mc:AlternateContent>
        <p:sp>
          <p:nvSpPr>
            <p:cNvPr id="24" name="矩形: 圆角 30">
              <a:extLst>
                <a:ext uri="{FF2B5EF4-FFF2-40B4-BE49-F238E27FC236}">
                  <a16:creationId xmlns:a16="http://schemas.microsoft.com/office/drawing/2014/main" id="{E7AE44DD-6E8C-E3B1-8221-C72247EB7EEA}"/>
                </a:ext>
              </a:extLst>
            </p:cNvPr>
            <p:cNvSpPr/>
            <p:nvPr/>
          </p:nvSpPr>
          <p:spPr>
            <a:xfrm>
              <a:off x="3438611" y="3364802"/>
              <a:ext cx="112544" cy="212942"/>
            </a:xfrm>
            <a:prstGeom prst="roundRect">
              <a:avLst/>
            </a:prstGeom>
            <a:solidFill>
              <a:schemeClr val="accent4">
                <a:lumMod val="60000"/>
                <a:lumOff val="40000"/>
              </a:schemeClr>
            </a:solidFill>
            <a:ln>
              <a:solidFill>
                <a:schemeClr val="accent4">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5" name="矩形: 圆角 31">
              <a:extLst>
                <a:ext uri="{FF2B5EF4-FFF2-40B4-BE49-F238E27FC236}">
                  <a16:creationId xmlns:a16="http://schemas.microsoft.com/office/drawing/2014/main" id="{8152CE31-15ED-FDB8-FE01-B7A0AC97EEB0}"/>
                </a:ext>
              </a:extLst>
            </p:cNvPr>
            <p:cNvSpPr/>
            <p:nvPr/>
          </p:nvSpPr>
          <p:spPr>
            <a:xfrm>
              <a:off x="3856185" y="3352045"/>
              <a:ext cx="112544" cy="212942"/>
            </a:xfrm>
            <a:prstGeom prst="roundRect">
              <a:avLst/>
            </a:prstGeom>
            <a:solidFill>
              <a:schemeClr val="accent4">
                <a:lumMod val="60000"/>
                <a:lumOff val="40000"/>
              </a:schemeClr>
            </a:solidFill>
            <a:ln>
              <a:solidFill>
                <a:schemeClr val="accent4">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6" name="矩形: 圆角 32">
              <a:extLst>
                <a:ext uri="{FF2B5EF4-FFF2-40B4-BE49-F238E27FC236}">
                  <a16:creationId xmlns:a16="http://schemas.microsoft.com/office/drawing/2014/main" id="{091F7F5B-9152-CE46-F364-7703CC1D284A}"/>
                </a:ext>
              </a:extLst>
            </p:cNvPr>
            <p:cNvSpPr/>
            <p:nvPr/>
          </p:nvSpPr>
          <p:spPr>
            <a:xfrm>
              <a:off x="4289923" y="3364802"/>
              <a:ext cx="112544" cy="212942"/>
            </a:xfrm>
            <a:prstGeom prst="roundRect">
              <a:avLst/>
            </a:prstGeom>
            <a:solidFill>
              <a:schemeClr val="accent4">
                <a:lumMod val="60000"/>
                <a:lumOff val="40000"/>
              </a:schemeClr>
            </a:solidFill>
            <a:ln>
              <a:solidFill>
                <a:schemeClr val="accent4">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7" name="矩形: 圆角 33">
              <a:extLst>
                <a:ext uri="{FF2B5EF4-FFF2-40B4-BE49-F238E27FC236}">
                  <a16:creationId xmlns:a16="http://schemas.microsoft.com/office/drawing/2014/main" id="{B10A9494-B53D-D826-0EFA-18AD3664DD18}"/>
                </a:ext>
              </a:extLst>
            </p:cNvPr>
            <p:cNvSpPr/>
            <p:nvPr/>
          </p:nvSpPr>
          <p:spPr>
            <a:xfrm>
              <a:off x="5141235" y="3363002"/>
              <a:ext cx="112544" cy="212942"/>
            </a:xfrm>
            <a:prstGeom prst="roundRect">
              <a:avLst/>
            </a:prstGeom>
            <a:solidFill>
              <a:schemeClr val="accent4">
                <a:lumMod val="60000"/>
                <a:lumOff val="40000"/>
              </a:schemeClr>
            </a:solidFill>
            <a:ln>
              <a:solidFill>
                <a:schemeClr val="accent4">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8" name="矩形: 圆角 34">
              <a:extLst>
                <a:ext uri="{FF2B5EF4-FFF2-40B4-BE49-F238E27FC236}">
                  <a16:creationId xmlns:a16="http://schemas.microsoft.com/office/drawing/2014/main" id="{5C6587BC-3D2E-C25A-C3F6-DE6E366FC909}"/>
                </a:ext>
              </a:extLst>
            </p:cNvPr>
            <p:cNvSpPr/>
            <p:nvPr/>
          </p:nvSpPr>
          <p:spPr>
            <a:xfrm>
              <a:off x="3422448" y="2547947"/>
              <a:ext cx="112544" cy="212942"/>
            </a:xfrm>
            <a:prstGeom prst="roundRect">
              <a:avLst/>
            </a:prstGeom>
            <a:solidFill>
              <a:schemeClr val="accent6">
                <a:lumMod val="60000"/>
                <a:lumOff val="40000"/>
              </a:schemeClr>
            </a:solidFill>
            <a:ln>
              <a:solidFill>
                <a:schemeClr val="accent6">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9" name="矩形: 圆角 35">
              <a:extLst>
                <a:ext uri="{FF2B5EF4-FFF2-40B4-BE49-F238E27FC236}">
                  <a16:creationId xmlns:a16="http://schemas.microsoft.com/office/drawing/2014/main" id="{8FCFDD1E-A3D5-7AC6-44A3-679BD72778BB}"/>
                </a:ext>
              </a:extLst>
            </p:cNvPr>
            <p:cNvSpPr/>
            <p:nvPr/>
          </p:nvSpPr>
          <p:spPr>
            <a:xfrm>
              <a:off x="3848527" y="2557519"/>
              <a:ext cx="112544" cy="212942"/>
            </a:xfrm>
            <a:prstGeom prst="roundRect">
              <a:avLst/>
            </a:prstGeom>
            <a:solidFill>
              <a:schemeClr val="accent6">
                <a:lumMod val="60000"/>
                <a:lumOff val="40000"/>
              </a:schemeClr>
            </a:solidFill>
            <a:ln>
              <a:solidFill>
                <a:schemeClr val="accent6">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0" name="矩形: 圆角 36">
              <a:extLst>
                <a:ext uri="{FF2B5EF4-FFF2-40B4-BE49-F238E27FC236}">
                  <a16:creationId xmlns:a16="http://schemas.microsoft.com/office/drawing/2014/main" id="{51F55E3E-4D49-599B-73CB-0675BA3B9638}"/>
                </a:ext>
              </a:extLst>
            </p:cNvPr>
            <p:cNvSpPr/>
            <p:nvPr/>
          </p:nvSpPr>
          <p:spPr>
            <a:xfrm>
              <a:off x="4637765" y="2547482"/>
              <a:ext cx="112544" cy="212942"/>
            </a:xfrm>
            <a:prstGeom prst="roundRect">
              <a:avLst/>
            </a:prstGeom>
            <a:solidFill>
              <a:schemeClr val="accent6">
                <a:lumMod val="60000"/>
                <a:lumOff val="40000"/>
              </a:schemeClr>
            </a:solidFill>
            <a:ln>
              <a:solidFill>
                <a:schemeClr val="accent6">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1" name="矩形: 圆角 37">
              <a:extLst>
                <a:ext uri="{FF2B5EF4-FFF2-40B4-BE49-F238E27FC236}">
                  <a16:creationId xmlns:a16="http://schemas.microsoft.com/office/drawing/2014/main" id="{5D50FBD0-5B73-8DF7-8665-6DACDADAD75E}"/>
                </a:ext>
              </a:extLst>
            </p:cNvPr>
            <p:cNvSpPr/>
            <p:nvPr/>
          </p:nvSpPr>
          <p:spPr>
            <a:xfrm>
              <a:off x="5141235" y="2551256"/>
              <a:ext cx="112544" cy="212942"/>
            </a:xfrm>
            <a:prstGeom prst="roundRect">
              <a:avLst/>
            </a:prstGeom>
            <a:solidFill>
              <a:schemeClr val="accent6">
                <a:lumMod val="60000"/>
                <a:lumOff val="40000"/>
              </a:schemeClr>
            </a:solidFill>
            <a:ln>
              <a:solidFill>
                <a:schemeClr val="accent6">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2" name="文本框 38">
              <a:extLst>
                <a:ext uri="{FF2B5EF4-FFF2-40B4-BE49-F238E27FC236}">
                  <a16:creationId xmlns:a16="http://schemas.microsoft.com/office/drawing/2014/main" id="{9DA7326E-2D6C-3877-78E4-C3850DDB9E7A}"/>
                </a:ext>
              </a:extLst>
            </p:cNvPr>
            <p:cNvSpPr txBox="1"/>
            <p:nvPr/>
          </p:nvSpPr>
          <p:spPr>
            <a:xfrm>
              <a:off x="4158641" y="2500447"/>
              <a:ext cx="365907" cy="246221"/>
            </a:xfrm>
            <a:prstGeom prst="rect">
              <a:avLst/>
            </a:prstGeom>
            <a:noFill/>
          </p:spPr>
          <p:txBody>
            <a:bodyPr wrap="square" rtlCol="0">
              <a:spAutoFit/>
            </a:bodyPr>
            <a:lstStyle/>
            <a:p>
              <a:r>
                <a:rPr lang="en-US" altLang="zh-CN" sz="1000" dirty="0"/>
                <a:t>…</a:t>
              </a:r>
              <a:endParaRPr lang="zh-CN" altLang="en-US" sz="1000" dirty="0"/>
            </a:p>
          </p:txBody>
        </p:sp>
        <p:sp>
          <p:nvSpPr>
            <p:cNvPr id="33" name="文本框 39">
              <a:extLst>
                <a:ext uri="{FF2B5EF4-FFF2-40B4-BE49-F238E27FC236}">
                  <a16:creationId xmlns:a16="http://schemas.microsoft.com/office/drawing/2014/main" id="{1379BF86-24F1-C2FF-7BB5-8CEF6D4F159E}"/>
                </a:ext>
              </a:extLst>
            </p:cNvPr>
            <p:cNvSpPr txBox="1"/>
            <p:nvPr/>
          </p:nvSpPr>
          <p:spPr>
            <a:xfrm>
              <a:off x="4601774" y="3321778"/>
              <a:ext cx="365907" cy="246221"/>
            </a:xfrm>
            <a:prstGeom prst="rect">
              <a:avLst/>
            </a:prstGeom>
            <a:noFill/>
          </p:spPr>
          <p:txBody>
            <a:bodyPr wrap="square" rtlCol="0">
              <a:spAutoFit/>
            </a:bodyPr>
            <a:lstStyle/>
            <a:p>
              <a:r>
                <a:rPr lang="en-US" altLang="zh-CN" sz="1000" dirty="0"/>
                <a:t>…</a:t>
              </a:r>
              <a:endParaRPr lang="zh-CN" altLang="en-US" sz="1000" dirty="0"/>
            </a:p>
          </p:txBody>
        </p:sp>
        <p:cxnSp>
          <p:nvCxnSpPr>
            <p:cNvPr id="34" name="直接箭头连接符 43">
              <a:extLst>
                <a:ext uri="{FF2B5EF4-FFF2-40B4-BE49-F238E27FC236}">
                  <a16:creationId xmlns:a16="http://schemas.microsoft.com/office/drawing/2014/main" id="{021DBF24-3247-3A08-B8CB-4DF69AF0F668}"/>
                </a:ext>
              </a:extLst>
            </p:cNvPr>
            <p:cNvCxnSpPr>
              <a:cxnSpLocks/>
            </p:cNvCxnSpPr>
            <p:nvPr/>
          </p:nvCxnSpPr>
          <p:spPr>
            <a:xfrm flipV="1">
              <a:off x="3053036" y="2391510"/>
              <a:ext cx="0" cy="137725"/>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35" name="直接箭头连接符 46">
              <a:extLst>
                <a:ext uri="{FF2B5EF4-FFF2-40B4-BE49-F238E27FC236}">
                  <a16:creationId xmlns:a16="http://schemas.microsoft.com/office/drawing/2014/main" id="{B7CE80C2-ED5A-BB29-7AD4-01D58AD5A540}"/>
                </a:ext>
              </a:extLst>
            </p:cNvPr>
            <p:cNvCxnSpPr>
              <a:cxnSpLocks/>
            </p:cNvCxnSpPr>
            <p:nvPr/>
          </p:nvCxnSpPr>
          <p:spPr>
            <a:xfrm flipV="1">
              <a:off x="3478720" y="2380007"/>
              <a:ext cx="0" cy="137725"/>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36" name="直接箭头连接符 47">
              <a:extLst>
                <a:ext uri="{FF2B5EF4-FFF2-40B4-BE49-F238E27FC236}">
                  <a16:creationId xmlns:a16="http://schemas.microsoft.com/office/drawing/2014/main" id="{E24D98CB-28DC-F3EF-8D32-EDE254569C40}"/>
                </a:ext>
              </a:extLst>
            </p:cNvPr>
            <p:cNvCxnSpPr>
              <a:cxnSpLocks/>
            </p:cNvCxnSpPr>
            <p:nvPr/>
          </p:nvCxnSpPr>
          <p:spPr>
            <a:xfrm flipV="1">
              <a:off x="3904799" y="2387726"/>
              <a:ext cx="0" cy="137725"/>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37" name="直接箭头连接符 48">
              <a:extLst>
                <a:ext uri="{FF2B5EF4-FFF2-40B4-BE49-F238E27FC236}">
                  <a16:creationId xmlns:a16="http://schemas.microsoft.com/office/drawing/2014/main" id="{45743056-99D0-390F-D914-3E54D531479B}"/>
                </a:ext>
              </a:extLst>
            </p:cNvPr>
            <p:cNvCxnSpPr>
              <a:cxnSpLocks/>
            </p:cNvCxnSpPr>
            <p:nvPr/>
          </p:nvCxnSpPr>
          <p:spPr>
            <a:xfrm flipV="1">
              <a:off x="4694037" y="2387725"/>
              <a:ext cx="0" cy="137725"/>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38" name="直接箭头连接符 49">
              <a:extLst>
                <a:ext uri="{FF2B5EF4-FFF2-40B4-BE49-F238E27FC236}">
                  <a16:creationId xmlns:a16="http://schemas.microsoft.com/office/drawing/2014/main" id="{8AC1BA5C-DA89-376F-5F73-E8CE6289CF31}"/>
                </a:ext>
              </a:extLst>
            </p:cNvPr>
            <p:cNvCxnSpPr>
              <a:cxnSpLocks/>
            </p:cNvCxnSpPr>
            <p:nvPr/>
          </p:nvCxnSpPr>
          <p:spPr>
            <a:xfrm flipV="1">
              <a:off x="5192675" y="2362722"/>
              <a:ext cx="0" cy="137725"/>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39" name="直接箭头连接符 55">
              <a:extLst>
                <a:ext uri="{FF2B5EF4-FFF2-40B4-BE49-F238E27FC236}">
                  <a16:creationId xmlns:a16="http://schemas.microsoft.com/office/drawing/2014/main" id="{BC8EC650-91C2-1E2F-F1C2-60BBE5CB9F20}"/>
                </a:ext>
              </a:extLst>
            </p:cNvPr>
            <p:cNvCxnSpPr/>
            <p:nvPr/>
          </p:nvCxnSpPr>
          <p:spPr>
            <a:xfrm>
              <a:off x="3115561" y="2362722"/>
              <a:ext cx="306887" cy="1357508"/>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40" name="直接箭头连接符 56">
              <a:extLst>
                <a:ext uri="{FF2B5EF4-FFF2-40B4-BE49-F238E27FC236}">
                  <a16:creationId xmlns:a16="http://schemas.microsoft.com/office/drawing/2014/main" id="{82200A3C-A82A-E1E0-069A-F973151B7836}"/>
                </a:ext>
              </a:extLst>
            </p:cNvPr>
            <p:cNvCxnSpPr/>
            <p:nvPr/>
          </p:nvCxnSpPr>
          <p:spPr>
            <a:xfrm>
              <a:off x="3551155" y="2350512"/>
              <a:ext cx="306887" cy="1357508"/>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41" name="直接箭头连接符 57">
              <a:extLst>
                <a:ext uri="{FF2B5EF4-FFF2-40B4-BE49-F238E27FC236}">
                  <a16:creationId xmlns:a16="http://schemas.microsoft.com/office/drawing/2014/main" id="{46E4A666-EE32-7C8E-A5E9-00AE4AD7B3DF}"/>
                </a:ext>
              </a:extLst>
            </p:cNvPr>
            <p:cNvCxnSpPr/>
            <p:nvPr/>
          </p:nvCxnSpPr>
          <p:spPr>
            <a:xfrm>
              <a:off x="4782912" y="2360284"/>
              <a:ext cx="306887" cy="1357508"/>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42" name="直接箭头连接符 58">
              <a:extLst>
                <a:ext uri="{FF2B5EF4-FFF2-40B4-BE49-F238E27FC236}">
                  <a16:creationId xmlns:a16="http://schemas.microsoft.com/office/drawing/2014/main" id="{B03873A2-9142-E730-A273-4C89ED6B235F}"/>
                </a:ext>
              </a:extLst>
            </p:cNvPr>
            <p:cNvCxnSpPr/>
            <p:nvPr/>
          </p:nvCxnSpPr>
          <p:spPr>
            <a:xfrm>
              <a:off x="3977031" y="2360284"/>
              <a:ext cx="306887" cy="1357508"/>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43" name="矩形: 圆角 5">
              <a:extLst>
                <a:ext uri="{FF2B5EF4-FFF2-40B4-BE49-F238E27FC236}">
                  <a16:creationId xmlns:a16="http://schemas.microsoft.com/office/drawing/2014/main" id="{FA1F3ABC-5519-2B8E-CA0F-819FD94A2F37}"/>
                </a:ext>
              </a:extLst>
            </p:cNvPr>
            <p:cNvSpPr/>
            <p:nvPr/>
          </p:nvSpPr>
          <p:spPr>
            <a:xfrm>
              <a:off x="2668043" y="2846539"/>
              <a:ext cx="2931091" cy="432148"/>
            </a:xfrm>
            <a:prstGeom prst="roundRect">
              <a:avLst/>
            </a:prstGeom>
            <a:solidFill>
              <a:schemeClr val="tx2">
                <a:lumMod val="40000"/>
                <a:lumOff val="60000"/>
              </a:schemeClr>
            </a:solidFill>
            <a:ln>
              <a:solidFill>
                <a:schemeClr val="tx2">
                  <a:lumMod val="40000"/>
                  <a:lumOff val="6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200" dirty="0"/>
                <a:t>Large Language Model</a:t>
              </a:r>
              <a:endParaRPr lang="zh-CN" altLang="en-US" sz="1200" dirty="0"/>
            </a:p>
          </p:txBody>
        </p:sp>
        <p:sp>
          <p:nvSpPr>
            <p:cNvPr id="44" name="文本框 59">
              <a:extLst>
                <a:ext uri="{FF2B5EF4-FFF2-40B4-BE49-F238E27FC236}">
                  <a16:creationId xmlns:a16="http://schemas.microsoft.com/office/drawing/2014/main" id="{14DF7E5F-5D1E-CB52-9F73-E8CD93DD50B8}"/>
                </a:ext>
              </a:extLst>
            </p:cNvPr>
            <p:cNvSpPr txBox="1"/>
            <p:nvPr/>
          </p:nvSpPr>
          <p:spPr>
            <a:xfrm>
              <a:off x="6131490" y="3604829"/>
              <a:ext cx="2874724" cy="246221"/>
            </a:xfrm>
            <a:prstGeom prst="rect">
              <a:avLst/>
            </a:prstGeom>
            <a:noFill/>
          </p:spPr>
          <p:txBody>
            <a:bodyPr wrap="square" rtlCol="0">
              <a:spAutoFit/>
            </a:bodyPr>
            <a:lstStyle/>
            <a:p>
              <a:r>
                <a:rPr lang="en-US" altLang="zh-CN" sz="1000" dirty="0"/>
                <a:t>[Question]  &lt;bot&gt;                                       &lt;</a:t>
              </a:r>
              <a:r>
                <a:rPr lang="en-US" altLang="zh-CN" sz="1000" dirty="0" err="1"/>
                <a:t>eot</a:t>
              </a:r>
              <a:r>
                <a:rPr lang="en-US" altLang="zh-CN" sz="1000" dirty="0"/>
                <a:t>&gt;</a:t>
              </a:r>
              <a:endParaRPr lang="zh-CN" altLang="en-US" sz="1000" dirty="0"/>
            </a:p>
          </p:txBody>
        </p:sp>
        <p:sp>
          <p:nvSpPr>
            <p:cNvPr id="45" name="矩形: 圆角 60">
              <a:extLst>
                <a:ext uri="{FF2B5EF4-FFF2-40B4-BE49-F238E27FC236}">
                  <a16:creationId xmlns:a16="http://schemas.microsoft.com/office/drawing/2014/main" id="{80420491-C05B-603A-B555-0B8973FAF940}"/>
                </a:ext>
              </a:extLst>
            </p:cNvPr>
            <p:cNvSpPr/>
            <p:nvPr/>
          </p:nvSpPr>
          <p:spPr>
            <a:xfrm>
              <a:off x="6323398" y="3363002"/>
              <a:ext cx="112544" cy="212942"/>
            </a:xfrm>
            <a:prstGeom prst="roundRect">
              <a:avLst/>
            </a:prstGeom>
            <a:solidFill>
              <a:schemeClr val="accent4">
                <a:lumMod val="60000"/>
                <a:lumOff val="40000"/>
              </a:schemeClr>
            </a:solidFill>
            <a:ln>
              <a:solidFill>
                <a:schemeClr val="accent4">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6" name="矩形: 圆角 62">
              <a:extLst>
                <a:ext uri="{FF2B5EF4-FFF2-40B4-BE49-F238E27FC236}">
                  <a16:creationId xmlns:a16="http://schemas.microsoft.com/office/drawing/2014/main" id="{4622ADC9-A8A3-46E9-E876-9AAE9EB2A494}"/>
                </a:ext>
              </a:extLst>
            </p:cNvPr>
            <p:cNvSpPr/>
            <p:nvPr/>
          </p:nvSpPr>
          <p:spPr>
            <a:xfrm>
              <a:off x="6560238" y="3361809"/>
              <a:ext cx="112544" cy="212942"/>
            </a:xfrm>
            <a:prstGeom prst="roundRect">
              <a:avLst/>
            </a:prstGeom>
            <a:solidFill>
              <a:schemeClr val="accent4">
                <a:lumMod val="60000"/>
                <a:lumOff val="40000"/>
              </a:schemeClr>
            </a:solidFill>
            <a:ln>
              <a:solidFill>
                <a:schemeClr val="accent4">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7" name="矩形: 圆角 63">
              <a:extLst>
                <a:ext uri="{FF2B5EF4-FFF2-40B4-BE49-F238E27FC236}">
                  <a16:creationId xmlns:a16="http://schemas.microsoft.com/office/drawing/2014/main" id="{C02AB559-FA04-851D-12C4-5AB359746BF4}"/>
                </a:ext>
              </a:extLst>
            </p:cNvPr>
            <p:cNvSpPr/>
            <p:nvPr/>
          </p:nvSpPr>
          <p:spPr>
            <a:xfrm>
              <a:off x="6959440" y="3354298"/>
              <a:ext cx="112544" cy="212942"/>
            </a:xfrm>
            <a:prstGeom prst="roundRect">
              <a:avLst/>
            </a:prstGeom>
            <a:solidFill>
              <a:schemeClr val="accent4">
                <a:lumMod val="60000"/>
                <a:lumOff val="40000"/>
              </a:schemeClr>
            </a:solidFill>
            <a:ln>
              <a:solidFill>
                <a:schemeClr val="accent4">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8" name="矩形: 圆角 64">
              <a:extLst>
                <a:ext uri="{FF2B5EF4-FFF2-40B4-BE49-F238E27FC236}">
                  <a16:creationId xmlns:a16="http://schemas.microsoft.com/office/drawing/2014/main" id="{71DA4708-EF5C-5973-9D79-1D01B823D65E}"/>
                </a:ext>
              </a:extLst>
            </p:cNvPr>
            <p:cNvSpPr/>
            <p:nvPr/>
          </p:nvSpPr>
          <p:spPr>
            <a:xfrm>
              <a:off x="8646676" y="3348300"/>
              <a:ext cx="112544" cy="212942"/>
            </a:xfrm>
            <a:prstGeom prst="roundRect">
              <a:avLst/>
            </a:prstGeom>
            <a:solidFill>
              <a:schemeClr val="accent4">
                <a:lumMod val="60000"/>
                <a:lumOff val="40000"/>
              </a:schemeClr>
            </a:solidFill>
            <a:ln>
              <a:solidFill>
                <a:schemeClr val="accent4">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9" name="矩形: 圆角 65">
              <a:extLst>
                <a:ext uri="{FF2B5EF4-FFF2-40B4-BE49-F238E27FC236}">
                  <a16:creationId xmlns:a16="http://schemas.microsoft.com/office/drawing/2014/main" id="{4BC2DFC3-797C-6500-481B-609D5223A06B}"/>
                </a:ext>
              </a:extLst>
            </p:cNvPr>
            <p:cNvSpPr/>
            <p:nvPr/>
          </p:nvSpPr>
          <p:spPr>
            <a:xfrm>
              <a:off x="8646676" y="2533726"/>
              <a:ext cx="112544" cy="212942"/>
            </a:xfrm>
            <a:prstGeom prst="roundRect">
              <a:avLst/>
            </a:prstGeom>
            <a:solidFill>
              <a:schemeClr val="accent6">
                <a:lumMod val="60000"/>
                <a:lumOff val="40000"/>
              </a:schemeClr>
            </a:solidFill>
            <a:ln>
              <a:solidFill>
                <a:schemeClr val="accent6">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0" name="文本框 66">
              <a:extLst>
                <a:ext uri="{FF2B5EF4-FFF2-40B4-BE49-F238E27FC236}">
                  <a16:creationId xmlns:a16="http://schemas.microsoft.com/office/drawing/2014/main" id="{0E7ADD74-660D-386A-FA68-49B8B46602CB}"/>
                </a:ext>
              </a:extLst>
            </p:cNvPr>
            <p:cNvSpPr txBox="1"/>
            <p:nvPr/>
          </p:nvSpPr>
          <p:spPr>
            <a:xfrm>
              <a:off x="8837550" y="2478073"/>
              <a:ext cx="365907" cy="246221"/>
            </a:xfrm>
            <a:prstGeom prst="rect">
              <a:avLst/>
            </a:prstGeom>
            <a:noFill/>
          </p:spPr>
          <p:txBody>
            <a:bodyPr wrap="square" rtlCol="0">
              <a:spAutoFit/>
            </a:bodyPr>
            <a:lstStyle/>
            <a:p>
              <a:r>
                <a:rPr lang="en-US" altLang="zh-CN" sz="1000" dirty="0"/>
                <a:t>…</a:t>
              </a:r>
              <a:endParaRPr lang="zh-CN" altLang="en-US" sz="1000" dirty="0"/>
            </a:p>
          </p:txBody>
        </p:sp>
        <p:sp>
          <p:nvSpPr>
            <p:cNvPr id="51" name="文本框 67">
              <a:extLst>
                <a:ext uri="{FF2B5EF4-FFF2-40B4-BE49-F238E27FC236}">
                  <a16:creationId xmlns:a16="http://schemas.microsoft.com/office/drawing/2014/main" id="{699EBBC9-0B64-C586-00C3-C3E6DACF1981}"/>
                </a:ext>
              </a:extLst>
            </p:cNvPr>
            <p:cNvSpPr txBox="1"/>
            <p:nvPr/>
          </p:nvSpPr>
          <p:spPr>
            <a:xfrm>
              <a:off x="8366975" y="2151056"/>
              <a:ext cx="671945" cy="246221"/>
            </a:xfrm>
            <a:prstGeom prst="rect">
              <a:avLst/>
            </a:prstGeom>
            <a:noFill/>
          </p:spPr>
          <p:txBody>
            <a:bodyPr wrap="square" rtlCol="0">
              <a:spAutoFit/>
            </a:bodyPr>
            <a:lstStyle/>
            <a:p>
              <a:r>
                <a:rPr lang="en-US" altLang="zh-CN" sz="1000" dirty="0"/>
                <a:t>[Answer]</a:t>
              </a:r>
              <a:endParaRPr lang="zh-CN" altLang="en-US" sz="1000" dirty="0"/>
            </a:p>
          </p:txBody>
        </p:sp>
        <p:cxnSp>
          <p:nvCxnSpPr>
            <p:cNvPr id="52" name="直接箭头连接符 68">
              <a:extLst>
                <a:ext uri="{FF2B5EF4-FFF2-40B4-BE49-F238E27FC236}">
                  <a16:creationId xmlns:a16="http://schemas.microsoft.com/office/drawing/2014/main" id="{0F3046A8-095C-7851-09CF-7A8A129C4829}"/>
                </a:ext>
              </a:extLst>
            </p:cNvPr>
            <p:cNvCxnSpPr>
              <a:cxnSpLocks/>
            </p:cNvCxnSpPr>
            <p:nvPr/>
          </p:nvCxnSpPr>
          <p:spPr>
            <a:xfrm flipV="1">
              <a:off x="8692725" y="2350512"/>
              <a:ext cx="0" cy="137725"/>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sp>
          <p:nvSpPr>
            <p:cNvPr id="53" name="文本框 69">
              <a:extLst>
                <a:ext uri="{FF2B5EF4-FFF2-40B4-BE49-F238E27FC236}">
                  <a16:creationId xmlns:a16="http://schemas.microsoft.com/office/drawing/2014/main" id="{0C10D055-9E91-37DC-0125-A66619619FEB}"/>
                </a:ext>
              </a:extLst>
            </p:cNvPr>
            <p:cNvSpPr txBox="1"/>
            <p:nvPr/>
          </p:nvSpPr>
          <p:spPr>
            <a:xfrm>
              <a:off x="6113441" y="2074111"/>
              <a:ext cx="1730967" cy="400110"/>
            </a:xfrm>
            <a:prstGeom prst="rect">
              <a:avLst/>
            </a:prstGeom>
            <a:noFill/>
          </p:spPr>
          <p:txBody>
            <a:bodyPr wrap="square" rtlCol="0">
              <a:spAutoFit/>
            </a:bodyPr>
            <a:lstStyle/>
            <a:p>
              <a:r>
                <a:rPr lang="en-US" altLang="zh-CN" sz="1000" dirty="0"/>
                <a:t>Last hidden states are used as input embeddings</a:t>
              </a:r>
              <a:endParaRPr lang="zh-CN" altLang="en-US" sz="1000" dirty="0"/>
            </a:p>
          </p:txBody>
        </p:sp>
        <p:sp>
          <p:nvSpPr>
            <p:cNvPr id="54" name="矩形: 圆角 70">
              <a:extLst>
                <a:ext uri="{FF2B5EF4-FFF2-40B4-BE49-F238E27FC236}">
                  <a16:creationId xmlns:a16="http://schemas.microsoft.com/office/drawing/2014/main" id="{835C9151-97CE-9553-C591-CCE5234AF14A}"/>
                </a:ext>
              </a:extLst>
            </p:cNvPr>
            <p:cNvSpPr/>
            <p:nvPr/>
          </p:nvSpPr>
          <p:spPr>
            <a:xfrm>
              <a:off x="6959440" y="2556288"/>
              <a:ext cx="112544" cy="212942"/>
            </a:xfrm>
            <a:prstGeom prst="roundRect">
              <a:avLst/>
            </a:prstGeom>
            <a:gradFill flip="none" rotWithShape="1">
              <a:gsLst>
                <a:gs pos="0">
                  <a:schemeClr val="accent2">
                    <a:lumMod val="67000"/>
                  </a:schemeClr>
                </a:gs>
                <a:gs pos="48000">
                  <a:schemeClr val="accent2">
                    <a:lumMod val="97000"/>
                    <a:lumOff val="3000"/>
                  </a:schemeClr>
                </a:gs>
                <a:gs pos="100000">
                  <a:schemeClr val="accent2">
                    <a:lumMod val="60000"/>
                    <a:lumOff val="40000"/>
                  </a:schemeClr>
                </a:gs>
              </a:gsLst>
              <a:lin ang="16200000" scaled="1"/>
              <a:tileRect/>
            </a:gra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zh-CN" altLang="en-US"/>
            </a:p>
          </p:txBody>
        </p:sp>
        <p:sp>
          <p:nvSpPr>
            <p:cNvPr id="55" name="矩形: 圆角 71">
              <a:extLst>
                <a:ext uri="{FF2B5EF4-FFF2-40B4-BE49-F238E27FC236}">
                  <a16:creationId xmlns:a16="http://schemas.microsoft.com/office/drawing/2014/main" id="{DC150D47-78A7-DDE3-F02B-E25DE18B5492}"/>
                </a:ext>
              </a:extLst>
            </p:cNvPr>
            <p:cNvSpPr/>
            <p:nvPr/>
          </p:nvSpPr>
          <p:spPr>
            <a:xfrm>
              <a:off x="7403856" y="3353141"/>
              <a:ext cx="112544" cy="212942"/>
            </a:xfrm>
            <a:prstGeom prst="roundRect">
              <a:avLst/>
            </a:prstGeom>
            <a:gradFill flip="none" rotWithShape="1">
              <a:gsLst>
                <a:gs pos="0">
                  <a:schemeClr val="accent2">
                    <a:lumMod val="67000"/>
                  </a:schemeClr>
                </a:gs>
                <a:gs pos="48000">
                  <a:schemeClr val="accent2">
                    <a:lumMod val="97000"/>
                    <a:lumOff val="3000"/>
                  </a:schemeClr>
                </a:gs>
                <a:gs pos="100000">
                  <a:schemeClr val="accent2">
                    <a:lumMod val="60000"/>
                    <a:lumOff val="40000"/>
                  </a:schemeClr>
                </a:gs>
              </a:gsLst>
              <a:lin ang="16200000" scaled="1"/>
              <a:tileRect/>
            </a:gra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zh-CN" altLang="en-US"/>
            </a:p>
          </p:txBody>
        </p:sp>
        <p:sp>
          <p:nvSpPr>
            <p:cNvPr id="56" name="矩形: 圆角 72">
              <a:extLst>
                <a:ext uri="{FF2B5EF4-FFF2-40B4-BE49-F238E27FC236}">
                  <a16:creationId xmlns:a16="http://schemas.microsoft.com/office/drawing/2014/main" id="{6C141E99-4501-A1D5-1629-5AE884A6A0CE}"/>
                </a:ext>
              </a:extLst>
            </p:cNvPr>
            <p:cNvSpPr/>
            <p:nvPr/>
          </p:nvSpPr>
          <p:spPr>
            <a:xfrm>
              <a:off x="7403856" y="2556288"/>
              <a:ext cx="112544" cy="212942"/>
            </a:xfrm>
            <a:prstGeom prst="roundRect">
              <a:avLst/>
            </a:prstGeom>
            <a:gradFill flip="none" rotWithShape="1">
              <a:gsLst>
                <a:gs pos="0">
                  <a:schemeClr val="accent2">
                    <a:lumMod val="67000"/>
                  </a:schemeClr>
                </a:gs>
                <a:gs pos="48000">
                  <a:schemeClr val="accent2">
                    <a:lumMod val="97000"/>
                    <a:lumOff val="3000"/>
                  </a:schemeClr>
                </a:gs>
                <a:gs pos="100000">
                  <a:schemeClr val="accent2">
                    <a:lumMod val="60000"/>
                    <a:lumOff val="40000"/>
                  </a:schemeClr>
                </a:gs>
              </a:gsLst>
              <a:lin ang="16200000" scaled="1"/>
              <a:tileRect/>
            </a:gra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zh-CN" altLang="en-US"/>
            </a:p>
          </p:txBody>
        </p:sp>
        <p:sp>
          <p:nvSpPr>
            <p:cNvPr id="57" name="矩形: 圆角 73">
              <a:extLst>
                <a:ext uri="{FF2B5EF4-FFF2-40B4-BE49-F238E27FC236}">
                  <a16:creationId xmlns:a16="http://schemas.microsoft.com/office/drawing/2014/main" id="{D593570D-37BC-970C-3D6E-E8BE4410DEB2}"/>
                </a:ext>
              </a:extLst>
            </p:cNvPr>
            <p:cNvSpPr/>
            <p:nvPr/>
          </p:nvSpPr>
          <p:spPr>
            <a:xfrm>
              <a:off x="7844408" y="2551256"/>
              <a:ext cx="112544" cy="212942"/>
            </a:xfrm>
            <a:prstGeom prst="roundRect">
              <a:avLst/>
            </a:prstGeom>
            <a:gradFill flip="none" rotWithShape="1">
              <a:gsLst>
                <a:gs pos="0">
                  <a:schemeClr val="accent2">
                    <a:lumMod val="67000"/>
                  </a:schemeClr>
                </a:gs>
                <a:gs pos="48000">
                  <a:schemeClr val="accent2">
                    <a:lumMod val="97000"/>
                    <a:lumOff val="3000"/>
                  </a:schemeClr>
                </a:gs>
                <a:gs pos="100000">
                  <a:schemeClr val="accent2">
                    <a:lumMod val="60000"/>
                    <a:lumOff val="40000"/>
                  </a:schemeClr>
                </a:gs>
              </a:gsLst>
              <a:lin ang="16200000" scaled="1"/>
              <a:tileRect/>
            </a:gra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zh-CN" altLang="en-US"/>
            </a:p>
          </p:txBody>
        </p:sp>
        <p:sp>
          <p:nvSpPr>
            <p:cNvPr id="58" name="矩形: 圆角 74">
              <a:extLst>
                <a:ext uri="{FF2B5EF4-FFF2-40B4-BE49-F238E27FC236}">
                  <a16:creationId xmlns:a16="http://schemas.microsoft.com/office/drawing/2014/main" id="{812AC5D6-A5D1-4F88-E12C-8BE8504E1B1A}"/>
                </a:ext>
              </a:extLst>
            </p:cNvPr>
            <p:cNvSpPr/>
            <p:nvPr/>
          </p:nvSpPr>
          <p:spPr>
            <a:xfrm>
              <a:off x="7842133" y="3360890"/>
              <a:ext cx="112544" cy="212942"/>
            </a:xfrm>
            <a:prstGeom prst="roundRect">
              <a:avLst/>
            </a:prstGeom>
            <a:gradFill flip="none" rotWithShape="1">
              <a:gsLst>
                <a:gs pos="0">
                  <a:schemeClr val="accent2">
                    <a:lumMod val="67000"/>
                  </a:schemeClr>
                </a:gs>
                <a:gs pos="48000">
                  <a:schemeClr val="accent2">
                    <a:lumMod val="97000"/>
                    <a:lumOff val="3000"/>
                  </a:schemeClr>
                </a:gs>
                <a:gs pos="100000">
                  <a:schemeClr val="accent2">
                    <a:lumMod val="60000"/>
                    <a:lumOff val="40000"/>
                  </a:schemeClr>
                </a:gs>
              </a:gsLst>
              <a:lin ang="16200000" scaled="1"/>
              <a:tileRect/>
            </a:gra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zh-CN" altLang="en-US"/>
            </a:p>
          </p:txBody>
        </p:sp>
        <p:sp>
          <p:nvSpPr>
            <p:cNvPr id="59" name="矩形: 圆角 75">
              <a:extLst>
                <a:ext uri="{FF2B5EF4-FFF2-40B4-BE49-F238E27FC236}">
                  <a16:creationId xmlns:a16="http://schemas.microsoft.com/office/drawing/2014/main" id="{1ECFE799-04A7-E756-4F0D-BF6AB1A335F4}"/>
                </a:ext>
              </a:extLst>
            </p:cNvPr>
            <p:cNvSpPr/>
            <p:nvPr/>
          </p:nvSpPr>
          <p:spPr>
            <a:xfrm>
              <a:off x="8262997" y="3361809"/>
              <a:ext cx="112544" cy="212942"/>
            </a:xfrm>
            <a:prstGeom prst="roundRect">
              <a:avLst/>
            </a:prstGeom>
            <a:gradFill flip="none" rotWithShape="1">
              <a:gsLst>
                <a:gs pos="0">
                  <a:schemeClr val="accent2">
                    <a:lumMod val="67000"/>
                  </a:schemeClr>
                </a:gs>
                <a:gs pos="48000">
                  <a:schemeClr val="accent2">
                    <a:lumMod val="97000"/>
                    <a:lumOff val="3000"/>
                  </a:schemeClr>
                </a:gs>
                <a:gs pos="100000">
                  <a:schemeClr val="accent2">
                    <a:lumMod val="60000"/>
                    <a:lumOff val="40000"/>
                  </a:schemeClr>
                </a:gs>
              </a:gsLst>
              <a:lin ang="16200000" scaled="1"/>
              <a:tileRect/>
            </a:gra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zh-CN" altLang="en-US"/>
            </a:p>
          </p:txBody>
        </p:sp>
        <p:cxnSp>
          <p:nvCxnSpPr>
            <p:cNvPr id="60" name="连接符: 曲线 79">
              <a:extLst>
                <a:ext uri="{FF2B5EF4-FFF2-40B4-BE49-F238E27FC236}">
                  <a16:creationId xmlns:a16="http://schemas.microsoft.com/office/drawing/2014/main" id="{19BD1EA5-BEB3-1C9C-D963-CEC2FAFFE1E9}"/>
                </a:ext>
              </a:extLst>
            </p:cNvPr>
            <p:cNvCxnSpPr>
              <a:stCxn id="56" idx="3"/>
              <a:endCxn id="58" idx="1"/>
            </p:cNvCxnSpPr>
            <p:nvPr/>
          </p:nvCxnSpPr>
          <p:spPr>
            <a:xfrm>
              <a:off x="7516400" y="2662759"/>
              <a:ext cx="325733" cy="804602"/>
            </a:xfrm>
            <a:prstGeom prst="curvedConnector3">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61" name="连接符: 曲线 80">
              <a:extLst>
                <a:ext uri="{FF2B5EF4-FFF2-40B4-BE49-F238E27FC236}">
                  <a16:creationId xmlns:a16="http://schemas.microsoft.com/office/drawing/2014/main" id="{CCAA0866-C38F-CB4A-FF5D-F8BDF9270C99}"/>
                </a:ext>
              </a:extLst>
            </p:cNvPr>
            <p:cNvCxnSpPr/>
            <p:nvPr/>
          </p:nvCxnSpPr>
          <p:spPr>
            <a:xfrm>
              <a:off x="7065692" y="2662759"/>
              <a:ext cx="325733" cy="804602"/>
            </a:xfrm>
            <a:prstGeom prst="curvedConnector3">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62" name="连接符: 曲线 81">
              <a:extLst>
                <a:ext uri="{FF2B5EF4-FFF2-40B4-BE49-F238E27FC236}">
                  <a16:creationId xmlns:a16="http://schemas.microsoft.com/office/drawing/2014/main" id="{009E1FEA-F9FF-57A4-2BEB-98662218D0A5}"/>
                </a:ext>
              </a:extLst>
            </p:cNvPr>
            <p:cNvCxnSpPr/>
            <p:nvPr/>
          </p:nvCxnSpPr>
          <p:spPr>
            <a:xfrm>
              <a:off x="7949694" y="2668509"/>
              <a:ext cx="325733" cy="804602"/>
            </a:xfrm>
            <a:prstGeom prst="curvedConnector3">
              <a:avLst/>
            </a:prstGeom>
            <a:ln>
              <a:tailEnd type="triangle"/>
            </a:ln>
          </p:spPr>
          <p:style>
            <a:lnRef idx="1">
              <a:schemeClr val="accent1"/>
            </a:lnRef>
            <a:fillRef idx="0">
              <a:schemeClr val="accent1"/>
            </a:fillRef>
            <a:effectRef idx="0">
              <a:schemeClr val="accent1"/>
            </a:effectRef>
            <a:fontRef idx="minor">
              <a:schemeClr val="tx1"/>
            </a:fontRef>
          </p:style>
        </p:cxnSp>
        <p:sp>
          <p:nvSpPr>
            <p:cNvPr id="63" name="矩形: 圆角 6">
              <a:extLst>
                <a:ext uri="{FF2B5EF4-FFF2-40B4-BE49-F238E27FC236}">
                  <a16:creationId xmlns:a16="http://schemas.microsoft.com/office/drawing/2014/main" id="{5C47A267-83E0-AD08-B210-EE4B255BE428}"/>
                </a:ext>
              </a:extLst>
            </p:cNvPr>
            <p:cNvSpPr/>
            <p:nvPr/>
          </p:nvSpPr>
          <p:spPr>
            <a:xfrm>
              <a:off x="6194120" y="2846539"/>
              <a:ext cx="2931091" cy="432148"/>
            </a:xfrm>
            <a:prstGeom prst="roundRect">
              <a:avLst/>
            </a:prstGeom>
            <a:solidFill>
              <a:schemeClr val="tx2">
                <a:lumMod val="40000"/>
                <a:lumOff val="60000"/>
              </a:schemeClr>
            </a:solidFill>
            <a:ln>
              <a:solidFill>
                <a:schemeClr val="tx2">
                  <a:lumMod val="40000"/>
                  <a:lumOff val="6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200" dirty="0"/>
                <a:t>Large Language Model</a:t>
              </a:r>
              <a:endParaRPr lang="zh-CN" altLang="en-US" sz="1200" dirty="0"/>
            </a:p>
          </p:txBody>
        </p:sp>
      </p:grpSp>
      <p:pic>
        <p:nvPicPr>
          <p:cNvPr id="7" name="Picture 6">
            <a:extLst>
              <a:ext uri="{FF2B5EF4-FFF2-40B4-BE49-F238E27FC236}">
                <a16:creationId xmlns:a16="http://schemas.microsoft.com/office/drawing/2014/main" id="{6DE345DB-C1CE-A2CF-CA04-847B35C7C673}"/>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7282495" y="351841"/>
            <a:ext cx="4662583" cy="4077730"/>
          </a:xfrm>
          <a:prstGeom prst="rect">
            <a:avLst/>
          </a:prstGeom>
        </p:spPr>
      </p:pic>
      <p:sp>
        <p:nvSpPr>
          <p:cNvPr id="64" name="文本框 2">
            <a:extLst>
              <a:ext uri="{FF2B5EF4-FFF2-40B4-BE49-F238E27FC236}">
                <a16:creationId xmlns:a16="http://schemas.microsoft.com/office/drawing/2014/main" id="{217B47D1-E920-EB11-4029-F11659D2A167}"/>
              </a:ext>
            </a:extLst>
          </p:cNvPr>
          <p:cNvSpPr txBox="1"/>
          <p:nvPr/>
        </p:nvSpPr>
        <p:spPr>
          <a:xfrm>
            <a:off x="7561651" y="1570991"/>
            <a:ext cx="888086" cy="307777"/>
          </a:xfrm>
          <a:prstGeom prst="rect">
            <a:avLst/>
          </a:prstGeom>
          <a:solidFill>
            <a:schemeClr val="bg1"/>
          </a:solidFill>
        </p:spPr>
        <p:txBody>
          <a:bodyPr wrap="square" rtlCol="0">
            <a:spAutoFit/>
          </a:bodyPr>
          <a:lstStyle/>
          <a:p>
            <a:pPr algn="ctr"/>
            <a:r>
              <a:rPr lang="zh-CN" altLang="en-US" sz="1400" dirty="0"/>
              <a:t>输出</a:t>
            </a:r>
          </a:p>
        </p:txBody>
      </p:sp>
      <p:sp>
        <p:nvSpPr>
          <p:cNvPr id="65" name="文本框 3">
            <a:extLst>
              <a:ext uri="{FF2B5EF4-FFF2-40B4-BE49-F238E27FC236}">
                <a16:creationId xmlns:a16="http://schemas.microsoft.com/office/drawing/2014/main" id="{55F69BA9-32D9-4302-5E0C-6E7631C3BE1E}"/>
              </a:ext>
            </a:extLst>
          </p:cNvPr>
          <p:cNvSpPr txBox="1"/>
          <p:nvPr/>
        </p:nvSpPr>
        <p:spPr>
          <a:xfrm>
            <a:off x="7561651" y="2944029"/>
            <a:ext cx="888086" cy="307777"/>
          </a:xfrm>
          <a:prstGeom prst="rect">
            <a:avLst/>
          </a:prstGeom>
          <a:solidFill>
            <a:schemeClr val="bg1"/>
          </a:solidFill>
        </p:spPr>
        <p:txBody>
          <a:bodyPr wrap="square" rtlCol="0">
            <a:spAutoFit/>
          </a:bodyPr>
          <a:lstStyle/>
          <a:p>
            <a:pPr algn="ctr"/>
            <a:r>
              <a:rPr lang="zh-CN" altLang="en-US" sz="1400" dirty="0"/>
              <a:t>输入</a:t>
            </a:r>
          </a:p>
        </p:txBody>
      </p:sp>
      <p:sp>
        <p:nvSpPr>
          <p:cNvPr id="66" name="文本框 4">
            <a:extLst>
              <a:ext uri="{FF2B5EF4-FFF2-40B4-BE49-F238E27FC236}">
                <a16:creationId xmlns:a16="http://schemas.microsoft.com/office/drawing/2014/main" id="{5388D85E-48FD-6751-1857-34A7FA21DE1E}"/>
              </a:ext>
            </a:extLst>
          </p:cNvPr>
          <p:cNvSpPr txBox="1"/>
          <p:nvPr/>
        </p:nvSpPr>
        <p:spPr>
          <a:xfrm>
            <a:off x="10878270" y="3945045"/>
            <a:ext cx="544912" cy="246221"/>
          </a:xfrm>
          <a:prstGeom prst="rect">
            <a:avLst/>
          </a:prstGeom>
          <a:solidFill>
            <a:schemeClr val="bg1"/>
          </a:solidFill>
        </p:spPr>
        <p:txBody>
          <a:bodyPr wrap="square" rtlCol="0">
            <a:spAutoFit/>
          </a:bodyPr>
          <a:lstStyle/>
          <a:p>
            <a:r>
              <a:rPr lang="zh-CN" altLang="en-US" sz="1000" dirty="0"/>
              <a:t>单词</a:t>
            </a:r>
          </a:p>
        </p:txBody>
      </p:sp>
      <p:sp>
        <p:nvSpPr>
          <p:cNvPr id="67" name="文本框 5">
            <a:extLst>
              <a:ext uri="{FF2B5EF4-FFF2-40B4-BE49-F238E27FC236}">
                <a16:creationId xmlns:a16="http://schemas.microsoft.com/office/drawing/2014/main" id="{F8C05BF5-E62D-F83D-0CE4-A4C2BB48C9DE}"/>
              </a:ext>
            </a:extLst>
          </p:cNvPr>
          <p:cNvSpPr txBox="1"/>
          <p:nvPr/>
        </p:nvSpPr>
        <p:spPr>
          <a:xfrm>
            <a:off x="10832221" y="2974806"/>
            <a:ext cx="683057" cy="246221"/>
          </a:xfrm>
          <a:prstGeom prst="rect">
            <a:avLst/>
          </a:prstGeom>
          <a:solidFill>
            <a:schemeClr val="bg1"/>
          </a:solidFill>
        </p:spPr>
        <p:txBody>
          <a:bodyPr wrap="square" rtlCol="0">
            <a:spAutoFit/>
          </a:bodyPr>
          <a:lstStyle/>
          <a:p>
            <a:r>
              <a:rPr lang="zh-CN" altLang="en-US" sz="1000" dirty="0"/>
              <a:t>概念</a:t>
            </a:r>
          </a:p>
        </p:txBody>
      </p:sp>
      <p:sp>
        <p:nvSpPr>
          <p:cNvPr id="68" name="文本框 6">
            <a:extLst>
              <a:ext uri="{FF2B5EF4-FFF2-40B4-BE49-F238E27FC236}">
                <a16:creationId xmlns:a16="http://schemas.microsoft.com/office/drawing/2014/main" id="{5D0FEF92-0995-B286-D121-E9F751E6592F}"/>
              </a:ext>
            </a:extLst>
          </p:cNvPr>
          <p:cNvSpPr txBox="1"/>
          <p:nvPr/>
        </p:nvSpPr>
        <p:spPr>
          <a:xfrm>
            <a:off x="10832221" y="1601768"/>
            <a:ext cx="683057" cy="246221"/>
          </a:xfrm>
          <a:prstGeom prst="rect">
            <a:avLst/>
          </a:prstGeom>
          <a:solidFill>
            <a:schemeClr val="bg1"/>
          </a:solidFill>
        </p:spPr>
        <p:txBody>
          <a:bodyPr wrap="square" rtlCol="0">
            <a:spAutoFit/>
          </a:bodyPr>
          <a:lstStyle/>
          <a:p>
            <a:r>
              <a:rPr lang="zh-CN" altLang="en-US" sz="1000" dirty="0"/>
              <a:t>概念</a:t>
            </a:r>
          </a:p>
        </p:txBody>
      </p:sp>
      <p:sp>
        <p:nvSpPr>
          <p:cNvPr id="69" name="文本框 7">
            <a:extLst>
              <a:ext uri="{FF2B5EF4-FFF2-40B4-BE49-F238E27FC236}">
                <a16:creationId xmlns:a16="http://schemas.microsoft.com/office/drawing/2014/main" id="{AED7BAE0-9F44-07B2-965C-4AAB563A0495}"/>
              </a:ext>
            </a:extLst>
          </p:cNvPr>
          <p:cNvSpPr txBox="1"/>
          <p:nvPr/>
        </p:nvSpPr>
        <p:spPr>
          <a:xfrm>
            <a:off x="10832221" y="631529"/>
            <a:ext cx="544912" cy="246221"/>
          </a:xfrm>
          <a:prstGeom prst="rect">
            <a:avLst/>
          </a:prstGeom>
          <a:solidFill>
            <a:schemeClr val="bg1"/>
          </a:solidFill>
        </p:spPr>
        <p:txBody>
          <a:bodyPr wrap="square" rtlCol="0">
            <a:spAutoFit/>
          </a:bodyPr>
          <a:lstStyle/>
          <a:p>
            <a:r>
              <a:rPr lang="zh-CN" altLang="en-US" sz="1000" dirty="0"/>
              <a:t>单词</a:t>
            </a:r>
          </a:p>
        </p:txBody>
      </p:sp>
      <p:sp>
        <p:nvSpPr>
          <p:cNvPr id="70" name="矩形: 圆角 8">
            <a:extLst>
              <a:ext uri="{FF2B5EF4-FFF2-40B4-BE49-F238E27FC236}">
                <a16:creationId xmlns:a16="http://schemas.microsoft.com/office/drawing/2014/main" id="{2C797F6F-1927-0E86-7AC7-2978BD2D5AB4}"/>
              </a:ext>
            </a:extLst>
          </p:cNvPr>
          <p:cNvSpPr/>
          <p:nvPr/>
        </p:nvSpPr>
        <p:spPr>
          <a:xfrm>
            <a:off x="8568148" y="2209097"/>
            <a:ext cx="1611713" cy="440754"/>
          </a:xfrm>
          <a:prstGeom prst="roundRect">
            <a:avLst/>
          </a:prstGeom>
          <a:solidFill>
            <a:schemeClr val="accent6">
              <a:lumMod val="40000"/>
              <a:lumOff val="60000"/>
            </a:schemeClr>
          </a:solidFill>
          <a:ln>
            <a:solidFill>
              <a:schemeClr val="tx1"/>
            </a:solidFill>
          </a:ln>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r>
              <a:rPr lang="zh-CN" altLang="en-US" sz="1400" dirty="0">
                <a:solidFill>
                  <a:schemeClr val="tx1"/>
                </a:solidFill>
              </a:rPr>
              <a:t>概念大模型</a:t>
            </a:r>
          </a:p>
        </p:txBody>
      </p:sp>
      <p:sp>
        <p:nvSpPr>
          <p:cNvPr id="71" name="矩形: 圆角 9">
            <a:extLst>
              <a:ext uri="{FF2B5EF4-FFF2-40B4-BE49-F238E27FC236}">
                <a16:creationId xmlns:a16="http://schemas.microsoft.com/office/drawing/2014/main" id="{4459AA88-551D-E287-D513-59315B779205}"/>
              </a:ext>
            </a:extLst>
          </p:cNvPr>
          <p:cNvSpPr/>
          <p:nvPr/>
        </p:nvSpPr>
        <p:spPr>
          <a:xfrm>
            <a:off x="8627354" y="3524781"/>
            <a:ext cx="1611713" cy="217088"/>
          </a:xfrm>
          <a:prstGeom prst="roundRect">
            <a:avLst/>
          </a:prstGeom>
          <a:solidFill>
            <a:schemeClr val="accent5">
              <a:lumMod val="40000"/>
              <a:lumOff val="6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000" dirty="0">
                <a:solidFill>
                  <a:schemeClr val="tx1"/>
                </a:solidFill>
              </a:rPr>
              <a:t>概念编码器（固定）</a:t>
            </a:r>
          </a:p>
        </p:txBody>
      </p:sp>
      <p:sp>
        <p:nvSpPr>
          <p:cNvPr id="72" name="矩形: 圆角 10">
            <a:extLst>
              <a:ext uri="{FF2B5EF4-FFF2-40B4-BE49-F238E27FC236}">
                <a16:creationId xmlns:a16="http://schemas.microsoft.com/office/drawing/2014/main" id="{75F5BC72-D88E-C9CD-A930-FB14B4776C78}"/>
              </a:ext>
            </a:extLst>
          </p:cNvPr>
          <p:cNvSpPr/>
          <p:nvPr/>
        </p:nvSpPr>
        <p:spPr>
          <a:xfrm>
            <a:off x="8627353" y="1063381"/>
            <a:ext cx="1611713" cy="270786"/>
          </a:xfrm>
          <a:prstGeom prst="roundRect">
            <a:avLst/>
          </a:prstGeom>
          <a:solidFill>
            <a:schemeClr val="accent5">
              <a:lumMod val="40000"/>
              <a:lumOff val="6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000" dirty="0">
                <a:solidFill>
                  <a:schemeClr val="tx1"/>
                </a:solidFill>
              </a:rPr>
              <a:t>概念解码器（固定）</a:t>
            </a:r>
          </a:p>
        </p:txBody>
      </p:sp>
    </p:spTree>
    <p:extLst>
      <p:ext uri="{BB962C8B-B14F-4D97-AF65-F5344CB8AC3E}">
        <p14:creationId xmlns:p14="http://schemas.microsoft.com/office/powerpoint/2010/main" val="3863655696"/>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4AB02B0-9921-FB70-E3B2-BC80E1AF074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01256A2-23A4-5DA7-C34B-E3278958A6C7}"/>
              </a:ext>
            </a:extLst>
          </p:cNvPr>
          <p:cNvSpPr>
            <a:spLocks noGrp="1"/>
          </p:cNvSpPr>
          <p:nvPr>
            <p:ph type="title"/>
          </p:nvPr>
        </p:nvSpPr>
        <p:spPr/>
        <p:txBody>
          <a:bodyPr/>
          <a:lstStyle/>
          <a:p>
            <a:r>
              <a:rPr lang="zh-CN" altLang="en-US"/>
              <a:t>其他种类的</a:t>
            </a:r>
            <a:r>
              <a:rPr lang="en-US" altLang="zh-CN"/>
              <a:t>Tokens</a:t>
            </a:r>
            <a:endParaRPr lang="en-US"/>
          </a:p>
        </p:txBody>
      </p:sp>
      <p:sp>
        <p:nvSpPr>
          <p:cNvPr id="3" name="Content Placeholder 2">
            <a:extLst>
              <a:ext uri="{FF2B5EF4-FFF2-40B4-BE49-F238E27FC236}">
                <a16:creationId xmlns:a16="http://schemas.microsoft.com/office/drawing/2014/main" id="{E5F77290-C7AA-2A45-00BA-6974776BBC6E}"/>
              </a:ext>
            </a:extLst>
          </p:cNvPr>
          <p:cNvSpPr>
            <a:spLocks noGrp="1"/>
          </p:cNvSpPr>
          <p:nvPr>
            <p:ph idx="1"/>
          </p:nvPr>
        </p:nvSpPr>
        <p:spPr>
          <a:xfrm>
            <a:off x="838200" y="963386"/>
            <a:ext cx="6477000" cy="5180740"/>
          </a:xfrm>
        </p:spPr>
        <p:txBody>
          <a:bodyPr>
            <a:noAutofit/>
          </a:bodyPr>
          <a:lstStyle/>
          <a:p>
            <a:pPr indent="-457200">
              <a:lnSpc>
                <a:spcPct val="180000"/>
              </a:lnSpc>
              <a:spcBef>
                <a:spcPts val="0"/>
              </a:spcBef>
              <a:buFont typeface="Wingdings" panose="05000000000000000000" pitchFamily="2" charset="2"/>
              <a:buChar char="p"/>
            </a:pPr>
            <a:r>
              <a:rPr lang="en-US" altLang="zh-CN" dirty="0"/>
              <a:t>DNA</a:t>
            </a:r>
            <a:r>
              <a:rPr lang="zh-CN" altLang="en-US" dirty="0"/>
              <a:t>序列</a:t>
            </a:r>
          </a:p>
          <a:p>
            <a:pPr lvl="2" indent="-457200">
              <a:lnSpc>
                <a:spcPct val="180000"/>
              </a:lnSpc>
              <a:spcBef>
                <a:spcPts val="0"/>
              </a:spcBef>
              <a:buFont typeface="Wingdings" panose="05000000000000000000" pitchFamily="2" charset="2"/>
              <a:buChar char="p"/>
            </a:pPr>
            <a:r>
              <a:rPr lang="en-US" altLang="zh-CN" dirty="0"/>
              <a:t>DNA</a:t>
            </a:r>
            <a:r>
              <a:rPr lang="zh-CN" altLang="en-US" dirty="0"/>
              <a:t>序列被切分为小单元</a:t>
            </a:r>
          </a:p>
          <a:p>
            <a:pPr lvl="2" indent="-457200">
              <a:lnSpc>
                <a:spcPct val="180000"/>
              </a:lnSpc>
              <a:spcBef>
                <a:spcPts val="0"/>
              </a:spcBef>
              <a:buFont typeface="Wingdings" panose="05000000000000000000" pitchFamily="2" charset="2"/>
              <a:buChar char="p"/>
            </a:pPr>
            <a:r>
              <a:rPr lang="zh-CN" altLang="en-US" dirty="0"/>
              <a:t>小的碱基片段被输入到</a:t>
            </a:r>
            <a:r>
              <a:rPr lang="en-US" altLang="zh-CN" dirty="0"/>
              <a:t>Transformer</a:t>
            </a:r>
          </a:p>
          <a:p>
            <a:pPr indent="-457200">
              <a:lnSpc>
                <a:spcPct val="180000"/>
              </a:lnSpc>
              <a:spcBef>
                <a:spcPts val="0"/>
              </a:spcBef>
              <a:buFont typeface="Wingdings" panose="05000000000000000000" pitchFamily="2" charset="2"/>
              <a:buChar char="p"/>
            </a:pPr>
            <a:endParaRPr lang="en-US" altLang="zh-CN" dirty="0"/>
          </a:p>
          <a:p>
            <a:pPr indent="-457200">
              <a:lnSpc>
                <a:spcPct val="180000"/>
              </a:lnSpc>
              <a:spcBef>
                <a:spcPts val="0"/>
              </a:spcBef>
              <a:buFont typeface="Wingdings" panose="05000000000000000000" pitchFamily="2" charset="2"/>
              <a:buChar char="p"/>
            </a:pPr>
            <a:r>
              <a:rPr lang="zh-CN" altLang="en-US" dirty="0"/>
              <a:t>音频</a:t>
            </a:r>
            <a:r>
              <a:rPr lang="en-US" altLang="zh-CN" dirty="0"/>
              <a:t>Patch</a:t>
            </a:r>
          </a:p>
          <a:p>
            <a:pPr lvl="2" indent="-457200">
              <a:lnSpc>
                <a:spcPct val="180000"/>
              </a:lnSpc>
              <a:spcBef>
                <a:spcPts val="0"/>
              </a:spcBef>
              <a:buFont typeface="Wingdings" panose="05000000000000000000" pitchFamily="2" charset="2"/>
              <a:buChar char="p"/>
            </a:pPr>
            <a:r>
              <a:rPr lang="zh-CN" altLang="en-US" dirty="0"/>
              <a:t>音频被表达为语谱图</a:t>
            </a:r>
            <a:endParaRPr lang="en-US" altLang="zh-CN" dirty="0"/>
          </a:p>
          <a:p>
            <a:pPr lvl="2" indent="-457200">
              <a:lnSpc>
                <a:spcPct val="180000"/>
              </a:lnSpc>
              <a:spcBef>
                <a:spcPts val="0"/>
              </a:spcBef>
              <a:buFont typeface="Wingdings" panose="05000000000000000000" pitchFamily="2" charset="2"/>
              <a:buChar char="p"/>
            </a:pPr>
            <a:r>
              <a:rPr lang="zh-CN" altLang="en-US" dirty="0"/>
              <a:t>语谱图被按照图像处理</a:t>
            </a:r>
            <a:endParaRPr lang="en-US" altLang="zh-CN" dirty="0"/>
          </a:p>
        </p:txBody>
      </p:sp>
      <p:grpSp>
        <p:nvGrpSpPr>
          <p:cNvPr id="76" name="Group 75">
            <a:extLst>
              <a:ext uri="{FF2B5EF4-FFF2-40B4-BE49-F238E27FC236}">
                <a16:creationId xmlns:a16="http://schemas.microsoft.com/office/drawing/2014/main" id="{9B677195-25B1-2ED0-701F-DD4B25323015}"/>
              </a:ext>
            </a:extLst>
          </p:cNvPr>
          <p:cNvGrpSpPr/>
          <p:nvPr/>
        </p:nvGrpSpPr>
        <p:grpSpPr>
          <a:xfrm>
            <a:off x="6427820" y="895207"/>
            <a:ext cx="4925980" cy="2238695"/>
            <a:chOff x="5940059" y="1017851"/>
            <a:chExt cx="4925980" cy="2238695"/>
          </a:xfrm>
        </p:grpSpPr>
        <p:pic>
          <p:nvPicPr>
            <p:cNvPr id="73" name="Picture 72">
              <a:extLst>
                <a:ext uri="{FF2B5EF4-FFF2-40B4-BE49-F238E27FC236}">
                  <a16:creationId xmlns:a16="http://schemas.microsoft.com/office/drawing/2014/main" id="{0AFB4194-D987-0B09-0AEC-D79CDFD872C8}"/>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004227" y="1017851"/>
              <a:ext cx="4861812" cy="2238695"/>
            </a:xfrm>
            <a:prstGeom prst="rect">
              <a:avLst/>
            </a:prstGeom>
          </p:spPr>
        </p:pic>
        <p:sp>
          <p:nvSpPr>
            <p:cNvPr id="74" name="Rectangle 73">
              <a:extLst>
                <a:ext uri="{FF2B5EF4-FFF2-40B4-BE49-F238E27FC236}">
                  <a16:creationId xmlns:a16="http://schemas.microsoft.com/office/drawing/2014/main" id="{F191DE3D-7DBD-23C5-2D86-27BAEA13324A}"/>
                </a:ext>
              </a:extLst>
            </p:cNvPr>
            <p:cNvSpPr/>
            <p:nvPr/>
          </p:nvSpPr>
          <p:spPr>
            <a:xfrm>
              <a:off x="7796463" y="1017851"/>
              <a:ext cx="1764632" cy="441981"/>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5" name="Rectangle 74">
              <a:extLst>
                <a:ext uri="{FF2B5EF4-FFF2-40B4-BE49-F238E27FC236}">
                  <a16:creationId xmlns:a16="http://schemas.microsoft.com/office/drawing/2014/main" id="{0E186156-0AE7-6841-81BE-8DC2EB843EF3}"/>
                </a:ext>
              </a:extLst>
            </p:cNvPr>
            <p:cNvSpPr/>
            <p:nvPr/>
          </p:nvSpPr>
          <p:spPr>
            <a:xfrm>
              <a:off x="5940059" y="2605992"/>
              <a:ext cx="681790" cy="441981"/>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200" i="1" u="sng" dirty="0">
                  <a:solidFill>
                    <a:schemeClr val="tx1"/>
                  </a:solidFill>
                </a:rPr>
                <a:t>BPE</a:t>
              </a:r>
            </a:p>
          </p:txBody>
        </p:sp>
      </p:grpSp>
      <p:pic>
        <p:nvPicPr>
          <p:cNvPr id="2050" name="Picture 2" descr="Audio Spectrogram Transformer">
            <a:extLst>
              <a:ext uri="{FF2B5EF4-FFF2-40B4-BE49-F238E27FC236}">
                <a16:creationId xmlns:a16="http://schemas.microsoft.com/office/drawing/2014/main" id="{21FE4EE6-031C-9B4E-D5D5-CB7167365D98}"/>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7109610" y="3202081"/>
            <a:ext cx="3682017" cy="324049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486148897"/>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1CFC7B4-B474-D32E-3ACB-8A99C3F462D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827B7C4-29DA-A05E-0846-C8D4D64FB011}"/>
              </a:ext>
            </a:extLst>
          </p:cNvPr>
          <p:cNvSpPr>
            <a:spLocks noGrp="1"/>
          </p:cNvSpPr>
          <p:nvPr>
            <p:ph type="title"/>
          </p:nvPr>
        </p:nvSpPr>
        <p:spPr/>
        <p:txBody>
          <a:bodyPr/>
          <a:lstStyle/>
          <a:p>
            <a:r>
              <a:rPr lang="zh-CN" altLang="en-US" dirty="0"/>
              <a:t>小结</a:t>
            </a:r>
            <a:endParaRPr lang="en-US" dirty="0"/>
          </a:p>
        </p:txBody>
      </p:sp>
      <p:sp>
        <p:nvSpPr>
          <p:cNvPr id="3" name="Content Placeholder 2">
            <a:extLst>
              <a:ext uri="{FF2B5EF4-FFF2-40B4-BE49-F238E27FC236}">
                <a16:creationId xmlns:a16="http://schemas.microsoft.com/office/drawing/2014/main" id="{47F12204-1EA0-9AA6-CDC0-FCE9FE4F1AFD}"/>
              </a:ext>
            </a:extLst>
          </p:cNvPr>
          <p:cNvSpPr>
            <a:spLocks noGrp="1"/>
          </p:cNvSpPr>
          <p:nvPr>
            <p:ph idx="1"/>
          </p:nvPr>
        </p:nvSpPr>
        <p:spPr>
          <a:xfrm>
            <a:off x="838199" y="963386"/>
            <a:ext cx="10663989" cy="942879"/>
          </a:xfrm>
        </p:spPr>
        <p:txBody>
          <a:bodyPr>
            <a:noAutofit/>
          </a:bodyPr>
          <a:lstStyle/>
          <a:p>
            <a:pPr indent="-457200">
              <a:lnSpc>
                <a:spcPct val="180000"/>
              </a:lnSpc>
              <a:spcBef>
                <a:spcPts val="0"/>
              </a:spcBef>
              <a:buFont typeface="Wingdings" panose="05000000000000000000" pitchFamily="2" charset="2"/>
              <a:buChar char="p"/>
            </a:pPr>
            <a:r>
              <a:rPr lang="en-US" altLang="zh-CN" dirty="0"/>
              <a:t>Token</a:t>
            </a:r>
            <a:r>
              <a:rPr lang="zh-CN" altLang="en-US" dirty="0"/>
              <a:t>是</a:t>
            </a:r>
            <a:r>
              <a:rPr lang="en-US" altLang="zh-CN" dirty="0"/>
              <a:t>Transformer</a:t>
            </a:r>
            <a:r>
              <a:rPr lang="zh-CN" altLang="en-US" dirty="0"/>
              <a:t>可处理的基本可向量化输入单元</a:t>
            </a:r>
            <a:endParaRPr lang="en-US" altLang="zh-CN" dirty="0"/>
          </a:p>
          <a:p>
            <a:pPr indent="-457200">
              <a:lnSpc>
                <a:spcPct val="180000"/>
              </a:lnSpc>
              <a:spcBef>
                <a:spcPts val="0"/>
              </a:spcBef>
              <a:buFont typeface="Wingdings" panose="05000000000000000000" pitchFamily="2" charset="2"/>
              <a:buChar char="p"/>
            </a:pPr>
            <a:r>
              <a:rPr lang="en-US" altLang="zh-CN" dirty="0"/>
              <a:t>Token</a:t>
            </a:r>
            <a:r>
              <a:rPr lang="zh-CN" altLang="en-US" dirty="0"/>
              <a:t>不局限于文本，可以根据具体处理的数据形式有多种形态</a:t>
            </a:r>
            <a:endParaRPr lang="en-US" altLang="zh-CN" dirty="0"/>
          </a:p>
        </p:txBody>
      </p:sp>
      <p:pic>
        <p:nvPicPr>
          <p:cNvPr id="2050" name="Picture 2" descr="Audio Spectrogram Transformer">
            <a:extLst>
              <a:ext uri="{FF2B5EF4-FFF2-40B4-BE49-F238E27FC236}">
                <a16:creationId xmlns:a16="http://schemas.microsoft.com/office/drawing/2014/main" id="{399AE0F8-B66E-AA19-D633-1F0CE6BC79D0}"/>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701036" y="4011479"/>
            <a:ext cx="2875547" cy="2530728"/>
          </a:xfrm>
          <a:prstGeom prst="rect">
            <a:avLst/>
          </a:prstGeom>
          <a:noFill/>
          <a:extLst>
            <a:ext uri="{909E8E84-426E-40DD-AFC4-6F175D3DCCD1}">
              <a14:hiddenFill xmlns:a14="http://schemas.microsoft.com/office/drawing/2010/main">
                <a:solidFill>
                  <a:srgbClr val="FFFFFF"/>
                </a:solidFill>
              </a14:hiddenFill>
            </a:ext>
          </a:extLst>
        </p:spPr>
      </p:pic>
      <p:pic>
        <p:nvPicPr>
          <p:cNvPr id="4" name="Picture 3">
            <a:extLst>
              <a:ext uri="{FF2B5EF4-FFF2-40B4-BE49-F238E27FC236}">
                <a16:creationId xmlns:a16="http://schemas.microsoft.com/office/drawing/2014/main" id="{7787C80D-B159-1CBF-2599-2DB53FF09E4C}"/>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2205479" y="2297481"/>
            <a:ext cx="7530354" cy="1542677"/>
          </a:xfrm>
          <a:prstGeom prst="rect">
            <a:avLst/>
          </a:prstGeom>
        </p:spPr>
      </p:pic>
      <p:grpSp>
        <p:nvGrpSpPr>
          <p:cNvPr id="6" name="Group 5">
            <a:extLst>
              <a:ext uri="{FF2B5EF4-FFF2-40B4-BE49-F238E27FC236}">
                <a16:creationId xmlns:a16="http://schemas.microsoft.com/office/drawing/2014/main" id="{3385A878-E633-2ED9-FD64-238CC4D9CA67}"/>
              </a:ext>
            </a:extLst>
          </p:cNvPr>
          <p:cNvGrpSpPr/>
          <p:nvPr/>
        </p:nvGrpSpPr>
        <p:grpSpPr>
          <a:xfrm>
            <a:off x="1391125" y="4157495"/>
            <a:ext cx="4925980" cy="2238695"/>
            <a:chOff x="5940059" y="1017851"/>
            <a:chExt cx="4925980" cy="2238695"/>
          </a:xfrm>
        </p:grpSpPr>
        <p:pic>
          <p:nvPicPr>
            <p:cNvPr id="7" name="Picture 6">
              <a:extLst>
                <a:ext uri="{FF2B5EF4-FFF2-40B4-BE49-F238E27FC236}">
                  <a16:creationId xmlns:a16="http://schemas.microsoft.com/office/drawing/2014/main" id="{CC4343E8-7684-3238-99B0-94D89DE14B5E}"/>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6004227" y="1017851"/>
              <a:ext cx="4861812" cy="2238695"/>
            </a:xfrm>
            <a:prstGeom prst="rect">
              <a:avLst/>
            </a:prstGeom>
          </p:spPr>
        </p:pic>
        <p:sp>
          <p:nvSpPr>
            <p:cNvPr id="8" name="Rectangle 7">
              <a:extLst>
                <a:ext uri="{FF2B5EF4-FFF2-40B4-BE49-F238E27FC236}">
                  <a16:creationId xmlns:a16="http://schemas.microsoft.com/office/drawing/2014/main" id="{6239A611-B273-89CD-B61B-0FA4D90B024E}"/>
                </a:ext>
              </a:extLst>
            </p:cNvPr>
            <p:cNvSpPr/>
            <p:nvPr/>
          </p:nvSpPr>
          <p:spPr>
            <a:xfrm>
              <a:off x="7796463" y="1017851"/>
              <a:ext cx="1764632" cy="441981"/>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Rectangle 8">
              <a:extLst>
                <a:ext uri="{FF2B5EF4-FFF2-40B4-BE49-F238E27FC236}">
                  <a16:creationId xmlns:a16="http://schemas.microsoft.com/office/drawing/2014/main" id="{9561090B-47CC-EB8E-44B3-46F4B45E40BC}"/>
                </a:ext>
              </a:extLst>
            </p:cNvPr>
            <p:cNvSpPr/>
            <p:nvPr/>
          </p:nvSpPr>
          <p:spPr>
            <a:xfrm>
              <a:off x="5940059" y="2605992"/>
              <a:ext cx="681790" cy="441981"/>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200" i="1" u="sng" dirty="0">
                  <a:solidFill>
                    <a:schemeClr val="tx1"/>
                  </a:solidFill>
                </a:rPr>
                <a:t>BPE</a:t>
              </a:r>
            </a:p>
          </p:txBody>
        </p:sp>
      </p:grpSp>
    </p:spTree>
    <p:extLst>
      <p:ext uri="{BB962C8B-B14F-4D97-AF65-F5344CB8AC3E}">
        <p14:creationId xmlns:p14="http://schemas.microsoft.com/office/powerpoint/2010/main" val="2441560073"/>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220592C-EE33-F1FB-1F84-99AD4E775311}"/>
            </a:ext>
          </a:extLst>
        </p:cNvPr>
        <p:cNvGrpSpPr/>
        <p:nvPr/>
      </p:nvGrpSpPr>
      <p:grpSpPr>
        <a:xfrm>
          <a:off x="0" y="0"/>
          <a:ext cx="0" cy="0"/>
          <a:chOff x="0" y="0"/>
          <a:chExt cx="0" cy="0"/>
        </a:xfrm>
      </p:grpSpPr>
      <p:grpSp>
        <p:nvGrpSpPr>
          <p:cNvPr id="2" name="组合 1">
            <a:extLst>
              <a:ext uri="{FF2B5EF4-FFF2-40B4-BE49-F238E27FC236}">
                <a16:creationId xmlns:a16="http://schemas.microsoft.com/office/drawing/2014/main" id="{F3BBA555-448A-312A-6036-3274511EEB5E}"/>
              </a:ext>
            </a:extLst>
          </p:cNvPr>
          <p:cNvGrpSpPr/>
          <p:nvPr/>
        </p:nvGrpSpPr>
        <p:grpSpPr>
          <a:xfrm>
            <a:off x="0" y="0"/>
            <a:ext cx="12192000" cy="6858000"/>
            <a:chOff x="0" y="0"/>
            <a:chExt cx="12192000" cy="6858000"/>
          </a:xfrm>
        </p:grpSpPr>
        <p:sp>
          <p:nvSpPr>
            <p:cNvPr id="38" name="任意多边形: 形状 37">
              <a:extLst>
                <a:ext uri="{FF2B5EF4-FFF2-40B4-BE49-F238E27FC236}">
                  <a16:creationId xmlns:a16="http://schemas.microsoft.com/office/drawing/2014/main" id="{76C75A3D-25BB-E695-38C4-A3B1D19071E1}"/>
                </a:ext>
              </a:extLst>
            </p:cNvPr>
            <p:cNvSpPr/>
            <p:nvPr/>
          </p:nvSpPr>
          <p:spPr>
            <a:xfrm>
              <a:off x="0" y="0"/>
              <a:ext cx="1819275" cy="1819275"/>
            </a:xfrm>
            <a:custGeom>
              <a:avLst/>
              <a:gdLst>
                <a:gd name="connsiteX0" fmla="*/ 0 w 3638550"/>
                <a:gd name="connsiteY0" fmla="*/ 1819275 h 3638550"/>
                <a:gd name="connsiteX1" fmla="*/ 1819275 w 3638550"/>
                <a:gd name="connsiteY1" fmla="*/ 0 h 3638550"/>
                <a:gd name="connsiteX2" fmla="*/ 3638550 w 3638550"/>
                <a:gd name="connsiteY2" fmla="*/ 1819275 h 3638550"/>
                <a:gd name="connsiteX3" fmla="*/ 1819275 w 3638550"/>
                <a:gd name="connsiteY3" fmla="*/ 3638550 h 3638550"/>
                <a:gd name="connsiteX4" fmla="*/ 0 w 3638550"/>
                <a:gd name="connsiteY4" fmla="*/ 1819275 h 3638550"/>
                <a:gd name="connsiteX0" fmla="*/ 1819275 w 3638550"/>
                <a:gd name="connsiteY0" fmla="*/ 0 h 3638550"/>
                <a:gd name="connsiteX1" fmla="*/ 3638550 w 3638550"/>
                <a:gd name="connsiteY1" fmla="*/ 1819275 h 3638550"/>
                <a:gd name="connsiteX2" fmla="*/ 1819275 w 3638550"/>
                <a:gd name="connsiteY2" fmla="*/ 3638550 h 3638550"/>
                <a:gd name="connsiteX3" fmla="*/ 0 w 3638550"/>
                <a:gd name="connsiteY3" fmla="*/ 1819275 h 3638550"/>
                <a:gd name="connsiteX4" fmla="*/ 1910715 w 3638550"/>
                <a:gd name="connsiteY4" fmla="*/ 91440 h 3638550"/>
                <a:gd name="connsiteX0" fmla="*/ 1819275 w 3638550"/>
                <a:gd name="connsiteY0" fmla="*/ 0 h 3638550"/>
                <a:gd name="connsiteX1" fmla="*/ 3638550 w 3638550"/>
                <a:gd name="connsiteY1" fmla="*/ 1819275 h 3638550"/>
                <a:gd name="connsiteX2" fmla="*/ 1819275 w 3638550"/>
                <a:gd name="connsiteY2" fmla="*/ 3638550 h 3638550"/>
                <a:gd name="connsiteX3" fmla="*/ 0 w 3638550"/>
                <a:gd name="connsiteY3" fmla="*/ 1819275 h 3638550"/>
                <a:gd name="connsiteX0" fmla="*/ 3638550 w 3638550"/>
                <a:gd name="connsiteY0" fmla="*/ 0 h 1819275"/>
                <a:gd name="connsiteX1" fmla="*/ 1819275 w 3638550"/>
                <a:gd name="connsiteY1" fmla="*/ 1819275 h 1819275"/>
                <a:gd name="connsiteX2" fmla="*/ 0 w 3638550"/>
                <a:gd name="connsiteY2" fmla="*/ 0 h 1819275"/>
                <a:gd name="connsiteX0" fmla="*/ 1819275 w 1819275"/>
                <a:gd name="connsiteY0" fmla="*/ 0 h 1819275"/>
                <a:gd name="connsiteX1" fmla="*/ 0 w 1819275"/>
                <a:gd name="connsiteY1" fmla="*/ 1819275 h 1819275"/>
              </a:gdLst>
              <a:ahLst/>
              <a:cxnLst>
                <a:cxn ang="0">
                  <a:pos x="connsiteX0" y="connsiteY0"/>
                </a:cxn>
                <a:cxn ang="0">
                  <a:pos x="connsiteX1" y="connsiteY1"/>
                </a:cxn>
              </a:cxnLst>
              <a:rect l="l" t="t" r="r" b="b"/>
              <a:pathLst>
                <a:path w="1819275" h="1819275">
                  <a:moveTo>
                    <a:pt x="1819275" y="0"/>
                  </a:moveTo>
                  <a:cubicBezTo>
                    <a:pt x="1819275" y="1004758"/>
                    <a:pt x="1004758" y="1819275"/>
                    <a:pt x="0" y="1819275"/>
                  </a:cubicBezTo>
                </a:path>
              </a:pathLst>
            </a:custGeom>
            <a:noFill/>
            <a:ln w="381000">
              <a:solidFill>
                <a:schemeClr val="accent1">
                  <a:alpha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Arial"/>
                <a:ea typeface="微软雅黑"/>
                <a:cs typeface="+mn-cs"/>
              </a:endParaRPr>
            </a:p>
          </p:txBody>
        </p:sp>
        <p:grpSp>
          <p:nvGrpSpPr>
            <p:cNvPr id="39" name="组合 38">
              <a:extLst>
                <a:ext uri="{FF2B5EF4-FFF2-40B4-BE49-F238E27FC236}">
                  <a16:creationId xmlns:a16="http://schemas.microsoft.com/office/drawing/2014/main" id="{1699ED0C-EE27-7B72-D306-E1BE33C4F2CC}"/>
                </a:ext>
              </a:extLst>
            </p:cNvPr>
            <p:cNvGrpSpPr/>
            <p:nvPr/>
          </p:nvGrpSpPr>
          <p:grpSpPr>
            <a:xfrm>
              <a:off x="1727455" y="1321568"/>
              <a:ext cx="5663945" cy="716782"/>
              <a:chOff x="1727455" y="1321568"/>
              <a:chExt cx="5663945" cy="716782"/>
            </a:xfrm>
          </p:grpSpPr>
          <p:sp>
            <p:nvSpPr>
              <p:cNvPr id="61" name="文本框 60">
                <a:extLst>
                  <a:ext uri="{FF2B5EF4-FFF2-40B4-BE49-F238E27FC236}">
                    <a16:creationId xmlns:a16="http://schemas.microsoft.com/office/drawing/2014/main" id="{FBE6549D-7DB4-C001-2F57-CD0FF071C00D}"/>
                  </a:ext>
                </a:extLst>
              </p:cNvPr>
              <p:cNvSpPr txBox="1">
                <a:spLocks/>
              </p:cNvSpPr>
              <p:nvPr/>
            </p:nvSpPr>
            <p:spPr>
              <a:xfrm>
                <a:off x="2573268" y="1323975"/>
                <a:ext cx="4818132" cy="461665"/>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Pct val="25000"/>
                  <a:buFontTx/>
                  <a:buNone/>
                  <a:tabLst/>
                  <a:defRPr/>
                </a:pPr>
                <a:r>
                  <a:rPr kumimoji="0" lang="zh-CN" altLang="en-US" sz="2400" b="1" i="0" u="none" strike="noStrike" kern="1200" cap="none" spc="0" normalizeH="0" baseline="0" noProof="0">
                    <a:ln>
                      <a:noFill/>
                    </a:ln>
                    <a:solidFill>
                      <a:prstClr val="black"/>
                    </a:solidFill>
                    <a:effectLst/>
                    <a:uLnTx/>
                    <a:uFillTx/>
                    <a:latin typeface="Arial" panose="020B0604020202020204" pitchFamily="34" charset="0"/>
                    <a:ea typeface="微软雅黑" panose="020B0503020204020204" pitchFamily="34" charset="-122"/>
                    <a:cs typeface="+mn-cs"/>
                  </a:rPr>
                  <a:t>重新理解</a:t>
                </a:r>
                <a:r>
                  <a:rPr kumimoji="0" lang="en-US" altLang="zh-CN" sz="2400" b="1" i="0" u="none" strike="noStrike" kern="1200" cap="none" spc="0" normalizeH="0" baseline="0" noProof="0">
                    <a:ln>
                      <a:noFill/>
                    </a:ln>
                    <a:solidFill>
                      <a:prstClr val="black"/>
                    </a:solidFill>
                    <a:effectLst/>
                    <a:uLnTx/>
                    <a:uFillTx/>
                    <a:latin typeface="Arial" panose="020B0604020202020204" pitchFamily="34" charset="0"/>
                    <a:ea typeface="微软雅黑" panose="020B0503020204020204" pitchFamily="34" charset="-122"/>
                    <a:cs typeface="+mn-cs"/>
                  </a:rPr>
                  <a:t>Token</a:t>
                </a:r>
                <a:endParaRPr kumimoji="0" lang="zh-CN" altLang="en-US" sz="2400" b="1" i="0" u="none" strike="noStrike" kern="1200" cap="none" spc="0" normalizeH="0" baseline="0" noProof="0">
                  <a:ln>
                    <a:noFill/>
                  </a:ln>
                  <a:solidFill>
                    <a:prstClr val="black"/>
                  </a:solidFill>
                  <a:effectLst/>
                  <a:uLnTx/>
                  <a:uFillTx/>
                  <a:latin typeface="Arial" panose="020B0604020202020204" pitchFamily="34" charset="0"/>
                  <a:ea typeface="微软雅黑" panose="020B0503020204020204" pitchFamily="34" charset="-122"/>
                  <a:cs typeface="+mn-cs"/>
                </a:endParaRPr>
              </a:p>
            </p:txBody>
          </p:sp>
          <p:sp>
            <p:nvSpPr>
              <p:cNvPr id="63" name="椭圆 62">
                <a:extLst>
                  <a:ext uri="{FF2B5EF4-FFF2-40B4-BE49-F238E27FC236}">
                    <a16:creationId xmlns:a16="http://schemas.microsoft.com/office/drawing/2014/main" id="{405D14D6-00E7-E2CF-1D83-563668C71320}"/>
                  </a:ext>
                </a:extLst>
              </p:cNvPr>
              <p:cNvSpPr/>
              <p:nvPr/>
            </p:nvSpPr>
            <p:spPr>
              <a:xfrm>
                <a:off x="1727455" y="1321568"/>
                <a:ext cx="716782" cy="716782"/>
              </a:xfrm>
              <a:prstGeom prst="ellipse">
                <a:avLst/>
              </a:prstGeom>
              <a:noFill/>
              <a:ln w="25400">
                <a:gradFill>
                  <a:gsLst>
                    <a:gs pos="76000">
                      <a:schemeClr val="accent1">
                        <a:alpha val="0"/>
                      </a:schemeClr>
                    </a:gs>
                    <a:gs pos="100000">
                      <a:schemeClr val="accent1"/>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nchorCtr="0"/>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2800" b="1" i="0" u="none" strike="noStrike" kern="1200" cap="none" spc="0" normalizeH="0" baseline="0" noProof="0">
                    <a:ln>
                      <a:noFill/>
                    </a:ln>
                    <a:solidFill>
                      <a:srgbClr val="4472C4"/>
                    </a:solidFill>
                    <a:effectLst/>
                    <a:uLnTx/>
                    <a:uFillTx/>
                    <a:latin typeface="Arial" panose="020B0604020202020204" pitchFamily="34" charset="0"/>
                    <a:ea typeface="微软雅黑" panose="020B0503020204020204" pitchFamily="34" charset="-122"/>
                    <a:cs typeface="+mn-cs"/>
                  </a:rPr>
                  <a:t>01</a:t>
                </a:r>
              </a:p>
            </p:txBody>
          </p:sp>
        </p:grpSp>
        <p:grpSp>
          <p:nvGrpSpPr>
            <p:cNvPr id="40" name="组合 39">
              <a:extLst>
                <a:ext uri="{FF2B5EF4-FFF2-40B4-BE49-F238E27FC236}">
                  <a16:creationId xmlns:a16="http://schemas.microsoft.com/office/drawing/2014/main" id="{616C0033-3500-6115-32EB-E1811B77B725}"/>
                </a:ext>
              </a:extLst>
            </p:cNvPr>
            <p:cNvGrpSpPr/>
            <p:nvPr/>
          </p:nvGrpSpPr>
          <p:grpSpPr>
            <a:xfrm>
              <a:off x="7540339" y="0"/>
              <a:ext cx="4651661" cy="6858000"/>
              <a:chOff x="7540339" y="0"/>
              <a:chExt cx="4651661" cy="6858000"/>
            </a:xfrm>
          </p:grpSpPr>
          <p:sp>
            <p:nvSpPr>
              <p:cNvPr id="60" name="任意多边形: 形状 59">
                <a:extLst>
                  <a:ext uri="{FF2B5EF4-FFF2-40B4-BE49-F238E27FC236}">
                    <a16:creationId xmlns:a16="http://schemas.microsoft.com/office/drawing/2014/main" id="{2671CA4B-D7C7-9CE0-FCB9-107F18528C73}"/>
                  </a:ext>
                </a:extLst>
              </p:cNvPr>
              <p:cNvSpPr/>
              <p:nvPr/>
            </p:nvSpPr>
            <p:spPr>
              <a:xfrm>
                <a:off x="7779658" y="0"/>
                <a:ext cx="4412342" cy="6858000"/>
              </a:xfrm>
              <a:custGeom>
                <a:avLst/>
                <a:gdLst>
                  <a:gd name="connsiteX0" fmla="*/ 1295690 w 4412342"/>
                  <a:gd name="connsiteY0" fmla="*/ 0 h 6858000"/>
                  <a:gd name="connsiteX1" fmla="*/ 4412342 w 4412342"/>
                  <a:gd name="connsiteY1" fmla="*/ 0 h 6858000"/>
                  <a:gd name="connsiteX2" fmla="*/ 4412342 w 4412342"/>
                  <a:gd name="connsiteY2" fmla="*/ 1636729 h 6858000"/>
                  <a:gd name="connsiteX3" fmla="*/ 4272563 w 4412342"/>
                  <a:gd name="connsiteY3" fmla="*/ 1672670 h 6858000"/>
                  <a:gd name="connsiteX4" fmla="*/ 3111228 w 4412342"/>
                  <a:gd name="connsiteY4" fmla="*/ 3251199 h 6858000"/>
                  <a:gd name="connsiteX5" fmla="*/ 4272563 w 4412342"/>
                  <a:gd name="connsiteY5" fmla="*/ 4829728 h 6858000"/>
                  <a:gd name="connsiteX6" fmla="*/ 4412342 w 4412342"/>
                  <a:gd name="connsiteY6" fmla="*/ 4865669 h 6858000"/>
                  <a:gd name="connsiteX7" fmla="*/ 4412342 w 4412342"/>
                  <a:gd name="connsiteY7" fmla="*/ 6858000 h 6858000"/>
                  <a:gd name="connsiteX8" fmla="*/ 1670654 w 4412342"/>
                  <a:gd name="connsiteY8" fmla="*/ 6858000 h 6858000"/>
                  <a:gd name="connsiteX9" fmla="*/ 1550198 w 4412342"/>
                  <a:gd name="connsiteY9" fmla="*/ 6753659 h 6858000"/>
                  <a:gd name="connsiteX10" fmla="*/ 0 w 4412342"/>
                  <a:gd name="connsiteY10" fmla="*/ 3251200 h 6858000"/>
                  <a:gd name="connsiteX11" fmla="*/ 1229199 w 4412342"/>
                  <a:gd name="connsiteY11" fmla="*/ 69741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4412342" h="6858000">
                    <a:moveTo>
                      <a:pt x="1295690" y="0"/>
                    </a:moveTo>
                    <a:lnTo>
                      <a:pt x="4412342" y="0"/>
                    </a:lnTo>
                    <a:lnTo>
                      <a:pt x="4412342" y="1636729"/>
                    </a:lnTo>
                    <a:lnTo>
                      <a:pt x="4272563" y="1672670"/>
                    </a:lnTo>
                    <a:cubicBezTo>
                      <a:pt x="3599745" y="1881938"/>
                      <a:pt x="3111228" y="2509519"/>
                      <a:pt x="3111228" y="3251199"/>
                    </a:cubicBezTo>
                    <a:cubicBezTo>
                      <a:pt x="3111228" y="3992879"/>
                      <a:pt x="3599745" y="4620460"/>
                      <a:pt x="4272563" y="4829728"/>
                    </a:cubicBezTo>
                    <a:lnTo>
                      <a:pt x="4412342" y="4865669"/>
                    </a:lnTo>
                    <a:lnTo>
                      <a:pt x="4412342" y="6858000"/>
                    </a:lnTo>
                    <a:lnTo>
                      <a:pt x="1670654" y="6858000"/>
                    </a:lnTo>
                    <a:lnTo>
                      <a:pt x="1550198" y="6753659"/>
                    </a:lnTo>
                    <a:cubicBezTo>
                      <a:pt x="597879" y="5888107"/>
                      <a:pt x="0" y="4639475"/>
                      <a:pt x="0" y="3251200"/>
                    </a:cubicBezTo>
                    <a:cubicBezTo>
                      <a:pt x="0" y="2026252"/>
                      <a:pt x="465477" y="910022"/>
                      <a:pt x="1229199" y="69741"/>
                    </a:cubicBezTo>
                    <a:close/>
                  </a:path>
                </a:pathLst>
              </a:custGeom>
              <a:solidFill>
                <a:schemeClr val="accent1">
                  <a:alpha val="50000"/>
                </a:schemeClr>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Arial"/>
                  <a:ea typeface="微软雅黑"/>
                  <a:cs typeface="+mn-cs"/>
                </a:endParaRPr>
              </a:p>
            </p:txBody>
          </p:sp>
          <p:sp>
            <p:nvSpPr>
              <p:cNvPr id="58" name="矩形 57">
                <a:extLst>
                  <a:ext uri="{FF2B5EF4-FFF2-40B4-BE49-F238E27FC236}">
                    <a16:creationId xmlns:a16="http://schemas.microsoft.com/office/drawing/2014/main" id="{C8194844-D4AE-7FF3-35DB-0DB7D1464BAF}"/>
                  </a:ext>
                </a:extLst>
              </p:cNvPr>
              <p:cNvSpPr/>
              <p:nvPr/>
            </p:nvSpPr>
            <p:spPr>
              <a:xfrm>
                <a:off x="7540339" y="3124369"/>
                <a:ext cx="3592287" cy="1015663"/>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rtlCol="0" anchor="t" anchorCtr="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zh-CN" altLang="en-US" sz="6000" b="1" dirty="0">
                    <a:solidFill>
                      <a:prstClr val="black"/>
                    </a:solidFill>
                    <a:latin typeface="Arial" panose="020B0604020202020204" pitchFamily="34" charset="0"/>
                    <a:ea typeface="微软雅黑" panose="020B0503020204020204" pitchFamily="34" charset="-122"/>
                    <a:sym typeface="Arial" panose="020B0604020202020204" pitchFamily="34" charset="0"/>
                  </a:rPr>
                  <a:t>本课重点</a:t>
                </a:r>
                <a:endParaRPr kumimoji="1" lang="en-US" altLang="zh-CN" sz="6000" b="1" i="0" u="none" strike="noStrike" kern="1200" cap="none" spc="0" normalizeH="0" baseline="0" noProof="0" dirty="0">
                  <a:ln>
                    <a:noFill/>
                  </a:ln>
                  <a:solidFill>
                    <a:prstClr val="black"/>
                  </a:solidFill>
                  <a:effectLst/>
                  <a:uLnTx/>
                  <a:uFillTx/>
                  <a:latin typeface="Arial" panose="020B0604020202020204" pitchFamily="34" charset="0"/>
                  <a:ea typeface="微软雅黑" panose="020B0503020204020204" pitchFamily="34" charset="-122"/>
                  <a:cs typeface="+mn-cs"/>
                  <a:sym typeface="Arial" panose="020B0604020202020204" pitchFamily="34" charset="0"/>
                </a:endParaRPr>
              </a:p>
            </p:txBody>
          </p:sp>
        </p:grpSp>
        <p:grpSp>
          <p:nvGrpSpPr>
            <p:cNvPr id="41" name="组合 40">
              <a:extLst>
                <a:ext uri="{FF2B5EF4-FFF2-40B4-BE49-F238E27FC236}">
                  <a16:creationId xmlns:a16="http://schemas.microsoft.com/office/drawing/2014/main" id="{A4546AD3-B5EB-11A7-64AA-D2363C37BFC4}"/>
                </a:ext>
              </a:extLst>
            </p:cNvPr>
            <p:cNvGrpSpPr/>
            <p:nvPr/>
          </p:nvGrpSpPr>
          <p:grpSpPr>
            <a:xfrm>
              <a:off x="1727455" y="2333605"/>
              <a:ext cx="5663945" cy="716782"/>
              <a:chOff x="1727455" y="2419283"/>
              <a:chExt cx="5663945" cy="716782"/>
            </a:xfrm>
          </p:grpSpPr>
          <p:sp>
            <p:nvSpPr>
              <p:cNvPr id="54" name="文本框 53">
                <a:extLst>
                  <a:ext uri="{FF2B5EF4-FFF2-40B4-BE49-F238E27FC236}">
                    <a16:creationId xmlns:a16="http://schemas.microsoft.com/office/drawing/2014/main" id="{67D71E69-4682-CCC0-27E7-49DC42740BBB}"/>
                  </a:ext>
                </a:extLst>
              </p:cNvPr>
              <p:cNvSpPr txBox="1">
                <a:spLocks/>
              </p:cNvSpPr>
              <p:nvPr/>
            </p:nvSpPr>
            <p:spPr>
              <a:xfrm>
                <a:off x="2573268" y="2421690"/>
                <a:ext cx="4818132" cy="461665"/>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Pct val="25000"/>
                  <a:buFontTx/>
                  <a:buNone/>
                  <a:tabLst/>
                  <a:defRPr/>
                </a:pPr>
                <a:r>
                  <a:rPr kumimoji="0" lang="en-US" altLang="zh-CN" sz="2400" b="1" i="0" u="none" strike="noStrike" kern="1200" cap="none" spc="0" normalizeH="0" baseline="0" noProof="0">
                    <a:ln>
                      <a:noFill/>
                    </a:ln>
                    <a:solidFill>
                      <a:srgbClr val="4472C4"/>
                    </a:solidFill>
                    <a:effectLst/>
                    <a:uLnTx/>
                    <a:uFillTx/>
                    <a:latin typeface="Arial" panose="020B0604020202020204" pitchFamily="34" charset="0"/>
                    <a:ea typeface="微软雅黑" panose="020B0503020204020204" pitchFamily="34" charset="-122"/>
                    <a:cs typeface="+mn-cs"/>
                  </a:rPr>
                  <a:t>Transformer</a:t>
                </a:r>
                <a:r>
                  <a:rPr kumimoji="0" lang="zh-CN" altLang="en-US" sz="2400" b="1" i="0" u="none" strike="noStrike" kern="1200" cap="none" spc="0" normalizeH="0" baseline="0" noProof="0">
                    <a:ln>
                      <a:noFill/>
                    </a:ln>
                    <a:solidFill>
                      <a:srgbClr val="4472C4"/>
                    </a:solidFill>
                    <a:effectLst/>
                    <a:uLnTx/>
                    <a:uFillTx/>
                    <a:latin typeface="Arial" panose="020B0604020202020204" pitchFamily="34" charset="0"/>
                    <a:ea typeface="微软雅黑" panose="020B0503020204020204" pitchFamily="34" charset="-122"/>
                    <a:cs typeface="+mn-cs"/>
                  </a:rPr>
                  <a:t>的典型应用</a:t>
                </a:r>
              </a:p>
            </p:txBody>
          </p:sp>
          <p:sp>
            <p:nvSpPr>
              <p:cNvPr id="56" name="椭圆 55">
                <a:extLst>
                  <a:ext uri="{FF2B5EF4-FFF2-40B4-BE49-F238E27FC236}">
                    <a16:creationId xmlns:a16="http://schemas.microsoft.com/office/drawing/2014/main" id="{37988348-CB87-8DE7-C8AF-EDAFBD922C69}"/>
                  </a:ext>
                </a:extLst>
              </p:cNvPr>
              <p:cNvSpPr/>
              <p:nvPr/>
            </p:nvSpPr>
            <p:spPr>
              <a:xfrm>
                <a:off x="1727455" y="2419283"/>
                <a:ext cx="716782" cy="716782"/>
              </a:xfrm>
              <a:prstGeom prst="ellipse">
                <a:avLst/>
              </a:prstGeom>
              <a:noFill/>
              <a:ln w="25400">
                <a:gradFill>
                  <a:gsLst>
                    <a:gs pos="76000">
                      <a:schemeClr val="tx2">
                        <a:alpha val="0"/>
                      </a:schemeClr>
                    </a:gs>
                    <a:gs pos="100000">
                      <a:schemeClr val="tx2"/>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nchorCtr="0"/>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2800" b="1" i="0" u="none" strike="noStrike" kern="1200" cap="none" spc="0" normalizeH="0" baseline="0" noProof="0">
                    <a:ln>
                      <a:noFill/>
                    </a:ln>
                    <a:solidFill>
                      <a:srgbClr val="4472C4"/>
                    </a:solidFill>
                    <a:effectLst/>
                    <a:uLnTx/>
                    <a:uFillTx/>
                    <a:latin typeface="Arial" panose="020B0604020202020204" pitchFamily="34" charset="0"/>
                    <a:ea typeface="微软雅黑" panose="020B0503020204020204" pitchFamily="34" charset="-122"/>
                    <a:cs typeface="+mn-cs"/>
                  </a:rPr>
                  <a:t>02</a:t>
                </a:r>
              </a:p>
            </p:txBody>
          </p:sp>
        </p:grpSp>
        <p:grpSp>
          <p:nvGrpSpPr>
            <p:cNvPr id="42" name="组合 41">
              <a:extLst>
                <a:ext uri="{FF2B5EF4-FFF2-40B4-BE49-F238E27FC236}">
                  <a16:creationId xmlns:a16="http://schemas.microsoft.com/office/drawing/2014/main" id="{785A4189-9A0B-E3E6-3555-699990617927}"/>
                </a:ext>
              </a:extLst>
            </p:cNvPr>
            <p:cNvGrpSpPr/>
            <p:nvPr/>
          </p:nvGrpSpPr>
          <p:grpSpPr>
            <a:xfrm>
              <a:off x="1727455" y="3345642"/>
              <a:ext cx="5663945" cy="716782"/>
              <a:chOff x="1727455" y="3517777"/>
              <a:chExt cx="5663945" cy="716782"/>
            </a:xfrm>
          </p:grpSpPr>
          <p:sp>
            <p:nvSpPr>
              <p:cNvPr id="51" name="文本框 50">
                <a:extLst>
                  <a:ext uri="{FF2B5EF4-FFF2-40B4-BE49-F238E27FC236}">
                    <a16:creationId xmlns:a16="http://schemas.microsoft.com/office/drawing/2014/main" id="{292BF449-41DB-B8C7-DD6A-ADB77CAD5672}"/>
                  </a:ext>
                </a:extLst>
              </p:cNvPr>
              <p:cNvSpPr txBox="1">
                <a:spLocks/>
              </p:cNvSpPr>
              <p:nvPr/>
            </p:nvSpPr>
            <p:spPr>
              <a:xfrm>
                <a:off x="2573268" y="3520184"/>
                <a:ext cx="4818132" cy="461665"/>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Pct val="25000"/>
                  <a:buFontTx/>
                  <a:buNone/>
                  <a:tabLst/>
                  <a:defRPr/>
                </a:pPr>
                <a:r>
                  <a:rPr kumimoji="0" lang="en-US" altLang="zh-CN" sz="2400" b="1" i="0" u="none" strike="noStrike" kern="1200" cap="none" spc="0" normalizeH="0" baseline="0" noProof="0">
                    <a:ln>
                      <a:noFill/>
                    </a:ln>
                    <a:solidFill>
                      <a:prstClr val="black"/>
                    </a:solidFill>
                    <a:effectLst/>
                    <a:uLnTx/>
                    <a:uFillTx/>
                    <a:latin typeface="Arial" panose="020B0604020202020204" pitchFamily="34" charset="0"/>
                    <a:ea typeface="微软雅黑" panose="020B0503020204020204" pitchFamily="34" charset="-122"/>
                    <a:cs typeface="+mn-cs"/>
                  </a:rPr>
                  <a:t>Transformer</a:t>
                </a:r>
                <a:r>
                  <a:rPr kumimoji="0" lang="zh-CN" altLang="en-US" sz="2400" b="1" i="0" u="none" strike="noStrike" kern="1200" cap="none" spc="0" normalizeH="0" baseline="0" noProof="0">
                    <a:ln>
                      <a:noFill/>
                    </a:ln>
                    <a:solidFill>
                      <a:prstClr val="black"/>
                    </a:solidFill>
                    <a:effectLst/>
                    <a:uLnTx/>
                    <a:uFillTx/>
                    <a:latin typeface="Arial" panose="020B0604020202020204" pitchFamily="34" charset="0"/>
                    <a:ea typeface="微软雅黑" panose="020B0503020204020204" pitchFamily="34" charset="-122"/>
                    <a:cs typeface="+mn-cs"/>
                  </a:rPr>
                  <a:t>的跨模态推理</a:t>
                </a:r>
              </a:p>
            </p:txBody>
          </p:sp>
          <p:sp>
            <p:nvSpPr>
              <p:cNvPr id="53" name="椭圆 52">
                <a:extLst>
                  <a:ext uri="{FF2B5EF4-FFF2-40B4-BE49-F238E27FC236}">
                    <a16:creationId xmlns:a16="http://schemas.microsoft.com/office/drawing/2014/main" id="{571BFC6F-A70B-58B1-0329-2529FF1C0BF7}"/>
                  </a:ext>
                </a:extLst>
              </p:cNvPr>
              <p:cNvSpPr/>
              <p:nvPr/>
            </p:nvSpPr>
            <p:spPr>
              <a:xfrm>
                <a:off x="1727455" y="3517777"/>
                <a:ext cx="716782" cy="716782"/>
              </a:xfrm>
              <a:prstGeom prst="ellipse">
                <a:avLst/>
              </a:prstGeom>
              <a:noFill/>
              <a:ln w="25400">
                <a:gradFill>
                  <a:gsLst>
                    <a:gs pos="76000">
                      <a:schemeClr val="tx2">
                        <a:alpha val="0"/>
                      </a:schemeClr>
                    </a:gs>
                    <a:gs pos="100000">
                      <a:schemeClr val="tx2"/>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nchorCtr="0"/>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2800" b="1" i="0" u="none" strike="noStrike" kern="1200" cap="none" spc="0" normalizeH="0" baseline="0" noProof="0">
                    <a:ln>
                      <a:noFill/>
                    </a:ln>
                    <a:solidFill>
                      <a:srgbClr val="4472C4"/>
                    </a:solidFill>
                    <a:effectLst/>
                    <a:uLnTx/>
                    <a:uFillTx/>
                    <a:latin typeface="Arial" panose="020B0604020202020204" pitchFamily="34" charset="0"/>
                    <a:ea typeface="微软雅黑" panose="020B0503020204020204" pitchFamily="34" charset="-122"/>
                    <a:cs typeface="+mn-cs"/>
                  </a:rPr>
                  <a:t>03</a:t>
                </a:r>
              </a:p>
            </p:txBody>
          </p:sp>
        </p:grpSp>
      </p:grpSp>
    </p:spTree>
    <p:custDataLst>
      <p:tags r:id="rId1"/>
    </p:custDataLst>
    <p:extLst>
      <p:ext uri="{BB962C8B-B14F-4D97-AF65-F5344CB8AC3E}">
        <p14:creationId xmlns:p14="http://schemas.microsoft.com/office/powerpoint/2010/main" val="893772597"/>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2BD3F5C5-1726-43D3-AC0B-1500626EF832}"/>
              </a:ext>
            </a:extLst>
          </p:cNvPr>
          <p:cNvSpPr>
            <a:spLocks noGrp="1"/>
          </p:cNvSpPr>
          <p:nvPr>
            <p:ph type="title"/>
          </p:nvPr>
        </p:nvSpPr>
        <p:spPr/>
        <p:txBody>
          <a:bodyPr/>
          <a:lstStyle/>
          <a:p>
            <a:r>
              <a:rPr lang="en-US" altLang="zh-CN" dirty="0"/>
              <a:t>Transformer</a:t>
            </a:r>
            <a:r>
              <a:rPr lang="zh-CN" altLang="en-US" dirty="0"/>
              <a:t>的应用</a:t>
            </a:r>
          </a:p>
        </p:txBody>
      </p:sp>
      <p:sp>
        <p:nvSpPr>
          <p:cNvPr id="4" name="Content Placeholder 3">
            <a:extLst>
              <a:ext uri="{FF2B5EF4-FFF2-40B4-BE49-F238E27FC236}">
                <a16:creationId xmlns:a16="http://schemas.microsoft.com/office/drawing/2014/main" id="{BEFFCC5E-260D-C8A9-8ACB-2B7DCD2296A2}"/>
              </a:ext>
            </a:extLst>
          </p:cNvPr>
          <p:cNvSpPr>
            <a:spLocks noGrp="1"/>
          </p:cNvSpPr>
          <p:nvPr>
            <p:ph idx="1"/>
          </p:nvPr>
        </p:nvSpPr>
        <p:spPr>
          <a:xfrm>
            <a:off x="566057" y="970767"/>
            <a:ext cx="11353800" cy="4705454"/>
          </a:xfrm>
        </p:spPr>
        <p:txBody>
          <a:bodyPr/>
          <a:lstStyle/>
          <a:p>
            <a:pPr indent="-457200">
              <a:lnSpc>
                <a:spcPct val="180000"/>
              </a:lnSpc>
              <a:spcBef>
                <a:spcPts val="0"/>
              </a:spcBef>
              <a:buFont typeface="Wingdings" panose="05000000000000000000" pitchFamily="2" charset="2"/>
              <a:buChar char="p"/>
            </a:pPr>
            <a:r>
              <a:rPr lang="en-US" altLang="en-US" dirty="0" err="1"/>
              <a:t>Transformer优秀的建模机制和高效的</a:t>
            </a:r>
            <a:r>
              <a:rPr lang="zh-CN" altLang="en-US" dirty="0"/>
              <a:t>特征抽取方式，使其在各个领域都有高效应用（文本、图像、语音等）</a:t>
            </a:r>
            <a:endParaRPr lang="en-US" altLang="zh-CN" dirty="0"/>
          </a:p>
          <a:p>
            <a:pPr indent="-457200">
              <a:lnSpc>
                <a:spcPct val="180000"/>
              </a:lnSpc>
              <a:spcBef>
                <a:spcPts val="0"/>
              </a:spcBef>
              <a:buFont typeface="Wingdings" panose="05000000000000000000" pitchFamily="2" charset="2"/>
              <a:buChar char="p"/>
            </a:pPr>
            <a:endParaRPr lang="en-US" dirty="0"/>
          </a:p>
        </p:txBody>
      </p:sp>
      <p:grpSp>
        <p:nvGrpSpPr>
          <p:cNvPr id="3" name="组合 75">
            <a:extLst>
              <a:ext uri="{FF2B5EF4-FFF2-40B4-BE49-F238E27FC236}">
                <a16:creationId xmlns:a16="http://schemas.microsoft.com/office/drawing/2014/main" id="{C0CEB1E9-9B2B-5A0F-A431-0D8955F3FD45}"/>
              </a:ext>
            </a:extLst>
          </p:cNvPr>
          <p:cNvGrpSpPr/>
          <p:nvPr/>
        </p:nvGrpSpPr>
        <p:grpSpPr>
          <a:xfrm>
            <a:off x="4065805" y="2817080"/>
            <a:ext cx="4230794" cy="3210324"/>
            <a:chOff x="458217" y="367771"/>
            <a:chExt cx="6133356" cy="4653986"/>
          </a:xfrm>
        </p:grpSpPr>
        <p:sp>
          <p:nvSpPr>
            <p:cNvPr id="6" name="矩形: 圆角 2">
              <a:extLst>
                <a:ext uri="{FF2B5EF4-FFF2-40B4-BE49-F238E27FC236}">
                  <a16:creationId xmlns:a16="http://schemas.microsoft.com/office/drawing/2014/main" id="{8A3F3C42-7EA5-D858-404B-3D9239AFDF8E}"/>
                </a:ext>
              </a:extLst>
            </p:cNvPr>
            <p:cNvSpPr/>
            <p:nvPr/>
          </p:nvSpPr>
          <p:spPr>
            <a:xfrm>
              <a:off x="2032730" y="1999840"/>
              <a:ext cx="4558843" cy="822301"/>
            </a:xfrm>
            <a:prstGeom prst="roundRect">
              <a:avLst/>
            </a:prstGeom>
            <a:solidFill>
              <a:schemeClr val="bg1">
                <a:lumMod val="9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900" dirty="0">
                  <a:solidFill>
                    <a:schemeClr val="tx1"/>
                  </a:solidFill>
                </a:rPr>
                <a:t>Transformer </a:t>
              </a:r>
              <a:r>
                <a:rPr lang="zh-CN" altLang="en-US" sz="900" dirty="0">
                  <a:solidFill>
                    <a:schemeClr val="tx1"/>
                  </a:solidFill>
                </a:rPr>
                <a:t>编码器</a:t>
              </a:r>
            </a:p>
          </p:txBody>
        </p:sp>
        <p:sp>
          <p:nvSpPr>
            <p:cNvPr id="7" name="矩形: 圆角 4">
              <a:extLst>
                <a:ext uri="{FF2B5EF4-FFF2-40B4-BE49-F238E27FC236}">
                  <a16:creationId xmlns:a16="http://schemas.microsoft.com/office/drawing/2014/main" id="{E64E33FC-B04A-99D5-A26B-7C5C74EE8A0A}"/>
                </a:ext>
              </a:extLst>
            </p:cNvPr>
            <p:cNvSpPr/>
            <p:nvPr/>
          </p:nvSpPr>
          <p:spPr>
            <a:xfrm>
              <a:off x="2052466" y="1177538"/>
              <a:ext cx="1004165" cy="565730"/>
            </a:xfrm>
            <a:prstGeom prst="roundRect">
              <a:avLst/>
            </a:prstGeom>
            <a:solidFill>
              <a:schemeClr val="accent2">
                <a:lumMod val="40000"/>
                <a:lumOff val="6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900" dirty="0">
                  <a:solidFill>
                    <a:schemeClr val="tx1"/>
                  </a:solidFill>
                </a:rPr>
                <a:t>多层感知机头部</a:t>
              </a:r>
            </a:p>
          </p:txBody>
        </p:sp>
        <p:sp>
          <p:nvSpPr>
            <p:cNvPr id="8" name="文本框 5">
              <a:extLst>
                <a:ext uri="{FF2B5EF4-FFF2-40B4-BE49-F238E27FC236}">
                  <a16:creationId xmlns:a16="http://schemas.microsoft.com/office/drawing/2014/main" id="{5C7BFBFA-CD62-6841-92B8-4182848A6346}"/>
                </a:ext>
              </a:extLst>
            </p:cNvPr>
            <p:cNvSpPr txBox="1"/>
            <p:nvPr/>
          </p:nvSpPr>
          <p:spPr>
            <a:xfrm>
              <a:off x="1712733" y="367771"/>
              <a:ext cx="4552266" cy="379254"/>
            </a:xfrm>
            <a:prstGeom prst="rect">
              <a:avLst/>
            </a:prstGeom>
            <a:noFill/>
          </p:spPr>
          <p:txBody>
            <a:bodyPr wrap="square" rtlCol="0">
              <a:spAutoFit/>
            </a:bodyPr>
            <a:lstStyle/>
            <a:p>
              <a:pPr algn="ctr"/>
              <a:r>
                <a:rPr lang="en-US" altLang="zh-CN" sz="1100" b="1" dirty="0"/>
                <a:t>Vision Transformer</a:t>
              </a:r>
              <a:r>
                <a:rPr lang="zh-CN" altLang="en-US" sz="1100" b="1" dirty="0"/>
                <a:t>（</a:t>
              </a:r>
              <a:r>
                <a:rPr lang="en-US" altLang="zh-CN" sz="1100" b="1" dirty="0" err="1"/>
                <a:t>ViT</a:t>
              </a:r>
              <a:r>
                <a:rPr lang="zh-CN" altLang="en-US" sz="1100" b="1" dirty="0"/>
                <a:t>）</a:t>
              </a:r>
              <a:endParaRPr lang="zh-CN" altLang="en-US" sz="1100" dirty="0"/>
            </a:p>
          </p:txBody>
        </p:sp>
        <p:cxnSp>
          <p:nvCxnSpPr>
            <p:cNvPr id="9" name="直接连接符 7">
              <a:extLst>
                <a:ext uri="{FF2B5EF4-FFF2-40B4-BE49-F238E27FC236}">
                  <a16:creationId xmlns:a16="http://schemas.microsoft.com/office/drawing/2014/main" id="{93BF5A91-F5A5-5B55-749D-E0E312736058}"/>
                </a:ext>
              </a:extLst>
            </p:cNvPr>
            <p:cNvCxnSpPr>
              <a:cxnSpLocks/>
              <a:endCxn id="7" idx="2"/>
            </p:cNvCxnSpPr>
            <p:nvPr/>
          </p:nvCxnSpPr>
          <p:spPr>
            <a:xfrm flipV="1">
              <a:off x="2548161" y="1743268"/>
              <a:ext cx="6387" cy="256573"/>
            </a:xfrm>
            <a:prstGeom prst="line">
              <a:avLst/>
            </a:prstGeom>
          </p:spPr>
          <p:style>
            <a:lnRef idx="1">
              <a:schemeClr val="dk1"/>
            </a:lnRef>
            <a:fillRef idx="0">
              <a:schemeClr val="dk1"/>
            </a:fillRef>
            <a:effectRef idx="0">
              <a:schemeClr val="dk1"/>
            </a:effectRef>
            <a:fontRef idx="minor">
              <a:schemeClr val="tx1"/>
            </a:fontRef>
          </p:style>
        </p:cxnSp>
        <p:sp>
          <p:nvSpPr>
            <p:cNvPr id="10" name="矩形: 圆角 9">
              <a:extLst>
                <a:ext uri="{FF2B5EF4-FFF2-40B4-BE49-F238E27FC236}">
                  <a16:creationId xmlns:a16="http://schemas.microsoft.com/office/drawing/2014/main" id="{4EFEF868-A2FB-6063-76FA-F12B450F20F9}"/>
                </a:ext>
              </a:extLst>
            </p:cNvPr>
            <p:cNvSpPr/>
            <p:nvPr/>
          </p:nvSpPr>
          <p:spPr>
            <a:xfrm>
              <a:off x="934135" y="845321"/>
              <a:ext cx="670999" cy="1230164"/>
            </a:xfrm>
            <a:prstGeom prst="roundRect">
              <a:avLst/>
            </a:prstGeom>
            <a:solidFill>
              <a:schemeClr val="accent2">
                <a:lumMod val="40000"/>
                <a:lumOff val="6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900" b="1" dirty="0">
                  <a:solidFill>
                    <a:schemeClr val="tx1"/>
                  </a:solidFill>
                </a:rPr>
                <a:t>情感</a:t>
              </a:r>
              <a:endParaRPr lang="en-US" altLang="zh-CN" sz="900" b="1" dirty="0">
                <a:solidFill>
                  <a:schemeClr val="tx1"/>
                </a:solidFill>
              </a:endParaRPr>
            </a:p>
            <a:p>
              <a:pPr algn="ctr"/>
              <a:r>
                <a:rPr lang="zh-CN" altLang="en-US" sz="900" dirty="0">
                  <a:solidFill>
                    <a:schemeClr val="tx1"/>
                  </a:solidFill>
                </a:rPr>
                <a:t>中性</a:t>
              </a:r>
              <a:endParaRPr lang="en-US" altLang="zh-CN" sz="900" dirty="0">
                <a:solidFill>
                  <a:schemeClr val="tx1"/>
                </a:solidFill>
              </a:endParaRPr>
            </a:p>
            <a:p>
              <a:pPr algn="ctr"/>
              <a:r>
                <a:rPr lang="en-US" altLang="zh-CN" sz="900" dirty="0">
                  <a:solidFill>
                    <a:schemeClr val="tx1"/>
                  </a:solidFill>
                </a:rPr>
                <a:t>…</a:t>
              </a:r>
              <a:endParaRPr lang="zh-CN" altLang="en-US" sz="900" dirty="0">
                <a:solidFill>
                  <a:schemeClr val="tx1"/>
                </a:solidFill>
              </a:endParaRPr>
            </a:p>
          </p:txBody>
        </p:sp>
        <p:cxnSp>
          <p:nvCxnSpPr>
            <p:cNvPr id="11" name="直接箭头连接符 11">
              <a:extLst>
                <a:ext uri="{FF2B5EF4-FFF2-40B4-BE49-F238E27FC236}">
                  <a16:creationId xmlns:a16="http://schemas.microsoft.com/office/drawing/2014/main" id="{ADDC35F6-27B6-79D4-9A05-FB5302778F3A}"/>
                </a:ext>
              </a:extLst>
            </p:cNvPr>
            <p:cNvCxnSpPr>
              <a:cxnSpLocks/>
              <a:stCxn id="7" idx="1"/>
              <a:endCxn id="10" idx="3"/>
            </p:cNvCxnSpPr>
            <p:nvPr/>
          </p:nvCxnSpPr>
          <p:spPr>
            <a:xfrm flipH="1">
              <a:off x="1605135" y="1460403"/>
              <a:ext cx="447331"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grpSp>
          <p:nvGrpSpPr>
            <p:cNvPr id="12" name="组合 13">
              <a:extLst>
                <a:ext uri="{FF2B5EF4-FFF2-40B4-BE49-F238E27FC236}">
                  <a16:creationId xmlns:a16="http://schemas.microsoft.com/office/drawing/2014/main" id="{04D88E64-473E-1189-2A36-DFC30A703238}"/>
                </a:ext>
              </a:extLst>
            </p:cNvPr>
            <p:cNvGrpSpPr/>
            <p:nvPr/>
          </p:nvGrpSpPr>
          <p:grpSpPr>
            <a:xfrm>
              <a:off x="2216927" y="3128853"/>
              <a:ext cx="4252378" cy="300147"/>
              <a:chOff x="2216927" y="3128853"/>
              <a:chExt cx="4252378" cy="300147"/>
            </a:xfrm>
          </p:grpSpPr>
          <p:grpSp>
            <p:nvGrpSpPr>
              <p:cNvPr id="38" name="组合 14">
                <a:extLst>
                  <a:ext uri="{FF2B5EF4-FFF2-40B4-BE49-F238E27FC236}">
                    <a16:creationId xmlns:a16="http://schemas.microsoft.com/office/drawing/2014/main" id="{B50E833E-EF89-C913-9CDA-97C87E679F68}"/>
                  </a:ext>
                </a:extLst>
              </p:cNvPr>
              <p:cNvGrpSpPr/>
              <p:nvPr/>
            </p:nvGrpSpPr>
            <p:grpSpPr>
              <a:xfrm>
                <a:off x="2216927" y="3144483"/>
                <a:ext cx="302606" cy="284517"/>
                <a:chOff x="2216927" y="3144483"/>
                <a:chExt cx="302606" cy="284517"/>
              </a:xfrm>
            </p:grpSpPr>
            <p:sp>
              <p:nvSpPr>
                <p:cNvPr id="66" name="矩形: 圆角 42">
                  <a:extLst>
                    <a:ext uri="{FF2B5EF4-FFF2-40B4-BE49-F238E27FC236}">
                      <a16:creationId xmlns:a16="http://schemas.microsoft.com/office/drawing/2014/main" id="{268136F3-854D-58F3-DBFD-FBF438F07D2F}"/>
                    </a:ext>
                  </a:extLst>
                </p:cNvPr>
                <p:cNvSpPr/>
                <p:nvPr/>
              </p:nvSpPr>
              <p:spPr>
                <a:xfrm>
                  <a:off x="2216927" y="3144483"/>
                  <a:ext cx="151303" cy="284517"/>
                </a:xfrm>
                <a:prstGeom prst="roundRect">
                  <a:avLst/>
                </a:prstGeom>
                <a:solidFill>
                  <a:schemeClr val="accent5">
                    <a:lumMod val="60000"/>
                    <a:lumOff val="4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900" dirty="0">
                      <a:solidFill>
                        <a:schemeClr val="tx1"/>
                      </a:solidFill>
                    </a:rPr>
                    <a:t>0</a:t>
                  </a:r>
                  <a:endParaRPr lang="zh-CN" altLang="en-US" sz="900" dirty="0">
                    <a:solidFill>
                      <a:schemeClr val="tx1"/>
                    </a:solidFill>
                  </a:endParaRPr>
                </a:p>
              </p:txBody>
            </p:sp>
            <p:sp>
              <p:nvSpPr>
                <p:cNvPr id="67" name="矩形: 圆角 43">
                  <a:extLst>
                    <a:ext uri="{FF2B5EF4-FFF2-40B4-BE49-F238E27FC236}">
                      <a16:creationId xmlns:a16="http://schemas.microsoft.com/office/drawing/2014/main" id="{4750D5F5-371E-B32C-3A4F-626462DCE461}"/>
                    </a:ext>
                  </a:extLst>
                </p:cNvPr>
                <p:cNvSpPr/>
                <p:nvPr/>
              </p:nvSpPr>
              <p:spPr>
                <a:xfrm>
                  <a:off x="2368230" y="3144483"/>
                  <a:ext cx="151303" cy="284517"/>
                </a:xfrm>
                <a:prstGeom prst="roundRect">
                  <a:avLst/>
                </a:prstGeom>
                <a:solidFill>
                  <a:schemeClr val="accent5">
                    <a:lumMod val="20000"/>
                    <a:lumOff val="8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000" dirty="0">
                      <a:solidFill>
                        <a:schemeClr val="tx1"/>
                      </a:solidFill>
                      <a:latin typeface="SimSun" panose="02010600030101010101" pitchFamily="2" charset="-122"/>
                      <a:ea typeface="SimSun" panose="02010600030101010101" pitchFamily="2" charset="-122"/>
                    </a:rPr>
                    <a:t>※</a:t>
                  </a:r>
                  <a:endParaRPr lang="zh-CN" altLang="en-US" sz="1000" dirty="0">
                    <a:solidFill>
                      <a:schemeClr val="tx1"/>
                    </a:solidFill>
                  </a:endParaRPr>
                </a:p>
              </p:txBody>
            </p:sp>
          </p:grpSp>
          <p:grpSp>
            <p:nvGrpSpPr>
              <p:cNvPr id="39" name="组合 15">
                <a:extLst>
                  <a:ext uri="{FF2B5EF4-FFF2-40B4-BE49-F238E27FC236}">
                    <a16:creationId xmlns:a16="http://schemas.microsoft.com/office/drawing/2014/main" id="{F89C795E-CB3B-D140-2F6F-4E35E16B0930}"/>
                  </a:ext>
                </a:extLst>
              </p:cNvPr>
              <p:cNvGrpSpPr/>
              <p:nvPr/>
            </p:nvGrpSpPr>
            <p:grpSpPr>
              <a:xfrm>
                <a:off x="2670836" y="3144483"/>
                <a:ext cx="302606" cy="284517"/>
                <a:chOff x="2216927" y="3144483"/>
                <a:chExt cx="302606" cy="284517"/>
              </a:xfrm>
            </p:grpSpPr>
            <p:sp>
              <p:nvSpPr>
                <p:cNvPr id="64" name="矩形: 圆角 40">
                  <a:extLst>
                    <a:ext uri="{FF2B5EF4-FFF2-40B4-BE49-F238E27FC236}">
                      <a16:creationId xmlns:a16="http://schemas.microsoft.com/office/drawing/2014/main" id="{6B759C0D-341F-D166-01D0-AD3F62991684}"/>
                    </a:ext>
                  </a:extLst>
                </p:cNvPr>
                <p:cNvSpPr/>
                <p:nvPr/>
              </p:nvSpPr>
              <p:spPr>
                <a:xfrm>
                  <a:off x="2216927" y="3144483"/>
                  <a:ext cx="151303" cy="284517"/>
                </a:xfrm>
                <a:prstGeom prst="roundRect">
                  <a:avLst/>
                </a:prstGeom>
                <a:solidFill>
                  <a:schemeClr val="accent5">
                    <a:lumMod val="60000"/>
                    <a:lumOff val="4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900" dirty="0">
                      <a:solidFill>
                        <a:schemeClr val="tx1"/>
                      </a:solidFill>
                    </a:rPr>
                    <a:t>1</a:t>
                  </a:r>
                  <a:endParaRPr lang="zh-CN" altLang="en-US" sz="900" dirty="0">
                    <a:solidFill>
                      <a:schemeClr val="tx1"/>
                    </a:solidFill>
                  </a:endParaRPr>
                </a:p>
              </p:txBody>
            </p:sp>
            <p:sp>
              <p:nvSpPr>
                <p:cNvPr id="65" name="矩形: 圆角 41">
                  <a:extLst>
                    <a:ext uri="{FF2B5EF4-FFF2-40B4-BE49-F238E27FC236}">
                      <a16:creationId xmlns:a16="http://schemas.microsoft.com/office/drawing/2014/main" id="{4CC62DD4-7747-7058-95BF-42ECE1B0F9FC}"/>
                    </a:ext>
                  </a:extLst>
                </p:cNvPr>
                <p:cNvSpPr/>
                <p:nvPr/>
              </p:nvSpPr>
              <p:spPr>
                <a:xfrm>
                  <a:off x="2368230" y="3144483"/>
                  <a:ext cx="151303" cy="284517"/>
                </a:xfrm>
                <a:prstGeom prst="roundRect">
                  <a:avLst/>
                </a:prstGeom>
                <a:solidFill>
                  <a:schemeClr val="accent5">
                    <a:lumMod val="20000"/>
                    <a:lumOff val="8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100"/>
                </a:p>
              </p:txBody>
            </p:sp>
          </p:grpSp>
          <p:grpSp>
            <p:nvGrpSpPr>
              <p:cNvPr id="40" name="组合 16">
                <a:extLst>
                  <a:ext uri="{FF2B5EF4-FFF2-40B4-BE49-F238E27FC236}">
                    <a16:creationId xmlns:a16="http://schemas.microsoft.com/office/drawing/2014/main" id="{1B06D5F6-50EF-1FC5-BB93-5FA4905960E8}"/>
                  </a:ext>
                </a:extLst>
              </p:cNvPr>
              <p:cNvGrpSpPr/>
              <p:nvPr/>
            </p:nvGrpSpPr>
            <p:grpSpPr>
              <a:xfrm>
                <a:off x="3124745" y="3144482"/>
                <a:ext cx="302606" cy="284517"/>
                <a:chOff x="2216927" y="3144483"/>
                <a:chExt cx="302606" cy="284517"/>
              </a:xfrm>
            </p:grpSpPr>
            <p:sp>
              <p:nvSpPr>
                <p:cNvPr id="62" name="矩形: 圆角 38">
                  <a:extLst>
                    <a:ext uri="{FF2B5EF4-FFF2-40B4-BE49-F238E27FC236}">
                      <a16:creationId xmlns:a16="http://schemas.microsoft.com/office/drawing/2014/main" id="{13BD672F-F29D-FB87-B5F9-3C93F5427615}"/>
                    </a:ext>
                  </a:extLst>
                </p:cNvPr>
                <p:cNvSpPr/>
                <p:nvPr/>
              </p:nvSpPr>
              <p:spPr>
                <a:xfrm>
                  <a:off x="2216927" y="3144483"/>
                  <a:ext cx="151303" cy="284517"/>
                </a:xfrm>
                <a:prstGeom prst="roundRect">
                  <a:avLst/>
                </a:prstGeom>
                <a:solidFill>
                  <a:schemeClr val="accent5">
                    <a:lumMod val="60000"/>
                    <a:lumOff val="4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900" dirty="0">
                      <a:solidFill>
                        <a:schemeClr val="tx1"/>
                      </a:solidFill>
                    </a:rPr>
                    <a:t>2</a:t>
                  </a:r>
                  <a:endParaRPr lang="zh-CN" altLang="en-US" sz="900" dirty="0">
                    <a:solidFill>
                      <a:schemeClr val="tx1"/>
                    </a:solidFill>
                  </a:endParaRPr>
                </a:p>
              </p:txBody>
            </p:sp>
            <p:sp>
              <p:nvSpPr>
                <p:cNvPr id="63" name="矩形: 圆角 39">
                  <a:extLst>
                    <a:ext uri="{FF2B5EF4-FFF2-40B4-BE49-F238E27FC236}">
                      <a16:creationId xmlns:a16="http://schemas.microsoft.com/office/drawing/2014/main" id="{00B74DB1-AA98-4BF8-3E6C-2EF55F6DBB01}"/>
                    </a:ext>
                  </a:extLst>
                </p:cNvPr>
                <p:cNvSpPr/>
                <p:nvPr/>
              </p:nvSpPr>
              <p:spPr>
                <a:xfrm>
                  <a:off x="2368230" y="3144483"/>
                  <a:ext cx="151303" cy="284517"/>
                </a:xfrm>
                <a:prstGeom prst="roundRect">
                  <a:avLst/>
                </a:prstGeom>
                <a:solidFill>
                  <a:schemeClr val="accent5">
                    <a:lumMod val="20000"/>
                    <a:lumOff val="8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100"/>
                </a:p>
              </p:txBody>
            </p:sp>
          </p:grpSp>
          <p:grpSp>
            <p:nvGrpSpPr>
              <p:cNvPr id="41" name="组合 17">
                <a:extLst>
                  <a:ext uri="{FF2B5EF4-FFF2-40B4-BE49-F238E27FC236}">
                    <a16:creationId xmlns:a16="http://schemas.microsoft.com/office/drawing/2014/main" id="{E164B8E1-D0A9-267A-A4A5-CFC9A4EF5BAC}"/>
                  </a:ext>
                </a:extLst>
              </p:cNvPr>
              <p:cNvGrpSpPr/>
              <p:nvPr/>
            </p:nvGrpSpPr>
            <p:grpSpPr>
              <a:xfrm>
                <a:off x="3519455" y="3139538"/>
                <a:ext cx="302606" cy="284517"/>
                <a:chOff x="2216927" y="3144483"/>
                <a:chExt cx="302606" cy="284517"/>
              </a:xfrm>
            </p:grpSpPr>
            <p:sp>
              <p:nvSpPr>
                <p:cNvPr id="60" name="矩形: 圆角 36">
                  <a:extLst>
                    <a:ext uri="{FF2B5EF4-FFF2-40B4-BE49-F238E27FC236}">
                      <a16:creationId xmlns:a16="http://schemas.microsoft.com/office/drawing/2014/main" id="{0BD2A615-7589-288A-C48A-18CBDC71987D}"/>
                    </a:ext>
                  </a:extLst>
                </p:cNvPr>
                <p:cNvSpPr/>
                <p:nvPr/>
              </p:nvSpPr>
              <p:spPr>
                <a:xfrm>
                  <a:off x="2216927" y="3144483"/>
                  <a:ext cx="151303" cy="284517"/>
                </a:xfrm>
                <a:prstGeom prst="roundRect">
                  <a:avLst/>
                </a:prstGeom>
                <a:solidFill>
                  <a:schemeClr val="accent5">
                    <a:lumMod val="60000"/>
                    <a:lumOff val="4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900" dirty="0">
                      <a:solidFill>
                        <a:schemeClr val="tx1"/>
                      </a:solidFill>
                    </a:rPr>
                    <a:t>3</a:t>
                  </a:r>
                  <a:endParaRPr lang="zh-CN" altLang="en-US" sz="900" dirty="0">
                    <a:solidFill>
                      <a:schemeClr val="tx1"/>
                    </a:solidFill>
                  </a:endParaRPr>
                </a:p>
              </p:txBody>
            </p:sp>
            <p:sp>
              <p:nvSpPr>
                <p:cNvPr id="61" name="矩形: 圆角 37">
                  <a:extLst>
                    <a:ext uri="{FF2B5EF4-FFF2-40B4-BE49-F238E27FC236}">
                      <a16:creationId xmlns:a16="http://schemas.microsoft.com/office/drawing/2014/main" id="{2F0C4A78-DD32-572B-F897-63A0AB6B2BDF}"/>
                    </a:ext>
                  </a:extLst>
                </p:cNvPr>
                <p:cNvSpPr/>
                <p:nvPr/>
              </p:nvSpPr>
              <p:spPr>
                <a:xfrm>
                  <a:off x="2368230" y="3144483"/>
                  <a:ext cx="151303" cy="284517"/>
                </a:xfrm>
                <a:prstGeom prst="roundRect">
                  <a:avLst/>
                </a:prstGeom>
                <a:solidFill>
                  <a:schemeClr val="accent5">
                    <a:lumMod val="20000"/>
                    <a:lumOff val="8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100"/>
                </a:p>
              </p:txBody>
            </p:sp>
          </p:grpSp>
          <p:grpSp>
            <p:nvGrpSpPr>
              <p:cNvPr id="42" name="组合 18">
                <a:extLst>
                  <a:ext uri="{FF2B5EF4-FFF2-40B4-BE49-F238E27FC236}">
                    <a16:creationId xmlns:a16="http://schemas.microsoft.com/office/drawing/2014/main" id="{556C30F6-0F63-C7A1-5A96-3A90F722276A}"/>
                  </a:ext>
                </a:extLst>
              </p:cNvPr>
              <p:cNvGrpSpPr/>
              <p:nvPr/>
            </p:nvGrpSpPr>
            <p:grpSpPr>
              <a:xfrm>
                <a:off x="3993638" y="3139540"/>
                <a:ext cx="302606" cy="284517"/>
                <a:chOff x="2216927" y="3144483"/>
                <a:chExt cx="302606" cy="284517"/>
              </a:xfrm>
            </p:grpSpPr>
            <p:sp>
              <p:nvSpPr>
                <p:cNvPr id="58" name="矩形: 圆角 34">
                  <a:extLst>
                    <a:ext uri="{FF2B5EF4-FFF2-40B4-BE49-F238E27FC236}">
                      <a16:creationId xmlns:a16="http://schemas.microsoft.com/office/drawing/2014/main" id="{F31DFD8A-8F42-B13F-714E-C6AD5F5DA894}"/>
                    </a:ext>
                  </a:extLst>
                </p:cNvPr>
                <p:cNvSpPr/>
                <p:nvPr/>
              </p:nvSpPr>
              <p:spPr>
                <a:xfrm>
                  <a:off x="2216927" y="3144483"/>
                  <a:ext cx="151303" cy="284517"/>
                </a:xfrm>
                <a:prstGeom prst="roundRect">
                  <a:avLst/>
                </a:prstGeom>
                <a:solidFill>
                  <a:schemeClr val="accent5">
                    <a:lumMod val="60000"/>
                    <a:lumOff val="4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900" dirty="0">
                      <a:solidFill>
                        <a:schemeClr val="tx1"/>
                      </a:solidFill>
                    </a:rPr>
                    <a:t>4</a:t>
                  </a:r>
                  <a:endParaRPr lang="zh-CN" altLang="en-US" sz="900" dirty="0">
                    <a:solidFill>
                      <a:schemeClr val="tx1"/>
                    </a:solidFill>
                  </a:endParaRPr>
                </a:p>
              </p:txBody>
            </p:sp>
            <p:sp>
              <p:nvSpPr>
                <p:cNvPr id="59" name="矩形: 圆角 35">
                  <a:extLst>
                    <a:ext uri="{FF2B5EF4-FFF2-40B4-BE49-F238E27FC236}">
                      <a16:creationId xmlns:a16="http://schemas.microsoft.com/office/drawing/2014/main" id="{60D91A0E-8D16-E13D-969A-5C0D13332244}"/>
                    </a:ext>
                  </a:extLst>
                </p:cNvPr>
                <p:cNvSpPr/>
                <p:nvPr/>
              </p:nvSpPr>
              <p:spPr>
                <a:xfrm>
                  <a:off x="2368230" y="3144483"/>
                  <a:ext cx="151303" cy="284517"/>
                </a:xfrm>
                <a:prstGeom prst="roundRect">
                  <a:avLst/>
                </a:prstGeom>
                <a:solidFill>
                  <a:schemeClr val="accent5">
                    <a:lumMod val="20000"/>
                    <a:lumOff val="8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100"/>
                </a:p>
              </p:txBody>
            </p:sp>
          </p:grpSp>
          <p:grpSp>
            <p:nvGrpSpPr>
              <p:cNvPr id="43" name="组合 19">
                <a:extLst>
                  <a:ext uri="{FF2B5EF4-FFF2-40B4-BE49-F238E27FC236}">
                    <a16:creationId xmlns:a16="http://schemas.microsoft.com/office/drawing/2014/main" id="{DA48AB6E-11A9-EC6F-0934-E843EC8BE31C}"/>
                  </a:ext>
                </a:extLst>
              </p:cNvPr>
              <p:cNvGrpSpPr/>
              <p:nvPr/>
            </p:nvGrpSpPr>
            <p:grpSpPr>
              <a:xfrm>
                <a:off x="4394932" y="3139540"/>
                <a:ext cx="302606" cy="284517"/>
                <a:chOff x="2216927" y="3144483"/>
                <a:chExt cx="302606" cy="284517"/>
              </a:xfrm>
            </p:grpSpPr>
            <p:sp>
              <p:nvSpPr>
                <p:cNvPr id="56" name="矩形: 圆角 32">
                  <a:extLst>
                    <a:ext uri="{FF2B5EF4-FFF2-40B4-BE49-F238E27FC236}">
                      <a16:creationId xmlns:a16="http://schemas.microsoft.com/office/drawing/2014/main" id="{4368B7ED-0EC8-BE95-FEFC-F414275F4BA5}"/>
                    </a:ext>
                  </a:extLst>
                </p:cNvPr>
                <p:cNvSpPr/>
                <p:nvPr/>
              </p:nvSpPr>
              <p:spPr>
                <a:xfrm>
                  <a:off x="2216927" y="3144483"/>
                  <a:ext cx="151303" cy="284517"/>
                </a:xfrm>
                <a:prstGeom prst="roundRect">
                  <a:avLst/>
                </a:prstGeom>
                <a:solidFill>
                  <a:schemeClr val="accent5">
                    <a:lumMod val="60000"/>
                    <a:lumOff val="4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900" dirty="0">
                      <a:solidFill>
                        <a:schemeClr val="tx1"/>
                      </a:solidFill>
                    </a:rPr>
                    <a:t>5</a:t>
                  </a:r>
                  <a:endParaRPr lang="zh-CN" altLang="en-US" sz="900" dirty="0">
                    <a:solidFill>
                      <a:schemeClr val="tx1"/>
                    </a:solidFill>
                  </a:endParaRPr>
                </a:p>
              </p:txBody>
            </p:sp>
            <p:sp>
              <p:nvSpPr>
                <p:cNvPr id="57" name="矩形: 圆角 33">
                  <a:extLst>
                    <a:ext uri="{FF2B5EF4-FFF2-40B4-BE49-F238E27FC236}">
                      <a16:creationId xmlns:a16="http://schemas.microsoft.com/office/drawing/2014/main" id="{0B3DAA8F-A912-2F51-57A2-94A0E7362ADC}"/>
                    </a:ext>
                  </a:extLst>
                </p:cNvPr>
                <p:cNvSpPr/>
                <p:nvPr/>
              </p:nvSpPr>
              <p:spPr>
                <a:xfrm>
                  <a:off x="2368230" y="3144483"/>
                  <a:ext cx="151303" cy="284517"/>
                </a:xfrm>
                <a:prstGeom prst="roundRect">
                  <a:avLst/>
                </a:prstGeom>
                <a:solidFill>
                  <a:schemeClr val="accent5">
                    <a:lumMod val="20000"/>
                    <a:lumOff val="8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100"/>
                </a:p>
              </p:txBody>
            </p:sp>
          </p:grpSp>
          <p:grpSp>
            <p:nvGrpSpPr>
              <p:cNvPr id="44" name="组合 20">
                <a:extLst>
                  <a:ext uri="{FF2B5EF4-FFF2-40B4-BE49-F238E27FC236}">
                    <a16:creationId xmlns:a16="http://schemas.microsoft.com/office/drawing/2014/main" id="{EB16655A-39E8-B83F-B02E-7FA6453BFD95}"/>
                  </a:ext>
                </a:extLst>
              </p:cNvPr>
              <p:cNvGrpSpPr/>
              <p:nvPr/>
            </p:nvGrpSpPr>
            <p:grpSpPr>
              <a:xfrm>
                <a:off x="4825272" y="3139539"/>
                <a:ext cx="302606" cy="284517"/>
                <a:chOff x="2216927" y="3144483"/>
                <a:chExt cx="302606" cy="284517"/>
              </a:xfrm>
            </p:grpSpPr>
            <p:sp>
              <p:nvSpPr>
                <p:cNvPr id="54" name="矩形: 圆角 30">
                  <a:extLst>
                    <a:ext uri="{FF2B5EF4-FFF2-40B4-BE49-F238E27FC236}">
                      <a16:creationId xmlns:a16="http://schemas.microsoft.com/office/drawing/2014/main" id="{C54EB457-E48E-2533-A8BD-1194BA234B9B}"/>
                    </a:ext>
                  </a:extLst>
                </p:cNvPr>
                <p:cNvSpPr/>
                <p:nvPr/>
              </p:nvSpPr>
              <p:spPr>
                <a:xfrm>
                  <a:off x="2216927" y="3144483"/>
                  <a:ext cx="151303" cy="284517"/>
                </a:xfrm>
                <a:prstGeom prst="roundRect">
                  <a:avLst/>
                </a:prstGeom>
                <a:solidFill>
                  <a:schemeClr val="accent5">
                    <a:lumMod val="60000"/>
                    <a:lumOff val="4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900" dirty="0">
                      <a:solidFill>
                        <a:schemeClr val="tx1"/>
                      </a:solidFill>
                    </a:rPr>
                    <a:t>6</a:t>
                  </a:r>
                  <a:endParaRPr lang="zh-CN" altLang="en-US" sz="900" dirty="0">
                    <a:solidFill>
                      <a:schemeClr val="tx1"/>
                    </a:solidFill>
                  </a:endParaRPr>
                </a:p>
              </p:txBody>
            </p:sp>
            <p:sp>
              <p:nvSpPr>
                <p:cNvPr id="55" name="矩形: 圆角 31">
                  <a:extLst>
                    <a:ext uri="{FF2B5EF4-FFF2-40B4-BE49-F238E27FC236}">
                      <a16:creationId xmlns:a16="http://schemas.microsoft.com/office/drawing/2014/main" id="{E13E4D0A-9BA8-08DE-71C3-5B56F47E66B4}"/>
                    </a:ext>
                  </a:extLst>
                </p:cNvPr>
                <p:cNvSpPr/>
                <p:nvPr/>
              </p:nvSpPr>
              <p:spPr>
                <a:xfrm>
                  <a:off x="2368230" y="3144483"/>
                  <a:ext cx="151303" cy="284517"/>
                </a:xfrm>
                <a:prstGeom prst="roundRect">
                  <a:avLst/>
                </a:prstGeom>
                <a:solidFill>
                  <a:schemeClr val="accent5">
                    <a:lumMod val="20000"/>
                    <a:lumOff val="8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100"/>
                </a:p>
              </p:txBody>
            </p:sp>
          </p:grpSp>
          <p:grpSp>
            <p:nvGrpSpPr>
              <p:cNvPr id="45" name="组合 21">
                <a:extLst>
                  <a:ext uri="{FF2B5EF4-FFF2-40B4-BE49-F238E27FC236}">
                    <a16:creationId xmlns:a16="http://schemas.microsoft.com/office/drawing/2014/main" id="{F8433D63-D081-B68F-C885-B6F320E07D3C}"/>
                  </a:ext>
                </a:extLst>
              </p:cNvPr>
              <p:cNvGrpSpPr/>
              <p:nvPr/>
            </p:nvGrpSpPr>
            <p:grpSpPr>
              <a:xfrm>
                <a:off x="5299455" y="3139538"/>
                <a:ext cx="302606" cy="284517"/>
                <a:chOff x="2216927" y="3144483"/>
                <a:chExt cx="302606" cy="284517"/>
              </a:xfrm>
            </p:grpSpPr>
            <p:sp>
              <p:nvSpPr>
                <p:cNvPr id="52" name="矩形: 圆角 28">
                  <a:extLst>
                    <a:ext uri="{FF2B5EF4-FFF2-40B4-BE49-F238E27FC236}">
                      <a16:creationId xmlns:a16="http://schemas.microsoft.com/office/drawing/2014/main" id="{B13134CD-0259-BC80-F5F4-8542117475F5}"/>
                    </a:ext>
                  </a:extLst>
                </p:cNvPr>
                <p:cNvSpPr/>
                <p:nvPr/>
              </p:nvSpPr>
              <p:spPr>
                <a:xfrm>
                  <a:off x="2216927" y="3144483"/>
                  <a:ext cx="151303" cy="284517"/>
                </a:xfrm>
                <a:prstGeom prst="roundRect">
                  <a:avLst/>
                </a:prstGeom>
                <a:solidFill>
                  <a:schemeClr val="accent5">
                    <a:lumMod val="60000"/>
                    <a:lumOff val="4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900" dirty="0">
                      <a:solidFill>
                        <a:schemeClr val="tx1"/>
                      </a:solidFill>
                    </a:rPr>
                    <a:t>7</a:t>
                  </a:r>
                  <a:endParaRPr lang="zh-CN" altLang="en-US" sz="900" dirty="0">
                    <a:solidFill>
                      <a:schemeClr val="tx1"/>
                    </a:solidFill>
                  </a:endParaRPr>
                </a:p>
              </p:txBody>
            </p:sp>
            <p:sp>
              <p:nvSpPr>
                <p:cNvPr id="53" name="矩形: 圆角 29">
                  <a:extLst>
                    <a:ext uri="{FF2B5EF4-FFF2-40B4-BE49-F238E27FC236}">
                      <a16:creationId xmlns:a16="http://schemas.microsoft.com/office/drawing/2014/main" id="{4A4976EC-503A-C176-17BA-31C4DF747896}"/>
                    </a:ext>
                  </a:extLst>
                </p:cNvPr>
                <p:cNvSpPr/>
                <p:nvPr/>
              </p:nvSpPr>
              <p:spPr>
                <a:xfrm>
                  <a:off x="2368230" y="3144483"/>
                  <a:ext cx="151303" cy="284517"/>
                </a:xfrm>
                <a:prstGeom prst="roundRect">
                  <a:avLst/>
                </a:prstGeom>
                <a:solidFill>
                  <a:schemeClr val="accent5">
                    <a:lumMod val="20000"/>
                    <a:lumOff val="8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100"/>
                </a:p>
              </p:txBody>
            </p:sp>
          </p:grpSp>
          <p:grpSp>
            <p:nvGrpSpPr>
              <p:cNvPr id="46" name="组合 22">
                <a:extLst>
                  <a:ext uri="{FF2B5EF4-FFF2-40B4-BE49-F238E27FC236}">
                    <a16:creationId xmlns:a16="http://schemas.microsoft.com/office/drawing/2014/main" id="{A03FAADD-F9A9-D1F8-6A54-2DFF3C6DFF9F}"/>
                  </a:ext>
                </a:extLst>
              </p:cNvPr>
              <p:cNvGrpSpPr/>
              <p:nvPr/>
            </p:nvGrpSpPr>
            <p:grpSpPr>
              <a:xfrm>
                <a:off x="5716085" y="3128854"/>
                <a:ext cx="302606" cy="284517"/>
                <a:chOff x="2216927" y="3144483"/>
                <a:chExt cx="302606" cy="284517"/>
              </a:xfrm>
            </p:grpSpPr>
            <p:sp>
              <p:nvSpPr>
                <p:cNvPr id="50" name="矩形: 圆角 26">
                  <a:extLst>
                    <a:ext uri="{FF2B5EF4-FFF2-40B4-BE49-F238E27FC236}">
                      <a16:creationId xmlns:a16="http://schemas.microsoft.com/office/drawing/2014/main" id="{FA0E4AA1-8AD5-FAA8-904C-0A479353EBB9}"/>
                    </a:ext>
                  </a:extLst>
                </p:cNvPr>
                <p:cNvSpPr/>
                <p:nvPr/>
              </p:nvSpPr>
              <p:spPr>
                <a:xfrm>
                  <a:off x="2216927" y="3144483"/>
                  <a:ext cx="151303" cy="284517"/>
                </a:xfrm>
                <a:prstGeom prst="roundRect">
                  <a:avLst/>
                </a:prstGeom>
                <a:solidFill>
                  <a:schemeClr val="accent5">
                    <a:lumMod val="60000"/>
                    <a:lumOff val="4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900" dirty="0">
                      <a:solidFill>
                        <a:schemeClr val="tx1"/>
                      </a:solidFill>
                    </a:rPr>
                    <a:t>8</a:t>
                  </a:r>
                  <a:endParaRPr lang="zh-CN" altLang="en-US" sz="900" dirty="0">
                    <a:solidFill>
                      <a:schemeClr val="tx1"/>
                    </a:solidFill>
                  </a:endParaRPr>
                </a:p>
              </p:txBody>
            </p:sp>
            <p:sp>
              <p:nvSpPr>
                <p:cNvPr id="51" name="矩形: 圆角 27">
                  <a:extLst>
                    <a:ext uri="{FF2B5EF4-FFF2-40B4-BE49-F238E27FC236}">
                      <a16:creationId xmlns:a16="http://schemas.microsoft.com/office/drawing/2014/main" id="{8B5A24A5-458F-9CC8-F599-638972FDC903}"/>
                    </a:ext>
                  </a:extLst>
                </p:cNvPr>
                <p:cNvSpPr/>
                <p:nvPr/>
              </p:nvSpPr>
              <p:spPr>
                <a:xfrm>
                  <a:off x="2368230" y="3144483"/>
                  <a:ext cx="151303" cy="284517"/>
                </a:xfrm>
                <a:prstGeom prst="roundRect">
                  <a:avLst/>
                </a:prstGeom>
                <a:solidFill>
                  <a:schemeClr val="accent5">
                    <a:lumMod val="20000"/>
                    <a:lumOff val="8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100"/>
                </a:p>
              </p:txBody>
            </p:sp>
          </p:grpSp>
          <p:grpSp>
            <p:nvGrpSpPr>
              <p:cNvPr id="47" name="组合 23">
                <a:extLst>
                  <a:ext uri="{FF2B5EF4-FFF2-40B4-BE49-F238E27FC236}">
                    <a16:creationId xmlns:a16="http://schemas.microsoft.com/office/drawing/2014/main" id="{3F86959A-F5CA-0540-F4A0-480F64CF5C47}"/>
                  </a:ext>
                </a:extLst>
              </p:cNvPr>
              <p:cNvGrpSpPr/>
              <p:nvPr/>
            </p:nvGrpSpPr>
            <p:grpSpPr>
              <a:xfrm>
                <a:off x="6166699" y="3128853"/>
                <a:ext cx="302606" cy="284517"/>
                <a:chOff x="2216927" y="3144483"/>
                <a:chExt cx="302606" cy="284517"/>
              </a:xfrm>
            </p:grpSpPr>
            <p:sp>
              <p:nvSpPr>
                <p:cNvPr id="48" name="矩形: 圆角 24">
                  <a:extLst>
                    <a:ext uri="{FF2B5EF4-FFF2-40B4-BE49-F238E27FC236}">
                      <a16:creationId xmlns:a16="http://schemas.microsoft.com/office/drawing/2014/main" id="{51D4359E-94C8-D255-5EDB-2959D93450E0}"/>
                    </a:ext>
                  </a:extLst>
                </p:cNvPr>
                <p:cNvSpPr/>
                <p:nvPr/>
              </p:nvSpPr>
              <p:spPr>
                <a:xfrm>
                  <a:off x="2216927" y="3144483"/>
                  <a:ext cx="151303" cy="284517"/>
                </a:xfrm>
                <a:prstGeom prst="roundRect">
                  <a:avLst/>
                </a:prstGeom>
                <a:solidFill>
                  <a:schemeClr val="accent5">
                    <a:lumMod val="60000"/>
                    <a:lumOff val="4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900" dirty="0">
                      <a:solidFill>
                        <a:schemeClr val="tx1"/>
                      </a:solidFill>
                    </a:rPr>
                    <a:t>9</a:t>
                  </a:r>
                  <a:endParaRPr lang="zh-CN" altLang="en-US" sz="900" dirty="0">
                    <a:solidFill>
                      <a:schemeClr val="tx1"/>
                    </a:solidFill>
                  </a:endParaRPr>
                </a:p>
              </p:txBody>
            </p:sp>
            <p:sp>
              <p:nvSpPr>
                <p:cNvPr id="49" name="矩形: 圆角 25">
                  <a:extLst>
                    <a:ext uri="{FF2B5EF4-FFF2-40B4-BE49-F238E27FC236}">
                      <a16:creationId xmlns:a16="http://schemas.microsoft.com/office/drawing/2014/main" id="{1C30F7DA-73AD-B494-A7F8-4C15A7223254}"/>
                    </a:ext>
                  </a:extLst>
                </p:cNvPr>
                <p:cNvSpPr/>
                <p:nvPr/>
              </p:nvSpPr>
              <p:spPr>
                <a:xfrm>
                  <a:off x="2368230" y="3144483"/>
                  <a:ext cx="151303" cy="284517"/>
                </a:xfrm>
                <a:prstGeom prst="roundRect">
                  <a:avLst/>
                </a:prstGeom>
                <a:solidFill>
                  <a:schemeClr val="accent5">
                    <a:lumMod val="20000"/>
                    <a:lumOff val="8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100"/>
                </a:p>
              </p:txBody>
            </p:sp>
          </p:grpSp>
        </p:grpSp>
        <p:cxnSp>
          <p:nvCxnSpPr>
            <p:cNvPr id="13" name="直接箭头连接符 45">
              <a:extLst>
                <a:ext uri="{FF2B5EF4-FFF2-40B4-BE49-F238E27FC236}">
                  <a16:creationId xmlns:a16="http://schemas.microsoft.com/office/drawing/2014/main" id="{98803018-F773-6A4D-BF86-C12A5F5C9441}"/>
                </a:ext>
              </a:extLst>
            </p:cNvPr>
            <p:cNvCxnSpPr>
              <a:cxnSpLocks/>
              <a:stCxn id="67" idx="0"/>
            </p:cNvCxnSpPr>
            <p:nvPr/>
          </p:nvCxnSpPr>
          <p:spPr>
            <a:xfrm flipV="1">
              <a:off x="2443882" y="2822141"/>
              <a:ext cx="0" cy="322342"/>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14" name="直接箭头连接符 48">
              <a:extLst>
                <a:ext uri="{FF2B5EF4-FFF2-40B4-BE49-F238E27FC236}">
                  <a16:creationId xmlns:a16="http://schemas.microsoft.com/office/drawing/2014/main" id="{A61CA25D-5FB2-700A-C57B-462F841769C9}"/>
                </a:ext>
              </a:extLst>
            </p:cNvPr>
            <p:cNvCxnSpPr>
              <a:cxnSpLocks/>
            </p:cNvCxnSpPr>
            <p:nvPr/>
          </p:nvCxnSpPr>
          <p:spPr>
            <a:xfrm flipV="1">
              <a:off x="2898889" y="2817196"/>
              <a:ext cx="0" cy="322342"/>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15" name="直接箭头连接符 49">
              <a:extLst>
                <a:ext uri="{FF2B5EF4-FFF2-40B4-BE49-F238E27FC236}">
                  <a16:creationId xmlns:a16="http://schemas.microsoft.com/office/drawing/2014/main" id="{9A7F0B1D-EDF0-3BBD-6AA1-13A2C7D50E19}"/>
                </a:ext>
              </a:extLst>
            </p:cNvPr>
            <p:cNvCxnSpPr>
              <a:cxnSpLocks/>
            </p:cNvCxnSpPr>
            <p:nvPr/>
          </p:nvCxnSpPr>
          <p:spPr>
            <a:xfrm flipV="1">
              <a:off x="3359379" y="2817196"/>
              <a:ext cx="0" cy="322342"/>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16" name="直接箭头连接符 50">
              <a:extLst>
                <a:ext uri="{FF2B5EF4-FFF2-40B4-BE49-F238E27FC236}">
                  <a16:creationId xmlns:a16="http://schemas.microsoft.com/office/drawing/2014/main" id="{8F14806E-EB6F-35F7-E37A-A68176D4FCDB}"/>
                </a:ext>
              </a:extLst>
            </p:cNvPr>
            <p:cNvCxnSpPr>
              <a:cxnSpLocks/>
            </p:cNvCxnSpPr>
            <p:nvPr/>
          </p:nvCxnSpPr>
          <p:spPr>
            <a:xfrm flipV="1">
              <a:off x="3754083" y="2817196"/>
              <a:ext cx="0" cy="322342"/>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17" name="直接箭头连接符 51">
              <a:extLst>
                <a:ext uri="{FF2B5EF4-FFF2-40B4-BE49-F238E27FC236}">
                  <a16:creationId xmlns:a16="http://schemas.microsoft.com/office/drawing/2014/main" id="{1B208E26-06B9-6665-37CB-B6AABBB23DAB}"/>
                </a:ext>
              </a:extLst>
            </p:cNvPr>
            <p:cNvCxnSpPr>
              <a:cxnSpLocks/>
            </p:cNvCxnSpPr>
            <p:nvPr/>
          </p:nvCxnSpPr>
          <p:spPr>
            <a:xfrm flipV="1">
              <a:off x="4227729" y="2817196"/>
              <a:ext cx="0" cy="322342"/>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18" name="直接箭头连接符 52">
              <a:extLst>
                <a:ext uri="{FF2B5EF4-FFF2-40B4-BE49-F238E27FC236}">
                  <a16:creationId xmlns:a16="http://schemas.microsoft.com/office/drawing/2014/main" id="{2D21EBF1-935F-80A7-F087-C1036CE857E8}"/>
                </a:ext>
              </a:extLst>
            </p:cNvPr>
            <p:cNvCxnSpPr>
              <a:cxnSpLocks/>
            </p:cNvCxnSpPr>
            <p:nvPr/>
          </p:nvCxnSpPr>
          <p:spPr>
            <a:xfrm flipV="1">
              <a:off x="4622435" y="2817196"/>
              <a:ext cx="0" cy="322342"/>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19" name="直接箭头连接符 53">
              <a:extLst>
                <a:ext uri="{FF2B5EF4-FFF2-40B4-BE49-F238E27FC236}">
                  <a16:creationId xmlns:a16="http://schemas.microsoft.com/office/drawing/2014/main" id="{3F1544E9-FA7C-7802-41C4-793088F60827}"/>
                </a:ext>
              </a:extLst>
            </p:cNvPr>
            <p:cNvCxnSpPr>
              <a:cxnSpLocks/>
            </p:cNvCxnSpPr>
            <p:nvPr/>
          </p:nvCxnSpPr>
          <p:spPr>
            <a:xfrm flipV="1">
              <a:off x="5050031" y="2817196"/>
              <a:ext cx="0" cy="322342"/>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20" name="直接箭头连接符 54">
              <a:extLst>
                <a:ext uri="{FF2B5EF4-FFF2-40B4-BE49-F238E27FC236}">
                  <a16:creationId xmlns:a16="http://schemas.microsoft.com/office/drawing/2014/main" id="{1E117DFC-711A-A7E1-2AFF-329B62C961BF}"/>
                </a:ext>
              </a:extLst>
            </p:cNvPr>
            <p:cNvCxnSpPr>
              <a:cxnSpLocks/>
            </p:cNvCxnSpPr>
            <p:nvPr/>
          </p:nvCxnSpPr>
          <p:spPr>
            <a:xfrm flipV="1">
              <a:off x="5536834" y="2817196"/>
              <a:ext cx="0" cy="322342"/>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21" name="直接箭头连接符 55">
              <a:extLst>
                <a:ext uri="{FF2B5EF4-FFF2-40B4-BE49-F238E27FC236}">
                  <a16:creationId xmlns:a16="http://schemas.microsoft.com/office/drawing/2014/main" id="{CA9BC7DB-6C21-A312-5C71-2C180D99C4B7}"/>
                </a:ext>
              </a:extLst>
            </p:cNvPr>
            <p:cNvCxnSpPr>
              <a:cxnSpLocks/>
            </p:cNvCxnSpPr>
            <p:nvPr/>
          </p:nvCxnSpPr>
          <p:spPr>
            <a:xfrm flipV="1">
              <a:off x="5944697" y="2817196"/>
              <a:ext cx="0" cy="322342"/>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22" name="直接箭头连接符 56">
              <a:extLst>
                <a:ext uri="{FF2B5EF4-FFF2-40B4-BE49-F238E27FC236}">
                  <a16:creationId xmlns:a16="http://schemas.microsoft.com/office/drawing/2014/main" id="{12D07A6D-1200-A163-6575-446D87984D8C}"/>
                </a:ext>
              </a:extLst>
            </p:cNvPr>
            <p:cNvCxnSpPr>
              <a:cxnSpLocks/>
            </p:cNvCxnSpPr>
            <p:nvPr/>
          </p:nvCxnSpPr>
          <p:spPr>
            <a:xfrm flipV="1">
              <a:off x="6385450" y="2817196"/>
              <a:ext cx="0" cy="322342"/>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
          <p:nvSpPr>
            <p:cNvPr id="23" name="文本框 57">
              <a:extLst>
                <a:ext uri="{FF2B5EF4-FFF2-40B4-BE49-F238E27FC236}">
                  <a16:creationId xmlns:a16="http://schemas.microsoft.com/office/drawing/2014/main" id="{3335AAD5-5AF0-7A25-9568-06BCB0D999ED}"/>
                </a:ext>
              </a:extLst>
            </p:cNvPr>
            <p:cNvSpPr txBox="1"/>
            <p:nvPr/>
          </p:nvSpPr>
          <p:spPr>
            <a:xfrm>
              <a:off x="665243" y="3139539"/>
              <a:ext cx="1190145" cy="847745"/>
            </a:xfrm>
            <a:prstGeom prst="rect">
              <a:avLst/>
            </a:prstGeom>
            <a:noFill/>
          </p:spPr>
          <p:txBody>
            <a:bodyPr wrap="square" rtlCol="0">
              <a:spAutoFit/>
            </a:bodyPr>
            <a:lstStyle/>
            <a:p>
              <a:r>
                <a:rPr lang="zh-CN" altLang="en-US" sz="900" dirty="0"/>
                <a:t>图块</a:t>
              </a:r>
              <a:r>
                <a:rPr lang="en-US" altLang="zh-CN" sz="900" dirty="0"/>
                <a:t>+</a:t>
              </a:r>
              <a:r>
                <a:rPr lang="zh-CN" altLang="en-US" sz="900" dirty="0"/>
                <a:t>位置编码</a:t>
              </a:r>
              <a:endParaRPr lang="en-US" altLang="zh-CN" sz="900" dirty="0"/>
            </a:p>
            <a:p>
              <a:r>
                <a:rPr lang="en-US" altLang="zh-CN" sz="700" dirty="0">
                  <a:latin typeface="SimSun" panose="02010600030101010101" pitchFamily="2" charset="-122"/>
                  <a:ea typeface="SimSun" panose="02010600030101010101" pitchFamily="2" charset="-122"/>
                </a:rPr>
                <a:t>※</a:t>
              </a:r>
              <a:r>
                <a:rPr lang="zh-CN" altLang="en-US" sz="700" dirty="0">
                  <a:latin typeface="+mn-ea"/>
                </a:rPr>
                <a:t>额外学习的 </a:t>
              </a:r>
              <a:r>
                <a:rPr lang="en-US" altLang="zh-CN" sz="700" dirty="0">
                  <a:latin typeface="+mn-ea"/>
                </a:rPr>
                <a:t>[</a:t>
              </a:r>
              <a:r>
                <a:rPr lang="zh-CN" altLang="en-US" sz="700" dirty="0">
                  <a:latin typeface="+mn-ea"/>
                </a:rPr>
                <a:t>类别</a:t>
              </a:r>
              <a:r>
                <a:rPr lang="en-US" altLang="zh-CN" sz="700" dirty="0">
                  <a:latin typeface="+mn-ea"/>
                </a:rPr>
                <a:t>]</a:t>
              </a:r>
              <a:r>
                <a:rPr lang="zh-CN" altLang="en-US" sz="700" dirty="0">
                  <a:latin typeface="+mn-ea"/>
                </a:rPr>
                <a:t>编码</a:t>
              </a:r>
              <a:endParaRPr lang="zh-CN" altLang="en-US" sz="700" dirty="0"/>
            </a:p>
          </p:txBody>
        </p:sp>
        <p:cxnSp>
          <p:nvCxnSpPr>
            <p:cNvPr id="24" name="直接箭头连接符 59">
              <a:extLst>
                <a:ext uri="{FF2B5EF4-FFF2-40B4-BE49-F238E27FC236}">
                  <a16:creationId xmlns:a16="http://schemas.microsoft.com/office/drawing/2014/main" id="{ADF23BD6-8393-B557-23AB-AF4B6D530FB3}"/>
                </a:ext>
              </a:extLst>
            </p:cNvPr>
            <p:cNvCxnSpPr>
              <a:cxnSpLocks/>
              <a:endCxn id="66" idx="1"/>
            </p:cNvCxnSpPr>
            <p:nvPr/>
          </p:nvCxnSpPr>
          <p:spPr>
            <a:xfrm>
              <a:off x="1810150" y="3286742"/>
              <a:ext cx="406777"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pic>
          <p:nvPicPr>
            <p:cNvPr id="25" name="图片 61">
              <a:extLst>
                <a:ext uri="{FF2B5EF4-FFF2-40B4-BE49-F238E27FC236}">
                  <a16:creationId xmlns:a16="http://schemas.microsoft.com/office/drawing/2014/main" id="{7404F714-6FB0-889F-6F6A-81CBB504FAAD}"/>
                </a:ext>
              </a:extLst>
            </p:cNvPr>
            <p:cNvPicPr>
              <a:picLocks noChangeAspect="1"/>
            </p:cNvPicPr>
            <p:nvPr/>
          </p:nvPicPr>
          <p:blipFill>
            <a:blip r:embed="rId3"/>
            <a:stretch>
              <a:fillRect/>
            </a:stretch>
          </p:blipFill>
          <p:spPr>
            <a:xfrm>
              <a:off x="458217" y="3667921"/>
              <a:ext cx="1375849" cy="1353836"/>
            </a:xfrm>
            <a:prstGeom prst="rect">
              <a:avLst/>
            </a:prstGeom>
          </p:spPr>
        </p:pic>
        <p:cxnSp>
          <p:nvCxnSpPr>
            <p:cNvPr id="26" name="直接箭头连接符 63">
              <a:extLst>
                <a:ext uri="{FF2B5EF4-FFF2-40B4-BE49-F238E27FC236}">
                  <a16:creationId xmlns:a16="http://schemas.microsoft.com/office/drawing/2014/main" id="{5980C51B-ECD8-6960-62FE-450AF3D05348}"/>
                </a:ext>
              </a:extLst>
            </p:cNvPr>
            <p:cNvCxnSpPr/>
            <p:nvPr/>
          </p:nvCxnSpPr>
          <p:spPr>
            <a:xfrm>
              <a:off x="1855388" y="4344839"/>
              <a:ext cx="664145"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pic>
          <p:nvPicPr>
            <p:cNvPr id="27" name="图片 64">
              <a:extLst>
                <a:ext uri="{FF2B5EF4-FFF2-40B4-BE49-F238E27FC236}">
                  <a16:creationId xmlns:a16="http://schemas.microsoft.com/office/drawing/2014/main" id="{5DB0419C-A464-D641-6922-21A0F19372AF}"/>
                </a:ext>
              </a:extLst>
            </p:cNvPr>
            <p:cNvPicPr>
              <a:picLocks noChangeAspect="1"/>
            </p:cNvPicPr>
            <p:nvPr/>
          </p:nvPicPr>
          <p:blipFill>
            <a:blip r:embed="rId4"/>
            <a:stretch>
              <a:fillRect/>
            </a:stretch>
          </p:blipFill>
          <p:spPr>
            <a:xfrm>
              <a:off x="2653956" y="4093670"/>
              <a:ext cx="3884992" cy="388917"/>
            </a:xfrm>
            <a:prstGeom prst="rect">
              <a:avLst/>
            </a:prstGeom>
          </p:spPr>
        </p:pic>
        <p:cxnSp>
          <p:nvCxnSpPr>
            <p:cNvPr id="28" name="直接连接符 66">
              <a:extLst>
                <a:ext uri="{FF2B5EF4-FFF2-40B4-BE49-F238E27FC236}">
                  <a16:creationId xmlns:a16="http://schemas.microsoft.com/office/drawing/2014/main" id="{17A46B72-6D23-372B-E9CF-EF8EA013B1B8}"/>
                </a:ext>
              </a:extLst>
            </p:cNvPr>
            <p:cNvCxnSpPr>
              <a:endCxn id="65" idx="2"/>
            </p:cNvCxnSpPr>
            <p:nvPr/>
          </p:nvCxnSpPr>
          <p:spPr>
            <a:xfrm flipH="1" flipV="1">
              <a:off x="2897791" y="3429000"/>
              <a:ext cx="1098" cy="664670"/>
            </a:xfrm>
            <a:prstGeom prst="line">
              <a:avLst/>
            </a:prstGeom>
          </p:spPr>
          <p:style>
            <a:lnRef idx="1">
              <a:schemeClr val="dk1"/>
            </a:lnRef>
            <a:fillRef idx="0">
              <a:schemeClr val="dk1"/>
            </a:fillRef>
            <a:effectRef idx="0">
              <a:schemeClr val="dk1"/>
            </a:effectRef>
            <a:fontRef idx="minor">
              <a:schemeClr val="tx1"/>
            </a:fontRef>
          </p:style>
        </p:cxnSp>
        <p:cxnSp>
          <p:nvCxnSpPr>
            <p:cNvPr id="29" name="直接连接符 67">
              <a:extLst>
                <a:ext uri="{FF2B5EF4-FFF2-40B4-BE49-F238E27FC236}">
                  <a16:creationId xmlns:a16="http://schemas.microsoft.com/office/drawing/2014/main" id="{CA0CC17C-430C-3166-4159-A8F504DD9B3A}"/>
                </a:ext>
              </a:extLst>
            </p:cNvPr>
            <p:cNvCxnSpPr/>
            <p:nvPr/>
          </p:nvCxnSpPr>
          <p:spPr>
            <a:xfrm flipH="1" flipV="1">
              <a:off x="3348386" y="3433943"/>
              <a:ext cx="1098" cy="664670"/>
            </a:xfrm>
            <a:prstGeom prst="line">
              <a:avLst/>
            </a:prstGeom>
          </p:spPr>
          <p:style>
            <a:lnRef idx="1">
              <a:schemeClr val="dk1"/>
            </a:lnRef>
            <a:fillRef idx="0">
              <a:schemeClr val="dk1"/>
            </a:fillRef>
            <a:effectRef idx="0">
              <a:schemeClr val="dk1"/>
            </a:effectRef>
            <a:fontRef idx="minor">
              <a:schemeClr val="tx1"/>
            </a:fontRef>
          </p:style>
        </p:cxnSp>
        <p:cxnSp>
          <p:nvCxnSpPr>
            <p:cNvPr id="30" name="直接连接符 68">
              <a:extLst>
                <a:ext uri="{FF2B5EF4-FFF2-40B4-BE49-F238E27FC236}">
                  <a16:creationId xmlns:a16="http://schemas.microsoft.com/office/drawing/2014/main" id="{9AD2BDCF-F7F4-BD7B-0A85-1BA8896AEAC6}"/>
                </a:ext>
              </a:extLst>
            </p:cNvPr>
            <p:cNvCxnSpPr/>
            <p:nvPr/>
          </p:nvCxnSpPr>
          <p:spPr>
            <a:xfrm flipH="1" flipV="1">
              <a:off x="3746389" y="3419009"/>
              <a:ext cx="1098" cy="664670"/>
            </a:xfrm>
            <a:prstGeom prst="line">
              <a:avLst/>
            </a:prstGeom>
          </p:spPr>
          <p:style>
            <a:lnRef idx="1">
              <a:schemeClr val="dk1"/>
            </a:lnRef>
            <a:fillRef idx="0">
              <a:schemeClr val="dk1"/>
            </a:fillRef>
            <a:effectRef idx="0">
              <a:schemeClr val="dk1"/>
            </a:effectRef>
            <a:fontRef idx="minor">
              <a:schemeClr val="tx1"/>
            </a:fontRef>
          </p:style>
        </p:cxnSp>
        <p:cxnSp>
          <p:nvCxnSpPr>
            <p:cNvPr id="31" name="直接连接符 69">
              <a:extLst>
                <a:ext uri="{FF2B5EF4-FFF2-40B4-BE49-F238E27FC236}">
                  <a16:creationId xmlns:a16="http://schemas.microsoft.com/office/drawing/2014/main" id="{39520619-656D-DF90-A5BB-4BF05D64E777}"/>
                </a:ext>
              </a:extLst>
            </p:cNvPr>
            <p:cNvCxnSpPr/>
            <p:nvPr/>
          </p:nvCxnSpPr>
          <p:spPr>
            <a:xfrm flipH="1" flipV="1">
              <a:off x="4215673" y="3424055"/>
              <a:ext cx="1098" cy="664670"/>
            </a:xfrm>
            <a:prstGeom prst="line">
              <a:avLst/>
            </a:prstGeom>
          </p:spPr>
          <p:style>
            <a:lnRef idx="1">
              <a:schemeClr val="dk1"/>
            </a:lnRef>
            <a:fillRef idx="0">
              <a:schemeClr val="dk1"/>
            </a:fillRef>
            <a:effectRef idx="0">
              <a:schemeClr val="dk1"/>
            </a:effectRef>
            <a:fontRef idx="minor">
              <a:schemeClr val="tx1"/>
            </a:fontRef>
          </p:style>
        </p:cxnSp>
        <p:cxnSp>
          <p:nvCxnSpPr>
            <p:cNvPr id="32" name="直接连接符 70">
              <a:extLst>
                <a:ext uri="{FF2B5EF4-FFF2-40B4-BE49-F238E27FC236}">
                  <a16:creationId xmlns:a16="http://schemas.microsoft.com/office/drawing/2014/main" id="{A346D62E-B18D-D39E-A7E7-D899FC51B0F9}"/>
                </a:ext>
              </a:extLst>
            </p:cNvPr>
            <p:cNvCxnSpPr/>
            <p:nvPr/>
          </p:nvCxnSpPr>
          <p:spPr>
            <a:xfrm flipH="1" flipV="1">
              <a:off x="4617163" y="3429000"/>
              <a:ext cx="1098" cy="664670"/>
            </a:xfrm>
            <a:prstGeom prst="line">
              <a:avLst/>
            </a:prstGeom>
          </p:spPr>
          <p:style>
            <a:lnRef idx="1">
              <a:schemeClr val="dk1"/>
            </a:lnRef>
            <a:fillRef idx="0">
              <a:schemeClr val="dk1"/>
            </a:fillRef>
            <a:effectRef idx="0">
              <a:schemeClr val="dk1"/>
            </a:effectRef>
            <a:fontRef idx="minor">
              <a:schemeClr val="tx1"/>
            </a:fontRef>
          </p:style>
        </p:cxnSp>
        <p:cxnSp>
          <p:nvCxnSpPr>
            <p:cNvPr id="33" name="直接连接符 71">
              <a:extLst>
                <a:ext uri="{FF2B5EF4-FFF2-40B4-BE49-F238E27FC236}">
                  <a16:creationId xmlns:a16="http://schemas.microsoft.com/office/drawing/2014/main" id="{D57D5B29-438A-053D-8CB3-E4213AF5B4AE}"/>
                </a:ext>
              </a:extLst>
            </p:cNvPr>
            <p:cNvCxnSpPr/>
            <p:nvPr/>
          </p:nvCxnSpPr>
          <p:spPr>
            <a:xfrm flipH="1" flipV="1">
              <a:off x="5049697" y="3423115"/>
              <a:ext cx="1098" cy="664670"/>
            </a:xfrm>
            <a:prstGeom prst="line">
              <a:avLst/>
            </a:prstGeom>
          </p:spPr>
          <p:style>
            <a:lnRef idx="1">
              <a:schemeClr val="dk1"/>
            </a:lnRef>
            <a:fillRef idx="0">
              <a:schemeClr val="dk1"/>
            </a:fillRef>
            <a:effectRef idx="0">
              <a:schemeClr val="dk1"/>
            </a:effectRef>
            <a:fontRef idx="minor">
              <a:schemeClr val="tx1"/>
            </a:fontRef>
          </p:style>
        </p:cxnSp>
        <p:cxnSp>
          <p:nvCxnSpPr>
            <p:cNvPr id="34" name="直接连接符 72">
              <a:extLst>
                <a:ext uri="{FF2B5EF4-FFF2-40B4-BE49-F238E27FC236}">
                  <a16:creationId xmlns:a16="http://schemas.microsoft.com/office/drawing/2014/main" id="{3AB80FEC-44A9-0291-BB42-68EBC3359240}"/>
                </a:ext>
              </a:extLst>
            </p:cNvPr>
            <p:cNvCxnSpPr/>
            <p:nvPr/>
          </p:nvCxnSpPr>
          <p:spPr>
            <a:xfrm flipH="1" flipV="1">
              <a:off x="5536834" y="3429940"/>
              <a:ext cx="1098" cy="664670"/>
            </a:xfrm>
            <a:prstGeom prst="line">
              <a:avLst/>
            </a:prstGeom>
          </p:spPr>
          <p:style>
            <a:lnRef idx="1">
              <a:schemeClr val="dk1"/>
            </a:lnRef>
            <a:fillRef idx="0">
              <a:schemeClr val="dk1"/>
            </a:fillRef>
            <a:effectRef idx="0">
              <a:schemeClr val="dk1"/>
            </a:effectRef>
            <a:fontRef idx="minor">
              <a:schemeClr val="tx1"/>
            </a:fontRef>
          </p:style>
        </p:cxnSp>
        <p:cxnSp>
          <p:nvCxnSpPr>
            <p:cNvPr id="35" name="直接连接符 73">
              <a:extLst>
                <a:ext uri="{FF2B5EF4-FFF2-40B4-BE49-F238E27FC236}">
                  <a16:creationId xmlns:a16="http://schemas.microsoft.com/office/drawing/2014/main" id="{79929CF1-2324-04D3-2AD9-E84D830C582E}"/>
                </a:ext>
              </a:extLst>
            </p:cNvPr>
            <p:cNvCxnSpPr/>
            <p:nvPr/>
          </p:nvCxnSpPr>
          <p:spPr>
            <a:xfrm flipH="1" flipV="1">
              <a:off x="5943039" y="3423115"/>
              <a:ext cx="1098" cy="664670"/>
            </a:xfrm>
            <a:prstGeom prst="line">
              <a:avLst/>
            </a:prstGeom>
          </p:spPr>
          <p:style>
            <a:lnRef idx="1">
              <a:schemeClr val="dk1"/>
            </a:lnRef>
            <a:fillRef idx="0">
              <a:schemeClr val="dk1"/>
            </a:fillRef>
            <a:effectRef idx="0">
              <a:schemeClr val="dk1"/>
            </a:effectRef>
            <a:fontRef idx="minor">
              <a:schemeClr val="tx1"/>
            </a:fontRef>
          </p:style>
        </p:cxnSp>
        <p:cxnSp>
          <p:nvCxnSpPr>
            <p:cNvPr id="36" name="直接连接符 74">
              <a:extLst>
                <a:ext uri="{FF2B5EF4-FFF2-40B4-BE49-F238E27FC236}">
                  <a16:creationId xmlns:a16="http://schemas.microsoft.com/office/drawing/2014/main" id="{F7FAA82A-AC00-550D-EFD3-802E39620130}"/>
                </a:ext>
              </a:extLst>
            </p:cNvPr>
            <p:cNvCxnSpPr/>
            <p:nvPr/>
          </p:nvCxnSpPr>
          <p:spPr>
            <a:xfrm flipH="1" flipV="1">
              <a:off x="6385450" y="3413361"/>
              <a:ext cx="1098" cy="664670"/>
            </a:xfrm>
            <a:prstGeom prst="line">
              <a:avLst/>
            </a:prstGeom>
          </p:spPr>
          <p:style>
            <a:lnRef idx="1">
              <a:schemeClr val="dk1"/>
            </a:lnRef>
            <a:fillRef idx="0">
              <a:schemeClr val="dk1"/>
            </a:fillRef>
            <a:effectRef idx="0">
              <a:schemeClr val="dk1"/>
            </a:effectRef>
            <a:fontRef idx="minor">
              <a:schemeClr val="tx1"/>
            </a:fontRef>
          </p:style>
        </p:cxnSp>
        <p:sp>
          <p:nvSpPr>
            <p:cNvPr id="37" name="矩形: 圆角 3">
              <a:extLst>
                <a:ext uri="{FF2B5EF4-FFF2-40B4-BE49-F238E27FC236}">
                  <a16:creationId xmlns:a16="http://schemas.microsoft.com/office/drawing/2014/main" id="{E3062D8C-3F10-1E0D-7D9C-AD521A2D0C83}"/>
                </a:ext>
              </a:extLst>
            </p:cNvPr>
            <p:cNvSpPr/>
            <p:nvPr/>
          </p:nvSpPr>
          <p:spPr>
            <a:xfrm>
              <a:off x="2703729" y="3545767"/>
              <a:ext cx="3881267" cy="361813"/>
            </a:xfrm>
            <a:prstGeom prst="roundRect">
              <a:avLst/>
            </a:prstGeom>
            <a:solidFill>
              <a:schemeClr val="accent2">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900" dirty="0">
                  <a:solidFill>
                    <a:schemeClr val="tx1"/>
                  </a:solidFill>
                </a:rPr>
                <a:t>线性投影的展平图块</a:t>
              </a:r>
              <a:endParaRPr lang="zh-CN" altLang="en-US" sz="600" dirty="0">
                <a:solidFill>
                  <a:schemeClr val="tx1"/>
                </a:solidFill>
              </a:endParaRPr>
            </a:p>
          </p:txBody>
        </p:sp>
      </p:grpSp>
      <p:grpSp>
        <p:nvGrpSpPr>
          <p:cNvPr id="68" name="组合 508">
            <a:extLst>
              <a:ext uri="{FF2B5EF4-FFF2-40B4-BE49-F238E27FC236}">
                <a16:creationId xmlns:a16="http://schemas.microsoft.com/office/drawing/2014/main" id="{AB7DCFB6-C555-B52B-F770-FB1C25458C54}"/>
              </a:ext>
            </a:extLst>
          </p:cNvPr>
          <p:cNvGrpSpPr/>
          <p:nvPr/>
        </p:nvGrpSpPr>
        <p:grpSpPr>
          <a:xfrm>
            <a:off x="852667" y="2856206"/>
            <a:ext cx="2410666" cy="2740577"/>
            <a:chOff x="1392984" y="441420"/>
            <a:chExt cx="2410666" cy="2740577"/>
          </a:xfrm>
        </p:grpSpPr>
        <p:grpSp>
          <p:nvGrpSpPr>
            <p:cNvPr id="69" name="组合 423">
              <a:extLst>
                <a:ext uri="{FF2B5EF4-FFF2-40B4-BE49-F238E27FC236}">
                  <a16:creationId xmlns:a16="http://schemas.microsoft.com/office/drawing/2014/main" id="{8BD0A353-6D5C-6D0A-885B-1BB61E3A92A3}"/>
                </a:ext>
              </a:extLst>
            </p:cNvPr>
            <p:cNvGrpSpPr/>
            <p:nvPr/>
          </p:nvGrpSpPr>
          <p:grpSpPr>
            <a:xfrm>
              <a:off x="1392984" y="916314"/>
              <a:ext cx="2410666" cy="2265683"/>
              <a:chOff x="1392984" y="916314"/>
              <a:chExt cx="2410666" cy="2265683"/>
            </a:xfrm>
          </p:grpSpPr>
          <p:grpSp>
            <p:nvGrpSpPr>
              <p:cNvPr id="72" name="组合 51">
                <a:extLst>
                  <a:ext uri="{FF2B5EF4-FFF2-40B4-BE49-F238E27FC236}">
                    <a16:creationId xmlns:a16="http://schemas.microsoft.com/office/drawing/2014/main" id="{31DD7C04-1E0E-36F3-1392-87EB6393A361}"/>
                  </a:ext>
                </a:extLst>
              </p:cNvPr>
              <p:cNvGrpSpPr/>
              <p:nvPr/>
            </p:nvGrpSpPr>
            <p:grpSpPr>
              <a:xfrm>
                <a:off x="1468041" y="923046"/>
                <a:ext cx="2065623" cy="1420938"/>
                <a:chOff x="3576540" y="611793"/>
                <a:chExt cx="2065623" cy="1420938"/>
              </a:xfrm>
            </p:grpSpPr>
            <p:grpSp>
              <p:nvGrpSpPr>
                <p:cNvPr id="106" name="组合 52">
                  <a:extLst>
                    <a:ext uri="{FF2B5EF4-FFF2-40B4-BE49-F238E27FC236}">
                      <a16:creationId xmlns:a16="http://schemas.microsoft.com/office/drawing/2014/main" id="{041F0DE1-EBAC-EFE3-4727-16D1504A2ED9}"/>
                    </a:ext>
                  </a:extLst>
                </p:cNvPr>
                <p:cNvGrpSpPr/>
                <p:nvPr/>
              </p:nvGrpSpPr>
              <p:grpSpPr>
                <a:xfrm rot="16200000">
                  <a:off x="4055349" y="381413"/>
                  <a:ext cx="1099088" cy="1875117"/>
                  <a:chOff x="10048489" y="4615656"/>
                  <a:chExt cx="1099088" cy="1329779"/>
                </a:xfrm>
              </p:grpSpPr>
              <p:sp>
                <p:nvSpPr>
                  <p:cNvPr id="108" name="Oval 4">
                    <a:extLst>
                      <a:ext uri="{FF2B5EF4-FFF2-40B4-BE49-F238E27FC236}">
                        <a16:creationId xmlns:a16="http://schemas.microsoft.com/office/drawing/2014/main" id="{0F1C2566-CEF9-5B1C-9675-31076BA18D9A}"/>
                      </a:ext>
                    </a:extLst>
                  </p:cNvPr>
                  <p:cNvSpPr/>
                  <p:nvPr/>
                </p:nvSpPr>
                <p:spPr>
                  <a:xfrm>
                    <a:off x="10171777" y="4620065"/>
                    <a:ext cx="227334" cy="227334"/>
                  </a:xfrm>
                  <a:prstGeom prst="ellipse">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latin typeface="Calibri" panose="020F0502020204030204" pitchFamily="34" charset="0"/>
                      <a:cs typeface="Calibri" panose="020F0502020204030204" pitchFamily="34" charset="0"/>
                    </a:endParaRPr>
                  </a:p>
                </p:txBody>
              </p:sp>
              <p:sp>
                <p:nvSpPr>
                  <p:cNvPr id="109" name="Oval 5">
                    <a:extLst>
                      <a:ext uri="{FF2B5EF4-FFF2-40B4-BE49-F238E27FC236}">
                        <a16:creationId xmlns:a16="http://schemas.microsoft.com/office/drawing/2014/main" id="{DB0BB05C-852E-626D-1721-AE70D1F42558}"/>
                      </a:ext>
                    </a:extLst>
                  </p:cNvPr>
                  <p:cNvSpPr/>
                  <p:nvPr/>
                </p:nvSpPr>
                <p:spPr>
                  <a:xfrm>
                    <a:off x="10172085" y="4894574"/>
                    <a:ext cx="227334" cy="227334"/>
                  </a:xfrm>
                  <a:prstGeom prst="ellipse">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latin typeface="Calibri" panose="020F0502020204030204" pitchFamily="34" charset="0"/>
                      <a:cs typeface="Calibri" panose="020F0502020204030204" pitchFamily="34" charset="0"/>
                    </a:endParaRPr>
                  </a:p>
                </p:txBody>
              </p:sp>
              <p:sp>
                <p:nvSpPr>
                  <p:cNvPr id="110" name="Oval 6">
                    <a:extLst>
                      <a:ext uri="{FF2B5EF4-FFF2-40B4-BE49-F238E27FC236}">
                        <a16:creationId xmlns:a16="http://schemas.microsoft.com/office/drawing/2014/main" id="{088206ED-2A0A-28D4-8A74-1EF1104C2A5E}"/>
                      </a:ext>
                    </a:extLst>
                  </p:cNvPr>
                  <p:cNvSpPr/>
                  <p:nvPr/>
                </p:nvSpPr>
                <p:spPr>
                  <a:xfrm>
                    <a:off x="10172393" y="5169083"/>
                    <a:ext cx="227334" cy="227334"/>
                  </a:xfrm>
                  <a:prstGeom prst="ellipse">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latin typeface="Calibri" panose="020F0502020204030204" pitchFamily="34" charset="0"/>
                      <a:cs typeface="Calibri" panose="020F0502020204030204" pitchFamily="34" charset="0"/>
                    </a:endParaRPr>
                  </a:p>
                </p:txBody>
              </p:sp>
              <p:sp>
                <p:nvSpPr>
                  <p:cNvPr id="111" name="Oval 7">
                    <a:extLst>
                      <a:ext uri="{FF2B5EF4-FFF2-40B4-BE49-F238E27FC236}">
                        <a16:creationId xmlns:a16="http://schemas.microsoft.com/office/drawing/2014/main" id="{695365B9-D6B9-B9E5-C38E-CF52E1BBC8A7}"/>
                      </a:ext>
                    </a:extLst>
                  </p:cNvPr>
                  <p:cNvSpPr/>
                  <p:nvPr/>
                </p:nvSpPr>
                <p:spPr>
                  <a:xfrm>
                    <a:off x="10171777" y="5443592"/>
                    <a:ext cx="227334" cy="227334"/>
                  </a:xfrm>
                  <a:prstGeom prst="ellipse">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latin typeface="Calibri" panose="020F0502020204030204" pitchFamily="34" charset="0"/>
                      <a:cs typeface="Calibri" panose="020F0502020204030204" pitchFamily="34" charset="0"/>
                    </a:endParaRPr>
                  </a:p>
                </p:txBody>
              </p:sp>
              <p:sp>
                <p:nvSpPr>
                  <p:cNvPr id="112" name="Oval 8">
                    <a:extLst>
                      <a:ext uri="{FF2B5EF4-FFF2-40B4-BE49-F238E27FC236}">
                        <a16:creationId xmlns:a16="http://schemas.microsoft.com/office/drawing/2014/main" id="{C9855D39-E891-5ACE-DEA5-9DB86A9E1255}"/>
                      </a:ext>
                    </a:extLst>
                  </p:cNvPr>
                  <p:cNvSpPr/>
                  <p:nvPr/>
                </p:nvSpPr>
                <p:spPr>
                  <a:xfrm>
                    <a:off x="10167947" y="5718101"/>
                    <a:ext cx="227334" cy="227334"/>
                  </a:xfrm>
                  <a:prstGeom prst="ellipse">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latin typeface="Calibri" panose="020F0502020204030204" pitchFamily="34" charset="0"/>
                      <a:cs typeface="Calibri" panose="020F0502020204030204" pitchFamily="34" charset="0"/>
                    </a:endParaRPr>
                  </a:p>
                </p:txBody>
              </p:sp>
              <p:sp>
                <p:nvSpPr>
                  <p:cNvPr id="113" name="Oval 9">
                    <a:extLst>
                      <a:ext uri="{FF2B5EF4-FFF2-40B4-BE49-F238E27FC236}">
                        <a16:creationId xmlns:a16="http://schemas.microsoft.com/office/drawing/2014/main" id="{6E4E4102-B95A-C016-9619-D31473E126C2}"/>
                      </a:ext>
                    </a:extLst>
                  </p:cNvPr>
                  <p:cNvSpPr/>
                  <p:nvPr/>
                </p:nvSpPr>
                <p:spPr>
                  <a:xfrm>
                    <a:off x="10806756" y="5164836"/>
                    <a:ext cx="227334" cy="227334"/>
                  </a:xfrm>
                  <a:prstGeom prst="ellipse">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latin typeface="Calibri" panose="020F0502020204030204" pitchFamily="34" charset="0"/>
                      <a:cs typeface="Calibri" panose="020F0502020204030204" pitchFamily="34" charset="0"/>
                    </a:endParaRPr>
                  </a:p>
                </p:txBody>
              </p:sp>
              <p:sp>
                <p:nvSpPr>
                  <p:cNvPr id="114" name="Oval 10">
                    <a:extLst>
                      <a:ext uri="{FF2B5EF4-FFF2-40B4-BE49-F238E27FC236}">
                        <a16:creationId xmlns:a16="http://schemas.microsoft.com/office/drawing/2014/main" id="{9103C8A5-FE2B-826F-ED14-777FBC82C03F}"/>
                      </a:ext>
                    </a:extLst>
                  </p:cNvPr>
                  <p:cNvSpPr/>
                  <p:nvPr/>
                </p:nvSpPr>
                <p:spPr>
                  <a:xfrm>
                    <a:off x="10807064" y="5439426"/>
                    <a:ext cx="227334" cy="227334"/>
                  </a:xfrm>
                  <a:prstGeom prst="ellipse">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latin typeface="Calibri" panose="020F0502020204030204" pitchFamily="34" charset="0"/>
                      <a:cs typeface="Calibri" panose="020F0502020204030204" pitchFamily="34" charset="0"/>
                    </a:endParaRPr>
                  </a:p>
                </p:txBody>
              </p:sp>
              <p:sp>
                <p:nvSpPr>
                  <p:cNvPr id="115" name="Oval 11">
                    <a:extLst>
                      <a:ext uri="{FF2B5EF4-FFF2-40B4-BE49-F238E27FC236}">
                        <a16:creationId xmlns:a16="http://schemas.microsoft.com/office/drawing/2014/main" id="{625DCC21-A65B-4622-B167-DF88A1762B24}"/>
                      </a:ext>
                    </a:extLst>
                  </p:cNvPr>
                  <p:cNvSpPr/>
                  <p:nvPr/>
                </p:nvSpPr>
                <p:spPr>
                  <a:xfrm>
                    <a:off x="10807372" y="5714019"/>
                    <a:ext cx="227334" cy="227334"/>
                  </a:xfrm>
                  <a:prstGeom prst="ellipse">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latin typeface="Calibri" panose="020F0502020204030204" pitchFamily="34" charset="0"/>
                      <a:cs typeface="Calibri" panose="020F0502020204030204" pitchFamily="34" charset="0"/>
                    </a:endParaRPr>
                  </a:p>
                </p:txBody>
              </p:sp>
              <p:cxnSp>
                <p:nvCxnSpPr>
                  <p:cNvPr id="116" name="Straight Connector 12">
                    <a:extLst>
                      <a:ext uri="{FF2B5EF4-FFF2-40B4-BE49-F238E27FC236}">
                        <a16:creationId xmlns:a16="http://schemas.microsoft.com/office/drawing/2014/main" id="{D00627AE-82A1-9EC6-9074-B6AEC72AE4C1}"/>
                      </a:ext>
                    </a:extLst>
                  </p:cNvPr>
                  <p:cNvCxnSpPr>
                    <a:cxnSpLocks/>
                    <a:stCxn id="108" idx="6"/>
                    <a:endCxn id="113" idx="2"/>
                  </p:cNvCxnSpPr>
                  <p:nvPr/>
                </p:nvCxnSpPr>
                <p:spPr>
                  <a:xfrm>
                    <a:off x="10399111" y="4733732"/>
                    <a:ext cx="407645" cy="544771"/>
                  </a:xfrm>
                  <a:prstGeom prst="line">
                    <a:avLst/>
                  </a:prstGeom>
                  <a:ln w="12700">
                    <a:solidFill>
                      <a:schemeClr val="tx1"/>
                    </a:solidFill>
                  </a:ln>
                </p:spPr>
                <p:style>
                  <a:lnRef idx="2">
                    <a:schemeClr val="accent1"/>
                  </a:lnRef>
                  <a:fillRef idx="0">
                    <a:schemeClr val="accent1"/>
                  </a:fillRef>
                  <a:effectRef idx="1">
                    <a:schemeClr val="accent1"/>
                  </a:effectRef>
                  <a:fontRef idx="minor">
                    <a:schemeClr val="tx1"/>
                  </a:fontRef>
                </p:style>
              </p:cxnSp>
              <p:cxnSp>
                <p:nvCxnSpPr>
                  <p:cNvPr id="117" name="Straight Connector 13">
                    <a:extLst>
                      <a:ext uri="{FF2B5EF4-FFF2-40B4-BE49-F238E27FC236}">
                        <a16:creationId xmlns:a16="http://schemas.microsoft.com/office/drawing/2014/main" id="{2269A578-80D4-8CED-27A6-8AAE150898D4}"/>
                      </a:ext>
                    </a:extLst>
                  </p:cNvPr>
                  <p:cNvCxnSpPr>
                    <a:cxnSpLocks/>
                    <a:stCxn id="108" idx="6"/>
                    <a:endCxn id="114" idx="2"/>
                  </p:cNvCxnSpPr>
                  <p:nvPr/>
                </p:nvCxnSpPr>
                <p:spPr>
                  <a:xfrm>
                    <a:off x="10399111" y="4733732"/>
                    <a:ext cx="407953" cy="819361"/>
                  </a:xfrm>
                  <a:prstGeom prst="line">
                    <a:avLst/>
                  </a:prstGeom>
                  <a:ln w="12700">
                    <a:solidFill>
                      <a:schemeClr val="tx1"/>
                    </a:solidFill>
                  </a:ln>
                </p:spPr>
                <p:style>
                  <a:lnRef idx="2">
                    <a:schemeClr val="accent1"/>
                  </a:lnRef>
                  <a:fillRef idx="0">
                    <a:schemeClr val="accent1"/>
                  </a:fillRef>
                  <a:effectRef idx="1">
                    <a:schemeClr val="accent1"/>
                  </a:effectRef>
                  <a:fontRef idx="minor">
                    <a:schemeClr val="tx1"/>
                  </a:fontRef>
                </p:style>
              </p:cxnSp>
              <p:cxnSp>
                <p:nvCxnSpPr>
                  <p:cNvPr id="118" name="Straight Connector 14">
                    <a:extLst>
                      <a:ext uri="{FF2B5EF4-FFF2-40B4-BE49-F238E27FC236}">
                        <a16:creationId xmlns:a16="http://schemas.microsoft.com/office/drawing/2014/main" id="{CE0B3841-A5AD-3DAA-5A8E-A33B86D06834}"/>
                      </a:ext>
                    </a:extLst>
                  </p:cNvPr>
                  <p:cNvCxnSpPr>
                    <a:cxnSpLocks/>
                    <a:stCxn id="108" idx="6"/>
                    <a:endCxn id="115" idx="2"/>
                  </p:cNvCxnSpPr>
                  <p:nvPr/>
                </p:nvCxnSpPr>
                <p:spPr>
                  <a:xfrm>
                    <a:off x="10399111" y="4733732"/>
                    <a:ext cx="408261" cy="1093952"/>
                  </a:xfrm>
                  <a:prstGeom prst="line">
                    <a:avLst/>
                  </a:prstGeom>
                  <a:ln w="12700">
                    <a:solidFill>
                      <a:schemeClr val="tx1"/>
                    </a:solidFill>
                  </a:ln>
                </p:spPr>
                <p:style>
                  <a:lnRef idx="2">
                    <a:schemeClr val="accent1"/>
                  </a:lnRef>
                  <a:fillRef idx="0">
                    <a:schemeClr val="accent1"/>
                  </a:fillRef>
                  <a:effectRef idx="1">
                    <a:schemeClr val="accent1"/>
                  </a:effectRef>
                  <a:fontRef idx="minor">
                    <a:schemeClr val="tx1"/>
                  </a:fontRef>
                </p:style>
              </p:cxnSp>
              <p:cxnSp>
                <p:nvCxnSpPr>
                  <p:cNvPr id="119" name="Straight Connector 15">
                    <a:extLst>
                      <a:ext uri="{FF2B5EF4-FFF2-40B4-BE49-F238E27FC236}">
                        <a16:creationId xmlns:a16="http://schemas.microsoft.com/office/drawing/2014/main" id="{9DDBE367-1587-7FAA-E369-FFBED683D827}"/>
                      </a:ext>
                    </a:extLst>
                  </p:cNvPr>
                  <p:cNvCxnSpPr>
                    <a:cxnSpLocks/>
                    <a:stCxn id="109" idx="6"/>
                    <a:endCxn id="113" idx="2"/>
                  </p:cNvCxnSpPr>
                  <p:nvPr/>
                </p:nvCxnSpPr>
                <p:spPr>
                  <a:xfrm>
                    <a:off x="10399419" y="5008241"/>
                    <a:ext cx="407337" cy="270262"/>
                  </a:xfrm>
                  <a:prstGeom prst="line">
                    <a:avLst/>
                  </a:prstGeom>
                  <a:ln w="12700">
                    <a:solidFill>
                      <a:schemeClr val="tx1"/>
                    </a:solidFill>
                  </a:ln>
                </p:spPr>
                <p:style>
                  <a:lnRef idx="2">
                    <a:schemeClr val="accent1"/>
                  </a:lnRef>
                  <a:fillRef idx="0">
                    <a:schemeClr val="accent1"/>
                  </a:fillRef>
                  <a:effectRef idx="1">
                    <a:schemeClr val="accent1"/>
                  </a:effectRef>
                  <a:fontRef idx="minor">
                    <a:schemeClr val="tx1"/>
                  </a:fontRef>
                </p:style>
              </p:cxnSp>
              <p:cxnSp>
                <p:nvCxnSpPr>
                  <p:cNvPr id="120" name="Straight Connector 16">
                    <a:extLst>
                      <a:ext uri="{FF2B5EF4-FFF2-40B4-BE49-F238E27FC236}">
                        <a16:creationId xmlns:a16="http://schemas.microsoft.com/office/drawing/2014/main" id="{E69F88CA-1BA3-224C-3FE1-4FAE737474B0}"/>
                      </a:ext>
                    </a:extLst>
                  </p:cNvPr>
                  <p:cNvCxnSpPr>
                    <a:cxnSpLocks/>
                    <a:stCxn id="110" idx="6"/>
                    <a:endCxn id="113" idx="2"/>
                  </p:cNvCxnSpPr>
                  <p:nvPr/>
                </p:nvCxnSpPr>
                <p:spPr>
                  <a:xfrm flipV="1">
                    <a:off x="10399727" y="5278503"/>
                    <a:ext cx="407029" cy="4247"/>
                  </a:xfrm>
                  <a:prstGeom prst="line">
                    <a:avLst/>
                  </a:prstGeom>
                  <a:ln w="12700">
                    <a:solidFill>
                      <a:schemeClr val="tx1"/>
                    </a:solidFill>
                  </a:ln>
                </p:spPr>
                <p:style>
                  <a:lnRef idx="2">
                    <a:schemeClr val="accent1"/>
                  </a:lnRef>
                  <a:fillRef idx="0">
                    <a:schemeClr val="accent1"/>
                  </a:fillRef>
                  <a:effectRef idx="1">
                    <a:schemeClr val="accent1"/>
                  </a:effectRef>
                  <a:fontRef idx="minor">
                    <a:schemeClr val="tx1"/>
                  </a:fontRef>
                </p:style>
              </p:cxnSp>
              <p:cxnSp>
                <p:nvCxnSpPr>
                  <p:cNvPr id="121" name="Straight Connector 17">
                    <a:extLst>
                      <a:ext uri="{FF2B5EF4-FFF2-40B4-BE49-F238E27FC236}">
                        <a16:creationId xmlns:a16="http://schemas.microsoft.com/office/drawing/2014/main" id="{90D87375-85D0-7627-1EF5-55C2839CB5A2}"/>
                      </a:ext>
                    </a:extLst>
                  </p:cNvPr>
                  <p:cNvCxnSpPr>
                    <a:cxnSpLocks/>
                    <a:stCxn id="111" idx="6"/>
                    <a:endCxn id="113" idx="2"/>
                  </p:cNvCxnSpPr>
                  <p:nvPr/>
                </p:nvCxnSpPr>
                <p:spPr>
                  <a:xfrm flipV="1">
                    <a:off x="10399111" y="5278503"/>
                    <a:ext cx="407645" cy="278756"/>
                  </a:xfrm>
                  <a:prstGeom prst="line">
                    <a:avLst/>
                  </a:prstGeom>
                  <a:ln w="12700">
                    <a:solidFill>
                      <a:schemeClr val="tx1"/>
                    </a:solidFill>
                  </a:ln>
                </p:spPr>
                <p:style>
                  <a:lnRef idx="2">
                    <a:schemeClr val="accent1"/>
                  </a:lnRef>
                  <a:fillRef idx="0">
                    <a:schemeClr val="accent1"/>
                  </a:fillRef>
                  <a:effectRef idx="1">
                    <a:schemeClr val="accent1"/>
                  </a:effectRef>
                  <a:fontRef idx="minor">
                    <a:schemeClr val="tx1"/>
                  </a:fontRef>
                </p:style>
              </p:cxnSp>
              <p:cxnSp>
                <p:nvCxnSpPr>
                  <p:cNvPr id="122" name="Straight Connector 18">
                    <a:extLst>
                      <a:ext uri="{FF2B5EF4-FFF2-40B4-BE49-F238E27FC236}">
                        <a16:creationId xmlns:a16="http://schemas.microsoft.com/office/drawing/2014/main" id="{64A1F087-A325-586D-97FA-DEFA26791EEC}"/>
                      </a:ext>
                    </a:extLst>
                  </p:cNvPr>
                  <p:cNvCxnSpPr>
                    <a:cxnSpLocks/>
                    <a:stCxn id="109" idx="6"/>
                    <a:endCxn id="114" idx="2"/>
                  </p:cNvCxnSpPr>
                  <p:nvPr/>
                </p:nvCxnSpPr>
                <p:spPr>
                  <a:xfrm>
                    <a:off x="10399419" y="5008241"/>
                    <a:ext cx="407645" cy="544852"/>
                  </a:xfrm>
                  <a:prstGeom prst="line">
                    <a:avLst/>
                  </a:prstGeom>
                  <a:ln w="12700">
                    <a:solidFill>
                      <a:schemeClr val="tx1"/>
                    </a:solidFill>
                  </a:ln>
                </p:spPr>
                <p:style>
                  <a:lnRef idx="2">
                    <a:schemeClr val="accent1"/>
                  </a:lnRef>
                  <a:fillRef idx="0">
                    <a:schemeClr val="accent1"/>
                  </a:fillRef>
                  <a:effectRef idx="1">
                    <a:schemeClr val="accent1"/>
                  </a:effectRef>
                  <a:fontRef idx="minor">
                    <a:schemeClr val="tx1"/>
                  </a:fontRef>
                </p:style>
              </p:cxnSp>
              <p:cxnSp>
                <p:nvCxnSpPr>
                  <p:cNvPr id="123" name="Straight Connector 19">
                    <a:extLst>
                      <a:ext uri="{FF2B5EF4-FFF2-40B4-BE49-F238E27FC236}">
                        <a16:creationId xmlns:a16="http://schemas.microsoft.com/office/drawing/2014/main" id="{1DAF6D52-8283-622C-7B98-2C16176559C2}"/>
                      </a:ext>
                    </a:extLst>
                  </p:cNvPr>
                  <p:cNvCxnSpPr>
                    <a:cxnSpLocks/>
                    <a:stCxn id="109" idx="6"/>
                  </p:cNvCxnSpPr>
                  <p:nvPr/>
                </p:nvCxnSpPr>
                <p:spPr>
                  <a:xfrm>
                    <a:off x="10399419" y="5008241"/>
                    <a:ext cx="407953" cy="819443"/>
                  </a:xfrm>
                  <a:prstGeom prst="line">
                    <a:avLst/>
                  </a:prstGeom>
                  <a:ln w="12700">
                    <a:solidFill>
                      <a:schemeClr val="tx1"/>
                    </a:solidFill>
                  </a:ln>
                </p:spPr>
                <p:style>
                  <a:lnRef idx="2">
                    <a:schemeClr val="accent1"/>
                  </a:lnRef>
                  <a:fillRef idx="0">
                    <a:schemeClr val="accent1"/>
                  </a:fillRef>
                  <a:effectRef idx="1">
                    <a:schemeClr val="accent1"/>
                  </a:effectRef>
                  <a:fontRef idx="minor">
                    <a:schemeClr val="tx1"/>
                  </a:fontRef>
                </p:style>
              </p:cxnSp>
              <p:cxnSp>
                <p:nvCxnSpPr>
                  <p:cNvPr id="124" name="Straight Connector 20">
                    <a:extLst>
                      <a:ext uri="{FF2B5EF4-FFF2-40B4-BE49-F238E27FC236}">
                        <a16:creationId xmlns:a16="http://schemas.microsoft.com/office/drawing/2014/main" id="{2C8F3E11-23D7-5F29-58E4-F10B2D58FBBC}"/>
                      </a:ext>
                    </a:extLst>
                  </p:cNvPr>
                  <p:cNvCxnSpPr>
                    <a:cxnSpLocks/>
                    <a:stCxn id="110" idx="6"/>
                    <a:endCxn id="114" idx="2"/>
                  </p:cNvCxnSpPr>
                  <p:nvPr/>
                </p:nvCxnSpPr>
                <p:spPr>
                  <a:xfrm>
                    <a:off x="10399727" y="5282750"/>
                    <a:ext cx="407337" cy="270343"/>
                  </a:xfrm>
                  <a:prstGeom prst="line">
                    <a:avLst/>
                  </a:prstGeom>
                  <a:ln w="12700">
                    <a:solidFill>
                      <a:schemeClr val="tx1"/>
                    </a:solidFill>
                  </a:ln>
                </p:spPr>
                <p:style>
                  <a:lnRef idx="2">
                    <a:schemeClr val="accent1"/>
                  </a:lnRef>
                  <a:fillRef idx="0">
                    <a:schemeClr val="accent1"/>
                  </a:fillRef>
                  <a:effectRef idx="1">
                    <a:schemeClr val="accent1"/>
                  </a:effectRef>
                  <a:fontRef idx="minor">
                    <a:schemeClr val="tx1"/>
                  </a:fontRef>
                </p:style>
              </p:cxnSp>
              <p:cxnSp>
                <p:nvCxnSpPr>
                  <p:cNvPr id="125" name="Straight Connector 21">
                    <a:extLst>
                      <a:ext uri="{FF2B5EF4-FFF2-40B4-BE49-F238E27FC236}">
                        <a16:creationId xmlns:a16="http://schemas.microsoft.com/office/drawing/2014/main" id="{5DC27661-32A0-27E9-4055-93B4722C23F8}"/>
                      </a:ext>
                    </a:extLst>
                  </p:cNvPr>
                  <p:cNvCxnSpPr>
                    <a:cxnSpLocks/>
                    <a:stCxn id="110" idx="6"/>
                  </p:cNvCxnSpPr>
                  <p:nvPr/>
                </p:nvCxnSpPr>
                <p:spPr>
                  <a:xfrm>
                    <a:off x="10399727" y="5282750"/>
                    <a:ext cx="407645" cy="544934"/>
                  </a:xfrm>
                  <a:prstGeom prst="line">
                    <a:avLst/>
                  </a:prstGeom>
                  <a:ln w="12700">
                    <a:solidFill>
                      <a:schemeClr val="tx1"/>
                    </a:solidFill>
                  </a:ln>
                </p:spPr>
                <p:style>
                  <a:lnRef idx="2">
                    <a:schemeClr val="accent1"/>
                  </a:lnRef>
                  <a:fillRef idx="0">
                    <a:schemeClr val="accent1"/>
                  </a:fillRef>
                  <a:effectRef idx="1">
                    <a:schemeClr val="accent1"/>
                  </a:effectRef>
                  <a:fontRef idx="minor">
                    <a:schemeClr val="tx1"/>
                  </a:fontRef>
                </p:style>
              </p:cxnSp>
              <p:cxnSp>
                <p:nvCxnSpPr>
                  <p:cNvPr id="126" name="Straight Connector 22">
                    <a:extLst>
                      <a:ext uri="{FF2B5EF4-FFF2-40B4-BE49-F238E27FC236}">
                        <a16:creationId xmlns:a16="http://schemas.microsoft.com/office/drawing/2014/main" id="{3BA9E26E-7FA8-2D11-A79E-19B197E8DBDB}"/>
                      </a:ext>
                    </a:extLst>
                  </p:cNvPr>
                  <p:cNvCxnSpPr>
                    <a:cxnSpLocks/>
                    <a:stCxn id="111" idx="6"/>
                    <a:endCxn id="114" idx="2"/>
                  </p:cNvCxnSpPr>
                  <p:nvPr/>
                </p:nvCxnSpPr>
                <p:spPr>
                  <a:xfrm flipV="1">
                    <a:off x="10399111" y="5553093"/>
                    <a:ext cx="407953" cy="4166"/>
                  </a:xfrm>
                  <a:prstGeom prst="line">
                    <a:avLst/>
                  </a:prstGeom>
                  <a:ln w="12700">
                    <a:solidFill>
                      <a:schemeClr val="tx1"/>
                    </a:solidFill>
                  </a:ln>
                </p:spPr>
                <p:style>
                  <a:lnRef idx="2">
                    <a:schemeClr val="accent1"/>
                  </a:lnRef>
                  <a:fillRef idx="0">
                    <a:schemeClr val="accent1"/>
                  </a:fillRef>
                  <a:effectRef idx="1">
                    <a:schemeClr val="accent1"/>
                  </a:effectRef>
                  <a:fontRef idx="minor">
                    <a:schemeClr val="tx1"/>
                  </a:fontRef>
                </p:style>
              </p:cxnSp>
              <p:cxnSp>
                <p:nvCxnSpPr>
                  <p:cNvPr id="127" name="Straight Connector 23">
                    <a:extLst>
                      <a:ext uri="{FF2B5EF4-FFF2-40B4-BE49-F238E27FC236}">
                        <a16:creationId xmlns:a16="http://schemas.microsoft.com/office/drawing/2014/main" id="{8045E567-D2DD-0422-2BBF-2A979719E27E}"/>
                      </a:ext>
                    </a:extLst>
                  </p:cNvPr>
                  <p:cNvCxnSpPr>
                    <a:cxnSpLocks/>
                    <a:stCxn id="111" idx="6"/>
                  </p:cNvCxnSpPr>
                  <p:nvPr/>
                </p:nvCxnSpPr>
                <p:spPr>
                  <a:xfrm>
                    <a:off x="10399111" y="5557259"/>
                    <a:ext cx="408261" cy="270425"/>
                  </a:xfrm>
                  <a:prstGeom prst="line">
                    <a:avLst/>
                  </a:prstGeom>
                  <a:ln w="12700">
                    <a:solidFill>
                      <a:schemeClr val="tx1"/>
                    </a:solidFill>
                  </a:ln>
                </p:spPr>
                <p:style>
                  <a:lnRef idx="2">
                    <a:schemeClr val="accent1"/>
                  </a:lnRef>
                  <a:fillRef idx="0">
                    <a:schemeClr val="accent1"/>
                  </a:fillRef>
                  <a:effectRef idx="1">
                    <a:schemeClr val="accent1"/>
                  </a:effectRef>
                  <a:fontRef idx="minor">
                    <a:schemeClr val="tx1"/>
                  </a:fontRef>
                </p:style>
              </p:cxnSp>
              <p:cxnSp>
                <p:nvCxnSpPr>
                  <p:cNvPr id="128" name="Straight Connector 24">
                    <a:extLst>
                      <a:ext uri="{FF2B5EF4-FFF2-40B4-BE49-F238E27FC236}">
                        <a16:creationId xmlns:a16="http://schemas.microsoft.com/office/drawing/2014/main" id="{44182F85-E080-7CD0-CD0E-841D1F09C6A6}"/>
                      </a:ext>
                    </a:extLst>
                  </p:cNvPr>
                  <p:cNvCxnSpPr>
                    <a:cxnSpLocks/>
                    <a:endCxn id="113" idx="2"/>
                  </p:cNvCxnSpPr>
                  <p:nvPr/>
                </p:nvCxnSpPr>
                <p:spPr>
                  <a:xfrm flipV="1">
                    <a:off x="10395281" y="5278503"/>
                    <a:ext cx="411475" cy="553265"/>
                  </a:xfrm>
                  <a:prstGeom prst="line">
                    <a:avLst/>
                  </a:prstGeom>
                  <a:ln w="12700">
                    <a:solidFill>
                      <a:schemeClr val="tx1"/>
                    </a:solidFill>
                  </a:ln>
                </p:spPr>
                <p:style>
                  <a:lnRef idx="2">
                    <a:schemeClr val="accent1"/>
                  </a:lnRef>
                  <a:fillRef idx="0">
                    <a:schemeClr val="accent1"/>
                  </a:fillRef>
                  <a:effectRef idx="1">
                    <a:schemeClr val="accent1"/>
                  </a:effectRef>
                  <a:fontRef idx="minor">
                    <a:schemeClr val="tx1"/>
                  </a:fontRef>
                </p:style>
              </p:cxnSp>
              <p:cxnSp>
                <p:nvCxnSpPr>
                  <p:cNvPr id="129" name="Straight Connector 25">
                    <a:extLst>
                      <a:ext uri="{FF2B5EF4-FFF2-40B4-BE49-F238E27FC236}">
                        <a16:creationId xmlns:a16="http://schemas.microsoft.com/office/drawing/2014/main" id="{05C18B67-2AE4-7686-1A11-CABD1226ACDE}"/>
                      </a:ext>
                    </a:extLst>
                  </p:cNvPr>
                  <p:cNvCxnSpPr>
                    <a:cxnSpLocks/>
                    <a:endCxn id="114" idx="2"/>
                  </p:cNvCxnSpPr>
                  <p:nvPr/>
                </p:nvCxnSpPr>
                <p:spPr>
                  <a:xfrm flipV="1">
                    <a:off x="10395281" y="5553093"/>
                    <a:ext cx="411783" cy="278675"/>
                  </a:xfrm>
                  <a:prstGeom prst="line">
                    <a:avLst/>
                  </a:prstGeom>
                  <a:ln w="12700">
                    <a:solidFill>
                      <a:schemeClr val="tx1"/>
                    </a:solidFill>
                  </a:ln>
                </p:spPr>
                <p:style>
                  <a:lnRef idx="2">
                    <a:schemeClr val="accent1"/>
                  </a:lnRef>
                  <a:fillRef idx="0">
                    <a:schemeClr val="accent1"/>
                  </a:fillRef>
                  <a:effectRef idx="1">
                    <a:schemeClr val="accent1"/>
                  </a:effectRef>
                  <a:fontRef idx="minor">
                    <a:schemeClr val="tx1"/>
                  </a:fontRef>
                </p:style>
              </p:cxnSp>
              <p:cxnSp>
                <p:nvCxnSpPr>
                  <p:cNvPr id="130" name="Straight Connector 26">
                    <a:extLst>
                      <a:ext uri="{FF2B5EF4-FFF2-40B4-BE49-F238E27FC236}">
                        <a16:creationId xmlns:a16="http://schemas.microsoft.com/office/drawing/2014/main" id="{787495C9-E697-468C-358B-96F85DAD1378}"/>
                      </a:ext>
                    </a:extLst>
                  </p:cNvPr>
                  <p:cNvCxnSpPr>
                    <a:cxnSpLocks/>
                  </p:cNvCxnSpPr>
                  <p:nvPr/>
                </p:nvCxnSpPr>
                <p:spPr>
                  <a:xfrm flipV="1">
                    <a:off x="10395281" y="5827684"/>
                    <a:ext cx="412091" cy="4084"/>
                  </a:xfrm>
                  <a:prstGeom prst="line">
                    <a:avLst/>
                  </a:prstGeom>
                  <a:ln w="12700">
                    <a:solidFill>
                      <a:schemeClr val="tx1"/>
                    </a:solidFill>
                  </a:ln>
                </p:spPr>
                <p:style>
                  <a:lnRef idx="2">
                    <a:schemeClr val="accent1"/>
                  </a:lnRef>
                  <a:fillRef idx="0">
                    <a:schemeClr val="accent1"/>
                  </a:fillRef>
                  <a:effectRef idx="1">
                    <a:schemeClr val="accent1"/>
                  </a:effectRef>
                  <a:fontRef idx="minor">
                    <a:schemeClr val="tx1"/>
                  </a:fontRef>
                </p:style>
              </p:cxnSp>
              <p:sp>
                <p:nvSpPr>
                  <p:cNvPr id="131" name="Oval 27">
                    <a:extLst>
                      <a:ext uri="{FF2B5EF4-FFF2-40B4-BE49-F238E27FC236}">
                        <a16:creationId xmlns:a16="http://schemas.microsoft.com/office/drawing/2014/main" id="{57CEDEC9-5B46-DF46-D914-242076F20D86}"/>
                      </a:ext>
                    </a:extLst>
                  </p:cNvPr>
                  <p:cNvSpPr/>
                  <p:nvPr/>
                </p:nvSpPr>
                <p:spPr>
                  <a:xfrm>
                    <a:off x="10802113" y="4615656"/>
                    <a:ext cx="227334" cy="227334"/>
                  </a:xfrm>
                  <a:prstGeom prst="ellipse">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latin typeface="Calibri" panose="020F0502020204030204" pitchFamily="34" charset="0"/>
                      <a:cs typeface="Calibri" panose="020F0502020204030204" pitchFamily="34" charset="0"/>
                    </a:endParaRPr>
                  </a:p>
                </p:txBody>
              </p:sp>
              <p:sp>
                <p:nvSpPr>
                  <p:cNvPr id="132" name="Oval 28">
                    <a:extLst>
                      <a:ext uri="{FF2B5EF4-FFF2-40B4-BE49-F238E27FC236}">
                        <a16:creationId xmlns:a16="http://schemas.microsoft.com/office/drawing/2014/main" id="{D1303EF7-AADE-7C77-BCB1-2328056AB706}"/>
                      </a:ext>
                    </a:extLst>
                  </p:cNvPr>
                  <p:cNvSpPr/>
                  <p:nvPr/>
                </p:nvSpPr>
                <p:spPr>
                  <a:xfrm>
                    <a:off x="10802421" y="4890246"/>
                    <a:ext cx="227334" cy="227334"/>
                  </a:xfrm>
                  <a:prstGeom prst="ellipse">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latin typeface="Calibri" panose="020F0502020204030204" pitchFamily="34" charset="0"/>
                      <a:cs typeface="Calibri" panose="020F0502020204030204" pitchFamily="34" charset="0"/>
                    </a:endParaRPr>
                  </a:p>
                </p:txBody>
              </p:sp>
              <p:cxnSp>
                <p:nvCxnSpPr>
                  <p:cNvPr id="133" name="Straight Connector 29">
                    <a:extLst>
                      <a:ext uri="{FF2B5EF4-FFF2-40B4-BE49-F238E27FC236}">
                        <a16:creationId xmlns:a16="http://schemas.microsoft.com/office/drawing/2014/main" id="{148C9E62-8995-F637-64BE-9EF1E12AB242}"/>
                      </a:ext>
                    </a:extLst>
                  </p:cNvPr>
                  <p:cNvCxnSpPr>
                    <a:cxnSpLocks/>
                    <a:stCxn id="108" idx="6"/>
                    <a:endCxn id="131" idx="2"/>
                  </p:cNvCxnSpPr>
                  <p:nvPr/>
                </p:nvCxnSpPr>
                <p:spPr>
                  <a:xfrm flipV="1">
                    <a:off x="10399111" y="4729323"/>
                    <a:ext cx="403002" cy="4409"/>
                  </a:xfrm>
                  <a:prstGeom prst="line">
                    <a:avLst/>
                  </a:prstGeom>
                  <a:ln w="12700">
                    <a:solidFill>
                      <a:schemeClr val="tx1"/>
                    </a:solidFill>
                  </a:ln>
                </p:spPr>
                <p:style>
                  <a:lnRef idx="2">
                    <a:schemeClr val="accent1"/>
                  </a:lnRef>
                  <a:fillRef idx="0">
                    <a:schemeClr val="accent1"/>
                  </a:fillRef>
                  <a:effectRef idx="1">
                    <a:schemeClr val="accent1"/>
                  </a:effectRef>
                  <a:fontRef idx="minor">
                    <a:schemeClr val="tx1"/>
                  </a:fontRef>
                </p:style>
              </p:cxnSp>
              <p:cxnSp>
                <p:nvCxnSpPr>
                  <p:cNvPr id="134" name="Straight Connector 30">
                    <a:extLst>
                      <a:ext uri="{FF2B5EF4-FFF2-40B4-BE49-F238E27FC236}">
                        <a16:creationId xmlns:a16="http://schemas.microsoft.com/office/drawing/2014/main" id="{B62FFFAF-7D8A-CA16-CF09-67A48995683D}"/>
                      </a:ext>
                    </a:extLst>
                  </p:cNvPr>
                  <p:cNvCxnSpPr>
                    <a:cxnSpLocks/>
                    <a:stCxn id="108" idx="6"/>
                    <a:endCxn id="132" idx="2"/>
                  </p:cNvCxnSpPr>
                  <p:nvPr/>
                </p:nvCxnSpPr>
                <p:spPr>
                  <a:xfrm>
                    <a:off x="10399111" y="4733732"/>
                    <a:ext cx="403310" cy="270181"/>
                  </a:xfrm>
                  <a:prstGeom prst="line">
                    <a:avLst/>
                  </a:prstGeom>
                  <a:ln w="12700">
                    <a:solidFill>
                      <a:schemeClr val="tx1"/>
                    </a:solidFill>
                  </a:ln>
                </p:spPr>
                <p:style>
                  <a:lnRef idx="2">
                    <a:schemeClr val="accent1"/>
                  </a:lnRef>
                  <a:fillRef idx="0">
                    <a:schemeClr val="accent1"/>
                  </a:fillRef>
                  <a:effectRef idx="1">
                    <a:schemeClr val="accent1"/>
                  </a:effectRef>
                  <a:fontRef idx="minor">
                    <a:schemeClr val="tx1"/>
                  </a:fontRef>
                </p:style>
              </p:cxnSp>
              <p:cxnSp>
                <p:nvCxnSpPr>
                  <p:cNvPr id="135" name="Straight Connector 31">
                    <a:extLst>
                      <a:ext uri="{FF2B5EF4-FFF2-40B4-BE49-F238E27FC236}">
                        <a16:creationId xmlns:a16="http://schemas.microsoft.com/office/drawing/2014/main" id="{48565BDE-8D59-0D46-1F40-85FE5838A5F2}"/>
                      </a:ext>
                    </a:extLst>
                  </p:cNvPr>
                  <p:cNvCxnSpPr>
                    <a:cxnSpLocks/>
                    <a:stCxn id="109" idx="6"/>
                    <a:endCxn id="131" idx="2"/>
                  </p:cNvCxnSpPr>
                  <p:nvPr/>
                </p:nvCxnSpPr>
                <p:spPr>
                  <a:xfrm flipV="1">
                    <a:off x="10399419" y="4729323"/>
                    <a:ext cx="402694" cy="278918"/>
                  </a:xfrm>
                  <a:prstGeom prst="line">
                    <a:avLst/>
                  </a:prstGeom>
                  <a:ln w="12700">
                    <a:solidFill>
                      <a:schemeClr val="tx1"/>
                    </a:solidFill>
                  </a:ln>
                </p:spPr>
                <p:style>
                  <a:lnRef idx="2">
                    <a:schemeClr val="accent1"/>
                  </a:lnRef>
                  <a:fillRef idx="0">
                    <a:schemeClr val="accent1"/>
                  </a:fillRef>
                  <a:effectRef idx="1">
                    <a:schemeClr val="accent1"/>
                  </a:effectRef>
                  <a:fontRef idx="minor">
                    <a:schemeClr val="tx1"/>
                  </a:fontRef>
                </p:style>
              </p:cxnSp>
              <p:cxnSp>
                <p:nvCxnSpPr>
                  <p:cNvPr id="136" name="Straight Connector 32">
                    <a:extLst>
                      <a:ext uri="{FF2B5EF4-FFF2-40B4-BE49-F238E27FC236}">
                        <a16:creationId xmlns:a16="http://schemas.microsoft.com/office/drawing/2014/main" id="{F78B91C4-A2C2-175C-7C05-A529D653AD67}"/>
                      </a:ext>
                    </a:extLst>
                  </p:cNvPr>
                  <p:cNvCxnSpPr>
                    <a:cxnSpLocks/>
                    <a:stCxn id="110" idx="6"/>
                    <a:endCxn id="131" idx="2"/>
                  </p:cNvCxnSpPr>
                  <p:nvPr/>
                </p:nvCxnSpPr>
                <p:spPr>
                  <a:xfrm flipV="1">
                    <a:off x="10399727" y="4729323"/>
                    <a:ext cx="402386" cy="553427"/>
                  </a:xfrm>
                  <a:prstGeom prst="line">
                    <a:avLst/>
                  </a:prstGeom>
                  <a:ln w="12700">
                    <a:solidFill>
                      <a:schemeClr val="tx1"/>
                    </a:solidFill>
                  </a:ln>
                </p:spPr>
                <p:style>
                  <a:lnRef idx="2">
                    <a:schemeClr val="accent1"/>
                  </a:lnRef>
                  <a:fillRef idx="0">
                    <a:schemeClr val="accent1"/>
                  </a:fillRef>
                  <a:effectRef idx="1">
                    <a:schemeClr val="accent1"/>
                  </a:effectRef>
                  <a:fontRef idx="minor">
                    <a:schemeClr val="tx1"/>
                  </a:fontRef>
                </p:style>
              </p:cxnSp>
              <p:cxnSp>
                <p:nvCxnSpPr>
                  <p:cNvPr id="137" name="Straight Connector 33">
                    <a:extLst>
                      <a:ext uri="{FF2B5EF4-FFF2-40B4-BE49-F238E27FC236}">
                        <a16:creationId xmlns:a16="http://schemas.microsoft.com/office/drawing/2014/main" id="{8AD341C7-0509-3409-225D-C91FAD03DA2B}"/>
                      </a:ext>
                    </a:extLst>
                  </p:cNvPr>
                  <p:cNvCxnSpPr>
                    <a:cxnSpLocks/>
                    <a:stCxn id="111" idx="6"/>
                    <a:endCxn id="131" idx="2"/>
                  </p:cNvCxnSpPr>
                  <p:nvPr/>
                </p:nvCxnSpPr>
                <p:spPr>
                  <a:xfrm flipV="1">
                    <a:off x="10399111" y="4729323"/>
                    <a:ext cx="403002" cy="827936"/>
                  </a:xfrm>
                  <a:prstGeom prst="line">
                    <a:avLst/>
                  </a:prstGeom>
                  <a:ln w="12700">
                    <a:solidFill>
                      <a:schemeClr val="tx1"/>
                    </a:solidFill>
                  </a:ln>
                </p:spPr>
                <p:style>
                  <a:lnRef idx="2">
                    <a:schemeClr val="accent1"/>
                  </a:lnRef>
                  <a:fillRef idx="0">
                    <a:schemeClr val="accent1"/>
                  </a:fillRef>
                  <a:effectRef idx="1">
                    <a:schemeClr val="accent1"/>
                  </a:effectRef>
                  <a:fontRef idx="minor">
                    <a:schemeClr val="tx1"/>
                  </a:fontRef>
                </p:style>
              </p:cxnSp>
              <p:cxnSp>
                <p:nvCxnSpPr>
                  <p:cNvPr id="138" name="Straight Connector 34">
                    <a:extLst>
                      <a:ext uri="{FF2B5EF4-FFF2-40B4-BE49-F238E27FC236}">
                        <a16:creationId xmlns:a16="http://schemas.microsoft.com/office/drawing/2014/main" id="{0045D202-8D8D-75D6-1C8E-ECBC0F3823F7}"/>
                      </a:ext>
                    </a:extLst>
                  </p:cNvPr>
                  <p:cNvCxnSpPr>
                    <a:cxnSpLocks/>
                    <a:stCxn id="112" idx="6"/>
                    <a:endCxn id="131" idx="2"/>
                  </p:cNvCxnSpPr>
                  <p:nvPr/>
                </p:nvCxnSpPr>
                <p:spPr>
                  <a:xfrm flipV="1">
                    <a:off x="10395281" y="4729323"/>
                    <a:ext cx="406832" cy="1102445"/>
                  </a:xfrm>
                  <a:prstGeom prst="line">
                    <a:avLst/>
                  </a:prstGeom>
                  <a:ln w="12700">
                    <a:solidFill>
                      <a:schemeClr val="tx1"/>
                    </a:solidFill>
                  </a:ln>
                </p:spPr>
                <p:style>
                  <a:lnRef idx="2">
                    <a:schemeClr val="accent1"/>
                  </a:lnRef>
                  <a:fillRef idx="0">
                    <a:schemeClr val="accent1"/>
                  </a:fillRef>
                  <a:effectRef idx="1">
                    <a:schemeClr val="accent1"/>
                  </a:effectRef>
                  <a:fontRef idx="minor">
                    <a:schemeClr val="tx1"/>
                  </a:fontRef>
                </p:style>
              </p:cxnSp>
              <p:cxnSp>
                <p:nvCxnSpPr>
                  <p:cNvPr id="139" name="Straight Connector 35">
                    <a:extLst>
                      <a:ext uri="{FF2B5EF4-FFF2-40B4-BE49-F238E27FC236}">
                        <a16:creationId xmlns:a16="http://schemas.microsoft.com/office/drawing/2014/main" id="{B9CBC775-20FC-5991-1BF1-357B638D5DA3}"/>
                      </a:ext>
                    </a:extLst>
                  </p:cNvPr>
                  <p:cNvCxnSpPr>
                    <a:cxnSpLocks/>
                    <a:stCxn id="109" idx="6"/>
                    <a:endCxn id="132" idx="2"/>
                  </p:cNvCxnSpPr>
                  <p:nvPr/>
                </p:nvCxnSpPr>
                <p:spPr>
                  <a:xfrm flipV="1">
                    <a:off x="10399419" y="5003913"/>
                    <a:ext cx="403002" cy="4328"/>
                  </a:xfrm>
                  <a:prstGeom prst="line">
                    <a:avLst/>
                  </a:prstGeom>
                  <a:ln w="12700">
                    <a:solidFill>
                      <a:schemeClr val="tx1"/>
                    </a:solidFill>
                  </a:ln>
                </p:spPr>
                <p:style>
                  <a:lnRef idx="2">
                    <a:schemeClr val="accent1"/>
                  </a:lnRef>
                  <a:fillRef idx="0">
                    <a:schemeClr val="accent1"/>
                  </a:fillRef>
                  <a:effectRef idx="1">
                    <a:schemeClr val="accent1"/>
                  </a:effectRef>
                  <a:fontRef idx="minor">
                    <a:schemeClr val="tx1"/>
                  </a:fontRef>
                </p:style>
              </p:cxnSp>
              <p:cxnSp>
                <p:nvCxnSpPr>
                  <p:cNvPr id="140" name="Straight Connector 36">
                    <a:extLst>
                      <a:ext uri="{FF2B5EF4-FFF2-40B4-BE49-F238E27FC236}">
                        <a16:creationId xmlns:a16="http://schemas.microsoft.com/office/drawing/2014/main" id="{551CD8EB-73AE-8586-F5F8-EB6CF904AC8B}"/>
                      </a:ext>
                    </a:extLst>
                  </p:cNvPr>
                  <p:cNvCxnSpPr>
                    <a:cxnSpLocks/>
                    <a:stCxn id="110" idx="6"/>
                    <a:endCxn id="132" idx="2"/>
                  </p:cNvCxnSpPr>
                  <p:nvPr/>
                </p:nvCxnSpPr>
                <p:spPr>
                  <a:xfrm flipV="1">
                    <a:off x="10399727" y="5003913"/>
                    <a:ext cx="402694" cy="278837"/>
                  </a:xfrm>
                  <a:prstGeom prst="line">
                    <a:avLst/>
                  </a:prstGeom>
                  <a:ln w="12700">
                    <a:solidFill>
                      <a:schemeClr val="tx1"/>
                    </a:solidFill>
                  </a:ln>
                </p:spPr>
                <p:style>
                  <a:lnRef idx="2">
                    <a:schemeClr val="accent1"/>
                  </a:lnRef>
                  <a:fillRef idx="0">
                    <a:schemeClr val="accent1"/>
                  </a:fillRef>
                  <a:effectRef idx="1">
                    <a:schemeClr val="accent1"/>
                  </a:effectRef>
                  <a:fontRef idx="minor">
                    <a:schemeClr val="tx1"/>
                  </a:fontRef>
                </p:style>
              </p:cxnSp>
              <p:cxnSp>
                <p:nvCxnSpPr>
                  <p:cNvPr id="141" name="Straight Connector 37">
                    <a:extLst>
                      <a:ext uri="{FF2B5EF4-FFF2-40B4-BE49-F238E27FC236}">
                        <a16:creationId xmlns:a16="http://schemas.microsoft.com/office/drawing/2014/main" id="{0FBEB430-1C67-E554-E86B-4EC281F0E8DB}"/>
                      </a:ext>
                    </a:extLst>
                  </p:cNvPr>
                  <p:cNvCxnSpPr>
                    <a:cxnSpLocks/>
                    <a:stCxn id="111" idx="6"/>
                    <a:endCxn id="132" idx="2"/>
                  </p:cNvCxnSpPr>
                  <p:nvPr/>
                </p:nvCxnSpPr>
                <p:spPr>
                  <a:xfrm flipV="1">
                    <a:off x="10399111" y="5003913"/>
                    <a:ext cx="403310" cy="553346"/>
                  </a:xfrm>
                  <a:prstGeom prst="line">
                    <a:avLst/>
                  </a:prstGeom>
                  <a:ln w="12700">
                    <a:solidFill>
                      <a:schemeClr val="tx1"/>
                    </a:solidFill>
                  </a:ln>
                </p:spPr>
                <p:style>
                  <a:lnRef idx="2">
                    <a:schemeClr val="accent1"/>
                  </a:lnRef>
                  <a:fillRef idx="0">
                    <a:schemeClr val="accent1"/>
                  </a:fillRef>
                  <a:effectRef idx="1">
                    <a:schemeClr val="accent1"/>
                  </a:effectRef>
                  <a:fontRef idx="minor">
                    <a:schemeClr val="tx1"/>
                  </a:fontRef>
                </p:style>
              </p:cxnSp>
              <p:cxnSp>
                <p:nvCxnSpPr>
                  <p:cNvPr id="142" name="Straight Connector 38">
                    <a:extLst>
                      <a:ext uri="{FF2B5EF4-FFF2-40B4-BE49-F238E27FC236}">
                        <a16:creationId xmlns:a16="http://schemas.microsoft.com/office/drawing/2014/main" id="{A25C3F17-4B6F-DB53-659D-31DBC2FE9819}"/>
                      </a:ext>
                    </a:extLst>
                  </p:cNvPr>
                  <p:cNvCxnSpPr>
                    <a:cxnSpLocks/>
                    <a:stCxn id="112" idx="6"/>
                    <a:endCxn id="132" idx="2"/>
                  </p:cNvCxnSpPr>
                  <p:nvPr/>
                </p:nvCxnSpPr>
                <p:spPr>
                  <a:xfrm flipV="1">
                    <a:off x="10395281" y="5003913"/>
                    <a:ext cx="407140" cy="827855"/>
                  </a:xfrm>
                  <a:prstGeom prst="line">
                    <a:avLst/>
                  </a:prstGeom>
                  <a:ln w="12700">
                    <a:solidFill>
                      <a:schemeClr val="tx1"/>
                    </a:solidFill>
                  </a:ln>
                </p:spPr>
                <p:style>
                  <a:lnRef idx="2">
                    <a:schemeClr val="accent1"/>
                  </a:lnRef>
                  <a:fillRef idx="0">
                    <a:schemeClr val="accent1"/>
                  </a:fillRef>
                  <a:effectRef idx="1">
                    <a:schemeClr val="accent1"/>
                  </a:effectRef>
                  <a:fontRef idx="minor">
                    <a:schemeClr val="tx1"/>
                  </a:fontRef>
                </p:style>
              </p:cxnSp>
              <p:cxnSp>
                <p:nvCxnSpPr>
                  <p:cNvPr id="143" name="Straight Connector 39">
                    <a:extLst>
                      <a:ext uri="{FF2B5EF4-FFF2-40B4-BE49-F238E27FC236}">
                        <a16:creationId xmlns:a16="http://schemas.microsoft.com/office/drawing/2014/main" id="{02198841-35A7-6848-53FF-99330E40F2B9}"/>
                      </a:ext>
                    </a:extLst>
                  </p:cNvPr>
                  <p:cNvCxnSpPr>
                    <a:cxnSpLocks/>
                  </p:cNvCxnSpPr>
                  <p:nvPr/>
                </p:nvCxnSpPr>
                <p:spPr>
                  <a:xfrm>
                    <a:off x="10048489" y="4738487"/>
                    <a:ext cx="115449" cy="0"/>
                  </a:xfrm>
                  <a:prstGeom prst="line">
                    <a:avLst/>
                  </a:prstGeom>
                  <a:ln w="12700">
                    <a:solidFill>
                      <a:schemeClr val="tx1"/>
                    </a:solidFill>
                    <a:tailEnd type="triangle" w="sm" len="sm"/>
                  </a:ln>
                </p:spPr>
                <p:style>
                  <a:lnRef idx="2">
                    <a:schemeClr val="accent1"/>
                  </a:lnRef>
                  <a:fillRef idx="0">
                    <a:schemeClr val="accent1"/>
                  </a:fillRef>
                  <a:effectRef idx="1">
                    <a:schemeClr val="accent1"/>
                  </a:effectRef>
                  <a:fontRef idx="minor">
                    <a:schemeClr val="tx1"/>
                  </a:fontRef>
                </p:style>
              </p:cxnSp>
              <p:cxnSp>
                <p:nvCxnSpPr>
                  <p:cNvPr id="144" name="Straight Connector 40">
                    <a:extLst>
                      <a:ext uri="{FF2B5EF4-FFF2-40B4-BE49-F238E27FC236}">
                        <a16:creationId xmlns:a16="http://schemas.microsoft.com/office/drawing/2014/main" id="{D5BB6B8F-C801-476C-5C90-DAA201F9F86F}"/>
                      </a:ext>
                    </a:extLst>
                  </p:cNvPr>
                  <p:cNvCxnSpPr>
                    <a:cxnSpLocks/>
                  </p:cNvCxnSpPr>
                  <p:nvPr/>
                </p:nvCxnSpPr>
                <p:spPr>
                  <a:xfrm>
                    <a:off x="10049210" y="5008868"/>
                    <a:ext cx="115449" cy="0"/>
                  </a:xfrm>
                  <a:prstGeom prst="line">
                    <a:avLst/>
                  </a:prstGeom>
                  <a:ln w="12700">
                    <a:solidFill>
                      <a:schemeClr val="tx1"/>
                    </a:solidFill>
                    <a:tailEnd type="triangle" w="sm" len="sm"/>
                  </a:ln>
                </p:spPr>
                <p:style>
                  <a:lnRef idx="2">
                    <a:schemeClr val="accent1"/>
                  </a:lnRef>
                  <a:fillRef idx="0">
                    <a:schemeClr val="accent1"/>
                  </a:fillRef>
                  <a:effectRef idx="1">
                    <a:schemeClr val="accent1"/>
                  </a:effectRef>
                  <a:fontRef idx="minor">
                    <a:schemeClr val="tx1"/>
                  </a:fontRef>
                </p:style>
              </p:cxnSp>
              <p:cxnSp>
                <p:nvCxnSpPr>
                  <p:cNvPr id="145" name="Straight Connector 41">
                    <a:extLst>
                      <a:ext uri="{FF2B5EF4-FFF2-40B4-BE49-F238E27FC236}">
                        <a16:creationId xmlns:a16="http://schemas.microsoft.com/office/drawing/2014/main" id="{4482673D-87EC-FF32-0580-BE9B5627A025}"/>
                      </a:ext>
                    </a:extLst>
                  </p:cNvPr>
                  <p:cNvCxnSpPr>
                    <a:cxnSpLocks/>
                  </p:cNvCxnSpPr>
                  <p:nvPr/>
                </p:nvCxnSpPr>
                <p:spPr>
                  <a:xfrm>
                    <a:off x="10055560" y="5283708"/>
                    <a:ext cx="115449" cy="0"/>
                  </a:xfrm>
                  <a:prstGeom prst="line">
                    <a:avLst/>
                  </a:prstGeom>
                  <a:ln w="12700">
                    <a:solidFill>
                      <a:schemeClr val="tx1"/>
                    </a:solidFill>
                    <a:tailEnd type="triangle" w="sm" len="sm"/>
                  </a:ln>
                </p:spPr>
                <p:style>
                  <a:lnRef idx="2">
                    <a:schemeClr val="accent1"/>
                  </a:lnRef>
                  <a:fillRef idx="0">
                    <a:schemeClr val="accent1"/>
                  </a:fillRef>
                  <a:effectRef idx="1">
                    <a:schemeClr val="accent1"/>
                  </a:effectRef>
                  <a:fontRef idx="minor">
                    <a:schemeClr val="tx1"/>
                  </a:fontRef>
                </p:style>
              </p:cxnSp>
              <p:cxnSp>
                <p:nvCxnSpPr>
                  <p:cNvPr id="146" name="Straight Connector 42">
                    <a:extLst>
                      <a:ext uri="{FF2B5EF4-FFF2-40B4-BE49-F238E27FC236}">
                        <a16:creationId xmlns:a16="http://schemas.microsoft.com/office/drawing/2014/main" id="{3B37A550-F040-F236-BC98-06A8E8DB8F8A}"/>
                      </a:ext>
                    </a:extLst>
                  </p:cNvPr>
                  <p:cNvCxnSpPr>
                    <a:cxnSpLocks/>
                  </p:cNvCxnSpPr>
                  <p:nvPr/>
                </p:nvCxnSpPr>
                <p:spPr>
                  <a:xfrm>
                    <a:off x="10055560" y="5559933"/>
                    <a:ext cx="115449" cy="0"/>
                  </a:xfrm>
                  <a:prstGeom prst="line">
                    <a:avLst/>
                  </a:prstGeom>
                  <a:ln w="12700">
                    <a:solidFill>
                      <a:schemeClr val="tx1"/>
                    </a:solidFill>
                    <a:tailEnd type="triangle" w="sm" len="sm"/>
                  </a:ln>
                </p:spPr>
                <p:style>
                  <a:lnRef idx="2">
                    <a:schemeClr val="accent1"/>
                  </a:lnRef>
                  <a:fillRef idx="0">
                    <a:schemeClr val="accent1"/>
                  </a:fillRef>
                  <a:effectRef idx="1">
                    <a:schemeClr val="accent1"/>
                  </a:effectRef>
                  <a:fontRef idx="minor">
                    <a:schemeClr val="tx1"/>
                  </a:fontRef>
                </p:style>
              </p:cxnSp>
              <p:cxnSp>
                <p:nvCxnSpPr>
                  <p:cNvPr id="147" name="Straight Connector 43">
                    <a:extLst>
                      <a:ext uri="{FF2B5EF4-FFF2-40B4-BE49-F238E27FC236}">
                        <a16:creationId xmlns:a16="http://schemas.microsoft.com/office/drawing/2014/main" id="{5F4134FF-88CB-13D9-8A78-C75B566699BE}"/>
                      </a:ext>
                    </a:extLst>
                  </p:cNvPr>
                  <p:cNvCxnSpPr>
                    <a:cxnSpLocks/>
                  </p:cNvCxnSpPr>
                  <p:nvPr/>
                </p:nvCxnSpPr>
                <p:spPr>
                  <a:xfrm>
                    <a:off x="10052385" y="5829808"/>
                    <a:ext cx="115449" cy="0"/>
                  </a:xfrm>
                  <a:prstGeom prst="line">
                    <a:avLst/>
                  </a:prstGeom>
                  <a:ln w="12700">
                    <a:solidFill>
                      <a:schemeClr val="tx1"/>
                    </a:solidFill>
                    <a:tailEnd type="triangle" w="sm" len="sm"/>
                  </a:ln>
                </p:spPr>
                <p:style>
                  <a:lnRef idx="2">
                    <a:schemeClr val="accent1"/>
                  </a:lnRef>
                  <a:fillRef idx="0">
                    <a:schemeClr val="accent1"/>
                  </a:fillRef>
                  <a:effectRef idx="1">
                    <a:schemeClr val="accent1"/>
                  </a:effectRef>
                  <a:fontRef idx="minor">
                    <a:schemeClr val="tx1"/>
                  </a:fontRef>
                </p:style>
              </p:cxnSp>
              <p:cxnSp>
                <p:nvCxnSpPr>
                  <p:cNvPr id="148" name="Straight Connector 44">
                    <a:extLst>
                      <a:ext uri="{FF2B5EF4-FFF2-40B4-BE49-F238E27FC236}">
                        <a16:creationId xmlns:a16="http://schemas.microsoft.com/office/drawing/2014/main" id="{7AC7E7AF-1FEC-1AA3-0432-05303298568D}"/>
                      </a:ext>
                    </a:extLst>
                  </p:cNvPr>
                  <p:cNvCxnSpPr>
                    <a:cxnSpLocks/>
                  </p:cNvCxnSpPr>
                  <p:nvPr/>
                </p:nvCxnSpPr>
                <p:spPr>
                  <a:xfrm>
                    <a:off x="11025057" y="4727272"/>
                    <a:ext cx="115449" cy="0"/>
                  </a:xfrm>
                  <a:prstGeom prst="line">
                    <a:avLst/>
                  </a:prstGeom>
                  <a:ln w="12700">
                    <a:solidFill>
                      <a:schemeClr val="tx1"/>
                    </a:solidFill>
                    <a:tailEnd type="triangle" w="sm" len="sm"/>
                  </a:ln>
                </p:spPr>
                <p:style>
                  <a:lnRef idx="2">
                    <a:schemeClr val="accent1"/>
                  </a:lnRef>
                  <a:fillRef idx="0">
                    <a:schemeClr val="accent1"/>
                  </a:fillRef>
                  <a:effectRef idx="1">
                    <a:schemeClr val="accent1"/>
                  </a:effectRef>
                  <a:fontRef idx="minor">
                    <a:schemeClr val="tx1"/>
                  </a:fontRef>
                </p:style>
              </p:cxnSp>
              <p:cxnSp>
                <p:nvCxnSpPr>
                  <p:cNvPr id="149" name="Straight Connector 45">
                    <a:extLst>
                      <a:ext uri="{FF2B5EF4-FFF2-40B4-BE49-F238E27FC236}">
                        <a16:creationId xmlns:a16="http://schemas.microsoft.com/office/drawing/2014/main" id="{8F42B5E1-8AE9-5C59-FB2E-5E1C4A0B9280}"/>
                      </a:ext>
                    </a:extLst>
                  </p:cNvPr>
                  <p:cNvCxnSpPr>
                    <a:cxnSpLocks/>
                  </p:cNvCxnSpPr>
                  <p:nvPr/>
                </p:nvCxnSpPr>
                <p:spPr>
                  <a:xfrm>
                    <a:off x="11025778" y="4997653"/>
                    <a:ext cx="115449" cy="0"/>
                  </a:xfrm>
                  <a:prstGeom prst="line">
                    <a:avLst/>
                  </a:prstGeom>
                  <a:ln w="12700">
                    <a:solidFill>
                      <a:schemeClr val="tx1"/>
                    </a:solidFill>
                    <a:tailEnd type="triangle" w="sm" len="sm"/>
                  </a:ln>
                </p:spPr>
                <p:style>
                  <a:lnRef idx="2">
                    <a:schemeClr val="accent1"/>
                  </a:lnRef>
                  <a:fillRef idx="0">
                    <a:schemeClr val="accent1"/>
                  </a:fillRef>
                  <a:effectRef idx="1">
                    <a:schemeClr val="accent1"/>
                  </a:effectRef>
                  <a:fontRef idx="minor">
                    <a:schemeClr val="tx1"/>
                  </a:fontRef>
                </p:style>
              </p:cxnSp>
              <p:cxnSp>
                <p:nvCxnSpPr>
                  <p:cNvPr id="150" name="Straight Connector 46">
                    <a:extLst>
                      <a:ext uri="{FF2B5EF4-FFF2-40B4-BE49-F238E27FC236}">
                        <a16:creationId xmlns:a16="http://schemas.microsoft.com/office/drawing/2014/main" id="{C9B58950-651A-9AB5-5562-46B0479D6A78}"/>
                      </a:ext>
                    </a:extLst>
                  </p:cNvPr>
                  <p:cNvCxnSpPr>
                    <a:cxnSpLocks/>
                  </p:cNvCxnSpPr>
                  <p:nvPr/>
                </p:nvCxnSpPr>
                <p:spPr>
                  <a:xfrm>
                    <a:off x="11032128" y="5272493"/>
                    <a:ext cx="115449" cy="0"/>
                  </a:xfrm>
                  <a:prstGeom prst="line">
                    <a:avLst/>
                  </a:prstGeom>
                  <a:ln w="12700">
                    <a:solidFill>
                      <a:schemeClr val="tx1"/>
                    </a:solidFill>
                    <a:tailEnd type="triangle" w="sm" len="sm"/>
                  </a:ln>
                </p:spPr>
                <p:style>
                  <a:lnRef idx="2">
                    <a:schemeClr val="accent1"/>
                  </a:lnRef>
                  <a:fillRef idx="0">
                    <a:schemeClr val="accent1"/>
                  </a:fillRef>
                  <a:effectRef idx="1">
                    <a:schemeClr val="accent1"/>
                  </a:effectRef>
                  <a:fontRef idx="minor">
                    <a:schemeClr val="tx1"/>
                  </a:fontRef>
                </p:style>
              </p:cxnSp>
              <p:cxnSp>
                <p:nvCxnSpPr>
                  <p:cNvPr id="151" name="Straight Connector 47">
                    <a:extLst>
                      <a:ext uri="{FF2B5EF4-FFF2-40B4-BE49-F238E27FC236}">
                        <a16:creationId xmlns:a16="http://schemas.microsoft.com/office/drawing/2014/main" id="{B801A3B6-8CEC-E76D-4EE1-DA017DC4EEF5}"/>
                      </a:ext>
                    </a:extLst>
                  </p:cNvPr>
                  <p:cNvCxnSpPr>
                    <a:cxnSpLocks/>
                  </p:cNvCxnSpPr>
                  <p:nvPr/>
                </p:nvCxnSpPr>
                <p:spPr>
                  <a:xfrm>
                    <a:off x="11032128" y="5548718"/>
                    <a:ext cx="115449" cy="0"/>
                  </a:xfrm>
                  <a:prstGeom prst="line">
                    <a:avLst/>
                  </a:prstGeom>
                  <a:ln w="12700">
                    <a:solidFill>
                      <a:schemeClr val="tx1"/>
                    </a:solidFill>
                    <a:tailEnd type="triangle" w="sm" len="sm"/>
                  </a:ln>
                </p:spPr>
                <p:style>
                  <a:lnRef idx="2">
                    <a:schemeClr val="accent1"/>
                  </a:lnRef>
                  <a:fillRef idx="0">
                    <a:schemeClr val="accent1"/>
                  </a:fillRef>
                  <a:effectRef idx="1">
                    <a:schemeClr val="accent1"/>
                  </a:effectRef>
                  <a:fontRef idx="minor">
                    <a:schemeClr val="tx1"/>
                  </a:fontRef>
                </p:style>
              </p:cxnSp>
              <p:cxnSp>
                <p:nvCxnSpPr>
                  <p:cNvPr id="152" name="Straight Connector 48">
                    <a:extLst>
                      <a:ext uri="{FF2B5EF4-FFF2-40B4-BE49-F238E27FC236}">
                        <a16:creationId xmlns:a16="http://schemas.microsoft.com/office/drawing/2014/main" id="{C72EDE1C-E913-EBAB-9B67-68F779AC11CE}"/>
                      </a:ext>
                    </a:extLst>
                  </p:cNvPr>
                  <p:cNvCxnSpPr>
                    <a:cxnSpLocks/>
                  </p:cNvCxnSpPr>
                  <p:nvPr/>
                </p:nvCxnSpPr>
                <p:spPr>
                  <a:xfrm>
                    <a:off x="11028953" y="5818593"/>
                    <a:ext cx="115449" cy="0"/>
                  </a:xfrm>
                  <a:prstGeom prst="line">
                    <a:avLst/>
                  </a:prstGeom>
                  <a:ln w="12700">
                    <a:solidFill>
                      <a:schemeClr val="tx1"/>
                    </a:solidFill>
                    <a:tailEnd type="triangle" w="sm" len="sm"/>
                  </a:ln>
                </p:spPr>
                <p:style>
                  <a:lnRef idx="2">
                    <a:schemeClr val="accent1"/>
                  </a:lnRef>
                  <a:fillRef idx="0">
                    <a:schemeClr val="accent1"/>
                  </a:fillRef>
                  <a:effectRef idx="1">
                    <a:schemeClr val="accent1"/>
                  </a:effectRef>
                  <a:fontRef idx="minor">
                    <a:schemeClr val="tx1"/>
                  </a:fontRef>
                </p:style>
              </p:cxnSp>
            </p:grpSp>
            <p:sp>
              <p:nvSpPr>
                <p:cNvPr id="107" name="矩形 53">
                  <a:extLst>
                    <a:ext uri="{FF2B5EF4-FFF2-40B4-BE49-F238E27FC236}">
                      <a16:creationId xmlns:a16="http://schemas.microsoft.com/office/drawing/2014/main" id="{19BD7FBF-133F-7642-E3EB-2C5D7C857820}"/>
                    </a:ext>
                  </a:extLst>
                </p:cNvPr>
                <p:cNvSpPr/>
                <p:nvPr/>
              </p:nvSpPr>
              <p:spPr>
                <a:xfrm>
                  <a:off x="3576540" y="611793"/>
                  <a:ext cx="2065623" cy="1420938"/>
                </a:xfrm>
                <a:prstGeom prst="rect">
                  <a:avLst/>
                </a:prstGeom>
                <a:solidFill>
                  <a:schemeClr val="accent5">
                    <a:lumMod val="40000"/>
                    <a:lumOff val="60000"/>
                    <a:alpha val="9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400" dirty="0">
                      <a:solidFill>
                        <a:schemeClr val="tx1"/>
                      </a:solidFill>
                    </a:rPr>
                    <a:t>Transformer</a:t>
                  </a:r>
                  <a:endParaRPr lang="zh-CN" altLang="en-US" sz="1400" dirty="0">
                    <a:solidFill>
                      <a:schemeClr val="tx1"/>
                    </a:solidFill>
                  </a:endParaRPr>
                </a:p>
              </p:txBody>
            </p:sp>
          </p:grpSp>
          <p:sp>
            <p:nvSpPr>
              <p:cNvPr id="73" name="矩形: 圆角 383">
                <a:extLst>
                  <a:ext uri="{FF2B5EF4-FFF2-40B4-BE49-F238E27FC236}">
                    <a16:creationId xmlns:a16="http://schemas.microsoft.com/office/drawing/2014/main" id="{02E83A0B-70A5-77CC-DD03-5269B4D56AEC}"/>
                  </a:ext>
                </a:extLst>
              </p:cNvPr>
              <p:cNvSpPr/>
              <p:nvPr/>
            </p:nvSpPr>
            <p:spPr>
              <a:xfrm>
                <a:off x="1518367" y="962046"/>
                <a:ext cx="251412" cy="161712"/>
              </a:xfrm>
              <a:prstGeom prst="roundRect">
                <a:avLst/>
              </a:prstGeom>
              <a:solidFill>
                <a:schemeClr val="accent6">
                  <a:lumMod val="40000"/>
                  <a:lumOff val="6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4" name="矩形: 圆角 384">
                <a:extLst>
                  <a:ext uri="{FF2B5EF4-FFF2-40B4-BE49-F238E27FC236}">
                    <a16:creationId xmlns:a16="http://schemas.microsoft.com/office/drawing/2014/main" id="{79A54DCF-AEAA-A1A1-3BB8-4DEF99171113}"/>
                  </a:ext>
                </a:extLst>
              </p:cNvPr>
              <p:cNvSpPr/>
              <p:nvPr/>
            </p:nvSpPr>
            <p:spPr>
              <a:xfrm>
                <a:off x="1782723" y="962656"/>
                <a:ext cx="251412" cy="161712"/>
              </a:xfrm>
              <a:prstGeom prst="roundRect">
                <a:avLst/>
              </a:prstGeom>
              <a:solidFill>
                <a:schemeClr val="accent6">
                  <a:lumMod val="40000"/>
                  <a:lumOff val="6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5" name="矩形: 圆角 385">
                <a:extLst>
                  <a:ext uri="{FF2B5EF4-FFF2-40B4-BE49-F238E27FC236}">
                    <a16:creationId xmlns:a16="http://schemas.microsoft.com/office/drawing/2014/main" id="{43F63916-4B8D-1F9A-111D-BDC070DBB88E}"/>
                  </a:ext>
                </a:extLst>
              </p:cNvPr>
              <p:cNvSpPr/>
              <p:nvPr/>
            </p:nvSpPr>
            <p:spPr>
              <a:xfrm>
                <a:off x="2261970" y="962046"/>
                <a:ext cx="251412" cy="161712"/>
              </a:xfrm>
              <a:prstGeom prst="roundRect">
                <a:avLst/>
              </a:prstGeom>
              <a:solidFill>
                <a:schemeClr val="accent6">
                  <a:lumMod val="40000"/>
                  <a:lumOff val="6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6" name="矩形: 圆角 386">
                <a:extLst>
                  <a:ext uri="{FF2B5EF4-FFF2-40B4-BE49-F238E27FC236}">
                    <a16:creationId xmlns:a16="http://schemas.microsoft.com/office/drawing/2014/main" id="{66061770-DA47-A074-D625-8BC3AD56DEA9}"/>
                  </a:ext>
                </a:extLst>
              </p:cNvPr>
              <p:cNvSpPr/>
              <p:nvPr/>
            </p:nvSpPr>
            <p:spPr>
              <a:xfrm>
                <a:off x="2519589" y="962046"/>
                <a:ext cx="251412" cy="161712"/>
              </a:xfrm>
              <a:prstGeom prst="roundRect">
                <a:avLst/>
              </a:prstGeom>
              <a:solidFill>
                <a:schemeClr val="accent6">
                  <a:lumMod val="40000"/>
                  <a:lumOff val="6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7" name="矩形: 圆角 387">
                <a:extLst>
                  <a:ext uri="{FF2B5EF4-FFF2-40B4-BE49-F238E27FC236}">
                    <a16:creationId xmlns:a16="http://schemas.microsoft.com/office/drawing/2014/main" id="{5E640206-33B2-A441-70B7-D3A301DBC7E5}"/>
                  </a:ext>
                </a:extLst>
              </p:cNvPr>
              <p:cNvSpPr/>
              <p:nvPr/>
            </p:nvSpPr>
            <p:spPr>
              <a:xfrm>
                <a:off x="2782243" y="962046"/>
                <a:ext cx="251412" cy="161712"/>
              </a:xfrm>
              <a:prstGeom prst="roundRect">
                <a:avLst/>
              </a:prstGeom>
              <a:solidFill>
                <a:schemeClr val="accent6">
                  <a:lumMod val="40000"/>
                  <a:lumOff val="6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8" name="矩形: 圆角 388">
                <a:extLst>
                  <a:ext uri="{FF2B5EF4-FFF2-40B4-BE49-F238E27FC236}">
                    <a16:creationId xmlns:a16="http://schemas.microsoft.com/office/drawing/2014/main" id="{0ECB8245-1954-F996-0767-4510F124D8AF}"/>
                  </a:ext>
                </a:extLst>
              </p:cNvPr>
              <p:cNvSpPr/>
              <p:nvPr/>
            </p:nvSpPr>
            <p:spPr>
              <a:xfrm>
                <a:off x="3249843" y="962046"/>
                <a:ext cx="251412" cy="161712"/>
              </a:xfrm>
              <a:prstGeom prst="roundRect">
                <a:avLst/>
              </a:prstGeom>
              <a:solidFill>
                <a:schemeClr val="accent6">
                  <a:lumMod val="40000"/>
                  <a:lumOff val="6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mc:AlternateContent xmlns:mc="http://schemas.openxmlformats.org/markup-compatibility/2006" xmlns:a14="http://schemas.microsoft.com/office/drawing/2010/main">
            <mc:Choice Requires="a14">
              <p:sp>
                <p:nvSpPr>
                  <p:cNvPr id="79" name="文本框 389">
                    <a:extLst>
                      <a:ext uri="{FF2B5EF4-FFF2-40B4-BE49-F238E27FC236}">
                        <a16:creationId xmlns:a16="http://schemas.microsoft.com/office/drawing/2014/main" id="{0DBCE9D6-DD24-9EA3-9AB8-FBD920AD5C2E}"/>
                      </a:ext>
                    </a:extLst>
                  </p:cNvPr>
                  <p:cNvSpPr txBox="1"/>
                  <p:nvPr/>
                </p:nvSpPr>
                <p:spPr>
                  <a:xfrm>
                    <a:off x="1392984" y="916314"/>
                    <a:ext cx="2175716" cy="251223"/>
                  </a:xfrm>
                  <a:prstGeom prst="rect">
                    <a:avLst/>
                  </a:prstGeom>
                  <a:noFill/>
                </p:spPr>
                <p:txBody>
                  <a:bodyPr wrap="square" rtlCol="0">
                    <a:spAutoFit/>
                  </a:bodyPr>
                  <a:lstStyle/>
                  <a:p>
                    <a:r>
                      <a:rPr lang="en-US" altLang="zh-CN" sz="1000" dirty="0"/>
                      <a:t>   </a:t>
                    </a:r>
                    <a:r>
                      <a:rPr lang="en-US" altLang="zh-CN" sz="900" dirty="0"/>
                      <a:t>C     </a:t>
                    </a:r>
                    <a14:m>
                      <m:oMath xmlns:m="http://schemas.openxmlformats.org/officeDocument/2006/math">
                        <m:sSub>
                          <m:sSubPr>
                            <m:ctrlPr>
                              <a:rPr lang="en-US" altLang="zh-CN" sz="900" i="1" smtClean="0">
                                <a:latin typeface="Cambria Math" panose="02040503050406030204" pitchFamily="18" charset="0"/>
                              </a:rPr>
                            </m:ctrlPr>
                          </m:sSubPr>
                          <m:e>
                            <m:r>
                              <a:rPr lang="en-US" altLang="zh-CN" sz="900" b="0" i="1" smtClean="0">
                                <a:latin typeface="Cambria Math" panose="02040503050406030204" pitchFamily="18" charset="0"/>
                              </a:rPr>
                              <m:t> </m:t>
                            </m:r>
                            <m:r>
                              <m:rPr>
                                <m:sty m:val="p"/>
                              </m:rPr>
                              <a:rPr lang="en-US" altLang="zh-CN" sz="900" i="1">
                                <a:latin typeface="Cambria Math" panose="02040503050406030204" pitchFamily="18" charset="0"/>
                              </a:rPr>
                              <m:t>T</m:t>
                            </m:r>
                          </m:e>
                          <m:sub>
                            <m:r>
                              <a:rPr lang="en-US" altLang="zh-CN" sz="900" b="0" i="1" smtClean="0">
                                <a:latin typeface="Cambria Math" panose="02040503050406030204" pitchFamily="18" charset="0"/>
                              </a:rPr>
                              <m:t>1</m:t>
                            </m:r>
                          </m:sub>
                        </m:sSub>
                      </m:oMath>
                    </a14:m>
                    <a:r>
                      <a:rPr lang="zh-CN" altLang="en-US" sz="900" dirty="0"/>
                      <a:t>   </a:t>
                    </a:r>
                    <a:r>
                      <a:rPr lang="en-US" altLang="zh-CN" sz="900" dirty="0"/>
                      <a:t>…</a:t>
                    </a:r>
                    <a:r>
                      <a:rPr lang="zh-CN" altLang="en-US" sz="900" dirty="0"/>
                      <a:t>   </a:t>
                    </a:r>
                    <a14:m>
                      <m:oMath xmlns:m="http://schemas.openxmlformats.org/officeDocument/2006/math">
                        <m:sSub>
                          <m:sSubPr>
                            <m:ctrlPr>
                              <a:rPr lang="en-US" altLang="zh-CN" sz="900" i="1">
                                <a:latin typeface="Cambria Math" panose="02040503050406030204" pitchFamily="18" charset="0"/>
                              </a:rPr>
                            </m:ctrlPr>
                          </m:sSubPr>
                          <m:e>
                            <m:r>
                              <a:rPr lang="en-US" altLang="zh-CN" sz="900" b="0" i="1" smtClean="0">
                                <a:latin typeface="Cambria Math" panose="02040503050406030204" pitchFamily="18" charset="0"/>
                              </a:rPr>
                              <m:t>  </m:t>
                            </m:r>
                            <m:r>
                              <m:rPr>
                                <m:sty m:val="p"/>
                              </m:rPr>
                              <a:rPr lang="en-US" altLang="zh-CN" sz="900" i="1">
                                <a:latin typeface="Cambria Math" panose="02040503050406030204" pitchFamily="18" charset="0"/>
                              </a:rPr>
                              <m:t>T</m:t>
                            </m:r>
                          </m:e>
                          <m:sub>
                            <m:r>
                              <a:rPr lang="en-US" altLang="zh-CN" sz="900" b="0" i="1" smtClean="0">
                                <a:latin typeface="Cambria Math" panose="02040503050406030204" pitchFamily="18" charset="0"/>
                              </a:rPr>
                              <m:t>𝑁</m:t>
                            </m:r>
                          </m:sub>
                        </m:sSub>
                      </m:oMath>
                    </a14:m>
                    <a:r>
                      <a:rPr lang="en-US" altLang="zh-CN" sz="900" dirty="0"/>
                      <a:t> </a:t>
                    </a:r>
                    <a14:m>
                      <m:oMath xmlns:m="http://schemas.openxmlformats.org/officeDocument/2006/math">
                        <m:sSub>
                          <m:sSubPr>
                            <m:ctrlPr>
                              <a:rPr lang="en-US" altLang="zh-CN" sz="900" i="1">
                                <a:latin typeface="Cambria Math" panose="02040503050406030204" pitchFamily="18" charset="0"/>
                              </a:rPr>
                            </m:ctrlPr>
                          </m:sSubPr>
                          <m:e>
                            <m:r>
                              <a:rPr lang="en-US" altLang="zh-CN" sz="900" b="0" i="1" smtClean="0">
                                <a:latin typeface="Cambria Math" panose="02040503050406030204" pitchFamily="18" charset="0"/>
                              </a:rPr>
                              <m:t>  </m:t>
                            </m:r>
                            <m:r>
                              <m:rPr>
                                <m:sty m:val="p"/>
                              </m:rPr>
                              <a:rPr lang="en-US" altLang="zh-CN" sz="900" i="1">
                                <a:latin typeface="Cambria Math" panose="02040503050406030204" pitchFamily="18" charset="0"/>
                              </a:rPr>
                              <m:t>T</m:t>
                            </m:r>
                          </m:e>
                          <m:sub>
                            <m:r>
                              <a:rPr lang="en-US" altLang="zh-CN" sz="900" b="0" i="1" smtClean="0">
                                <a:latin typeface="Cambria Math" panose="02040503050406030204" pitchFamily="18" charset="0"/>
                              </a:rPr>
                              <m:t>𝑆𝐸𝑃</m:t>
                            </m:r>
                          </m:sub>
                        </m:sSub>
                      </m:oMath>
                    </a14:m>
                    <a:r>
                      <a:rPr lang="zh-CN" altLang="en-US" sz="1000" dirty="0"/>
                      <a:t>  </a:t>
                    </a:r>
                    <a14:m>
                      <m:oMath xmlns:m="http://schemas.openxmlformats.org/officeDocument/2006/math">
                        <m:sSubSup>
                          <m:sSubSupPr>
                            <m:ctrlPr>
                              <a:rPr lang="en-US" altLang="zh-CN" sz="900" i="1" dirty="0" smtClean="0">
                                <a:latin typeface="Cambria Math" panose="02040503050406030204" pitchFamily="18" charset="0"/>
                              </a:rPr>
                            </m:ctrlPr>
                          </m:sSubSupPr>
                          <m:e>
                            <m:r>
                              <a:rPr lang="en-US" altLang="zh-CN" sz="900" b="0" i="0" dirty="0" smtClean="0">
                                <a:latin typeface="Cambria Math" panose="02040503050406030204" pitchFamily="18" charset="0"/>
                              </a:rPr>
                              <m:t> </m:t>
                            </m:r>
                            <m:r>
                              <m:rPr>
                                <m:sty m:val="p"/>
                              </m:rPr>
                              <a:rPr lang="en-US" altLang="zh-CN" sz="900" b="0" i="0" dirty="0" smtClean="0">
                                <a:latin typeface="Cambria Math" panose="02040503050406030204" pitchFamily="18" charset="0"/>
                              </a:rPr>
                              <m:t>T</m:t>
                            </m:r>
                          </m:e>
                          <m:sub>
                            <m:r>
                              <a:rPr lang="en-US" altLang="zh-CN" sz="900" b="0" i="0" dirty="0" smtClean="0">
                                <a:latin typeface="Cambria Math" panose="02040503050406030204" pitchFamily="18" charset="0"/>
                              </a:rPr>
                              <m:t>1</m:t>
                            </m:r>
                          </m:sub>
                          <m:sup>
                            <m:r>
                              <a:rPr lang="en-US" altLang="zh-CN" sz="900" b="0" i="0" dirty="0" smtClean="0">
                                <a:latin typeface="Cambria Math" panose="02040503050406030204" pitchFamily="18" charset="0"/>
                              </a:rPr>
                              <m:t>′</m:t>
                            </m:r>
                          </m:sup>
                        </m:sSubSup>
                      </m:oMath>
                    </a14:m>
                    <a:r>
                      <a:rPr lang="zh-CN" altLang="en-US" sz="900" dirty="0"/>
                      <a:t>    </a:t>
                    </a:r>
                    <a:r>
                      <a:rPr lang="en-US" altLang="zh-CN" sz="900" dirty="0"/>
                      <a:t>… </a:t>
                    </a:r>
                    <a14:m>
                      <m:oMath xmlns:m="http://schemas.openxmlformats.org/officeDocument/2006/math">
                        <m:sSubSup>
                          <m:sSubSupPr>
                            <m:ctrlPr>
                              <a:rPr lang="en-US" altLang="zh-CN" sz="1000" i="1" dirty="0">
                                <a:latin typeface="Cambria Math" panose="02040503050406030204" pitchFamily="18" charset="0"/>
                              </a:rPr>
                            </m:ctrlPr>
                          </m:sSubSupPr>
                          <m:e>
                            <m:r>
                              <a:rPr lang="en-US" altLang="zh-CN" sz="1000" b="0" i="0" dirty="0" smtClean="0">
                                <a:latin typeface="Cambria Math" panose="02040503050406030204" pitchFamily="18" charset="0"/>
                              </a:rPr>
                              <m:t>   </m:t>
                            </m:r>
                            <m:r>
                              <m:rPr>
                                <m:sty m:val="p"/>
                              </m:rPr>
                              <a:rPr lang="en-US" altLang="zh-CN" sz="1000" dirty="0">
                                <a:latin typeface="Cambria Math" panose="02040503050406030204" pitchFamily="18" charset="0"/>
                              </a:rPr>
                              <m:t>T</m:t>
                            </m:r>
                          </m:e>
                          <m:sub>
                            <m:r>
                              <m:rPr>
                                <m:sty m:val="p"/>
                              </m:rPr>
                              <a:rPr lang="en-US" altLang="zh-CN" sz="1000" b="0" i="0" dirty="0" smtClean="0">
                                <a:latin typeface="Cambria Math" panose="02040503050406030204" pitchFamily="18" charset="0"/>
                              </a:rPr>
                              <m:t>M</m:t>
                            </m:r>
                          </m:sub>
                          <m:sup>
                            <m:r>
                              <a:rPr lang="en-US" altLang="zh-CN" sz="1000" dirty="0">
                                <a:latin typeface="Cambria Math" panose="02040503050406030204" pitchFamily="18" charset="0"/>
                              </a:rPr>
                              <m:t>′</m:t>
                            </m:r>
                          </m:sup>
                        </m:sSubSup>
                      </m:oMath>
                    </a14:m>
                    <a:endParaRPr lang="zh-CN" altLang="en-US" sz="1000" dirty="0"/>
                  </a:p>
                </p:txBody>
              </p:sp>
            </mc:Choice>
            <mc:Fallback xmlns="">
              <p:sp>
                <p:nvSpPr>
                  <p:cNvPr id="390" name="文本框 389">
                    <a:extLst>
                      <a:ext uri="{FF2B5EF4-FFF2-40B4-BE49-F238E27FC236}">
                        <a16:creationId xmlns:a16="http://schemas.microsoft.com/office/drawing/2014/main" id="{2157BF98-52D4-4183-B8EA-88481D077EC4}"/>
                      </a:ext>
                    </a:extLst>
                  </p:cNvPr>
                  <p:cNvSpPr txBox="1">
                    <a:spLocks noRot="1" noChangeAspect="1" noMove="1" noResize="1" noEditPoints="1" noAdjustHandles="1" noChangeArrowheads="1" noChangeShapeType="1" noTextEdit="1"/>
                  </p:cNvSpPr>
                  <p:nvPr/>
                </p:nvSpPr>
                <p:spPr>
                  <a:xfrm>
                    <a:off x="1392984" y="916314"/>
                    <a:ext cx="2175716" cy="251223"/>
                  </a:xfrm>
                  <a:prstGeom prst="rect">
                    <a:avLst/>
                  </a:prstGeom>
                  <a:blipFill>
                    <a:blip r:embed="rId5"/>
                    <a:stretch>
                      <a:fillRect b="-4762"/>
                    </a:stretch>
                  </a:blipFill>
                </p:spPr>
                <p:txBody>
                  <a:bodyPr/>
                  <a:lstStyle/>
                  <a:p>
                    <a:r>
                      <a:rPr lang="zh-CN" altLang="en-US">
                        <a:noFill/>
                      </a:rPr>
                      <a:t> </a:t>
                    </a:r>
                  </a:p>
                </p:txBody>
              </p:sp>
            </mc:Fallback>
          </mc:AlternateContent>
          <p:sp>
            <p:nvSpPr>
              <p:cNvPr id="80" name="流程图: 过程 391">
                <a:extLst>
                  <a:ext uri="{FF2B5EF4-FFF2-40B4-BE49-F238E27FC236}">
                    <a16:creationId xmlns:a16="http://schemas.microsoft.com/office/drawing/2014/main" id="{BB4ABB3C-18D1-9177-E00B-385ED5CC890D}"/>
                  </a:ext>
                </a:extLst>
              </p:cNvPr>
              <p:cNvSpPr/>
              <p:nvPr/>
            </p:nvSpPr>
            <p:spPr>
              <a:xfrm>
                <a:off x="1517451" y="2138394"/>
                <a:ext cx="251412" cy="161712"/>
              </a:xfrm>
              <a:prstGeom prst="flowChartProcess">
                <a:avLst/>
              </a:prstGeom>
              <a:solidFill>
                <a:schemeClr val="accent4">
                  <a:lumMod val="60000"/>
                  <a:lumOff val="4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1" name="流程图: 过程 394">
                <a:extLst>
                  <a:ext uri="{FF2B5EF4-FFF2-40B4-BE49-F238E27FC236}">
                    <a16:creationId xmlns:a16="http://schemas.microsoft.com/office/drawing/2014/main" id="{40E62829-A98C-5E3F-2BAC-99C8E2E31C9C}"/>
                  </a:ext>
                </a:extLst>
              </p:cNvPr>
              <p:cNvSpPr/>
              <p:nvPr/>
            </p:nvSpPr>
            <p:spPr>
              <a:xfrm>
                <a:off x="1776151" y="2138394"/>
                <a:ext cx="251412" cy="161712"/>
              </a:xfrm>
              <a:prstGeom prst="flowChartProcess">
                <a:avLst/>
              </a:prstGeom>
              <a:solidFill>
                <a:schemeClr val="accent4">
                  <a:lumMod val="60000"/>
                  <a:lumOff val="4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2" name="流程图: 过程 395">
                <a:extLst>
                  <a:ext uri="{FF2B5EF4-FFF2-40B4-BE49-F238E27FC236}">
                    <a16:creationId xmlns:a16="http://schemas.microsoft.com/office/drawing/2014/main" id="{9528E201-C336-232B-16E3-B35C89B5DB16}"/>
                  </a:ext>
                </a:extLst>
              </p:cNvPr>
              <p:cNvSpPr/>
              <p:nvPr/>
            </p:nvSpPr>
            <p:spPr>
              <a:xfrm>
                <a:off x="2268177" y="2138394"/>
                <a:ext cx="251412" cy="161712"/>
              </a:xfrm>
              <a:prstGeom prst="flowChartProcess">
                <a:avLst/>
              </a:prstGeom>
              <a:solidFill>
                <a:schemeClr val="accent4">
                  <a:lumMod val="60000"/>
                  <a:lumOff val="4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3" name="流程图: 过程 396">
                <a:extLst>
                  <a:ext uri="{FF2B5EF4-FFF2-40B4-BE49-F238E27FC236}">
                    <a16:creationId xmlns:a16="http://schemas.microsoft.com/office/drawing/2014/main" id="{543CF97D-0CC3-3DB4-C342-856991A39878}"/>
                  </a:ext>
                </a:extLst>
              </p:cNvPr>
              <p:cNvSpPr/>
              <p:nvPr/>
            </p:nvSpPr>
            <p:spPr>
              <a:xfrm>
                <a:off x="2530015" y="2139805"/>
                <a:ext cx="251412" cy="161712"/>
              </a:xfrm>
              <a:prstGeom prst="flowChartProcess">
                <a:avLst/>
              </a:prstGeom>
              <a:solidFill>
                <a:schemeClr val="accent4">
                  <a:lumMod val="60000"/>
                  <a:lumOff val="4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4" name="流程图: 过程 397">
                <a:extLst>
                  <a:ext uri="{FF2B5EF4-FFF2-40B4-BE49-F238E27FC236}">
                    <a16:creationId xmlns:a16="http://schemas.microsoft.com/office/drawing/2014/main" id="{8B28A3AB-AAE6-EA43-5C4B-B9FD768F54E1}"/>
                  </a:ext>
                </a:extLst>
              </p:cNvPr>
              <p:cNvSpPr/>
              <p:nvPr/>
            </p:nvSpPr>
            <p:spPr>
              <a:xfrm>
                <a:off x="2782690" y="2139805"/>
                <a:ext cx="251412" cy="161712"/>
              </a:xfrm>
              <a:prstGeom prst="flowChartProcess">
                <a:avLst/>
              </a:prstGeom>
              <a:solidFill>
                <a:schemeClr val="accent4">
                  <a:lumMod val="60000"/>
                  <a:lumOff val="4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5" name="流程图: 过程 398">
                <a:extLst>
                  <a:ext uri="{FF2B5EF4-FFF2-40B4-BE49-F238E27FC236}">
                    <a16:creationId xmlns:a16="http://schemas.microsoft.com/office/drawing/2014/main" id="{F47D9866-CF93-CBFB-DD36-9FFFC99EB371}"/>
                  </a:ext>
                </a:extLst>
              </p:cNvPr>
              <p:cNvSpPr/>
              <p:nvPr/>
            </p:nvSpPr>
            <p:spPr>
              <a:xfrm>
                <a:off x="3250700" y="2138394"/>
                <a:ext cx="251412" cy="161712"/>
              </a:xfrm>
              <a:prstGeom prst="flowChartProcess">
                <a:avLst/>
              </a:prstGeom>
              <a:solidFill>
                <a:schemeClr val="accent4">
                  <a:lumMod val="60000"/>
                  <a:lumOff val="4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mc:AlternateContent xmlns:mc="http://schemas.openxmlformats.org/markup-compatibility/2006" xmlns:a14="http://schemas.microsoft.com/office/drawing/2010/main">
            <mc:Choice Requires="a14">
              <p:sp>
                <p:nvSpPr>
                  <p:cNvPr id="86" name="文本框 399">
                    <a:extLst>
                      <a:ext uri="{FF2B5EF4-FFF2-40B4-BE49-F238E27FC236}">
                        <a16:creationId xmlns:a16="http://schemas.microsoft.com/office/drawing/2014/main" id="{67A8A13D-6C65-C73A-E6FE-96F63164A060}"/>
                      </a:ext>
                    </a:extLst>
                  </p:cNvPr>
                  <p:cNvSpPr txBox="1"/>
                  <p:nvPr/>
                </p:nvSpPr>
                <p:spPr>
                  <a:xfrm>
                    <a:off x="1417152" y="2089916"/>
                    <a:ext cx="2225725" cy="246221"/>
                  </a:xfrm>
                  <a:prstGeom prst="rect">
                    <a:avLst/>
                  </a:prstGeom>
                  <a:noFill/>
                </p:spPr>
                <p:txBody>
                  <a:bodyPr wrap="square" rtlCol="0">
                    <a:spAutoFit/>
                  </a:bodyPr>
                  <a:lstStyle/>
                  <a:p>
                    <a14:m>
                      <m:oMath xmlns:m="http://schemas.openxmlformats.org/officeDocument/2006/math">
                        <m:sSub>
                          <m:sSubPr>
                            <m:ctrlPr>
                              <a:rPr lang="en-US" altLang="zh-CN" sz="900" i="1" smtClean="0">
                                <a:latin typeface="Cambria Math" panose="02040503050406030204" pitchFamily="18" charset="0"/>
                              </a:rPr>
                            </m:ctrlPr>
                          </m:sSubPr>
                          <m:e>
                            <m:r>
                              <a:rPr lang="en-US" altLang="zh-CN" sz="900" i="1">
                                <a:latin typeface="Cambria Math" panose="02040503050406030204" pitchFamily="18" charset="0"/>
                              </a:rPr>
                              <m:t>𝐸</m:t>
                            </m:r>
                          </m:e>
                          <m:sub>
                            <m:r>
                              <a:rPr lang="en-US" altLang="zh-CN" sz="900" i="1">
                                <a:latin typeface="Cambria Math" panose="02040503050406030204" pitchFamily="18" charset="0"/>
                              </a:rPr>
                              <m:t>[</m:t>
                            </m:r>
                            <m:r>
                              <a:rPr lang="en-US" altLang="zh-CN" sz="900" i="1">
                                <a:latin typeface="Cambria Math" panose="02040503050406030204" pitchFamily="18" charset="0"/>
                              </a:rPr>
                              <m:t>𝐶𝐿𝑆</m:t>
                            </m:r>
                            <m:r>
                              <a:rPr lang="en-US" altLang="zh-CN" sz="900" i="1">
                                <a:latin typeface="Cambria Math" panose="02040503050406030204" pitchFamily="18" charset="0"/>
                              </a:rPr>
                              <m:t>]</m:t>
                            </m:r>
                          </m:sub>
                        </m:sSub>
                      </m:oMath>
                    </a14:m>
                    <a:r>
                      <a:rPr lang="en-US" altLang="zh-CN" sz="900" dirty="0"/>
                      <a:t>  </a:t>
                    </a:r>
                    <a14:m>
                      <m:oMath xmlns:m="http://schemas.openxmlformats.org/officeDocument/2006/math">
                        <m:sSub>
                          <m:sSubPr>
                            <m:ctrlPr>
                              <a:rPr lang="en-US" altLang="zh-CN" sz="900" i="1" smtClean="0">
                                <a:latin typeface="Cambria Math" panose="02040503050406030204" pitchFamily="18" charset="0"/>
                              </a:rPr>
                            </m:ctrlPr>
                          </m:sSubPr>
                          <m:e>
                            <m:r>
                              <a:rPr lang="en-US" altLang="zh-CN" sz="900" b="0" i="1" smtClean="0">
                                <a:latin typeface="Cambria Math" panose="02040503050406030204" pitchFamily="18" charset="0"/>
                              </a:rPr>
                              <m:t>𝐸</m:t>
                            </m:r>
                          </m:e>
                          <m:sub>
                            <m:r>
                              <a:rPr lang="en-US" altLang="zh-CN" sz="900" b="0" i="1" smtClean="0">
                                <a:latin typeface="Cambria Math" panose="02040503050406030204" pitchFamily="18" charset="0"/>
                              </a:rPr>
                              <m:t>1</m:t>
                            </m:r>
                          </m:sub>
                        </m:sSub>
                      </m:oMath>
                    </a14:m>
                    <a:r>
                      <a:rPr lang="zh-CN" altLang="en-US" sz="900" dirty="0"/>
                      <a:t>   </a:t>
                    </a:r>
                    <a:r>
                      <a:rPr lang="en-US" altLang="zh-CN" sz="900" dirty="0"/>
                      <a:t>…</a:t>
                    </a:r>
                    <a:r>
                      <a:rPr lang="zh-CN" altLang="en-US" sz="900" dirty="0"/>
                      <a:t>   </a:t>
                    </a:r>
                    <a14:m>
                      <m:oMath xmlns:m="http://schemas.openxmlformats.org/officeDocument/2006/math">
                        <m:sSub>
                          <m:sSubPr>
                            <m:ctrlPr>
                              <a:rPr lang="en-US" altLang="zh-CN" sz="900" i="1">
                                <a:latin typeface="Cambria Math" panose="02040503050406030204" pitchFamily="18" charset="0"/>
                              </a:rPr>
                            </m:ctrlPr>
                          </m:sSubPr>
                          <m:e>
                            <m:r>
                              <a:rPr lang="en-US" altLang="zh-CN" sz="900" b="0" i="1" smtClean="0">
                                <a:latin typeface="Cambria Math" panose="02040503050406030204" pitchFamily="18" charset="0"/>
                              </a:rPr>
                              <m:t>  </m:t>
                            </m:r>
                            <m:r>
                              <a:rPr lang="en-US" altLang="zh-CN" sz="900" b="0" i="1" smtClean="0">
                                <a:latin typeface="Cambria Math" panose="02040503050406030204" pitchFamily="18" charset="0"/>
                              </a:rPr>
                              <m:t>𝐸</m:t>
                            </m:r>
                          </m:e>
                          <m:sub>
                            <m:r>
                              <a:rPr lang="en-US" altLang="zh-CN" sz="900" b="0" i="1" smtClean="0">
                                <a:latin typeface="Cambria Math" panose="02040503050406030204" pitchFamily="18" charset="0"/>
                              </a:rPr>
                              <m:t>𝑁</m:t>
                            </m:r>
                          </m:sub>
                        </m:sSub>
                      </m:oMath>
                    </a14:m>
                    <a:r>
                      <a:rPr lang="en-US" altLang="zh-CN" sz="900" dirty="0"/>
                      <a:t> </a:t>
                    </a:r>
                    <a14:m>
                      <m:oMath xmlns:m="http://schemas.openxmlformats.org/officeDocument/2006/math">
                        <m:sSub>
                          <m:sSubPr>
                            <m:ctrlPr>
                              <a:rPr lang="en-US" altLang="zh-CN" sz="900" i="1">
                                <a:latin typeface="Cambria Math" panose="02040503050406030204" pitchFamily="18" charset="0"/>
                              </a:rPr>
                            </m:ctrlPr>
                          </m:sSubPr>
                          <m:e>
                            <m:r>
                              <a:rPr lang="en-US" altLang="zh-CN" sz="900" b="0" i="1" smtClean="0">
                                <a:latin typeface="Cambria Math" panose="02040503050406030204" pitchFamily="18" charset="0"/>
                              </a:rPr>
                              <m:t>  </m:t>
                            </m:r>
                            <m:r>
                              <a:rPr lang="en-US" altLang="zh-CN" sz="900" b="0" i="1" smtClean="0">
                                <a:latin typeface="Cambria Math" panose="02040503050406030204" pitchFamily="18" charset="0"/>
                              </a:rPr>
                              <m:t>𝐸</m:t>
                            </m:r>
                          </m:e>
                          <m:sub>
                            <m:r>
                              <a:rPr lang="en-US" altLang="zh-CN" sz="900" b="0" i="1" smtClean="0">
                                <a:latin typeface="Cambria Math" panose="02040503050406030204" pitchFamily="18" charset="0"/>
                              </a:rPr>
                              <m:t>𝑆𝐸𝑃</m:t>
                            </m:r>
                          </m:sub>
                        </m:sSub>
                      </m:oMath>
                    </a14:m>
                    <a:r>
                      <a:rPr lang="zh-CN" altLang="en-US" sz="1000" dirty="0"/>
                      <a:t>  </a:t>
                    </a:r>
                    <a14:m>
                      <m:oMath xmlns:m="http://schemas.openxmlformats.org/officeDocument/2006/math">
                        <m:sSubSup>
                          <m:sSubSupPr>
                            <m:ctrlPr>
                              <a:rPr lang="en-US" altLang="zh-CN" sz="900" i="1" dirty="0" smtClean="0">
                                <a:latin typeface="Cambria Math" panose="02040503050406030204" pitchFamily="18" charset="0"/>
                              </a:rPr>
                            </m:ctrlPr>
                          </m:sSubSupPr>
                          <m:e>
                            <m:r>
                              <a:rPr lang="en-US" altLang="zh-CN" sz="900" b="0" i="0" dirty="0" smtClean="0">
                                <a:latin typeface="Cambria Math" panose="02040503050406030204" pitchFamily="18" charset="0"/>
                              </a:rPr>
                              <m:t> </m:t>
                            </m:r>
                            <m:r>
                              <m:rPr>
                                <m:sty m:val="p"/>
                              </m:rPr>
                              <a:rPr lang="en-US" altLang="zh-CN" sz="900" b="0" i="0" dirty="0" smtClean="0">
                                <a:latin typeface="Cambria Math" panose="02040503050406030204" pitchFamily="18" charset="0"/>
                              </a:rPr>
                              <m:t>E</m:t>
                            </m:r>
                          </m:e>
                          <m:sub>
                            <m:r>
                              <a:rPr lang="en-US" altLang="zh-CN" sz="900" b="0" i="0" dirty="0" smtClean="0">
                                <a:latin typeface="Cambria Math" panose="02040503050406030204" pitchFamily="18" charset="0"/>
                              </a:rPr>
                              <m:t>1</m:t>
                            </m:r>
                          </m:sub>
                          <m:sup>
                            <m:r>
                              <a:rPr lang="en-US" altLang="zh-CN" sz="900" b="0" i="0" dirty="0" smtClean="0">
                                <a:latin typeface="Cambria Math" panose="02040503050406030204" pitchFamily="18" charset="0"/>
                              </a:rPr>
                              <m:t>′</m:t>
                            </m:r>
                          </m:sup>
                        </m:sSubSup>
                      </m:oMath>
                    </a14:m>
                    <a:r>
                      <a:rPr lang="zh-CN" altLang="en-US" sz="900" dirty="0"/>
                      <a:t>    </a:t>
                    </a:r>
                    <a:r>
                      <a:rPr lang="en-US" altLang="zh-CN" sz="900" dirty="0"/>
                      <a:t>… </a:t>
                    </a:r>
                    <a14:m>
                      <m:oMath xmlns:m="http://schemas.openxmlformats.org/officeDocument/2006/math">
                        <m:sSubSup>
                          <m:sSubSupPr>
                            <m:ctrlPr>
                              <a:rPr lang="en-US" altLang="zh-CN" sz="1000" i="1" dirty="0">
                                <a:latin typeface="Cambria Math" panose="02040503050406030204" pitchFamily="18" charset="0"/>
                              </a:rPr>
                            </m:ctrlPr>
                          </m:sSubSupPr>
                          <m:e>
                            <m:r>
                              <a:rPr lang="en-US" altLang="zh-CN" sz="1000" b="0" i="0" dirty="0" smtClean="0">
                                <a:latin typeface="Cambria Math" panose="02040503050406030204" pitchFamily="18" charset="0"/>
                              </a:rPr>
                              <m:t>   </m:t>
                            </m:r>
                            <m:r>
                              <m:rPr>
                                <m:sty m:val="p"/>
                              </m:rPr>
                              <a:rPr lang="en-US" altLang="zh-CN" sz="1000" b="0" i="0" dirty="0" smtClean="0">
                                <a:latin typeface="Cambria Math" panose="02040503050406030204" pitchFamily="18" charset="0"/>
                              </a:rPr>
                              <m:t>E</m:t>
                            </m:r>
                          </m:e>
                          <m:sub>
                            <m:r>
                              <m:rPr>
                                <m:sty m:val="p"/>
                              </m:rPr>
                              <a:rPr lang="en-US" altLang="zh-CN" sz="1000" b="0" i="0" dirty="0" smtClean="0">
                                <a:latin typeface="Cambria Math" panose="02040503050406030204" pitchFamily="18" charset="0"/>
                              </a:rPr>
                              <m:t>M</m:t>
                            </m:r>
                          </m:sub>
                          <m:sup>
                            <m:r>
                              <a:rPr lang="en-US" altLang="zh-CN" sz="1000" dirty="0">
                                <a:latin typeface="Cambria Math" panose="02040503050406030204" pitchFamily="18" charset="0"/>
                              </a:rPr>
                              <m:t>′</m:t>
                            </m:r>
                          </m:sup>
                        </m:sSubSup>
                      </m:oMath>
                    </a14:m>
                    <a:endParaRPr lang="zh-CN" altLang="en-US" sz="1000" dirty="0"/>
                  </a:p>
                </p:txBody>
              </p:sp>
            </mc:Choice>
            <mc:Fallback xmlns="">
              <p:sp>
                <p:nvSpPr>
                  <p:cNvPr id="400" name="文本框 399">
                    <a:extLst>
                      <a:ext uri="{FF2B5EF4-FFF2-40B4-BE49-F238E27FC236}">
                        <a16:creationId xmlns:a16="http://schemas.microsoft.com/office/drawing/2014/main" id="{AE321C5A-25DF-4DA5-96B0-4DDFF365CEBE}"/>
                      </a:ext>
                    </a:extLst>
                  </p:cNvPr>
                  <p:cNvSpPr txBox="1">
                    <a:spLocks noRot="1" noChangeAspect="1" noMove="1" noResize="1" noEditPoints="1" noAdjustHandles="1" noChangeArrowheads="1" noChangeShapeType="1" noTextEdit="1"/>
                  </p:cNvSpPr>
                  <p:nvPr/>
                </p:nvSpPr>
                <p:spPr>
                  <a:xfrm>
                    <a:off x="1417152" y="2089916"/>
                    <a:ext cx="2225725" cy="246221"/>
                  </a:xfrm>
                  <a:prstGeom prst="rect">
                    <a:avLst/>
                  </a:prstGeom>
                  <a:blipFill>
                    <a:blip r:embed="rId6"/>
                    <a:stretch>
                      <a:fillRect b="-5000"/>
                    </a:stretch>
                  </a:blipFill>
                </p:spPr>
                <p:txBody>
                  <a:bodyPr/>
                  <a:lstStyle/>
                  <a:p>
                    <a:r>
                      <a:rPr lang="zh-CN" altLang="en-US">
                        <a:noFill/>
                      </a:rPr>
                      <a:t> </a:t>
                    </a:r>
                  </a:p>
                </p:txBody>
              </p:sp>
            </mc:Fallback>
          </mc:AlternateContent>
          <p:sp>
            <p:nvSpPr>
              <p:cNvPr id="87" name="箭头: 上 400">
                <a:extLst>
                  <a:ext uri="{FF2B5EF4-FFF2-40B4-BE49-F238E27FC236}">
                    <a16:creationId xmlns:a16="http://schemas.microsoft.com/office/drawing/2014/main" id="{4FE352D6-A09E-8AAA-757E-6A15D01F1BB7}"/>
                  </a:ext>
                </a:extLst>
              </p:cNvPr>
              <p:cNvSpPr/>
              <p:nvPr/>
            </p:nvSpPr>
            <p:spPr>
              <a:xfrm>
                <a:off x="1587853" y="2365091"/>
                <a:ext cx="131569" cy="114797"/>
              </a:xfrm>
              <a:prstGeom prst="upArrow">
                <a:avLst/>
              </a:prstGeom>
              <a:solidFill>
                <a:schemeClr val="bg2"/>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8" name="箭头: 上 401">
                <a:extLst>
                  <a:ext uri="{FF2B5EF4-FFF2-40B4-BE49-F238E27FC236}">
                    <a16:creationId xmlns:a16="http://schemas.microsoft.com/office/drawing/2014/main" id="{DE4D418D-9FC6-6B82-DCEA-2AF3E7C36D4F}"/>
                  </a:ext>
                </a:extLst>
              </p:cNvPr>
              <p:cNvSpPr/>
              <p:nvPr/>
            </p:nvSpPr>
            <p:spPr>
              <a:xfrm>
                <a:off x="1857600" y="2359504"/>
                <a:ext cx="131569" cy="114797"/>
              </a:xfrm>
              <a:prstGeom prst="upArrow">
                <a:avLst/>
              </a:prstGeom>
              <a:solidFill>
                <a:schemeClr val="bg2"/>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9" name="箭头: 上 402">
                <a:extLst>
                  <a:ext uri="{FF2B5EF4-FFF2-40B4-BE49-F238E27FC236}">
                    <a16:creationId xmlns:a16="http://schemas.microsoft.com/office/drawing/2014/main" id="{BE2705A4-145F-4EBD-5B61-C94CBA5C5798}"/>
                  </a:ext>
                </a:extLst>
              </p:cNvPr>
              <p:cNvSpPr/>
              <p:nvPr/>
            </p:nvSpPr>
            <p:spPr>
              <a:xfrm>
                <a:off x="2325893" y="2359207"/>
                <a:ext cx="131569" cy="114797"/>
              </a:xfrm>
              <a:prstGeom prst="upArrow">
                <a:avLst/>
              </a:prstGeom>
              <a:solidFill>
                <a:schemeClr val="bg2"/>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0" name="箭头: 上 403">
                <a:extLst>
                  <a:ext uri="{FF2B5EF4-FFF2-40B4-BE49-F238E27FC236}">
                    <a16:creationId xmlns:a16="http://schemas.microsoft.com/office/drawing/2014/main" id="{10AEB5CA-B029-6BAB-963B-A5D2B4882EBF}"/>
                  </a:ext>
                </a:extLst>
              </p:cNvPr>
              <p:cNvSpPr/>
              <p:nvPr/>
            </p:nvSpPr>
            <p:spPr>
              <a:xfrm>
                <a:off x="2588861" y="2364297"/>
                <a:ext cx="131569" cy="114797"/>
              </a:xfrm>
              <a:prstGeom prst="upArrow">
                <a:avLst/>
              </a:prstGeom>
              <a:solidFill>
                <a:schemeClr val="bg2"/>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1" name="箭头: 上 404">
                <a:extLst>
                  <a:ext uri="{FF2B5EF4-FFF2-40B4-BE49-F238E27FC236}">
                    <a16:creationId xmlns:a16="http://schemas.microsoft.com/office/drawing/2014/main" id="{AD8A89ED-564B-E55A-0A39-AEEBBC6DDFD3}"/>
                  </a:ext>
                </a:extLst>
              </p:cNvPr>
              <p:cNvSpPr/>
              <p:nvPr/>
            </p:nvSpPr>
            <p:spPr>
              <a:xfrm>
                <a:off x="2842164" y="2354609"/>
                <a:ext cx="131569" cy="114797"/>
              </a:xfrm>
              <a:prstGeom prst="upArrow">
                <a:avLst/>
              </a:prstGeom>
              <a:solidFill>
                <a:schemeClr val="bg2"/>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2" name="箭头: 上 405">
                <a:extLst>
                  <a:ext uri="{FF2B5EF4-FFF2-40B4-BE49-F238E27FC236}">
                    <a16:creationId xmlns:a16="http://schemas.microsoft.com/office/drawing/2014/main" id="{32A768F0-5947-F907-5519-C340688D4267}"/>
                  </a:ext>
                </a:extLst>
              </p:cNvPr>
              <p:cNvSpPr/>
              <p:nvPr/>
            </p:nvSpPr>
            <p:spPr>
              <a:xfrm>
                <a:off x="3309764" y="2364010"/>
                <a:ext cx="131569" cy="114797"/>
              </a:xfrm>
              <a:prstGeom prst="upArrow">
                <a:avLst/>
              </a:prstGeom>
              <a:solidFill>
                <a:schemeClr val="bg2"/>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3" name="矩形: 剪去顶角 406">
                <a:extLst>
                  <a:ext uri="{FF2B5EF4-FFF2-40B4-BE49-F238E27FC236}">
                    <a16:creationId xmlns:a16="http://schemas.microsoft.com/office/drawing/2014/main" id="{60B05A99-B705-9C7F-AEA9-BA8BFECBB377}"/>
                  </a:ext>
                </a:extLst>
              </p:cNvPr>
              <p:cNvSpPr/>
              <p:nvPr/>
            </p:nvSpPr>
            <p:spPr>
              <a:xfrm>
                <a:off x="1517451" y="2539434"/>
                <a:ext cx="251412" cy="180818"/>
              </a:xfrm>
              <a:prstGeom prst="snip2SameRect">
                <a:avLst/>
              </a:prstGeom>
              <a:solidFill>
                <a:schemeClr val="accent2">
                  <a:lumMod val="60000"/>
                  <a:lumOff val="4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4" name="矩形: 剪去顶角 407">
                <a:extLst>
                  <a:ext uri="{FF2B5EF4-FFF2-40B4-BE49-F238E27FC236}">
                    <a16:creationId xmlns:a16="http://schemas.microsoft.com/office/drawing/2014/main" id="{0154CD41-F272-BFB6-91FD-C78514B74327}"/>
                  </a:ext>
                </a:extLst>
              </p:cNvPr>
              <p:cNvSpPr/>
              <p:nvPr/>
            </p:nvSpPr>
            <p:spPr>
              <a:xfrm>
                <a:off x="1790062" y="2539434"/>
                <a:ext cx="251412" cy="180818"/>
              </a:xfrm>
              <a:prstGeom prst="snip2SameRect">
                <a:avLst/>
              </a:prstGeom>
              <a:solidFill>
                <a:schemeClr val="accent2">
                  <a:lumMod val="60000"/>
                  <a:lumOff val="4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5" name="矩形: 剪去顶角 408">
                <a:extLst>
                  <a:ext uri="{FF2B5EF4-FFF2-40B4-BE49-F238E27FC236}">
                    <a16:creationId xmlns:a16="http://schemas.microsoft.com/office/drawing/2014/main" id="{DCFDBC12-2238-1E8F-BC54-5059CC11D9B5}"/>
                  </a:ext>
                </a:extLst>
              </p:cNvPr>
              <p:cNvSpPr/>
              <p:nvPr/>
            </p:nvSpPr>
            <p:spPr>
              <a:xfrm>
                <a:off x="2266597" y="2536553"/>
                <a:ext cx="251412" cy="180818"/>
              </a:xfrm>
              <a:prstGeom prst="snip2SameRect">
                <a:avLst/>
              </a:prstGeom>
              <a:solidFill>
                <a:schemeClr val="accent2">
                  <a:lumMod val="60000"/>
                  <a:lumOff val="4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6" name="矩形: 剪去顶角 409">
                <a:extLst>
                  <a:ext uri="{FF2B5EF4-FFF2-40B4-BE49-F238E27FC236}">
                    <a16:creationId xmlns:a16="http://schemas.microsoft.com/office/drawing/2014/main" id="{A86F6E40-9344-993F-9AA6-75BDB0BBC90C}"/>
                  </a:ext>
                </a:extLst>
              </p:cNvPr>
              <p:cNvSpPr/>
              <p:nvPr/>
            </p:nvSpPr>
            <p:spPr>
              <a:xfrm>
                <a:off x="2521657" y="2539434"/>
                <a:ext cx="251412" cy="180818"/>
              </a:xfrm>
              <a:prstGeom prst="snip2SameRect">
                <a:avLst/>
              </a:prstGeom>
              <a:solidFill>
                <a:schemeClr val="accent2">
                  <a:lumMod val="60000"/>
                  <a:lumOff val="4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97" name="矩形: 剪去顶角 410">
                <a:extLst>
                  <a:ext uri="{FF2B5EF4-FFF2-40B4-BE49-F238E27FC236}">
                    <a16:creationId xmlns:a16="http://schemas.microsoft.com/office/drawing/2014/main" id="{6C31B54C-5F84-8E81-6243-FE2617FA12FD}"/>
                  </a:ext>
                </a:extLst>
              </p:cNvPr>
              <p:cNvSpPr/>
              <p:nvPr/>
            </p:nvSpPr>
            <p:spPr>
              <a:xfrm>
                <a:off x="2787911" y="2536616"/>
                <a:ext cx="251412" cy="180818"/>
              </a:xfrm>
              <a:prstGeom prst="snip2SameRect">
                <a:avLst/>
              </a:prstGeom>
              <a:solidFill>
                <a:schemeClr val="accent2">
                  <a:lumMod val="60000"/>
                  <a:lumOff val="4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8" name="矩形: 剪去顶角 411">
                <a:extLst>
                  <a:ext uri="{FF2B5EF4-FFF2-40B4-BE49-F238E27FC236}">
                    <a16:creationId xmlns:a16="http://schemas.microsoft.com/office/drawing/2014/main" id="{D920C000-F0F9-2F76-B736-260FF3AD2235}"/>
                  </a:ext>
                </a:extLst>
              </p:cNvPr>
              <p:cNvSpPr/>
              <p:nvPr/>
            </p:nvSpPr>
            <p:spPr>
              <a:xfrm>
                <a:off x="3250616" y="2534548"/>
                <a:ext cx="251412" cy="180818"/>
              </a:xfrm>
              <a:prstGeom prst="snip2SameRect">
                <a:avLst/>
              </a:prstGeom>
              <a:solidFill>
                <a:schemeClr val="accent2">
                  <a:lumMod val="60000"/>
                  <a:lumOff val="4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9" name="文本框 412">
                <a:extLst>
                  <a:ext uri="{FF2B5EF4-FFF2-40B4-BE49-F238E27FC236}">
                    <a16:creationId xmlns:a16="http://schemas.microsoft.com/office/drawing/2014/main" id="{4D070038-BCBA-0963-685D-B902EDDF7BBD}"/>
                  </a:ext>
                </a:extLst>
              </p:cNvPr>
              <p:cNvSpPr txBox="1"/>
              <p:nvPr/>
            </p:nvSpPr>
            <p:spPr>
              <a:xfrm>
                <a:off x="1717788" y="2935776"/>
                <a:ext cx="871073" cy="246221"/>
              </a:xfrm>
              <a:prstGeom prst="rect">
                <a:avLst/>
              </a:prstGeom>
              <a:noFill/>
            </p:spPr>
            <p:txBody>
              <a:bodyPr wrap="square" rtlCol="0">
                <a:spAutoFit/>
              </a:bodyPr>
              <a:lstStyle/>
              <a:p>
                <a:r>
                  <a:rPr lang="en-US" altLang="zh-CN" sz="1000" dirty="0"/>
                  <a:t>Sentence 1</a:t>
                </a:r>
                <a:endParaRPr lang="zh-CN" altLang="en-US" sz="1000" dirty="0"/>
              </a:p>
            </p:txBody>
          </p:sp>
          <p:cxnSp>
            <p:nvCxnSpPr>
              <p:cNvPr id="100" name="连接符: 肘形 414">
                <a:extLst>
                  <a:ext uri="{FF2B5EF4-FFF2-40B4-BE49-F238E27FC236}">
                    <a16:creationId xmlns:a16="http://schemas.microsoft.com/office/drawing/2014/main" id="{6A694D77-B228-0B63-BB21-F320C3893FFA}"/>
                  </a:ext>
                </a:extLst>
              </p:cNvPr>
              <p:cNvCxnSpPr>
                <a:stCxn id="94" idx="1"/>
                <a:endCxn id="99" idx="0"/>
              </p:cNvCxnSpPr>
              <p:nvPr/>
            </p:nvCxnSpPr>
            <p:spPr>
              <a:xfrm rot="16200000" flipH="1">
                <a:off x="1926784" y="2709235"/>
                <a:ext cx="215524" cy="237557"/>
              </a:xfrm>
              <a:prstGeom prst="bentConnector3">
                <a:avLst/>
              </a:prstGeom>
            </p:spPr>
            <p:style>
              <a:lnRef idx="1">
                <a:schemeClr val="dk1"/>
              </a:lnRef>
              <a:fillRef idx="0">
                <a:schemeClr val="dk1"/>
              </a:fillRef>
              <a:effectRef idx="0">
                <a:schemeClr val="dk1"/>
              </a:effectRef>
              <a:fontRef idx="minor">
                <a:schemeClr val="tx1"/>
              </a:fontRef>
            </p:style>
          </p:cxnSp>
          <p:cxnSp>
            <p:nvCxnSpPr>
              <p:cNvPr id="101" name="连接符: 肘形 416">
                <a:extLst>
                  <a:ext uri="{FF2B5EF4-FFF2-40B4-BE49-F238E27FC236}">
                    <a16:creationId xmlns:a16="http://schemas.microsoft.com/office/drawing/2014/main" id="{B2051923-FCAE-CE5C-7A6B-BB3813AB04DE}"/>
                  </a:ext>
                </a:extLst>
              </p:cNvPr>
              <p:cNvCxnSpPr>
                <a:stCxn id="95" idx="1"/>
                <a:endCxn id="99" idx="0"/>
              </p:cNvCxnSpPr>
              <p:nvPr/>
            </p:nvCxnSpPr>
            <p:spPr>
              <a:xfrm rot="5400000">
                <a:off x="2163612" y="2707084"/>
                <a:ext cx="218405" cy="238978"/>
              </a:xfrm>
              <a:prstGeom prst="bentConnector3">
                <a:avLst/>
              </a:prstGeom>
            </p:spPr>
            <p:style>
              <a:lnRef idx="1">
                <a:schemeClr val="dk1"/>
              </a:lnRef>
              <a:fillRef idx="0">
                <a:schemeClr val="dk1"/>
              </a:fillRef>
              <a:effectRef idx="0">
                <a:schemeClr val="dk1"/>
              </a:effectRef>
              <a:fontRef idx="minor">
                <a:schemeClr val="tx1"/>
              </a:fontRef>
            </p:style>
          </p:cxnSp>
          <p:sp>
            <p:nvSpPr>
              <p:cNvPr id="102" name="文本框 417">
                <a:extLst>
                  <a:ext uri="{FF2B5EF4-FFF2-40B4-BE49-F238E27FC236}">
                    <a16:creationId xmlns:a16="http://schemas.microsoft.com/office/drawing/2014/main" id="{78B3FBAE-21C8-171A-68F0-2C0EC33AD837}"/>
                  </a:ext>
                </a:extLst>
              </p:cNvPr>
              <p:cNvSpPr txBox="1"/>
              <p:nvPr/>
            </p:nvSpPr>
            <p:spPr>
              <a:xfrm>
                <a:off x="2664757" y="2935776"/>
                <a:ext cx="871073" cy="246221"/>
              </a:xfrm>
              <a:prstGeom prst="rect">
                <a:avLst/>
              </a:prstGeom>
              <a:noFill/>
            </p:spPr>
            <p:txBody>
              <a:bodyPr wrap="square" rtlCol="0">
                <a:spAutoFit/>
              </a:bodyPr>
              <a:lstStyle/>
              <a:p>
                <a:r>
                  <a:rPr lang="en-US" altLang="zh-CN" sz="1000" dirty="0"/>
                  <a:t>Sentence 2</a:t>
                </a:r>
                <a:endParaRPr lang="zh-CN" altLang="en-US" sz="1000" dirty="0"/>
              </a:p>
            </p:txBody>
          </p:sp>
          <p:cxnSp>
            <p:nvCxnSpPr>
              <p:cNvPr id="103" name="连接符: 肘形 419">
                <a:extLst>
                  <a:ext uri="{FF2B5EF4-FFF2-40B4-BE49-F238E27FC236}">
                    <a16:creationId xmlns:a16="http://schemas.microsoft.com/office/drawing/2014/main" id="{229A5242-D553-7007-C3AC-803A9DFA983B}"/>
                  </a:ext>
                </a:extLst>
              </p:cNvPr>
              <p:cNvCxnSpPr>
                <a:stCxn id="97" idx="1"/>
                <a:endCxn id="102" idx="0"/>
              </p:cNvCxnSpPr>
              <p:nvPr/>
            </p:nvCxnSpPr>
            <p:spPr>
              <a:xfrm rot="16200000" flipH="1">
                <a:off x="2897784" y="2733266"/>
                <a:ext cx="218342" cy="186677"/>
              </a:xfrm>
              <a:prstGeom prst="bentConnector3">
                <a:avLst/>
              </a:prstGeom>
            </p:spPr>
            <p:style>
              <a:lnRef idx="1">
                <a:schemeClr val="dk1"/>
              </a:lnRef>
              <a:fillRef idx="0">
                <a:schemeClr val="dk1"/>
              </a:fillRef>
              <a:effectRef idx="0">
                <a:schemeClr val="dk1"/>
              </a:effectRef>
              <a:fontRef idx="minor">
                <a:schemeClr val="tx1"/>
              </a:fontRef>
            </p:style>
          </p:cxnSp>
          <p:cxnSp>
            <p:nvCxnSpPr>
              <p:cNvPr id="104" name="连接符: 肘形 421">
                <a:extLst>
                  <a:ext uri="{FF2B5EF4-FFF2-40B4-BE49-F238E27FC236}">
                    <a16:creationId xmlns:a16="http://schemas.microsoft.com/office/drawing/2014/main" id="{7A48CD69-1982-365F-E954-4DE23864B3BC}"/>
                  </a:ext>
                </a:extLst>
              </p:cNvPr>
              <p:cNvCxnSpPr>
                <a:stCxn id="98" idx="1"/>
                <a:endCxn id="102" idx="0"/>
              </p:cNvCxnSpPr>
              <p:nvPr/>
            </p:nvCxnSpPr>
            <p:spPr>
              <a:xfrm rot="5400000">
                <a:off x="3128103" y="2687557"/>
                <a:ext cx="220410" cy="276028"/>
              </a:xfrm>
              <a:prstGeom prst="bentConnector3">
                <a:avLst/>
              </a:prstGeom>
            </p:spPr>
            <p:style>
              <a:lnRef idx="1">
                <a:schemeClr val="dk1"/>
              </a:lnRef>
              <a:fillRef idx="0">
                <a:schemeClr val="dk1"/>
              </a:fillRef>
              <a:effectRef idx="0">
                <a:schemeClr val="dk1"/>
              </a:effectRef>
              <a:fontRef idx="minor">
                <a:schemeClr val="tx1"/>
              </a:fontRef>
            </p:style>
          </p:cxnSp>
          <p:sp>
            <p:nvSpPr>
              <p:cNvPr id="105" name="文本框 422">
                <a:extLst>
                  <a:ext uri="{FF2B5EF4-FFF2-40B4-BE49-F238E27FC236}">
                    <a16:creationId xmlns:a16="http://schemas.microsoft.com/office/drawing/2014/main" id="{248D0E9A-C528-21D1-BB7C-0F4930DDEBB7}"/>
                  </a:ext>
                </a:extLst>
              </p:cNvPr>
              <p:cNvSpPr txBox="1"/>
              <p:nvPr/>
            </p:nvSpPr>
            <p:spPr>
              <a:xfrm>
                <a:off x="1417152" y="2541134"/>
                <a:ext cx="2386498" cy="215444"/>
              </a:xfrm>
              <a:prstGeom prst="rect">
                <a:avLst/>
              </a:prstGeom>
              <a:noFill/>
            </p:spPr>
            <p:txBody>
              <a:bodyPr wrap="square" rtlCol="0">
                <a:spAutoFit/>
              </a:bodyPr>
              <a:lstStyle/>
              <a:p>
                <a:r>
                  <a:rPr lang="en-US" altLang="zh-CN" sz="800" dirty="0"/>
                  <a:t>[CLS] Tok1  …</a:t>
                </a:r>
                <a:r>
                  <a:rPr lang="zh-CN" altLang="en-US" sz="800" dirty="0"/>
                  <a:t>   </a:t>
                </a:r>
                <a:r>
                  <a:rPr lang="en-US" altLang="zh-CN" sz="800" dirty="0" err="1"/>
                  <a:t>TokN</a:t>
                </a:r>
                <a:r>
                  <a:rPr lang="en-US" altLang="zh-CN" sz="800" dirty="0"/>
                  <a:t> [SEP]Tok1   …  </a:t>
                </a:r>
                <a:r>
                  <a:rPr lang="en-US" altLang="zh-CN" sz="800" dirty="0" err="1"/>
                  <a:t>TokM</a:t>
                </a:r>
                <a:endParaRPr lang="zh-CN" altLang="en-US" sz="800" dirty="0"/>
              </a:p>
            </p:txBody>
          </p:sp>
        </p:grpSp>
        <p:sp>
          <p:nvSpPr>
            <p:cNvPr id="70" name="箭头: 上 506">
              <a:extLst>
                <a:ext uri="{FF2B5EF4-FFF2-40B4-BE49-F238E27FC236}">
                  <a16:creationId xmlns:a16="http://schemas.microsoft.com/office/drawing/2014/main" id="{19ECD00D-736F-4BEC-4398-BCEB8FBDFC79}"/>
                </a:ext>
              </a:extLst>
            </p:cNvPr>
            <p:cNvSpPr/>
            <p:nvPr/>
          </p:nvSpPr>
          <p:spPr>
            <a:xfrm>
              <a:off x="1589246" y="818660"/>
              <a:ext cx="131569" cy="114797"/>
            </a:xfrm>
            <a:prstGeom prst="upArrow">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1" name="文本框 507">
              <a:extLst>
                <a:ext uri="{FF2B5EF4-FFF2-40B4-BE49-F238E27FC236}">
                  <a16:creationId xmlns:a16="http://schemas.microsoft.com/office/drawing/2014/main" id="{B7747904-FE61-BA18-B9ED-3672C13AAD01}"/>
                </a:ext>
              </a:extLst>
            </p:cNvPr>
            <p:cNvSpPr txBox="1"/>
            <p:nvPr/>
          </p:nvSpPr>
          <p:spPr>
            <a:xfrm>
              <a:off x="1408057" y="441420"/>
              <a:ext cx="515547" cy="400110"/>
            </a:xfrm>
            <a:prstGeom prst="rect">
              <a:avLst/>
            </a:prstGeom>
            <a:noFill/>
          </p:spPr>
          <p:txBody>
            <a:bodyPr wrap="square" rtlCol="0">
              <a:spAutoFit/>
            </a:bodyPr>
            <a:lstStyle/>
            <a:p>
              <a:r>
                <a:rPr lang="en-US" altLang="zh-CN" sz="1000" dirty="0"/>
                <a:t>Class </a:t>
              </a:r>
              <a:r>
                <a:rPr lang="en-US" altLang="zh-CN" sz="1000" dirty="0" err="1"/>
                <a:t>Lable</a:t>
              </a:r>
              <a:endParaRPr lang="zh-CN" altLang="en-US" sz="1000" dirty="0"/>
            </a:p>
          </p:txBody>
        </p:sp>
      </p:grpSp>
      <p:grpSp>
        <p:nvGrpSpPr>
          <p:cNvPr id="153" name="组合 1">
            <a:extLst>
              <a:ext uri="{FF2B5EF4-FFF2-40B4-BE49-F238E27FC236}">
                <a16:creationId xmlns:a16="http://schemas.microsoft.com/office/drawing/2014/main" id="{36A22951-EF03-746A-0153-1174DC8E4F80}"/>
              </a:ext>
            </a:extLst>
          </p:cNvPr>
          <p:cNvGrpSpPr/>
          <p:nvPr/>
        </p:nvGrpSpPr>
        <p:grpSpPr>
          <a:xfrm>
            <a:off x="8745951" y="2616502"/>
            <a:ext cx="3195105" cy="3503821"/>
            <a:chOff x="3366287" y="350729"/>
            <a:chExt cx="5319441" cy="5833413"/>
          </a:xfrm>
        </p:grpSpPr>
        <p:sp>
          <p:nvSpPr>
            <p:cNvPr id="154" name="文本框 2">
              <a:extLst>
                <a:ext uri="{FF2B5EF4-FFF2-40B4-BE49-F238E27FC236}">
                  <a16:creationId xmlns:a16="http://schemas.microsoft.com/office/drawing/2014/main" id="{7AE752B1-7086-3346-9363-9F2F3C140DD2}"/>
                </a:ext>
              </a:extLst>
            </p:cNvPr>
            <p:cNvSpPr txBox="1"/>
            <p:nvPr/>
          </p:nvSpPr>
          <p:spPr>
            <a:xfrm>
              <a:off x="5704533" y="350729"/>
              <a:ext cx="657616" cy="358687"/>
            </a:xfrm>
            <a:prstGeom prst="rect">
              <a:avLst/>
            </a:prstGeom>
            <a:noFill/>
          </p:spPr>
          <p:txBody>
            <a:bodyPr wrap="square" rtlCol="0">
              <a:spAutoFit/>
            </a:bodyPr>
            <a:lstStyle/>
            <a:p>
              <a:pPr algn="ctr"/>
              <a:r>
                <a:rPr lang="zh-CN" altLang="en-US" sz="800" dirty="0"/>
                <a:t>类</a:t>
              </a:r>
            </a:p>
          </p:txBody>
        </p:sp>
        <p:sp>
          <p:nvSpPr>
            <p:cNvPr id="155" name="文本框 3">
              <a:extLst>
                <a:ext uri="{FF2B5EF4-FFF2-40B4-BE49-F238E27FC236}">
                  <a16:creationId xmlns:a16="http://schemas.microsoft.com/office/drawing/2014/main" id="{2AE8C2B1-63EB-B5A5-7014-FC7587906775}"/>
                </a:ext>
              </a:extLst>
            </p:cNvPr>
            <p:cNvSpPr txBox="1"/>
            <p:nvPr/>
          </p:nvSpPr>
          <p:spPr>
            <a:xfrm>
              <a:off x="5066777" y="820454"/>
              <a:ext cx="1947799" cy="358687"/>
            </a:xfrm>
            <a:prstGeom prst="rect">
              <a:avLst/>
            </a:prstGeom>
            <a:solidFill>
              <a:schemeClr val="accent2">
                <a:lumMod val="20000"/>
                <a:lumOff val="80000"/>
              </a:schemeClr>
            </a:solidFill>
            <a:ln>
              <a:solidFill>
                <a:schemeClr val="tx1"/>
              </a:solidFill>
            </a:ln>
          </p:spPr>
          <p:txBody>
            <a:bodyPr wrap="square" rtlCol="0">
              <a:spAutoFit/>
            </a:bodyPr>
            <a:lstStyle/>
            <a:p>
              <a:pPr algn="ctr"/>
              <a:r>
                <a:rPr lang="zh-CN" altLang="en-US" sz="800" dirty="0"/>
                <a:t>注意力池化</a:t>
              </a:r>
              <a:r>
                <a:rPr lang="en-US" altLang="zh-CN" sz="800" dirty="0"/>
                <a:t>+FC</a:t>
              </a:r>
              <a:endParaRPr lang="zh-CN" altLang="en-US" sz="800" dirty="0"/>
            </a:p>
          </p:txBody>
        </p:sp>
        <p:cxnSp>
          <p:nvCxnSpPr>
            <p:cNvPr id="156" name="直接箭头连接符 4">
              <a:extLst>
                <a:ext uri="{FF2B5EF4-FFF2-40B4-BE49-F238E27FC236}">
                  <a16:creationId xmlns:a16="http://schemas.microsoft.com/office/drawing/2014/main" id="{27FF3C7B-7D41-248F-57D0-CB0F246E45B7}"/>
                </a:ext>
              </a:extLst>
            </p:cNvPr>
            <p:cNvCxnSpPr>
              <a:stCxn id="155" idx="0"/>
              <a:endCxn id="154" idx="2"/>
            </p:cNvCxnSpPr>
            <p:nvPr/>
          </p:nvCxnSpPr>
          <p:spPr>
            <a:xfrm flipH="1" flipV="1">
              <a:off x="6033342" y="709416"/>
              <a:ext cx="7335" cy="111039"/>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
          <p:nvSpPr>
            <p:cNvPr id="157" name="矩形: 圆角 5">
              <a:extLst>
                <a:ext uri="{FF2B5EF4-FFF2-40B4-BE49-F238E27FC236}">
                  <a16:creationId xmlns:a16="http://schemas.microsoft.com/office/drawing/2014/main" id="{23BD3C89-BA18-ADDA-74C3-DF5D052ABE05}"/>
                </a:ext>
              </a:extLst>
            </p:cNvPr>
            <p:cNvSpPr/>
            <p:nvPr/>
          </p:nvSpPr>
          <p:spPr>
            <a:xfrm>
              <a:off x="4609871" y="1526192"/>
              <a:ext cx="2861612" cy="624950"/>
            </a:xfrm>
            <a:prstGeom prst="roundRect">
              <a:avLst/>
            </a:prstGeom>
            <a:solidFill>
              <a:schemeClr val="bg2">
                <a:lumMod val="9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800" dirty="0" err="1">
                  <a:solidFill>
                    <a:schemeClr val="tx1"/>
                  </a:solidFill>
                </a:rPr>
                <a:t>ViT</a:t>
              </a:r>
              <a:r>
                <a:rPr lang="en-US" altLang="zh-CN" sz="800" dirty="0">
                  <a:solidFill>
                    <a:schemeClr val="tx1"/>
                  </a:solidFill>
                </a:rPr>
                <a:t> </a:t>
              </a:r>
              <a:r>
                <a:rPr lang="zh-CN" altLang="en-US" sz="800" dirty="0">
                  <a:solidFill>
                    <a:schemeClr val="tx1"/>
                  </a:solidFill>
                </a:rPr>
                <a:t>编码器</a:t>
              </a:r>
            </a:p>
          </p:txBody>
        </p:sp>
        <p:cxnSp>
          <p:nvCxnSpPr>
            <p:cNvPr id="158" name="直接箭头连接符 6">
              <a:extLst>
                <a:ext uri="{FF2B5EF4-FFF2-40B4-BE49-F238E27FC236}">
                  <a16:creationId xmlns:a16="http://schemas.microsoft.com/office/drawing/2014/main" id="{32E1FA90-0DD6-1561-049B-1D4CC598041B}"/>
                </a:ext>
              </a:extLst>
            </p:cNvPr>
            <p:cNvCxnSpPr>
              <a:stCxn id="157" idx="0"/>
              <a:endCxn id="155" idx="2"/>
            </p:cNvCxnSpPr>
            <p:nvPr/>
          </p:nvCxnSpPr>
          <p:spPr>
            <a:xfrm flipV="1">
              <a:off x="6040678" y="1179141"/>
              <a:ext cx="0" cy="347051"/>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pic>
          <p:nvPicPr>
            <p:cNvPr id="159" name="图片 7">
              <a:extLst>
                <a:ext uri="{FF2B5EF4-FFF2-40B4-BE49-F238E27FC236}">
                  <a16:creationId xmlns:a16="http://schemas.microsoft.com/office/drawing/2014/main" id="{50B75DAF-72D8-7E4F-9E59-3B9076A97D5D}"/>
                </a:ext>
              </a:extLst>
            </p:cNvPr>
            <p:cNvPicPr>
              <a:picLocks noChangeAspect="1"/>
            </p:cNvPicPr>
            <p:nvPr/>
          </p:nvPicPr>
          <p:blipFill>
            <a:blip r:embed="rId7"/>
            <a:stretch>
              <a:fillRect/>
            </a:stretch>
          </p:blipFill>
          <p:spPr>
            <a:xfrm>
              <a:off x="3366287" y="4035741"/>
              <a:ext cx="5319441" cy="2148401"/>
            </a:xfrm>
            <a:prstGeom prst="rect">
              <a:avLst/>
            </a:prstGeom>
          </p:spPr>
        </p:pic>
        <p:grpSp>
          <p:nvGrpSpPr>
            <p:cNvPr id="160" name="组合 8">
              <a:extLst>
                <a:ext uri="{FF2B5EF4-FFF2-40B4-BE49-F238E27FC236}">
                  <a16:creationId xmlns:a16="http://schemas.microsoft.com/office/drawing/2014/main" id="{0F0CD391-E4A1-F16C-ED26-7901AEA0C466}"/>
                </a:ext>
              </a:extLst>
            </p:cNvPr>
            <p:cNvGrpSpPr/>
            <p:nvPr/>
          </p:nvGrpSpPr>
          <p:grpSpPr>
            <a:xfrm>
              <a:off x="4537980" y="2686393"/>
              <a:ext cx="2976054" cy="249980"/>
              <a:chOff x="4203609" y="2677416"/>
              <a:chExt cx="2976054" cy="249980"/>
            </a:xfrm>
          </p:grpSpPr>
          <p:sp>
            <p:nvSpPr>
              <p:cNvPr id="169" name="矩形: 圆角 17">
                <a:extLst>
                  <a:ext uri="{FF2B5EF4-FFF2-40B4-BE49-F238E27FC236}">
                    <a16:creationId xmlns:a16="http://schemas.microsoft.com/office/drawing/2014/main" id="{9D4E2617-CDD6-9F63-B373-6B5FF9FE11A3}"/>
                  </a:ext>
                </a:extLst>
              </p:cNvPr>
              <p:cNvSpPr/>
              <p:nvPr/>
            </p:nvSpPr>
            <p:spPr>
              <a:xfrm>
                <a:off x="4203609" y="2677416"/>
                <a:ext cx="151303" cy="249980"/>
              </a:xfrm>
              <a:prstGeom prst="roundRect">
                <a:avLst/>
              </a:prstGeom>
              <a:ln>
                <a:solidFill>
                  <a:schemeClr val="tx1"/>
                </a:solidFill>
              </a:ln>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endParaRPr lang="zh-CN" altLang="en-US" sz="1050"/>
              </a:p>
            </p:txBody>
          </p:sp>
          <p:sp>
            <p:nvSpPr>
              <p:cNvPr id="170" name="矩形: 圆角 18">
                <a:extLst>
                  <a:ext uri="{FF2B5EF4-FFF2-40B4-BE49-F238E27FC236}">
                    <a16:creationId xmlns:a16="http://schemas.microsoft.com/office/drawing/2014/main" id="{5CB4AAED-4E84-199C-E00B-39590AACB861}"/>
                  </a:ext>
                </a:extLst>
              </p:cNvPr>
              <p:cNvSpPr/>
              <p:nvPr/>
            </p:nvSpPr>
            <p:spPr>
              <a:xfrm>
                <a:off x="4408637" y="2677416"/>
                <a:ext cx="151303" cy="249980"/>
              </a:xfrm>
              <a:prstGeom prst="roundRect">
                <a:avLst/>
              </a:prstGeom>
              <a:ln>
                <a:solidFill>
                  <a:schemeClr val="tx1"/>
                </a:solidFill>
              </a:ln>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endParaRPr lang="zh-CN" altLang="en-US" sz="1050"/>
              </a:p>
            </p:txBody>
          </p:sp>
          <p:sp>
            <p:nvSpPr>
              <p:cNvPr id="171" name="矩形: 圆角 19">
                <a:extLst>
                  <a:ext uri="{FF2B5EF4-FFF2-40B4-BE49-F238E27FC236}">
                    <a16:creationId xmlns:a16="http://schemas.microsoft.com/office/drawing/2014/main" id="{F920A0CF-BD03-C553-8899-9EAC646EC8F9}"/>
                  </a:ext>
                </a:extLst>
              </p:cNvPr>
              <p:cNvSpPr/>
              <p:nvPr/>
            </p:nvSpPr>
            <p:spPr>
              <a:xfrm>
                <a:off x="4609871" y="2677416"/>
                <a:ext cx="151303" cy="249980"/>
              </a:xfrm>
              <a:prstGeom prst="roundRect">
                <a:avLst/>
              </a:prstGeom>
              <a:ln>
                <a:solidFill>
                  <a:schemeClr val="tx1"/>
                </a:solidFill>
              </a:ln>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endParaRPr lang="zh-CN" altLang="en-US" sz="1050"/>
              </a:p>
            </p:txBody>
          </p:sp>
          <p:sp>
            <p:nvSpPr>
              <p:cNvPr id="172" name="矩形: 圆角 20">
                <a:extLst>
                  <a:ext uri="{FF2B5EF4-FFF2-40B4-BE49-F238E27FC236}">
                    <a16:creationId xmlns:a16="http://schemas.microsoft.com/office/drawing/2014/main" id="{F8CFF783-E1D5-D702-2D5E-F73F57C1FD9F}"/>
                  </a:ext>
                </a:extLst>
              </p:cNvPr>
              <p:cNvSpPr/>
              <p:nvPr/>
            </p:nvSpPr>
            <p:spPr>
              <a:xfrm>
                <a:off x="4811105" y="2677416"/>
                <a:ext cx="151303" cy="249980"/>
              </a:xfrm>
              <a:prstGeom prst="roundRect">
                <a:avLst/>
              </a:prstGeom>
              <a:ln>
                <a:solidFill>
                  <a:schemeClr val="tx1"/>
                </a:solidFill>
              </a:ln>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endParaRPr lang="zh-CN" altLang="en-US" sz="1050"/>
              </a:p>
            </p:txBody>
          </p:sp>
          <p:sp>
            <p:nvSpPr>
              <p:cNvPr id="173" name="矩形: 圆角 21">
                <a:extLst>
                  <a:ext uri="{FF2B5EF4-FFF2-40B4-BE49-F238E27FC236}">
                    <a16:creationId xmlns:a16="http://schemas.microsoft.com/office/drawing/2014/main" id="{E357BC2C-E61A-3C48-8BFB-000AE46BF476}"/>
                  </a:ext>
                </a:extLst>
              </p:cNvPr>
              <p:cNvSpPr/>
              <p:nvPr/>
            </p:nvSpPr>
            <p:spPr>
              <a:xfrm>
                <a:off x="5012339" y="2677416"/>
                <a:ext cx="151303" cy="249980"/>
              </a:xfrm>
              <a:prstGeom prst="roundRect">
                <a:avLst/>
              </a:prstGeom>
              <a:solidFill>
                <a:srgbClr val="FF0000"/>
              </a:solidFill>
              <a:ln>
                <a:solidFill>
                  <a:schemeClr val="tx1"/>
                </a:solidFill>
              </a:ln>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endParaRPr lang="zh-CN" altLang="en-US" sz="1050"/>
              </a:p>
            </p:txBody>
          </p:sp>
          <p:sp>
            <p:nvSpPr>
              <p:cNvPr id="174" name="矩形: 圆角 22">
                <a:extLst>
                  <a:ext uri="{FF2B5EF4-FFF2-40B4-BE49-F238E27FC236}">
                    <a16:creationId xmlns:a16="http://schemas.microsoft.com/office/drawing/2014/main" id="{C327FAA0-A15A-8072-E270-0CF47D9C6D97}"/>
                  </a:ext>
                </a:extLst>
              </p:cNvPr>
              <p:cNvSpPr/>
              <p:nvPr/>
            </p:nvSpPr>
            <p:spPr>
              <a:xfrm>
                <a:off x="5213573" y="2677416"/>
                <a:ext cx="151303" cy="249980"/>
              </a:xfrm>
              <a:prstGeom prst="roundRect">
                <a:avLst/>
              </a:prstGeom>
              <a:solidFill>
                <a:srgbClr val="FF0000"/>
              </a:solidFill>
              <a:ln>
                <a:solidFill>
                  <a:schemeClr val="tx1"/>
                </a:solidFill>
              </a:ln>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endParaRPr lang="zh-CN" altLang="en-US" sz="1050"/>
              </a:p>
            </p:txBody>
          </p:sp>
          <p:sp>
            <p:nvSpPr>
              <p:cNvPr id="175" name="矩形: 圆角 23">
                <a:extLst>
                  <a:ext uri="{FF2B5EF4-FFF2-40B4-BE49-F238E27FC236}">
                    <a16:creationId xmlns:a16="http://schemas.microsoft.com/office/drawing/2014/main" id="{D3DB1061-A696-7FB8-E784-C5918A96829C}"/>
                  </a:ext>
                </a:extLst>
              </p:cNvPr>
              <p:cNvSpPr/>
              <p:nvPr/>
            </p:nvSpPr>
            <p:spPr>
              <a:xfrm>
                <a:off x="5414807" y="2677416"/>
                <a:ext cx="151303" cy="249980"/>
              </a:xfrm>
              <a:prstGeom prst="roundRect">
                <a:avLst/>
              </a:prstGeom>
              <a:solidFill>
                <a:srgbClr val="FF0000"/>
              </a:solidFill>
              <a:ln>
                <a:solidFill>
                  <a:schemeClr val="tx1"/>
                </a:solidFill>
              </a:ln>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endParaRPr lang="zh-CN" altLang="en-US" sz="1050"/>
              </a:p>
            </p:txBody>
          </p:sp>
          <p:sp>
            <p:nvSpPr>
              <p:cNvPr id="176" name="矩形: 圆角 24">
                <a:extLst>
                  <a:ext uri="{FF2B5EF4-FFF2-40B4-BE49-F238E27FC236}">
                    <a16:creationId xmlns:a16="http://schemas.microsoft.com/office/drawing/2014/main" id="{498915AA-E56C-C1E2-6924-271CD67D88E1}"/>
                  </a:ext>
                </a:extLst>
              </p:cNvPr>
              <p:cNvSpPr/>
              <p:nvPr/>
            </p:nvSpPr>
            <p:spPr>
              <a:xfrm>
                <a:off x="5616041" y="2677416"/>
                <a:ext cx="151303" cy="249980"/>
              </a:xfrm>
              <a:prstGeom prst="roundRect">
                <a:avLst/>
              </a:prstGeom>
              <a:solidFill>
                <a:srgbClr val="FF0000"/>
              </a:solidFill>
              <a:ln>
                <a:solidFill>
                  <a:schemeClr val="tx1"/>
                </a:solidFill>
              </a:ln>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endParaRPr lang="zh-CN" altLang="en-US" sz="1050"/>
              </a:p>
            </p:txBody>
          </p:sp>
          <p:sp>
            <p:nvSpPr>
              <p:cNvPr id="177" name="矩形: 圆角 25">
                <a:extLst>
                  <a:ext uri="{FF2B5EF4-FFF2-40B4-BE49-F238E27FC236}">
                    <a16:creationId xmlns:a16="http://schemas.microsoft.com/office/drawing/2014/main" id="{0E54A022-53DC-7AEB-7AF8-D1F233F8D0F3}"/>
                  </a:ext>
                </a:extLst>
              </p:cNvPr>
              <p:cNvSpPr/>
              <p:nvPr/>
            </p:nvSpPr>
            <p:spPr>
              <a:xfrm>
                <a:off x="5817275" y="2677416"/>
                <a:ext cx="151303" cy="249980"/>
              </a:xfrm>
              <a:prstGeom prst="roundRect">
                <a:avLst/>
              </a:prstGeom>
              <a:solidFill>
                <a:srgbClr val="FF0000"/>
              </a:solidFill>
              <a:ln>
                <a:solidFill>
                  <a:schemeClr val="tx1"/>
                </a:solidFill>
              </a:ln>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endParaRPr lang="zh-CN" altLang="en-US" sz="1050" dirty="0"/>
              </a:p>
            </p:txBody>
          </p:sp>
          <p:sp>
            <p:nvSpPr>
              <p:cNvPr id="178" name="矩形: 圆角 26">
                <a:extLst>
                  <a:ext uri="{FF2B5EF4-FFF2-40B4-BE49-F238E27FC236}">
                    <a16:creationId xmlns:a16="http://schemas.microsoft.com/office/drawing/2014/main" id="{5BDB7FD4-E295-9A46-3778-DC05D4726B94}"/>
                  </a:ext>
                </a:extLst>
              </p:cNvPr>
              <p:cNvSpPr/>
              <p:nvPr/>
            </p:nvSpPr>
            <p:spPr>
              <a:xfrm>
                <a:off x="6020348" y="2677416"/>
                <a:ext cx="151303" cy="249980"/>
              </a:xfrm>
              <a:prstGeom prst="roundRect">
                <a:avLst/>
              </a:prstGeom>
              <a:solidFill>
                <a:schemeClr val="accent4">
                  <a:lumMod val="60000"/>
                  <a:lumOff val="40000"/>
                </a:schemeClr>
              </a:solidFill>
              <a:ln>
                <a:solidFill>
                  <a:schemeClr val="tx1"/>
                </a:solidFill>
              </a:ln>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endParaRPr lang="zh-CN" altLang="en-US" sz="1050"/>
              </a:p>
            </p:txBody>
          </p:sp>
          <p:sp>
            <p:nvSpPr>
              <p:cNvPr id="179" name="矩形: 圆角 27">
                <a:extLst>
                  <a:ext uri="{FF2B5EF4-FFF2-40B4-BE49-F238E27FC236}">
                    <a16:creationId xmlns:a16="http://schemas.microsoft.com/office/drawing/2014/main" id="{CFA5BF65-EBFB-DD78-EB48-3B771BFAF31D}"/>
                  </a:ext>
                </a:extLst>
              </p:cNvPr>
              <p:cNvSpPr/>
              <p:nvPr/>
            </p:nvSpPr>
            <p:spPr>
              <a:xfrm>
                <a:off x="6223421" y="2677416"/>
                <a:ext cx="151303" cy="249980"/>
              </a:xfrm>
              <a:prstGeom prst="roundRect">
                <a:avLst/>
              </a:prstGeom>
              <a:solidFill>
                <a:schemeClr val="accent4">
                  <a:lumMod val="60000"/>
                  <a:lumOff val="40000"/>
                </a:schemeClr>
              </a:solidFill>
              <a:ln>
                <a:solidFill>
                  <a:schemeClr val="tx1"/>
                </a:solidFill>
              </a:ln>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endParaRPr lang="zh-CN" altLang="en-US" sz="1050"/>
              </a:p>
            </p:txBody>
          </p:sp>
          <p:sp>
            <p:nvSpPr>
              <p:cNvPr id="180" name="矩形: 圆角 28">
                <a:extLst>
                  <a:ext uri="{FF2B5EF4-FFF2-40B4-BE49-F238E27FC236}">
                    <a16:creationId xmlns:a16="http://schemas.microsoft.com/office/drawing/2014/main" id="{6E9C8267-0CBC-0FED-6C49-6ACB601DF975}"/>
                  </a:ext>
                </a:extLst>
              </p:cNvPr>
              <p:cNvSpPr/>
              <p:nvPr/>
            </p:nvSpPr>
            <p:spPr>
              <a:xfrm>
                <a:off x="6424658" y="2677416"/>
                <a:ext cx="151303" cy="249980"/>
              </a:xfrm>
              <a:prstGeom prst="roundRect">
                <a:avLst/>
              </a:prstGeom>
              <a:solidFill>
                <a:schemeClr val="accent4">
                  <a:lumMod val="60000"/>
                  <a:lumOff val="40000"/>
                </a:schemeClr>
              </a:solidFill>
              <a:ln>
                <a:solidFill>
                  <a:schemeClr val="tx1"/>
                </a:solidFill>
              </a:ln>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endParaRPr lang="zh-CN" altLang="en-US" sz="1050" dirty="0"/>
              </a:p>
            </p:txBody>
          </p:sp>
          <p:sp>
            <p:nvSpPr>
              <p:cNvPr id="181" name="矩形: 圆角 29">
                <a:extLst>
                  <a:ext uri="{FF2B5EF4-FFF2-40B4-BE49-F238E27FC236}">
                    <a16:creationId xmlns:a16="http://schemas.microsoft.com/office/drawing/2014/main" id="{78B6E6BD-D640-9FA9-8589-9DAF01E1FB69}"/>
                  </a:ext>
                </a:extLst>
              </p:cNvPr>
              <p:cNvSpPr/>
              <p:nvPr/>
            </p:nvSpPr>
            <p:spPr>
              <a:xfrm>
                <a:off x="6625892" y="2677416"/>
                <a:ext cx="151303" cy="249980"/>
              </a:xfrm>
              <a:prstGeom prst="roundRect">
                <a:avLst/>
              </a:prstGeom>
              <a:solidFill>
                <a:schemeClr val="accent4">
                  <a:lumMod val="60000"/>
                  <a:lumOff val="40000"/>
                </a:schemeClr>
              </a:solidFill>
              <a:ln>
                <a:solidFill>
                  <a:schemeClr val="tx1"/>
                </a:solidFill>
              </a:ln>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endParaRPr lang="zh-CN" altLang="en-US" sz="1050"/>
              </a:p>
            </p:txBody>
          </p:sp>
          <p:sp>
            <p:nvSpPr>
              <p:cNvPr id="182" name="矩形: 圆角 30">
                <a:extLst>
                  <a:ext uri="{FF2B5EF4-FFF2-40B4-BE49-F238E27FC236}">
                    <a16:creationId xmlns:a16="http://schemas.microsoft.com/office/drawing/2014/main" id="{A5DDEE21-8778-4976-7052-B80B317AD8FC}"/>
                  </a:ext>
                </a:extLst>
              </p:cNvPr>
              <p:cNvSpPr/>
              <p:nvPr/>
            </p:nvSpPr>
            <p:spPr>
              <a:xfrm>
                <a:off x="6827126" y="2677416"/>
                <a:ext cx="151303" cy="249980"/>
              </a:xfrm>
              <a:prstGeom prst="roundRect">
                <a:avLst/>
              </a:prstGeom>
              <a:solidFill>
                <a:schemeClr val="accent4">
                  <a:lumMod val="60000"/>
                  <a:lumOff val="40000"/>
                </a:schemeClr>
              </a:solidFill>
              <a:ln>
                <a:solidFill>
                  <a:schemeClr val="tx1"/>
                </a:solidFill>
              </a:ln>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endParaRPr lang="zh-CN" altLang="en-US" sz="1050"/>
              </a:p>
            </p:txBody>
          </p:sp>
          <p:sp>
            <p:nvSpPr>
              <p:cNvPr id="183" name="矩形: 圆角 31">
                <a:extLst>
                  <a:ext uri="{FF2B5EF4-FFF2-40B4-BE49-F238E27FC236}">
                    <a16:creationId xmlns:a16="http://schemas.microsoft.com/office/drawing/2014/main" id="{042C2707-86F1-BB0C-3BE9-9DAA663526F0}"/>
                  </a:ext>
                </a:extLst>
              </p:cNvPr>
              <p:cNvSpPr/>
              <p:nvPr/>
            </p:nvSpPr>
            <p:spPr>
              <a:xfrm>
                <a:off x="7028360" y="2677416"/>
                <a:ext cx="151303" cy="249980"/>
              </a:xfrm>
              <a:prstGeom prst="roundRect">
                <a:avLst/>
              </a:prstGeom>
              <a:solidFill>
                <a:schemeClr val="accent4">
                  <a:lumMod val="60000"/>
                  <a:lumOff val="40000"/>
                </a:schemeClr>
              </a:solidFill>
              <a:ln>
                <a:solidFill>
                  <a:schemeClr val="tx1"/>
                </a:solidFill>
              </a:ln>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endParaRPr lang="zh-CN" altLang="en-US" sz="1050"/>
              </a:p>
            </p:txBody>
          </p:sp>
        </p:grpSp>
        <p:cxnSp>
          <p:nvCxnSpPr>
            <p:cNvPr id="161" name="直接箭头连接符 9">
              <a:extLst>
                <a:ext uri="{FF2B5EF4-FFF2-40B4-BE49-F238E27FC236}">
                  <a16:creationId xmlns:a16="http://schemas.microsoft.com/office/drawing/2014/main" id="{14CC7498-AF2A-58B8-7785-83314875CA7E}"/>
                </a:ext>
              </a:extLst>
            </p:cNvPr>
            <p:cNvCxnSpPr/>
            <p:nvPr/>
          </p:nvCxnSpPr>
          <p:spPr>
            <a:xfrm flipV="1">
              <a:off x="6026007" y="2145704"/>
              <a:ext cx="7335" cy="434176"/>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
          <p:nvSpPr>
            <p:cNvPr id="162" name="左大括号 10">
              <a:extLst>
                <a:ext uri="{FF2B5EF4-FFF2-40B4-BE49-F238E27FC236}">
                  <a16:creationId xmlns:a16="http://schemas.microsoft.com/office/drawing/2014/main" id="{AA84CF2A-4648-D760-D7F1-BBDBD95DCB0E}"/>
                </a:ext>
              </a:extLst>
            </p:cNvPr>
            <p:cNvSpPr/>
            <p:nvPr/>
          </p:nvSpPr>
          <p:spPr>
            <a:xfrm rot="16200000">
              <a:off x="5343809" y="2161428"/>
              <a:ext cx="98163" cy="1820117"/>
            </a:xfrm>
            <a:prstGeom prst="leftBrace">
              <a:avLst/>
            </a:prstGeom>
            <a:ln>
              <a:solidFill>
                <a:schemeClr val="tx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sz="1050"/>
            </a:p>
          </p:txBody>
        </p:sp>
        <p:sp>
          <p:nvSpPr>
            <p:cNvPr id="163" name="左大括号 11">
              <a:extLst>
                <a:ext uri="{FF2B5EF4-FFF2-40B4-BE49-F238E27FC236}">
                  <a16:creationId xmlns:a16="http://schemas.microsoft.com/office/drawing/2014/main" id="{A0DCF3AD-D4FF-28B4-E3C9-4A3BE62F6ADB}"/>
                </a:ext>
              </a:extLst>
            </p:cNvPr>
            <p:cNvSpPr/>
            <p:nvPr/>
          </p:nvSpPr>
          <p:spPr>
            <a:xfrm rot="16200000">
              <a:off x="6885297" y="2491829"/>
              <a:ext cx="98163" cy="1159316"/>
            </a:xfrm>
            <a:prstGeom prst="leftBrace">
              <a:avLst/>
            </a:prstGeom>
            <a:ln>
              <a:solidFill>
                <a:schemeClr val="tx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sz="1050"/>
            </a:p>
          </p:txBody>
        </p:sp>
        <p:sp>
          <p:nvSpPr>
            <p:cNvPr id="164" name="文本框 12">
              <a:extLst>
                <a:ext uri="{FF2B5EF4-FFF2-40B4-BE49-F238E27FC236}">
                  <a16:creationId xmlns:a16="http://schemas.microsoft.com/office/drawing/2014/main" id="{D8A6BBAB-FC42-AD1C-8079-3FFF217CED21}"/>
                </a:ext>
              </a:extLst>
            </p:cNvPr>
            <p:cNvSpPr txBox="1"/>
            <p:nvPr/>
          </p:nvSpPr>
          <p:spPr>
            <a:xfrm>
              <a:off x="4919276" y="3177342"/>
              <a:ext cx="1006170" cy="281825"/>
            </a:xfrm>
            <a:prstGeom prst="rect">
              <a:avLst/>
            </a:prstGeom>
            <a:noFill/>
          </p:spPr>
          <p:txBody>
            <a:bodyPr wrap="square" rtlCol="0">
              <a:spAutoFit/>
            </a:bodyPr>
            <a:lstStyle/>
            <a:p>
              <a:r>
                <a:rPr lang="en-US" altLang="zh-CN" sz="500" dirty="0"/>
                <a:t>Tube Patches</a:t>
              </a:r>
              <a:endParaRPr lang="zh-CN" altLang="en-US" sz="500" dirty="0"/>
            </a:p>
          </p:txBody>
        </p:sp>
        <p:sp>
          <p:nvSpPr>
            <p:cNvPr id="165" name="文本框 13">
              <a:extLst>
                <a:ext uri="{FF2B5EF4-FFF2-40B4-BE49-F238E27FC236}">
                  <a16:creationId xmlns:a16="http://schemas.microsoft.com/office/drawing/2014/main" id="{A62F5FD4-FBA3-FE24-4388-697DE71C4268}"/>
                </a:ext>
              </a:extLst>
            </p:cNvPr>
            <p:cNvSpPr txBox="1"/>
            <p:nvPr/>
          </p:nvSpPr>
          <p:spPr>
            <a:xfrm>
              <a:off x="6507864" y="3177340"/>
              <a:ext cx="1006170" cy="281825"/>
            </a:xfrm>
            <a:prstGeom prst="rect">
              <a:avLst/>
            </a:prstGeom>
            <a:noFill/>
          </p:spPr>
          <p:txBody>
            <a:bodyPr wrap="square" rtlCol="0">
              <a:spAutoFit/>
            </a:bodyPr>
            <a:lstStyle/>
            <a:p>
              <a:r>
                <a:rPr lang="en-US" altLang="zh-CN" sz="500" dirty="0"/>
                <a:t>2D Patches</a:t>
              </a:r>
              <a:endParaRPr lang="zh-CN" altLang="en-US" sz="500" dirty="0"/>
            </a:p>
          </p:txBody>
        </p:sp>
        <p:cxnSp>
          <p:nvCxnSpPr>
            <p:cNvPr id="166" name="直接箭头连接符 14">
              <a:extLst>
                <a:ext uri="{FF2B5EF4-FFF2-40B4-BE49-F238E27FC236}">
                  <a16:creationId xmlns:a16="http://schemas.microsoft.com/office/drawing/2014/main" id="{FB0EB628-7053-D365-35A0-8F31E97F8584}"/>
                </a:ext>
              </a:extLst>
            </p:cNvPr>
            <p:cNvCxnSpPr>
              <a:cxnSpLocks/>
            </p:cNvCxnSpPr>
            <p:nvPr/>
          </p:nvCxnSpPr>
          <p:spPr>
            <a:xfrm flipV="1">
              <a:off x="6026007" y="3120569"/>
              <a:ext cx="1" cy="302992"/>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
          <p:nvSpPr>
            <p:cNvPr id="167" name="文本框 15">
              <a:extLst>
                <a:ext uri="{FF2B5EF4-FFF2-40B4-BE49-F238E27FC236}">
                  <a16:creationId xmlns:a16="http://schemas.microsoft.com/office/drawing/2014/main" id="{C253B2D4-1884-4A54-9191-8726FA4CFE47}"/>
                </a:ext>
              </a:extLst>
            </p:cNvPr>
            <p:cNvSpPr txBox="1"/>
            <p:nvPr/>
          </p:nvSpPr>
          <p:spPr>
            <a:xfrm>
              <a:off x="4537981" y="3439654"/>
              <a:ext cx="2926161" cy="358687"/>
            </a:xfrm>
            <a:prstGeom prst="rect">
              <a:avLst/>
            </a:prstGeom>
            <a:noFill/>
          </p:spPr>
          <p:txBody>
            <a:bodyPr wrap="square" rtlCol="0">
              <a:spAutoFit/>
            </a:bodyPr>
            <a:lstStyle/>
            <a:p>
              <a:pPr algn="ctr"/>
              <a:r>
                <a:rPr lang="en-US" altLang="zh-CN" sz="800" dirty="0"/>
                <a:t>+</a:t>
              </a:r>
              <a:r>
                <a:rPr lang="zh-CN" altLang="en-US" sz="800" dirty="0"/>
                <a:t>位置编码（固定余弦</a:t>
              </a:r>
              <a:r>
                <a:rPr lang="en-US" altLang="zh-CN" sz="800" dirty="0"/>
                <a:t>/</a:t>
              </a:r>
              <a:r>
                <a:rPr lang="zh-CN" altLang="en-US" sz="800" dirty="0"/>
                <a:t>正弦）</a:t>
              </a:r>
            </a:p>
          </p:txBody>
        </p:sp>
        <p:cxnSp>
          <p:nvCxnSpPr>
            <p:cNvPr id="168" name="直接箭头连接符 16">
              <a:extLst>
                <a:ext uri="{FF2B5EF4-FFF2-40B4-BE49-F238E27FC236}">
                  <a16:creationId xmlns:a16="http://schemas.microsoft.com/office/drawing/2014/main" id="{DA1D50FD-530B-FF67-B109-85CBB4203344}"/>
                </a:ext>
              </a:extLst>
            </p:cNvPr>
            <p:cNvCxnSpPr>
              <a:cxnSpLocks/>
            </p:cNvCxnSpPr>
            <p:nvPr/>
          </p:nvCxnSpPr>
          <p:spPr>
            <a:xfrm flipV="1">
              <a:off x="6026006" y="3718297"/>
              <a:ext cx="1" cy="302992"/>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grpSp>
    </p:spTree>
    <p:extLst>
      <p:ext uri="{BB962C8B-B14F-4D97-AF65-F5344CB8AC3E}">
        <p14:creationId xmlns:p14="http://schemas.microsoft.com/office/powerpoint/2010/main" val="3930127778"/>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B5BE309-B71E-58D5-5970-1BB12BBB6BF2}"/>
              </a:ext>
            </a:extLst>
          </p:cNvPr>
          <p:cNvSpPr>
            <a:spLocks noGrp="1"/>
          </p:cNvSpPr>
          <p:nvPr>
            <p:ph type="title"/>
          </p:nvPr>
        </p:nvSpPr>
        <p:spPr/>
        <p:txBody>
          <a:bodyPr/>
          <a:lstStyle/>
          <a:p>
            <a:r>
              <a:rPr lang="en-US" altLang="zh-CN" dirty="0"/>
              <a:t>Transformer</a:t>
            </a:r>
            <a:r>
              <a:rPr lang="zh-CN" altLang="en-US" dirty="0"/>
              <a:t>的广泛应用</a:t>
            </a:r>
            <a:endParaRPr lang="en-US" dirty="0"/>
          </a:p>
        </p:txBody>
      </p:sp>
      <p:sp>
        <p:nvSpPr>
          <p:cNvPr id="3" name="Content Placeholder 2">
            <a:extLst>
              <a:ext uri="{FF2B5EF4-FFF2-40B4-BE49-F238E27FC236}">
                <a16:creationId xmlns:a16="http://schemas.microsoft.com/office/drawing/2014/main" id="{F5D9AFE1-CC70-B0E5-2A05-7599A9ADC562}"/>
              </a:ext>
            </a:extLst>
          </p:cNvPr>
          <p:cNvSpPr>
            <a:spLocks noGrp="1"/>
          </p:cNvSpPr>
          <p:nvPr>
            <p:ph idx="1"/>
          </p:nvPr>
        </p:nvSpPr>
        <p:spPr/>
        <p:txBody>
          <a:bodyPr/>
          <a:lstStyle/>
          <a:p>
            <a:r>
              <a:rPr lang="en-US" dirty="0" err="1"/>
              <a:t>Transformer是目前</a:t>
            </a:r>
            <a:r>
              <a:rPr lang="zh-CN" altLang="en-US" dirty="0"/>
              <a:t>通用</a:t>
            </a:r>
            <a:r>
              <a:rPr lang="en-US" dirty="0" err="1"/>
              <a:t>表征模型的基本架构</a:t>
            </a:r>
            <a:endParaRPr lang="en-US" dirty="0"/>
          </a:p>
        </p:txBody>
      </p:sp>
      <p:grpSp>
        <p:nvGrpSpPr>
          <p:cNvPr id="8" name="Group 7">
            <a:extLst>
              <a:ext uri="{FF2B5EF4-FFF2-40B4-BE49-F238E27FC236}">
                <a16:creationId xmlns:a16="http://schemas.microsoft.com/office/drawing/2014/main" id="{EA82F357-371E-8C88-C7E9-D2B0DEB4F452}"/>
              </a:ext>
            </a:extLst>
          </p:cNvPr>
          <p:cNvGrpSpPr/>
          <p:nvPr/>
        </p:nvGrpSpPr>
        <p:grpSpPr>
          <a:xfrm>
            <a:off x="990600" y="1655046"/>
            <a:ext cx="6045200" cy="4890305"/>
            <a:chOff x="3251200" y="1466333"/>
            <a:chExt cx="6045200" cy="4890305"/>
          </a:xfrm>
        </p:grpSpPr>
        <p:pic>
          <p:nvPicPr>
            <p:cNvPr id="4" name="Picture 3">
              <a:extLst>
                <a:ext uri="{FF2B5EF4-FFF2-40B4-BE49-F238E27FC236}">
                  <a16:creationId xmlns:a16="http://schemas.microsoft.com/office/drawing/2014/main" id="{3E2EE9B2-68B0-EAC5-DF26-D226DF7DC63D}"/>
                </a:ext>
              </a:extLst>
            </p:cNvPr>
            <p:cNvPicPr>
              <a:picLocks noChangeAspect="1"/>
            </p:cNvPicPr>
            <p:nvPr/>
          </p:nvPicPr>
          <p:blipFill>
            <a:blip r:embed="rId3"/>
            <a:stretch>
              <a:fillRect/>
            </a:stretch>
          </p:blipFill>
          <p:spPr>
            <a:xfrm>
              <a:off x="3251200" y="1650999"/>
              <a:ext cx="6045200" cy="4705639"/>
            </a:xfrm>
            <a:prstGeom prst="rect">
              <a:avLst/>
            </a:prstGeom>
          </p:spPr>
        </p:pic>
        <p:sp>
          <p:nvSpPr>
            <p:cNvPr id="5" name="TextBox 4">
              <a:extLst>
                <a:ext uri="{FF2B5EF4-FFF2-40B4-BE49-F238E27FC236}">
                  <a16:creationId xmlns:a16="http://schemas.microsoft.com/office/drawing/2014/main" id="{4C99AF36-919E-91C4-8DED-8FE6C1A2133D}"/>
                </a:ext>
              </a:extLst>
            </p:cNvPr>
            <p:cNvSpPr txBox="1"/>
            <p:nvPr/>
          </p:nvSpPr>
          <p:spPr>
            <a:xfrm>
              <a:off x="3604117" y="4003818"/>
              <a:ext cx="1107996" cy="369332"/>
            </a:xfrm>
            <a:prstGeom prst="rect">
              <a:avLst/>
            </a:prstGeom>
            <a:noFill/>
          </p:spPr>
          <p:txBody>
            <a:bodyPr wrap="none" rtlCol="0">
              <a:spAutoFit/>
            </a:bodyPr>
            <a:lstStyle/>
            <a:p>
              <a:pPr algn="ctr"/>
              <a:r>
                <a:rPr lang="en-US" dirty="0" err="1"/>
                <a:t>编码模型</a:t>
              </a:r>
              <a:endParaRPr lang="en-US" dirty="0"/>
            </a:p>
          </p:txBody>
        </p:sp>
        <p:sp>
          <p:nvSpPr>
            <p:cNvPr id="6" name="TextBox 5">
              <a:extLst>
                <a:ext uri="{FF2B5EF4-FFF2-40B4-BE49-F238E27FC236}">
                  <a16:creationId xmlns:a16="http://schemas.microsoft.com/office/drawing/2014/main" id="{300CFB5D-892F-BF7C-4609-9DACAAC0F6A8}"/>
                </a:ext>
              </a:extLst>
            </p:cNvPr>
            <p:cNvSpPr txBox="1"/>
            <p:nvPr/>
          </p:nvSpPr>
          <p:spPr>
            <a:xfrm>
              <a:off x="4683414" y="1466333"/>
              <a:ext cx="1646605" cy="369332"/>
            </a:xfrm>
            <a:prstGeom prst="rect">
              <a:avLst/>
            </a:prstGeom>
            <a:noFill/>
          </p:spPr>
          <p:txBody>
            <a:bodyPr wrap="none" rtlCol="0">
              <a:spAutoFit/>
            </a:bodyPr>
            <a:lstStyle/>
            <a:p>
              <a:pPr algn="ctr"/>
              <a:r>
                <a:rPr lang="en-US" dirty="0" err="1"/>
                <a:t>编码</a:t>
              </a:r>
              <a:r>
                <a:rPr lang="en-US" altLang="zh-CN" dirty="0"/>
                <a:t>-</a:t>
              </a:r>
              <a:r>
                <a:rPr lang="zh-CN" altLang="en-US" dirty="0"/>
                <a:t>解码模型</a:t>
              </a:r>
              <a:endParaRPr lang="en-US" dirty="0"/>
            </a:p>
          </p:txBody>
        </p:sp>
        <p:sp>
          <p:nvSpPr>
            <p:cNvPr id="7" name="TextBox 6">
              <a:extLst>
                <a:ext uri="{FF2B5EF4-FFF2-40B4-BE49-F238E27FC236}">
                  <a16:creationId xmlns:a16="http://schemas.microsoft.com/office/drawing/2014/main" id="{37CF329E-249B-0FE0-C0A3-A7AC001EAF11}"/>
                </a:ext>
              </a:extLst>
            </p:cNvPr>
            <p:cNvSpPr txBox="1"/>
            <p:nvPr/>
          </p:nvSpPr>
          <p:spPr>
            <a:xfrm>
              <a:off x="7419332" y="1466333"/>
              <a:ext cx="1107996" cy="369332"/>
            </a:xfrm>
            <a:prstGeom prst="rect">
              <a:avLst/>
            </a:prstGeom>
            <a:noFill/>
          </p:spPr>
          <p:txBody>
            <a:bodyPr wrap="none" rtlCol="0">
              <a:spAutoFit/>
            </a:bodyPr>
            <a:lstStyle/>
            <a:p>
              <a:pPr algn="ctr"/>
              <a:r>
                <a:rPr lang="en-US" dirty="0" err="1"/>
                <a:t>解码模型</a:t>
              </a:r>
              <a:endParaRPr lang="en-US" dirty="0"/>
            </a:p>
          </p:txBody>
        </p:sp>
      </p:grpSp>
      <p:pic>
        <p:nvPicPr>
          <p:cNvPr id="9" name="图片 4">
            <a:extLst>
              <a:ext uri="{FF2B5EF4-FFF2-40B4-BE49-F238E27FC236}">
                <a16:creationId xmlns:a16="http://schemas.microsoft.com/office/drawing/2014/main" id="{9367EFE7-B5FF-7F30-8E2A-69997A4F42C1}"/>
              </a:ext>
            </a:extLst>
          </p:cNvPr>
          <p:cNvPicPr>
            <a:picLocks noChangeAspect="1"/>
          </p:cNvPicPr>
          <p:nvPr/>
        </p:nvPicPr>
        <p:blipFill>
          <a:blip r:embed="rId4"/>
          <a:stretch>
            <a:fillRect/>
          </a:stretch>
        </p:blipFill>
        <p:spPr>
          <a:xfrm>
            <a:off x="7577936" y="898903"/>
            <a:ext cx="4139984" cy="5060194"/>
          </a:xfrm>
          <a:prstGeom prst="rect">
            <a:avLst/>
          </a:prstGeom>
        </p:spPr>
      </p:pic>
      <p:sp>
        <p:nvSpPr>
          <p:cNvPr id="10" name="Rounded Rectangle 9">
            <a:extLst>
              <a:ext uri="{FF2B5EF4-FFF2-40B4-BE49-F238E27FC236}">
                <a16:creationId xmlns:a16="http://schemas.microsoft.com/office/drawing/2014/main" id="{509082D9-A961-7FB5-C6FC-C7BACE468D1C}"/>
              </a:ext>
            </a:extLst>
          </p:cNvPr>
          <p:cNvSpPr/>
          <p:nvPr/>
        </p:nvSpPr>
        <p:spPr>
          <a:xfrm>
            <a:off x="7908028" y="2411187"/>
            <a:ext cx="1739900" cy="2832100"/>
          </a:xfrm>
          <a:prstGeom prst="roundRect">
            <a:avLst>
              <a:gd name="adj" fmla="val 8940"/>
            </a:avLst>
          </a:prstGeom>
          <a:noFill/>
          <a:ln w="19050">
            <a:solidFill>
              <a:srgbClr val="FF0000"/>
            </a:solidFill>
            <a:prstDash val="lg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ounded Rectangle 10">
            <a:extLst>
              <a:ext uri="{FF2B5EF4-FFF2-40B4-BE49-F238E27FC236}">
                <a16:creationId xmlns:a16="http://schemas.microsoft.com/office/drawing/2014/main" id="{54B066E8-D5E1-6D9C-8A14-88C14ACB570A}"/>
              </a:ext>
            </a:extLst>
          </p:cNvPr>
          <p:cNvSpPr/>
          <p:nvPr/>
        </p:nvSpPr>
        <p:spPr>
          <a:xfrm>
            <a:off x="9647928" y="1901374"/>
            <a:ext cx="1586129" cy="3251199"/>
          </a:xfrm>
          <a:prstGeom prst="roundRect">
            <a:avLst>
              <a:gd name="adj" fmla="val 8940"/>
            </a:avLst>
          </a:prstGeom>
          <a:noFill/>
          <a:ln w="19050">
            <a:solidFill>
              <a:srgbClr val="FF0000"/>
            </a:solidFill>
            <a:prstDash val="lg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TextBox 11">
            <a:extLst>
              <a:ext uri="{FF2B5EF4-FFF2-40B4-BE49-F238E27FC236}">
                <a16:creationId xmlns:a16="http://schemas.microsoft.com/office/drawing/2014/main" id="{8161B263-4C74-FFBF-CE00-EE7C506BFDB7}"/>
              </a:ext>
            </a:extLst>
          </p:cNvPr>
          <p:cNvSpPr txBox="1"/>
          <p:nvPr/>
        </p:nvSpPr>
        <p:spPr>
          <a:xfrm>
            <a:off x="7658824" y="1956226"/>
            <a:ext cx="954107" cy="400110"/>
          </a:xfrm>
          <a:prstGeom prst="rect">
            <a:avLst/>
          </a:prstGeom>
          <a:noFill/>
        </p:spPr>
        <p:txBody>
          <a:bodyPr wrap="none" rtlCol="0">
            <a:spAutoFit/>
          </a:bodyPr>
          <a:lstStyle/>
          <a:p>
            <a:r>
              <a:rPr lang="en-US" sz="2000" err="1">
                <a:latin typeface="SimHei" panose="02010609060101010101" pitchFamily="49" charset="-122"/>
                <a:ea typeface="SimHei" panose="02010609060101010101" pitchFamily="49" charset="-122"/>
                <a:cs typeface="Calibri" panose="020F0502020204030204" pitchFamily="34" charset="0"/>
              </a:rPr>
              <a:t>编码器</a:t>
            </a:r>
            <a:endParaRPr lang="en-US" sz="2000">
              <a:latin typeface="SimHei" panose="02010609060101010101" pitchFamily="49" charset="-122"/>
              <a:ea typeface="SimHei" panose="02010609060101010101" pitchFamily="49" charset="-122"/>
              <a:cs typeface="Calibri" panose="020F0502020204030204" pitchFamily="34" charset="0"/>
            </a:endParaRPr>
          </a:p>
        </p:txBody>
      </p:sp>
      <p:sp>
        <p:nvSpPr>
          <p:cNvPr id="13" name="TextBox 12">
            <a:extLst>
              <a:ext uri="{FF2B5EF4-FFF2-40B4-BE49-F238E27FC236}">
                <a16:creationId xmlns:a16="http://schemas.microsoft.com/office/drawing/2014/main" id="{4BC8770F-C3B8-3C39-4635-5A8E1A4396A0}"/>
              </a:ext>
            </a:extLst>
          </p:cNvPr>
          <p:cNvSpPr txBox="1"/>
          <p:nvPr/>
        </p:nvSpPr>
        <p:spPr>
          <a:xfrm>
            <a:off x="10757003" y="1501264"/>
            <a:ext cx="954107" cy="400110"/>
          </a:xfrm>
          <a:prstGeom prst="rect">
            <a:avLst/>
          </a:prstGeom>
          <a:noFill/>
        </p:spPr>
        <p:txBody>
          <a:bodyPr wrap="none" rtlCol="0">
            <a:spAutoFit/>
          </a:bodyPr>
          <a:lstStyle/>
          <a:p>
            <a:r>
              <a:rPr lang="zh-CN" altLang="en-US" sz="2000" dirty="0">
                <a:latin typeface="SimHei" panose="02010609060101010101" pitchFamily="49" charset="-122"/>
                <a:ea typeface="SimHei" panose="02010609060101010101" pitchFamily="49" charset="-122"/>
                <a:cs typeface="Calibri" panose="020F0502020204030204" pitchFamily="34" charset="0"/>
              </a:rPr>
              <a:t>解码器</a:t>
            </a:r>
            <a:endParaRPr lang="en-US" sz="2000" dirty="0">
              <a:latin typeface="SimHei" panose="02010609060101010101" pitchFamily="49" charset="-122"/>
              <a:ea typeface="SimHei" panose="02010609060101010101" pitchFamily="49" charset="-122"/>
              <a:cs typeface="Calibri" panose="020F0502020204030204" pitchFamily="34" charset="0"/>
            </a:endParaRPr>
          </a:p>
        </p:txBody>
      </p:sp>
    </p:spTree>
    <p:extLst>
      <p:ext uri="{BB962C8B-B14F-4D97-AF65-F5344CB8AC3E}">
        <p14:creationId xmlns:p14="http://schemas.microsoft.com/office/powerpoint/2010/main" val="677373716"/>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855D0A5-770D-6164-FB07-EB6B91D9BC36}"/>
            </a:ext>
          </a:extLst>
        </p:cNvPr>
        <p:cNvGrpSpPr/>
        <p:nvPr/>
      </p:nvGrpSpPr>
      <p:grpSpPr>
        <a:xfrm>
          <a:off x="0" y="0"/>
          <a:ext cx="0" cy="0"/>
          <a:chOff x="0" y="0"/>
          <a:chExt cx="0" cy="0"/>
        </a:xfrm>
      </p:grpSpPr>
      <p:sp>
        <p:nvSpPr>
          <p:cNvPr id="2" name="标题 1">
            <a:extLst>
              <a:ext uri="{FF2B5EF4-FFF2-40B4-BE49-F238E27FC236}">
                <a16:creationId xmlns:a16="http://schemas.microsoft.com/office/drawing/2014/main" id="{F96BC359-D6FB-2838-9E5B-4EA7315ED288}"/>
              </a:ext>
            </a:extLst>
          </p:cNvPr>
          <p:cNvSpPr>
            <a:spLocks noGrp="1"/>
          </p:cNvSpPr>
          <p:nvPr>
            <p:ph type="title"/>
          </p:nvPr>
        </p:nvSpPr>
        <p:spPr/>
        <p:txBody>
          <a:bodyPr/>
          <a:lstStyle/>
          <a:p>
            <a:r>
              <a:rPr lang="en-US" altLang="zh-CN" dirty="0"/>
              <a:t>Transformer</a:t>
            </a:r>
            <a:r>
              <a:rPr lang="zh-CN" altLang="en-US" dirty="0"/>
              <a:t>的应用</a:t>
            </a:r>
          </a:p>
        </p:txBody>
      </p:sp>
      <p:sp>
        <p:nvSpPr>
          <p:cNvPr id="4" name="Content Placeholder 3">
            <a:extLst>
              <a:ext uri="{FF2B5EF4-FFF2-40B4-BE49-F238E27FC236}">
                <a16:creationId xmlns:a16="http://schemas.microsoft.com/office/drawing/2014/main" id="{04F3784C-F958-3DEB-2665-E88B08703114}"/>
              </a:ext>
            </a:extLst>
          </p:cNvPr>
          <p:cNvSpPr>
            <a:spLocks noGrp="1"/>
          </p:cNvSpPr>
          <p:nvPr>
            <p:ph idx="1"/>
          </p:nvPr>
        </p:nvSpPr>
        <p:spPr>
          <a:xfrm>
            <a:off x="566057" y="970767"/>
            <a:ext cx="11353800" cy="4705454"/>
          </a:xfrm>
        </p:spPr>
        <p:txBody>
          <a:bodyPr/>
          <a:lstStyle/>
          <a:p>
            <a:pPr indent="-457200">
              <a:lnSpc>
                <a:spcPct val="180000"/>
              </a:lnSpc>
              <a:spcBef>
                <a:spcPts val="0"/>
              </a:spcBef>
              <a:buFont typeface="Wingdings" panose="05000000000000000000" pitchFamily="2" charset="2"/>
              <a:buChar char="p"/>
            </a:pPr>
            <a:r>
              <a:rPr lang="zh-CN" altLang="en-US" dirty="0"/>
              <a:t>要在不同应用里面用</a:t>
            </a:r>
            <a:r>
              <a:rPr lang="en-US" altLang="en-US" dirty="0"/>
              <a:t>Transformer，</a:t>
            </a:r>
            <a:r>
              <a:rPr lang="zh-CN" altLang="en-US" dirty="0"/>
              <a:t>需要考虑数据应用的形态</a:t>
            </a:r>
            <a:endParaRPr lang="en-US" dirty="0"/>
          </a:p>
          <a:p>
            <a:pPr indent="-457200">
              <a:lnSpc>
                <a:spcPct val="180000"/>
              </a:lnSpc>
              <a:spcBef>
                <a:spcPts val="0"/>
              </a:spcBef>
              <a:buFont typeface="Wingdings" panose="05000000000000000000" pitchFamily="2" charset="2"/>
              <a:buChar char="p"/>
            </a:pPr>
            <a:r>
              <a:rPr lang="en-US" dirty="0" err="1"/>
              <a:t>需要根据不同的任务选择合适的Transformer架构</a:t>
            </a:r>
            <a:endParaRPr lang="en-US" dirty="0"/>
          </a:p>
          <a:p>
            <a:pPr lvl="2" indent="-457200">
              <a:lnSpc>
                <a:spcPct val="180000"/>
              </a:lnSpc>
              <a:spcBef>
                <a:spcPts val="0"/>
              </a:spcBef>
              <a:buFont typeface="Wingdings" panose="05000000000000000000" pitchFamily="2" charset="2"/>
              <a:buChar char="p"/>
            </a:pPr>
            <a:r>
              <a:rPr lang="en-US" dirty="0" err="1"/>
              <a:t>适合Transformer编码器的任务</a:t>
            </a:r>
            <a:r>
              <a:rPr lang="zh-CN" altLang="en-US" dirty="0"/>
              <a:t>：内容理解等</a:t>
            </a:r>
            <a:endParaRPr lang="en-US" dirty="0"/>
          </a:p>
          <a:p>
            <a:pPr lvl="2" indent="-457200">
              <a:lnSpc>
                <a:spcPct val="180000"/>
              </a:lnSpc>
              <a:spcBef>
                <a:spcPts val="0"/>
              </a:spcBef>
              <a:buFont typeface="Wingdings" panose="05000000000000000000" pitchFamily="2" charset="2"/>
              <a:buChar char="p"/>
            </a:pPr>
            <a:r>
              <a:rPr lang="en-US" dirty="0" err="1"/>
              <a:t>适合Transformer解码器的任务</a:t>
            </a:r>
            <a:r>
              <a:rPr lang="zh-CN" altLang="en-US" dirty="0"/>
              <a:t>：内容生成等</a:t>
            </a:r>
            <a:endParaRPr lang="en-US" dirty="0"/>
          </a:p>
          <a:p>
            <a:pPr indent="-457200">
              <a:lnSpc>
                <a:spcPct val="180000"/>
              </a:lnSpc>
              <a:spcBef>
                <a:spcPts val="0"/>
              </a:spcBef>
              <a:buFont typeface="Wingdings" panose="05000000000000000000" pitchFamily="2" charset="2"/>
              <a:buChar char="p"/>
            </a:pPr>
            <a:r>
              <a:rPr lang="zh-CN" altLang="en-US" dirty="0"/>
              <a:t>以文本和图像为例，介绍</a:t>
            </a:r>
            <a:r>
              <a:rPr lang="en-US" altLang="zh-CN" dirty="0"/>
              <a:t>Transformer</a:t>
            </a:r>
            <a:r>
              <a:rPr lang="zh-CN" altLang="en-US" dirty="0"/>
              <a:t>的典型应用</a:t>
            </a:r>
            <a:endParaRPr lang="en-US" altLang="zh-CN" dirty="0"/>
          </a:p>
          <a:p>
            <a:pPr lvl="2" indent="-457200">
              <a:lnSpc>
                <a:spcPct val="180000"/>
              </a:lnSpc>
              <a:spcBef>
                <a:spcPts val="0"/>
              </a:spcBef>
              <a:buFont typeface="Wingdings" panose="05000000000000000000" pitchFamily="2" charset="2"/>
              <a:buChar char="p"/>
            </a:pPr>
            <a:r>
              <a:rPr lang="en-US" altLang="zh-CN" dirty="0"/>
              <a:t>Transformer</a:t>
            </a:r>
            <a:r>
              <a:rPr lang="zh-CN" altLang="en-US" dirty="0"/>
              <a:t>在文本处理中的应用（例如情感分析、机器翻译）</a:t>
            </a:r>
            <a:endParaRPr lang="en-US" altLang="zh-CN" dirty="0"/>
          </a:p>
          <a:p>
            <a:pPr lvl="2" indent="-457200">
              <a:lnSpc>
                <a:spcPct val="180000"/>
              </a:lnSpc>
              <a:spcBef>
                <a:spcPts val="0"/>
              </a:spcBef>
              <a:buFont typeface="Wingdings" panose="05000000000000000000" pitchFamily="2" charset="2"/>
              <a:buChar char="p"/>
            </a:pPr>
            <a:r>
              <a:rPr lang="en-US" altLang="zh-CN" dirty="0"/>
              <a:t>Transformer</a:t>
            </a:r>
            <a:r>
              <a:rPr lang="zh-CN" altLang="en-US" dirty="0"/>
              <a:t>在图像处理中的应用（例如图片分类）</a:t>
            </a:r>
            <a:endParaRPr lang="en-US" dirty="0"/>
          </a:p>
        </p:txBody>
      </p:sp>
    </p:spTree>
    <p:extLst>
      <p:ext uri="{BB962C8B-B14F-4D97-AF65-F5344CB8AC3E}">
        <p14:creationId xmlns:p14="http://schemas.microsoft.com/office/powerpoint/2010/main" val="1274641704"/>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A214481-EEBB-A3A4-8E55-03935D020995}"/>
            </a:ext>
          </a:extLst>
        </p:cNvPr>
        <p:cNvGrpSpPr/>
        <p:nvPr/>
      </p:nvGrpSpPr>
      <p:grpSpPr>
        <a:xfrm>
          <a:off x="0" y="0"/>
          <a:ext cx="0" cy="0"/>
          <a:chOff x="0" y="0"/>
          <a:chExt cx="0" cy="0"/>
        </a:xfrm>
      </p:grpSpPr>
      <p:sp>
        <p:nvSpPr>
          <p:cNvPr id="2" name="标题 1">
            <a:extLst>
              <a:ext uri="{FF2B5EF4-FFF2-40B4-BE49-F238E27FC236}">
                <a16:creationId xmlns:a16="http://schemas.microsoft.com/office/drawing/2014/main" id="{A550119C-FA54-A33C-F3AB-021A8B5F6C33}"/>
              </a:ext>
            </a:extLst>
          </p:cNvPr>
          <p:cNvSpPr>
            <a:spLocks noGrp="1"/>
          </p:cNvSpPr>
          <p:nvPr>
            <p:ph type="title"/>
          </p:nvPr>
        </p:nvSpPr>
        <p:spPr/>
        <p:txBody>
          <a:bodyPr/>
          <a:lstStyle/>
          <a:p>
            <a:r>
              <a:rPr lang="en-US" altLang="zh-CN" dirty="0"/>
              <a:t>Transformer</a:t>
            </a:r>
            <a:r>
              <a:rPr lang="zh-CN" altLang="en-US" dirty="0"/>
              <a:t>在文本处理中的应用</a:t>
            </a:r>
          </a:p>
        </p:txBody>
      </p:sp>
      <p:sp>
        <p:nvSpPr>
          <p:cNvPr id="4" name="Content Placeholder 3">
            <a:extLst>
              <a:ext uri="{FF2B5EF4-FFF2-40B4-BE49-F238E27FC236}">
                <a16:creationId xmlns:a16="http://schemas.microsoft.com/office/drawing/2014/main" id="{DEE1A680-9B15-5E8C-A02A-D8E7586896B7}"/>
              </a:ext>
            </a:extLst>
          </p:cNvPr>
          <p:cNvSpPr>
            <a:spLocks noGrp="1"/>
          </p:cNvSpPr>
          <p:nvPr>
            <p:ph idx="1"/>
          </p:nvPr>
        </p:nvSpPr>
        <p:spPr>
          <a:xfrm>
            <a:off x="626302" y="1033670"/>
            <a:ext cx="11110586" cy="5143293"/>
          </a:xfrm>
        </p:spPr>
        <p:txBody>
          <a:bodyPr>
            <a:normAutofit/>
          </a:bodyPr>
          <a:lstStyle/>
          <a:p>
            <a:pPr indent="-457200">
              <a:lnSpc>
                <a:spcPct val="180000"/>
              </a:lnSpc>
              <a:spcBef>
                <a:spcPts val="0"/>
              </a:spcBef>
              <a:buFont typeface="Wingdings" panose="05000000000000000000" pitchFamily="2" charset="2"/>
              <a:buChar char="p"/>
            </a:pPr>
            <a:r>
              <a:rPr lang="en-US" altLang="en-US" dirty="0" err="1"/>
              <a:t>一般应用流程</a:t>
            </a:r>
            <a:r>
              <a:rPr lang="zh-CN" altLang="en-US" dirty="0"/>
              <a:t>：</a:t>
            </a:r>
            <a:endParaRPr lang="en-US" altLang="zh-CN" dirty="0"/>
          </a:p>
          <a:p>
            <a:pPr lvl="2" indent="-457200">
              <a:lnSpc>
                <a:spcPct val="180000"/>
              </a:lnSpc>
              <a:spcBef>
                <a:spcPts val="0"/>
              </a:spcBef>
              <a:buFont typeface="Wingdings" panose="05000000000000000000" pitchFamily="2" charset="2"/>
              <a:buChar char="p"/>
            </a:pPr>
            <a:r>
              <a:rPr lang="zh-CN" altLang="en-US" dirty="0"/>
              <a:t>将</a:t>
            </a:r>
            <a:r>
              <a:rPr lang="en-US" altLang="en-US" dirty="0" err="1"/>
              <a:t>文本切分为Token序列</a:t>
            </a:r>
            <a:endParaRPr lang="en-US" altLang="en-US" dirty="0"/>
          </a:p>
          <a:p>
            <a:pPr lvl="2" indent="-457200">
              <a:lnSpc>
                <a:spcPct val="180000"/>
              </a:lnSpc>
              <a:spcBef>
                <a:spcPts val="0"/>
              </a:spcBef>
              <a:buFont typeface="Wingdings" panose="05000000000000000000" pitchFamily="2" charset="2"/>
              <a:buChar char="p"/>
            </a:pPr>
            <a:r>
              <a:rPr lang="zh-CN" altLang="en-US" dirty="0"/>
              <a:t>使用</a:t>
            </a:r>
            <a:r>
              <a:rPr lang="en-US" altLang="zh-CN" dirty="0"/>
              <a:t>Transformer</a:t>
            </a:r>
            <a:r>
              <a:rPr lang="zh-CN" altLang="en-US" dirty="0"/>
              <a:t>对文本进行编码</a:t>
            </a:r>
            <a:endParaRPr lang="en-US" altLang="zh-CN" dirty="0"/>
          </a:p>
          <a:p>
            <a:pPr lvl="2" indent="-457200">
              <a:lnSpc>
                <a:spcPct val="180000"/>
              </a:lnSpc>
              <a:spcBef>
                <a:spcPts val="0"/>
              </a:spcBef>
              <a:buFont typeface="Wingdings" panose="05000000000000000000" pitchFamily="2" charset="2"/>
              <a:buChar char="p"/>
            </a:pPr>
            <a:r>
              <a:rPr lang="zh-CN" altLang="en-US" dirty="0"/>
              <a:t>使用编码的表征进行预测</a:t>
            </a:r>
            <a:endParaRPr lang="en-US" altLang="zh-CN" dirty="0"/>
          </a:p>
          <a:p>
            <a:pPr indent="-457200">
              <a:lnSpc>
                <a:spcPct val="180000"/>
              </a:lnSpc>
              <a:spcBef>
                <a:spcPts val="0"/>
              </a:spcBef>
              <a:buFont typeface="Wingdings" panose="05000000000000000000" pitchFamily="2" charset="2"/>
              <a:buChar char="p"/>
            </a:pPr>
            <a:r>
              <a:rPr lang="zh-CN" altLang="en-US" dirty="0"/>
              <a:t>根据架构不同，</a:t>
            </a:r>
            <a:r>
              <a:rPr lang="en-US" altLang="zh-CN" dirty="0"/>
              <a:t>Transformer</a:t>
            </a:r>
            <a:r>
              <a:rPr lang="zh-CN" altLang="en-US" dirty="0"/>
              <a:t>一般有三种应用方法，分别处理不同任务</a:t>
            </a:r>
            <a:endParaRPr lang="en-US" altLang="zh-CN" dirty="0"/>
          </a:p>
          <a:p>
            <a:pPr lvl="2" indent="-457200">
              <a:lnSpc>
                <a:spcPct val="180000"/>
              </a:lnSpc>
              <a:spcBef>
                <a:spcPts val="0"/>
              </a:spcBef>
              <a:buFont typeface="Wingdings" panose="05000000000000000000" pitchFamily="2" charset="2"/>
              <a:buChar char="p"/>
            </a:pPr>
            <a:r>
              <a:rPr lang="zh-CN" altLang="en-US" dirty="0"/>
              <a:t>只使用</a:t>
            </a:r>
            <a:r>
              <a:rPr lang="en-US" altLang="zh-CN" dirty="0"/>
              <a:t>Transformer</a:t>
            </a:r>
            <a:r>
              <a:rPr lang="zh-CN" altLang="en-US" dirty="0"/>
              <a:t>编码器：一般用于理解任务（例如文本分类或序列标注）</a:t>
            </a:r>
            <a:endParaRPr lang="en-US" altLang="zh-CN" dirty="0"/>
          </a:p>
          <a:p>
            <a:pPr lvl="2" indent="-457200">
              <a:lnSpc>
                <a:spcPct val="180000"/>
              </a:lnSpc>
              <a:spcBef>
                <a:spcPts val="0"/>
              </a:spcBef>
              <a:buFont typeface="Wingdings" panose="05000000000000000000" pitchFamily="2" charset="2"/>
              <a:buChar char="p"/>
            </a:pPr>
            <a:r>
              <a:rPr lang="zh-CN" altLang="en-US" dirty="0"/>
              <a:t>使用</a:t>
            </a:r>
            <a:r>
              <a:rPr lang="en-US" altLang="zh-CN" dirty="0"/>
              <a:t>Transformer</a:t>
            </a:r>
            <a:r>
              <a:rPr lang="zh-CN" altLang="en-US" dirty="0"/>
              <a:t>编码器</a:t>
            </a:r>
            <a:r>
              <a:rPr lang="en-US" altLang="zh-CN" dirty="0"/>
              <a:t>+</a:t>
            </a:r>
            <a:r>
              <a:rPr lang="zh-CN" altLang="en-US" dirty="0"/>
              <a:t>解码器：一般用于生成任务</a:t>
            </a:r>
            <a:endParaRPr lang="en-US" altLang="zh-CN" dirty="0"/>
          </a:p>
          <a:p>
            <a:pPr lvl="2" indent="-457200">
              <a:lnSpc>
                <a:spcPct val="180000"/>
              </a:lnSpc>
              <a:spcBef>
                <a:spcPts val="0"/>
              </a:spcBef>
              <a:buFont typeface="Wingdings" panose="05000000000000000000" pitchFamily="2" charset="2"/>
              <a:buChar char="p"/>
            </a:pPr>
            <a:r>
              <a:rPr lang="zh-CN" altLang="en-US" dirty="0"/>
              <a:t>使用</a:t>
            </a:r>
            <a:r>
              <a:rPr lang="en-US" altLang="zh-CN" dirty="0"/>
              <a:t>Transformer</a:t>
            </a:r>
            <a:r>
              <a:rPr lang="zh-CN" altLang="en-US" dirty="0"/>
              <a:t>解码器：一般用于生成任务</a:t>
            </a:r>
            <a:endParaRPr lang="en-US" altLang="zh-CN" dirty="0"/>
          </a:p>
          <a:p>
            <a:pPr lvl="1"/>
            <a:endParaRPr lang="en-US" altLang="zh-CN" dirty="0"/>
          </a:p>
          <a:p>
            <a:pPr marL="457200" lvl="1" indent="0">
              <a:buNone/>
            </a:pPr>
            <a:endParaRPr lang="en-US" dirty="0"/>
          </a:p>
        </p:txBody>
      </p:sp>
    </p:spTree>
    <p:extLst>
      <p:ext uri="{BB962C8B-B14F-4D97-AF65-F5344CB8AC3E}">
        <p14:creationId xmlns:p14="http://schemas.microsoft.com/office/powerpoint/2010/main" val="2131349319"/>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B841267-4226-6ACF-E1E8-1A981C9B16D0}"/>
            </a:ext>
          </a:extLst>
        </p:cNvPr>
        <p:cNvGrpSpPr/>
        <p:nvPr/>
      </p:nvGrpSpPr>
      <p:grpSpPr>
        <a:xfrm>
          <a:off x="0" y="0"/>
          <a:ext cx="0" cy="0"/>
          <a:chOff x="0" y="0"/>
          <a:chExt cx="0" cy="0"/>
        </a:xfrm>
      </p:grpSpPr>
      <p:sp>
        <p:nvSpPr>
          <p:cNvPr id="2" name="标题 1">
            <a:extLst>
              <a:ext uri="{FF2B5EF4-FFF2-40B4-BE49-F238E27FC236}">
                <a16:creationId xmlns:a16="http://schemas.microsoft.com/office/drawing/2014/main" id="{F69724AF-70F5-A8F3-AF09-0F6B4CDACD03}"/>
              </a:ext>
            </a:extLst>
          </p:cNvPr>
          <p:cNvSpPr>
            <a:spLocks noGrp="1"/>
          </p:cNvSpPr>
          <p:nvPr>
            <p:ph type="title"/>
          </p:nvPr>
        </p:nvSpPr>
        <p:spPr/>
        <p:txBody>
          <a:bodyPr/>
          <a:lstStyle/>
          <a:p>
            <a:r>
              <a:rPr lang="en-US" altLang="zh-CN" dirty="0"/>
              <a:t>Transformer</a:t>
            </a:r>
            <a:r>
              <a:rPr lang="zh-CN" altLang="en-US" dirty="0"/>
              <a:t>编码器在文本处理中的应用</a:t>
            </a:r>
          </a:p>
        </p:txBody>
      </p:sp>
      <mc:AlternateContent xmlns:mc="http://schemas.openxmlformats.org/markup-compatibility/2006" xmlns:a14="http://schemas.microsoft.com/office/drawing/2010/main">
        <mc:Choice Requires="a14">
          <p:sp>
            <p:nvSpPr>
              <p:cNvPr id="4" name="Content Placeholder 3">
                <a:extLst>
                  <a:ext uri="{FF2B5EF4-FFF2-40B4-BE49-F238E27FC236}">
                    <a16:creationId xmlns:a16="http://schemas.microsoft.com/office/drawing/2014/main" id="{621EBAE5-EE91-7B70-34F4-05913923D5D5}"/>
                  </a:ext>
                </a:extLst>
              </p:cNvPr>
              <p:cNvSpPr>
                <a:spLocks noGrp="1"/>
              </p:cNvSpPr>
              <p:nvPr>
                <p:ph idx="1"/>
              </p:nvPr>
            </p:nvSpPr>
            <p:spPr>
              <a:xfrm>
                <a:off x="626302" y="1033670"/>
                <a:ext cx="11110586" cy="5143293"/>
              </a:xfrm>
            </p:spPr>
            <p:txBody>
              <a:bodyPr>
                <a:normAutofit/>
              </a:bodyPr>
              <a:lstStyle/>
              <a:p>
                <a:pPr indent="-457200">
                  <a:lnSpc>
                    <a:spcPct val="180000"/>
                  </a:lnSpc>
                  <a:spcBef>
                    <a:spcPts val="0"/>
                  </a:spcBef>
                  <a:buFont typeface="Wingdings" panose="05000000000000000000" pitchFamily="2" charset="2"/>
                  <a:buChar char="p"/>
                </a:pPr>
                <a:r>
                  <a:rPr lang="en-US" altLang="en-US" dirty="0"/>
                  <a:t>Transformer</a:t>
                </a:r>
                <a:r>
                  <a:rPr lang="en-US" altLang="en-US" dirty="0" err="1"/>
                  <a:t>编码器在文本处理中的应用流程</a:t>
                </a:r>
                <a:endParaRPr lang="en-US" altLang="en-US" dirty="0"/>
              </a:p>
              <a:p>
                <a:pPr lvl="2" indent="-457200">
                  <a:lnSpc>
                    <a:spcPct val="180000"/>
                  </a:lnSpc>
                  <a:spcBef>
                    <a:spcPts val="0"/>
                  </a:spcBef>
                  <a:buFont typeface="Wingdings" panose="05000000000000000000" pitchFamily="2" charset="2"/>
                  <a:buChar char="p"/>
                </a:pPr>
                <a:r>
                  <a:rPr lang="en-US" altLang="en-US" dirty="0" err="1"/>
                  <a:t>将文本进行预处理</a:t>
                </a:r>
                <a:r>
                  <a:rPr lang="zh-CN" altLang="en-US" dirty="0"/>
                  <a:t>（例如加入句子开始和结束的标记）</a:t>
                </a:r>
                <a:endParaRPr lang="en-US" altLang="zh-CN" dirty="0"/>
              </a:p>
              <a:p>
                <a:pPr lvl="2" indent="-457200">
                  <a:lnSpc>
                    <a:spcPct val="180000"/>
                  </a:lnSpc>
                  <a:spcBef>
                    <a:spcPts val="0"/>
                  </a:spcBef>
                  <a:buFont typeface="Wingdings" panose="05000000000000000000" pitchFamily="2" charset="2"/>
                  <a:buChar char="p"/>
                </a:pPr>
                <a:r>
                  <a:rPr lang="zh-CN" altLang="en-US" dirty="0"/>
                  <a:t>将文本</a:t>
                </a:r>
                <a:r>
                  <a:rPr lang="en-US" altLang="en-US" dirty="0" err="1"/>
                  <a:t>切分为Token</a:t>
                </a:r>
                <a:r>
                  <a:rPr lang="zh-CN" altLang="en-US" dirty="0"/>
                  <a:t>，得到</a:t>
                </a:r>
                <a:r>
                  <a:rPr lang="en-US" altLang="zh-CN" dirty="0"/>
                  <a:t>token</a:t>
                </a:r>
                <a:r>
                  <a:rPr lang="zh-CN" altLang="en-US" dirty="0"/>
                  <a:t>序列</a:t>
                </a:r>
                <a:endParaRPr lang="en-US" altLang="en-US" dirty="0"/>
              </a:p>
              <a:p>
                <a:pPr lvl="2" indent="-457200">
                  <a:lnSpc>
                    <a:spcPct val="180000"/>
                  </a:lnSpc>
                  <a:spcBef>
                    <a:spcPts val="0"/>
                  </a:spcBef>
                  <a:buFont typeface="Wingdings" panose="05000000000000000000" pitchFamily="2" charset="2"/>
                  <a:buChar char="p"/>
                </a:pPr>
                <a:r>
                  <a:rPr lang="zh-CN" altLang="en-US" dirty="0"/>
                  <a:t>使用</a:t>
                </a:r>
                <a:r>
                  <a:rPr lang="en-US" altLang="zh-CN" dirty="0"/>
                  <a:t>Transformer</a:t>
                </a:r>
                <a:r>
                  <a:rPr lang="zh-CN" altLang="en-US" dirty="0"/>
                  <a:t>处理</a:t>
                </a:r>
                <a:r>
                  <a:rPr lang="en-US" altLang="zh-CN" dirty="0"/>
                  <a:t>Token</a:t>
                </a:r>
                <a:r>
                  <a:rPr lang="zh-CN" altLang="en-US" dirty="0"/>
                  <a:t>序列，得到每个</a:t>
                </a:r>
                <a:r>
                  <a:rPr lang="en-US" altLang="zh-CN" dirty="0"/>
                  <a:t>Token</a:t>
                </a:r>
                <a:r>
                  <a:rPr lang="zh-CN" altLang="en-US" dirty="0"/>
                  <a:t>的表征向量</a:t>
                </a:r>
                <a:endParaRPr lang="en-US" altLang="zh-CN" b="0" i="1" dirty="0">
                  <a:latin typeface="Cambria Math" panose="02040503050406030204" pitchFamily="18" charset="0"/>
                </a:endParaRPr>
              </a:p>
              <a:p>
                <a:pPr marL="457200" lvl="2">
                  <a:lnSpc>
                    <a:spcPct val="180000"/>
                  </a:lnSpc>
                  <a:spcBef>
                    <a:spcPts val="0"/>
                  </a:spcBef>
                </a:pPr>
                <a14:m>
                  <m:oMathPara xmlns:m="http://schemas.openxmlformats.org/officeDocument/2006/math">
                    <m:oMathParaPr>
                      <m:jc m:val="centerGroup"/>
                    </m:oMathParaPr>
                    <m:oMath xmlns:m="http://schemas.openxmlformats.org/officeDocument/2006/math">
                      <m:sSub>
                        <m:sSubPr>
                          <m:ctrlPr>
                            <a:rPr lang="en-US" altLang="zh-CN" b="0" i="1" smtClean="0">
                              <a:latin typeface="Cambria Math" panose="02040503050406030204" pitchFamily="18" charset="0"/>
                            </a:rPr>
                          </m:ctrlPr>
                        </m:sSubPr>
                        <m:e>
                          <m:r>
                            <a:rPr lang="en-US" altLang="zh-CN" b="1" i="1" smtClean="0">
                              <a:latin typeface="Cambria Math" panose="02040503050406030204" pitchFamily="18" charset="0"/>
                            </a:rPr>
                            <m:t>𝒉</m:t>
                          </m:r>
                        </m:e>
                        <m:sub>
                          <m:r>
                            <a:rPr lang="en-US" altLang="zh-CN" b="0" i="1" smtClean="0">
                              <a:latin typeface="Cambria Math" panose="02040503050406030204" pitchFamily="18" charset="0"/>
                            </a:rPr>
                            <m:t>1</m:t>
                          </m:r>
                        </m:sub>
                      </m:sSub>
                      <m:r>
                        <a:rPr lang="en-US" altLang="zh-CN" b="0" i="1" smtClean="0">
                          <a:latin typeface="Cambria Math" panose="02040503050406030204" pitchFamily="18" charset="0"/>
                        </a:rPr>
                        <m:t>⋯</m:t>
                      </m:r>
                      <m:sSub>
                        <m:sSubPr>
                          <m:ctrlPr>
                            <a:rPr lang="en-US" altLang="zh-CN" b="0" i="1" smtClean="0">
                              <a:latin typeface="Cambria Math" panose="02040503050406030204" pitchFamily="18" charset="0"/>
                            </a:rPr>
                          </m:ctrlPr>
                        </m:sSubPr>
                        <m:e>
                          <m:r>
                            <a:rPr lang="en-US" altLang="zh-CN" b="1" i="1" smtClean="0">
                              <a:latin typeface="Cambria Math" panose="02040503050406030204" pitchFamily="18" charset="0"/>
                            </a:rPr>
                            <m:t>𝒉</m:t>
                          </m:r>
                        </m:e>
                        <m:sub>
                          <m:r>
                            <a:rPr lang="en-US" altLang="zh-CN" b="0" i="1" smtClean="0">
                              <a:latin typeface="Cambria Math" panose="02040503050406030204" pitchFamily="18" charset="0"/>
                            </a:rPr>
                            <m:t>𝑁</m:t>
                          </m:r>
                        </m:sub>
                      </m:sSub>
                      <m:r>
                        <a:rPr lang="en-US" altLang="zh-CN" b="0" i="1" smtClean="0">
                          <a:latin typeface="Cambria Math" panose="02040503050406030204" pitchFamily="18" charset="0"/>
                        </a:rPr>
                        <m:t>=</m:t>
                      </m:r>
                      <m:sSub>
                        <m:sSubPr>
                          <m:ctrlPr>
                            <a:rPr lang="en-US" altLang="zh-CN" b="0" i="1" smtClean="0">
                              <a:latin typeface="Cambria Math" panose="02040503050406030204" pitchFamily="18" charset="0"/>
                            </a:rPr>
                          </m:ctrlPr>
                        </m:sSubPr>
                        <m:e>
                          <m:r>
                            <m:rPr>
                              <m:sty m:val="p"/>
                            </m:rPr>
                            <a:rPr lang="en-US" altLang="zh-CN" b="0" i="0" smtClean="0">
                              <a:latin typeface="Cambria Math" panose="02040503050406030204" pitchFamily="18" charset="0"/>
                            </a:rPr>
                            <m:t>Transformer</m:t>
                          </m:r>
                        </m:e>
                        <m:sub>
                          <m:r>
                            <a:rPr lang="en-US" altLang="zh-CN" b="0" i="1" smtClean="0">
                              <a:latin typeface="Cambria Math" panose="02040503050406030204" pitchFamily="18" charset="0"/>
                            </a:rPr>
                            <m:t>𝑒𝑛𝑐𝑜𝑑𝑒𝑟</m:t>
                          </m:r>
                        </m:sub>
                      </m:sSub>
                      <m:d>
                        <m:dPr>
                          <m:ctrlPr>
                            <a:rPr lang="en-US" altLang="zh-CN" b="0" i="1" smtClean="0">
                              <a:latin typeface="Cambria Math" panose="02040503050406030204" pitchFamily="18" charset="0"/>
                            </a:rPr>
                          </m:ctrlPr>
                        </m:dPr>
                        <m:e>
                          <m:sSub>
                            <m:sSubPr>
                              <m:ctrlPr>
                                <a:rPr lang="en-US" altLang="zh-CN" b="0" i="1" smtClean="0">
                                  <a:latin typeface="Cambria Math" panose="02040503050406030204" pitchFamily="18" charset="0"/>
                                </a:rPr>
                              </m:ctrlPr>
                            </m:sSubPr>
                            <m:e>
                              <m:r>
                                <a:rPr lang="en-US" altLang="zh-CN" b="0" i="1" smtClean="0">
                                  <a:latin typeface="Cambria Math" panose="02040503050406030204" pitchFamily="18" charset="0"/>
                                </a:rPr>
                                <m:t>𝑥</m:t>
                              </m:r>
                            </m:e>
                            <m:sub>
                              <m:r>
                                <a:rPr lang="en-US" altLang="zh-CN" b="0" i="0" smtClean="0">
                                  <a:latin typeface="Cambria Math" panose="02040503050406030204" pitchFamily="18" charset="0"/>
                                </a:rPr>
                                <m:t>1</m:t>
                              </m:r>
                            </m:sub>
                          </m:sSub>
                          <m:r>
                            <a:rPr lang="en-US" altLang="zh-CN" b="0" i="1" smtClean="0">
                              <a:latin typeface="Cambria Math" panose="02040503050406030204" pitchFamily="18" charset="0"/>
                            </a:rPr>
                            <m:t>⋯</m:t>
                          </m:r>
                          <m:sSub>
                            <m:sSubPr>
                              <m:ctrlPr>
                                <a:rPr lang="en-US" altLang="zh-CN" b="0" i="1" smtClean="0">
                                  <a:latin typeface="Cambria Math" panose="02040503050406030204" pitchFamily="18" charset="0"/>
                                </a:rPr>
                              </m:ctrlPr>
                            </m:sSubPr>
                            <m:e>
                              <m:r>
                                <a:rPr lang="en-US" altLang="zh-CN" b="0" i="1" smtClean="0">
                                  <a:latin typeface="Cambria Math" panose="02040503050406030204" pitchFamily="18" charset="0"/>
                                </a:rPr>
                                <m:t>𝑥</m:t>
                              </m:r>
                            </m:e>
                            <m:sub>
                              <m:r>
                                <a:rPr lang="en-US" altLang="zh-CN" b="0" i="1" smtClean="0">
                                  <a:latin typeface="Cambria Math" panose="02040503050406030204" pitchFamily="18" charset="0"/>
                                </a:rPr>
                                <m:t>𝑁</m:t>
                              </m:r>
                            </m:sub>
                          </m:sSub>
                        </m:e>
                      </m:d>
                    </m:oMath>
                  </m:oMathPara>
                </a14:m>
                <a:endParaRPr lang="en-US" altLang="zh-CN" b="0" dirty="0"/>
              </a:p>
              <a:p>
                <a:pPr lvl="2" indent="-457200">
                  <a:lnSpc>
                    <a:spcPct val="180000"/>
                  </a:lnSpc>
                  <a:spcBef>
                    <a:spcPts val="0"/>
                  </a:spcBef>
                  <a:buFont typeface="Wingdings" panose="05000000000000000000" pitchFamily="2" charset="2"/>
                  <a:buChar char="p"/>
                </a:pPr>
                <a:r>
                  <a:rPr lang="zh-CN" altLang="en-US" dirty="0"/>
                  <a:t>将表征进行进一步处理，预测任务标签，主要分两种情况：</a:t>
                </a:r>
                <a:endParaRPr lang="en-US" altLang="zh-CN" dirty="0"/>
              </a:p>
              <a:p>
                <a:pPr lvl="3" indent="-457200">
                  <a:lnSpc>
                    <a:spcPct val="180000"/>
                  </a:lnSpc>
                  <a:spcBef>
                    <a:spcPts val="0"/>
                  </a:spcBef>
                  <a:buFont typeface="Wingdings" panose="05000000000000000000" pitchFamily="2" charset="2"/>
                  <a:buChar char="p"/>
                </a:pPr>
                <a:r>
                  <a:rPr lang="zh-CN" altLang="en-US" sz="2000" dirty="0"/>
                  <a:t>序列标注任务</a:t>
                </a:r>
                <a:endParaRPr lang="en-US" altLang="zh-CN" sz="2000" dirty="0"/>
              </a:p>
              <a:p>
                <a:pPr lvl="3" indent="-457200">
                  <a:lnSpc>
                    <a:spcPct val="180000"/>
                  </a:lnSpc>
                  <a:spcBef>
                    <a:spcPts val="0"/>
                  </a:spcBef>
                  <a:buFont typeface="Wingdings" panose="05000000000000000000" pitchFamily="2" charset="2"/>
                  <a:buChar char="p"/>
                </a:pPr>
                <a:r>
                  <a:rPr lang="zh-CN" altLang="en-US" sz="2000" dirty="0"/>
                  <a:t>文本分类任务</a:t>
                </a:r>
                <a:endParaRPr lang="en-US" altLang="zh-CN" sz="2000" dirty="0"/>
              </a:p>
            </p:txBody>
          </p:sp>
        </mc:Choice>
        <mc:Fallback xmlns="">
          <p:sp>
            <p:nvSpPr>
              <p:cNvPr id="4" name="Content Placeholder 3">
                <a:extLst>
                  <a:ext uri="{FF2B5EF4-FFF2-40B4-BE49-F238E27FC236}">
                    <a16:creationId xmlns:a16="http://schemas.microsoft.com/office/drawing/2014/main" id="{621EBAE5-EE91-7B70-34F4-05913923D5D5}"/>
                  </a:ext>
                </a:extLst>
              </p:cNvPr>
              <p:cNvSpPr>
                <a:spLocks noGrp="1" noRot="1" noChangeAspect="1" noMove="1" noResize="1" noEditPoints="1" noAdjustHandles="1" noChangeArrowheads="1" noChangeShapeType="1" noTextEdit="1"/>
              </p:cNvSpPr>
              <p:nvPr>
                <p:ph idx="1"/>
              </p:nvPr>
            </p:nvSpPr>
            <p:spPr>
              <a:xfrm>
                <a:off x="626302" y="1033670"/>
                <a:ext cx="11110586" cy="5143293"/>
              </a:xfrm>
              <a:blipFill>
                <a:blip r:embed="rId3"/>
                <a:stretch>
                  <a:fillRect l="-799"/>
                </a:stretch>
              </a:blipFill>
            </p:spPr>
            <p:txBody>
              <a:bodyPr/>
              <a:lstStyle/>
              <a:p>
                <a:r>
                  <a:rPr lang="en-US">
                    <a:noFill/>
                  </a:rPr>
                  <a:t> </a:t>
                </a:r>
              </a:p>
            </p:txBody>
          </p:sp>
        </mc:Fallback>
      </mc:AlternateContent>
      <p:grpSp>
        <p:nvGrpSpPr>
          <p:cNvPr id="3" name="组合 302">
            <a:extLst>
              <a:ext uri="{FF2B5EF4-FFF2-40B4-BE49-F238E27FC236}">
                <a16:creationId xmlns:a16="http://schemas.microsoft.com/office/drawing/2014/main" id="{FF0D0EB0-9FE3-ABB1-5E8F-A7E69ACA25B1}"/>
              </a:ext>
            </a:extLst>
          </p:cNvPr>
          <p:cNvGrpSpPr/>
          <p:nvPr/>
        </p:nvGrpSpPr>
        <p:grpSpPr>
          <a:xfrm>
            <a:off x="9156403" y="3536805"/>
            <a:ext cx="2087897" cy="2710586"/>
            <a:chOff x="7162009" y="529241"/>
            <a:chExt cx="2087897" cy="2710586"/>
          </a:xfrm>
        </p:grpSpPr>
        <p:sp>
          <p:nvSpPr>
            <p:cNvPr id="5" name="文本框 285">
              <a:extLst>
                <a:ext uri="{FF2B5EF4-FFF2-40B4-BE49-F238E27FC236}">
                  <a16:creationId xmlns:a16="http://schemas.microsoft.com/office/drawing/2014/main" id="{B18BFF62-3929-B396-F6DC-265708AE276B}"/>
                </a:ext>
              </a:extLst>
            </p:cNvPr>
            <p:cNvSpPr txBox="1"/>
            <p:nvPr/>
          </p:nvSpPr>
          <p:spPr>
            <a:xfrm>
              <a:off x="7815508" y="2993606"/>
              <a:ext cx="1126996" cy="246221"/>
            </a:xfrm>
            <a:prstGeom prst="rect">
              <a:avLst/>
            </a:prstGeom>
            <a:noFill/>
          </p:spPr>
          <p:txBody>
            <a:bodyPr wrap="square" rtlCol="0">
              <a:spAutoFit/>
            </a:bodyPr>
            <a:lstStyle/>
            <a:p>
              <a:r>
                <a:rPr lang="en-US" altLang="zh-CN" sz="1000" dirty="0"/>
                <a:t>Single Sentence</a:t>
              </a:r>
              <a:endParaRPr lang="zh-CN" altLang="en-US" sz="1000" dirty="0"/>
            </a:p>
          </p:txBody>
        </p:sp>
        <p:grpSp>
          <p:nvGrpSpPr>
            <p:cNvPr id="6" name="组合 301">
              <a:extLst>
                <a:ext uri="{FF2B5EF4-FFF2-40B4-BE49-F238E27FC236}">
                  <a16:creationId xmlns:a16="http://schemas.microsoft.com/office/drawing/2014/main" id="{C9EC3453-138E-8AB5-BA6E-6CEDC8653EC6}"/>
                </a:ext>
              </a:extLst>
            </p:cNvPr>
            <p:cNvGrpSpPr/>
            <p:nvPr/>
          </p:nvGrpSpPr>
          <p:grpSpPr>
            <a:xfrm>
              <a:off x="7162009" y="529241"/>
              <a:ext cx="2087897" cy="2464365"/>
              <a:chOff x="7162009" y="529241"/>
              <a:chExt cx="2087897" cy="2464365"/>
            </a:xfrm>
          </p:grpSpPr>
          <p:grpSp>
            <p:nvGrpSpPr>
              <p:cNvPr id="7" name="组合 205">
                <a:extLst>
                  <a:ext uri="{FF2B5EF4-FFF2-40B4-BE49-F238E27FC236}">
                    <a16:creationId xmlns:a16="http://schemas.microsoft.com/office/drawing/2014/main" id="{07D304C6-3EFC-F383-A2AC-039AAEF32E12}"/>
                  </a:ext>
                </a:extLst>
              </p:cNvPr>
              <p:cNvGrpSpPr/>
              <p:nvPr/>
            </p:nvGrpSpPr>
            <p:grpSpPr>
              <a:xfrm>
                <a:off x="7162009" y="953790"/>
                <a:ext cx="2087897" cy="1428632"/>
                <a:chOff x="7162009" y="953790"/>
                <a:chExt cx="2087897" cy="1428632"/>
              </a:xfrm>
            </p:grpSpPr>
            <p:grpSp>
              <p:nvGrpSpPr>
                <p:cNvPr id="22" name="组合 50">
                  <a:extLst>
                    <a:ext uri="{FF2B5EF4-FFF2-40B4-BE49-F238E27FC236}">
                      <a16:creationId xmlns:a16="http://schemas.microsoft.com/office/drawing/2014/main" id="{0A2B8983-447F-0DE7-3ACA-607184976C07}"/>
                    </a:ext>
                  </a:extLst>
                </p:cNvPr>
                <p:cNvGrpSpPr/>
                <p:nvPr/>
              </p:nvGrpSpPr>
              <p:grpSpPr>
                <a:xfrm>
                  <a:off x="7168711" y="953790"/>
                  <a:ext cx="2065623" cy="1420938"/>
                  <a:chOff x="3576540" y="611793"/>
                  <a:chExt cx="2065623" cy="1420938"/>
                </a:xfrm>
              </p:grpSpPr>
              <p:grpSp>
                <p:nvGrpSpPr>
                  <p:cNvPr id="33" name="组合 1">
                    <a:extLst>
                      <a:ext uri="{FF2B5EF4-FFF2-40B4-BE49-F238E27FC236}">
                        <a16:creationId xmlns:a16="http://schemas.microsoft.com/office/drawing/2014/main" id="{E214FB60-87F0-7C40-6D93-0E5152C0EF4C}"/>
                      </a:ext>
                    </a:extLst>
                  </p:cNvPr>
                  <p:cNvGrpSpPr/>
                  <p:nvPr/>
                </p:nvGrpSpPr>
                <p:grpSpPr>
                  <a:xfrm rot="16200000">
                    <a:off x="4055349" y="381413"/>
                    <a:ext cx="1099088" cy="1875117"/>
                    <a:chOff x="10048489" y="4615656"/>
                    <a:chExt cx="1099088" cy="1329779"/>
                  </a:xfrm>
                </p:grpSpPr>
                <p:sp>
                  <p:nvSpPr>
                    <p:cNvPr id="35" name="Oval 4">
                      <a:extLst>
                        <a:ext uri="{FF2B5EF4-FFF2-40B4-BE49-F238E27FC236}">
                          <a16:creationId xmlns:a16="http://schemas.microsoft.com/office/drawing/2014/main" id="{B2A58B9C-78AB-8CAF-A439-9E8B1E0B6980}"/>
                        </a:ext>
                      </a:extLst>
                    </p:cNvPr>
                    <p:cNvSpPr/>
                    <p:nvPr/>
                  </p:nvSpPr>
                  <p:spPr>
                    <a:xfrm>
                      <a:off x="10171777" y="4620065"/>
                      <a:ext cx="227334" cy="227334"/>
                    </a:xfrm>
                    <a:prstGeom prst="ellipse">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latin typeface="Calibri" panose="020F0502020204030204" pitchFamily="34" charset="0"/>
                        <a:cs typeface="Calibri" panose="020F0502020204030204" pitchFamily="34" charset="0"/>
                      </a:endParaRPr>
                    </a:p>
                  </p:txBody>
                </p:sp>
                <p:sp>
                  <p:nvSpPr>
                    <p:cNvPr id="36" name="Oval 5">
                      <a:extLst>
                        <a:ext uri="{FF2B5EF4-FFF2-40B4-BE49-F238E27FC236}">
                          <a16:creationId xmlns:a16="http://schemas.microsoft.com/office/drawing/2014/main" id="{95B5000E-431C-F5C8-2C1E-1A03F6E92539}"/>
                        </a:ext>
                      </a:extLst>
                    </p:cNvPr>
                    <p:cNvSpPr/>
                    <p:nvPr/>
                  </p:nvSpPr>
                  <p:spPr>
                    <a:xfrm>
                      <a:off x="10172085" y="4894574"/>
                      <a:ext cx="227334" cy="227334"/>
                    </a:xfrm>
                    <a:prstGeom prst="ellipse">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latin typeface="Calibri" panose="020F0502020204030204" pitchFamily="34" charset="0"/>
                        <a:cs typeface="Calibri" panose="020F0502020204030204" pitchFamily="34" charset="0"/>
                      </a:endParaRPr>
                    </a:p>
                  </p:txBody>
                </p:sp>
                <p:sp>
                  <p:nvSpPr>
                    <p:cNvPr id="37" name="Oval 6">
                      <a:extLst>
                        <a:ext uri="{FF2B5EF4-FFF2-40B4-BE49-F238E27FC236}">
                          <a16:creationId xmlns:a16="http://schemas.microsoft.com/office/drawing/2014/main" id="{037690D7-B96D-EA03-E47F-C4178163A7E6}"/>
                        </a:ext>
                      </a:extLst>
                    </p:cNvPr>
                    <p:cNvSpPr/>
                    <p:nvPr/>
                  </p:nvSpPr>
                  <p:spPr>
                    <a:xfrm>
                      <a:off x="10172393" y="5169083"/>
                      <a:ext cx="227334" cy="227334"/>
                    </a:xfrm>
                    <a:prstGeom prst="ellipse">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latin typeface="Calibri" panose="020F0502020204030204" pitchFamily="34" charset="0"/>
                        <a:cs typeface="Calibri" panose="020F0502020204030204" pitchFamily="34" charset="0"/>
                      </a:endParaRPr>
                    </a:p>
                  </p:txBody>
                </p:sp>
                <p:sp>
                  <p:nvSpPr>
                    <p:cNvPr id="38" name="Oval 7">
                      <a:extLst>
                        <a:ext uri="{FF2B5EF4-FFF2-40B4-BE49-F238E27FC236}">
                          <a16:creationId xmlns:a16="http://schemas.microsoft.com/office/drawing/2014/main" id="{A9040049-7071-BEE7-71A8-B1023DCDD370}"/>
                        </a:ext>
                      </a:extLst>
                    </p:cNvPr>
                    <p:cNvSpPr/>
                    <p:nvPr/>
                  </p:nvSpPr>
                  <p:spPr>
                    <a:xfrm>
                      <a:off x="10171777" y="5443592"/>
                      <a:ext cx="227334" cy="227334"/>
                    </a:xfrm>
                    <a:prstGeom prst="ellipse">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latin typeface="Calibri" panose="020F0502020204030204" pitchFamily="34" charset="0"/>
                        <a:cs typeface="Calibri" panose="020F0502020204030204" pitchFamily="34" charset="0"/>
                      </a:endParaRPr>
                    </a:p>
                  </p:txBody>
                </p:sp>
                <p:sp>
                  <p:nvSpPr>
                    <p:cNvPr id="39" name="Oval 8">
                      <a:extLst>
                        <a:ext uri="{FF2B5EF4-FFF2-40B4-BE49-F238E27FC236}">
                          <a16:creationId xmlns:a16="http://schemas.microsoft.com/office/drawing/2014/main" id="{C6981C50-3AAB-7A88-BAAA-C43CB31582DE}"/>
                        </a:ext>
                      </a:extLst>
                    </p:cNvPr>
                    <p:cNvSpPr/>
                    <p:nvPr/>
                  </p:nvSpPr>
                  <p:spPr>
                    <a:xfrm>
                      <a:off x="10167947" y="5718101"/>
                      <a:ext cx="227334" cy="227334"/>
                    </a:xfrm>
                    <a:prstGeom prst="ellipse">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latin typeface="Calibri" panose="020F0502020204030204" pitchFamily="34" charset="0"/>
                        <a:cs typeface="Calibri" panose="020F0502020204030204" pitchFamily="34" charset="0"/>
                      </a:endParaRPr>
                    </a:p>
                  </p:txBody>
                </p:sp>
                <p:sp>
                  <p:nvSpPr>
                    <p:cNvPr id="40" name="Oval 9">
                      <a:extLst>
                        <a:ext uri="{FF2B5EF4-FFF2-40B4-BE49-F238E27FC236}">
                          <a16:creationId xmlns:a16="http://schemas.microsoft.com/office/drawing/2014/main" id="{F6003AEC-360B-E207-1C69-FB6C60423C5D}"/>
                        </a:ext>
                      </a:extLst>
                    </p:cNvPr>
                    <p:cNvSpPr/>
                    <p:nvPr/>
                  </p:nvSpPr>
                  <p:spPr>
                    <a:xfrm>
                      <a:off x="10806756" y="5164836"/>
                      <a:ext cx="227334" cy="227334"/>
                    </a:xfrm>
                    <a:prstGeom prst="ellipse">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latin typeface="Calibri" panose="020F0502020204030204" pitchFamily="34" charset="0"/>
                        <a:cs typeface="Calibri" panose="020F0502020204030204" pitchFamily="34" charset="0"/>
                      </a:endParaRPr>
                    </a:p>
                  </p:txBody>
                </p:sp>
                <p:sp>
                  <p:nvSpPr>
                    <p:cNvPr id="41" name="Oval 10">
                      <a:extLst>
                        <a:ext uri="{FF2B5EF4-FFF2-40B4-BE49-F238E27FC236}">
                          <a16:creationId xmlns:a16="http://schemas.microsoft.com/office/drawing/2014/main" id="{1CD3F619-F446-C5CE-DC10-5FD18F0AA559}"/>
                        </a:ext>
                      </a:extLst>
                    </p:cNvPr>
                    <p:cNvSpPr/>
                    <p:nvPr/>
                  </p:nvSpPr>
                  <p:spPr>
                    <a:xfrm>
                      <a:off x="10807064" y="5439426"/>
                      <a:ext cx="227334" cy="227334"/>
                    </a:xfrm>
                    <a:prstGeom prst="ellipse">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latin typeface="Calibri" panose="020F0502020204030204" pitchFamily="34" charset="0"/>
                        <a:cs typeface="Calibri" panose="020F0502020204030204" pitchFamily="34" charset="0"/>
                      </a:endParaRPr>
                    </a:p>
                  </p:txBody>
                </p:sp>
                <p:sp>
                  <p:nvSpPr>
                    <p:cNvPr id="42" name="Oval 11">
                      <a:extLst>
                        <a:ext uri="{FF2B5EF4-FFF2-40B4-BE49-F238E27FC236}">
                          <a16:creationId xmlns:a16="http://schemas.microsoft.com/office/drawing/2014/main" id="{C652FC76-0915-F970-D057-85419E3B4725}"/>
                        </a:ext>
                      </a:extLst>
                    </p:cNvPr>
                    <p:cNvSpPr/>
                    <p:nvPr/>
                  </p:nvSpPr>
                  <p:spPr>
                    <a:xfrm>
                      <a:off x="10807372" y="5714019"/>
                      <a:ext cx="227334" cy="227334"/>
                    </a:xfrm>
                    <a:prstGeom prst="ellipse">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latin typeface="Calibri" panose="020F0502020204030204" pitchFamily="34" charset="0"/>
                        <a:cs typeface="Calibri" panose="020F0502020204030204" pitchFamily="34" charset="0"/>
                      </a:endParaRPr>
                    </a:p>
                  </p:txBody>
                </p:sp>
                <p:cxnSp>
                  <p:nvCxnSpPr>
                    <p:cNvPr id="43" name="Straight Connector 12">
                      <a:extLst>
                        <a:ext uri="{FF2B5EF4-FFF2-40B4-BE49-F238E27FC236}">
                          <a16:creationId xmlns:a16="http://schemas.microsoft.com/office/drawing/2014/main" id="{60BE5D03-C709-882F-37B6-654BFA8FCDD5}"/>
                        </a:ext>
                      </a:extLst>
                    </p:cNvPr>
                    <p:cNvCxnSpPr>
                      <a:cxnSpLocks/>
                      <a:stCxn id="35" idx="6"/>
                      <a:endCxn id="40" idx="2"/>
                    </p:cNvCxnSpPr>
                    <p:nvPr/>
                  </p:nvCxnSpPr>
                  <p:spPr>
                    <a:xfrm>
                      <a:off x="10399111" y="4733732"/>
                      <a:ext cx="407645" cy="544771"/>
                    </a:xfrm>
                    <a:prstGeom prst="line">
                      <a:avLst/>
                    </a:prstGeom>
                    <a:ln w="12700">
                      <a:solidFill>
                        <a:schemeClr val="tx1"/>
                      </a:solidFill>
                    </a:ln>
                  </p:spPr>
                  <p:style>
                    <a:lnRef idx="2">
                      <a:schemeClr val="accent1"/>
                    </a:lnRef>
                    <a:fillRef idx="0">
                      <a:schemeClr val="accent1"/>
                    </a:fillRef>
                    <a:effectRef idx="1">
                      <a:schemeClr val="accent1"/>
                    </a:effectRef>
                    <a:fontRef idx="minor">
                      <a:schemeClr val="tx1"/>
                    </a:fontRef>
                  </p:style>
                </p:cxnSp>
                <p:cxnSp>
                  <p:nvCxnSpPr>
                    <p:cNvPr id="44" name="Straight Connector 13">
                      <a:extLst>
                        <a:ext uri="{FF2B5EF4-FFF2-40B4-BE49-F238E27FC236}">
                          <a16:creationId xmlns:a16="http://schemas.microsoft.com/office/drawing/2014/main" id="{6FB108CF-756C-0B9B-E00F-CF6C9B6607BA}"/>
                        </a:ext>
                      </a:extLst>
                    </p:cNvPr>
                    <p:cNvCxnSpPr>
                      <a:cxnSpLocks/>
                      <a:stCxn id="35" idx="6"/>
                      <a:endCxn id="41" idx="2"/>
                    </p:cNvCxnSpPr>
                    <p:nvPr/>
                  </p:nvCxnSpPr>
                  <p:spPr>
                    <a:xfrm>
                      <a:off x="10399111" y="4733732"/>
                      <a:ext cx="407953" cy="819361"/>
                    </a:xfrm>
                    <a:prstGeom prst="line">
                      <a:avLst/>
                    </a:prstGeom>
                    <a:ln w="12700">
                      <a:solidFill>
                        <a:schemeClr val="tx1"/>
                      </a:solidFill>
                    </a:ln>
                  </p:spPr>
                  <p:style>
                    <a:lnRef idx="2">
                      <a:schemeClr val="accent1"/>
                    </a:lnRef>
                    <a:fillRef idx="0">
                      <a:schemeClr val="accent1"/>
                    </a:fillRef>
                    <a:effectRef idx="1">
                      <a:schemeClr val="accent1"/>
                    </a:effectRef>
                    <a:fontRef idx="minor">
                      <a:schemeClr val="tx1"/>
                    </a:fontRef>
                  </p:style>
                </p:cxnSp>
                <p:cxnSp>
                  <p:nvCxnSpPr>
                    <p:cNvPr id="45" name="Straight Connector 14">
                      <a:extLst>
                        <a:ext uri="{FF2B5EF4-FFF2-40B4-BE49-F238E27FC236}">
                          <a16:creationId xmlns:a16="http://schemas.microsoft.com/office/drawing/2014/main" id="{0B264F4A-5228-6DD0-85BF-43E3C4568F41}"/>
                        </a:ext>
                      </a:extLst>
                    </p:cNvPr>
                    <p:cNvCxnSpPr>
                      <a:cxnSpLocks/>
                      <a:stCxn id="35" idx="6"/>
                      <a:endCxn id="42" idx="2"/>
                    </p:cNvCxnSpPr>
                    <p:nvPr/>
                  </p:nvCxnSpPr>
                  <p:spPr>
                    <a:xfrm>
                      <a:off x="10399111" y="4733732"/>
                      <a:ext cx="408261" cy="1093952"/>
                    </a:xfrm>
                    <a:prstGeom prst="line">
                      <a:avLst/>
                    </a:prstGeom>
                    <a:ln w="12700">
                      <a:solidFill>
                        <a:schemeClr val="tx1"/>
                      </a:solidFill>
                    </a:ln>
                  </p:spPr>
                  <p:style>
                    <a:lnRef idx="2">
                      <a:schemeClr val="accent1"/>
                    </a:lnRef>
                    <a:fillRef idx="0">
                      <a:schemeClr val="accent1"/>
                    </a:fillRef>
                    <a:effectRef idx="1">
                      <a:schemeClr val="accent1"/>
                    </a:effectRef>
                    <a:fontRef idx="minor">
                      <a:schemeClr val="tx1"/>
                    </a:fontRef>
                  </p:style>
                </p:cxnSp>
                <p:cxnSp>
                  <p:nvCxnSpPr>
                    <p:cNvPr id="46" name="Straight Connector 15">
                      <a:extLst>
                        <a:ext uri="{FF2B5EF4-FFF2-40B4-BE49-F238E27FC236}">
                          <a16:creationId xmlns:a16="http://schemas.microsoft.com/office/drawing/2014/main" id="{9638AB3E-AFB6-D454-2D6E-DC4B3458098E}"/>
                        </a:ext>
                      </a:extLst>
                    </p:cNvPr>
                    <p:cNvCxnSpPr>
                      <a:cxnSpLocks/>
                      <a:stCxn id="36" idx="6"/>
                      <a:endCxn id="40" idx="2"/>
                    </p:cNvCxnSpPr>
                    <p:nvPr/>
                  </p:nvCxnSpPr>
                  <p:spPr>
                    <a:xfrm>
                      <a:off x="10399419" y="5008241"/>
                      <a:ext cx="407337" cy="270262"/>
                    </a:xfrm>
                    <a:prstGeom prst="line">
                      <a:avLst/>
                    </a:prstGeom>
                    <a:ln w="12700">
                      <a:solidFill>
                        <a:schemeClr val="tx1"/>
                      </a:solidFill>
                    </a:ln>
                  </p:spPr>
                  <p:style>
                    <a:lnRef idx="2">
                      <a:schemeClr val="accent1"/>
                    </a:lnRef>
                    <a:fillRef idx="0">
                      <a:schemeClr val="accent1"/>
                    </a:fillRef>
                    <a:effectRef idx="1">
                      <a:schemeClr val="accent1"/>
                    </a:effectRef>
                    <a:fontRef idx="minor">
                      <a:schemeClr val="tx1"/>
                    </a:fontRef>
                  </p:style>
                </p:cxnSp>
                <p:cxnSp>
                  <p:nvCxnSpPr>
                    <p:cNvPr id="47" name="Straight Connector 16">
                      <a:extLst>
                        <a:ext uri="{FF2B5EF4-FFF2-40B4-BE49-F238E27FC236}">
                          <a16:creationId xmlns:a16="http://schemas.microsoft.com/office/drawing/2014/main" id="{43C94173-0E14-8510-927C-79A11B5661CC}"/>
                        </a:ext>
                      </a:extLst>
                    </p:cNvPr>
                    <p:cNvCxnSpPr>
                      <a:cxnSpLocks/>
                      <a:stCxn id="37" idx="6"/>
                      <a:endCxn id="40" idx="2"/>
                    </p:cNvCxnSpPr>
                    <p:nvPr/>
                  </p:nvCxnSpPr>
                  <p:spPr>
                    <a:xfrm flipV="1">
                      <a:off x="10399727" y="5278503"/>
                      <a:ext cx="407029" cy="4247"/>
                    </a:xfrm>
                    <a:prstGeom prst="line">
                      <a:avLst/>
                    </a:prstGeom>
                    <a:ln w="12700">
                      <a:solidFill>
                        <a:schemeClr val="tx1"/>
                      </a:solidFill>
                    </a:ln>
                  </p:spPr>
                  <p:style>
                    <a:lnRef idx="2">
                      <a:schemeClr val="accent1"/>
                    </a:lnRef>
                    <a:fillRef idx="0">
                      <a:schemeClr val="accent1"/>
                    </a:fillRef>
                    <a:effectRef idx="1">
                      <a:schemeClr val="accent1"/>
                    </a:effectRef>
                    <a:fontRef idx="minor">
                      <a:schemeClr val="tx1"/>
                    </a:fontRef>
                  </p:style>
                </p:cxnSp>
                <p:cxnSp>
                  <p:nvCxnSpPr>
                    <p:cNvPr id="48" name="Straight Connector 17">
                      <a:extLst>
                        <a:ext uri="{FF2B5EF4-FFF2-40B4-BE49-F238E27FC236}">
                          <a16:creationId xmlns:a16="http://schemas.microsoft.com/office/drawing/2014/main" id="{5389E94C-C259-59DC-AD90-473A6CA4192E}"/>
                        </a:ext>
                      </a:extLst>
                    </p:cNvPr>
                    <p:cNvCxnSpPr>
                      <a:cxnSpLocks/>
                      <a:stCxn id="38" idx="6"/>
                      <a:endCxn id="40" idx="2"/>
                    </p:cNvCxnSpPr>
                    <p:nvPr/>
                  </p:nvCxnSpPr>
                  <p:spPr>
                    <a:xfrm flipV="1">
                      <a:off x="10399111" y="5278503"/>
                      <a:ext cx="407645" cy="278756"/>
                    </a:xfrm>
                    <a:prstGeom prst="line">
                      <a:avLst/>
                    </a:prstGeom>
                    <a:ln w="12700">
                      <a:solidFill>
                        <a:schemeClr val="tx1"/>
                      </a:solidFill>
                    </a:ln>
                  </p:spPr>
                  <p:style>
                    <a:lnRef idx="2">
                      <a:schemeClr val="accent1"/>
                    </a:lnRef>
                    <a:fillRef idx="0">
                      <a:schemeClr val="accent1"/>
                    </a:fillRef>
                    <a:effectRef idx="1">
                      <a:schemeClr val="accent1"/>
                    </a:effectRef>
                    <a:fontRef idx="minor">
                      <a:schemeClr val="tx1"/>
                    </a:fontRef>
                  </p:style>
                </p:cxnSp>
                <p:cxnSp>
                  <p:nvCxnSpPr>
                    <p:cNvPr id="49" name="Straight Connector 18">
                      <a:extLst>
                        <a:ext uri="{FF2B5EF4-FFF2-40B4-BE49-F238E27FC236}">
                          <a16:creationId xmlns:a16="http://schemas.microsoft.com/office/drawing/2014/main" id="{DFD1A3EA-DB3A-8F0C-5375-C9A1BB8C8A06}"/>
                        </a:ext>
                      </a:extLst>
                    </p:cNvPr>
                    <p:cNvCxnSpPr>
                      <a:cxnSpLocks/>
                      <a:stCxn id="36" idx="6"/>
                      <a:endCxn id="41" idx="2"/>
                    </p:cNvCxnSpPr>
                    <p:nvPr/>
                  </p:nvCxnSpPr>
                  <p:spPr>
                    <a:xfrm>
                      <a:off x="10399419" y="5008241"/>
                      <a:ext cx="407645" cy="544852"/>
                    </a:xfrm>
                    <a:prstGeom prst="line">
                      <a:avLst/>
                    </a:prstGeom>
                    <a:ln w="12700">
                      <a:solidFill>
                        <a:schemeClr val="tx1"/>
                      </a:solidFill>
                    </a:ln>
                  </p:spPr>
                  <p:style>
                    <a:lnRef idx="2">
                      <a:schemeClr val="accent1"/>
                    </a:lnRef>
                    <a:fillRef idx="0">
                      <a:schemeClr val="accent1"/>
                    </a:fillRef>
                    <a:effectRef idx="1">
                      <a:schemeClr val="accent1"/>
                    </a:effectRef>
                    <a:fontRef idx="minor">
                      <a:schemeClr val="tx1"/>
                    </a:fontRef>
                  </p:style>
                </p:cxnSp>
                <p:cxnSp>
                  <p:nvCxnSpPr>
                    <p:cNvPr id="50" name="Straight Connector 19">
                      <a:extLst>
                        <a:ext uri="{FF2B5EF4-FFF2-40B4-BE49-F238E27FC236}">
                          <a16:creationId xmlns:a16="http://schemas.microsoft.com/office/drawing/2014/main" id="{7E31423D-4701-2BA6-EC23-128BC930CC01}"/>
                        </a:ext>
                      </a:extLst>
                    </p:cNvPr>
                    <p:cNvCxnSpPr>
                      <a:cxnSpLocks/>
                      <a:stCxn id="36" idx="6"/>
                    </p:cNvCxnSpPr>
                    <p:nvPr/>
                  </p:nvCxnSpPr>
                  <p:spPr>
                    <a:xfrm>
                      <a:off x="10399419" y="5008241"/>
                      <a:ext cx="407953" cy="819443"/>
                    </a:xfrm>
                    <a:prstGeom prst="line">
                      <a:avLst/>
                    </a:prstGeom>
                    <a:ln w="12700">
                      <a:solidFill>
                        <a:schemeClr val="tx1"/>
                      </a:solidFill>
                    </a:ln>
                  </p:spPr>
                  <p:style>
                    <a:lnRef idx="2">
                      <a:schemeClr val="accent1"/>
                    </a:lnRef>
                    <a:fillRef idx="0">
                      <a:schemeClr val="accent1"/>
                    </a:fillRef>
                    <a:effectRef idx="1">
                      <a:schemeClr val="accent1"/>
                    </a:effectRef>
                    <a:fontRef idx="minor">
                      <a:schemeClr val="tx1"/>
                    </a:fontRef>
                  </p:style>
                </p:cxnSp>
                <p:cxnSp>
                  <p:nvCxnSpPr>
                    <p:cNvPr id="51" name="Straight Connector 20">
                      <a:extLst>
                        <a:ext uri="{FF2B5EF4-FFF2-40B4-BE49-F238E27FC236}">
                          <a16:creationId xmlns:a16="http://schemas.microsoft.com/office/drawing/2014/main" id="{F97F1E5D-4E21-C83F-A2CE-60D20AC33192}"/>
                        </a:ext>
                      </a:extLst>
                    </p:cNvPr>
                    <p:cNvCxnSpPr>
                      <a:cxnSpLocks/>
                      <a:stCxn id="37" idx="6"/>
                      <a:endCxn id="41" idx="2"/>
                    </p:cNvCxnSpPr>
                    <p:nvPr/>
                  </p:nvCxnSpPr>
                  <p:spPr>
                    <a:xfrm>
                      <a:off x="10399727" y="5282750"/>
                      <a:ext cx="407337" cy="270343"/>
                    </a:xfrm>
                    <a:prstGeom prst="line">
                      <a:avLst/>
                    </a:prstGeom>
                    <a:ln w="12700">
                      <a:solidFill>
                        <a:schemeClr val="tx1"/>
                      </a:solidFill>
                    </a:ln>
                  </p:spPr>
                  <p:style>
                    <a:lnRef idx="2">
                      <a:schemeClr val="accent1"/>
                    </a:lnRef>
                    <a:fillRef idx="0">
                      <a:schemeClr val="accent1"/>
                    </a:fillRef>
                    <a:effectRef idx="1">
                      <a:schemeClr val="accent1"/>
                    </a:effectRef>
                    <a:fontRef idx="minor">
                      <a:schemeClr val="tx1"/>
                    </a:fontRef>
                  </p:style>
                </p:cxnSp>
                <p:cxnSp>
                  <p:nvCxnSpPr>
                    <p:cNvPr id="52" name="Straight Connector 21">
                      <a:extLst>
                        <a:ext uri="{FF2B5EF4-FFF2-40B4-BE49-F238E27FC236}">
                          <a16:creationId xmlns:a16="http://schemas.microsoft.com/office/drawing/2014/main" id="{A7AE63CA-A47E-DB46-9BC6-1151EE2382D5}"/>
                        </a:ext>
                      </a:extLst>
                    </p:cNvPr>
                    <p:cNvCxnSpPr>
                      <a:cxnSpLocks/>
                      <a:stCxn id="37" idx="6"/>
                    </p:cNvCxnSpPr>
                    <p:nvPr/>
                  </p:nvCxnSpPr>
                  <p:spPr>
                    <a:xfrm>
                      <a:off x="10399727" y="5282750"/>
                      <a:ext cx="407645" cy="544934"/>
                    </a:xfrm>
                    <a:prstGeom prst="line">
                      <a:avLst/>
                    </a:prstGeom>
                    <a:ln w="12700">
                      <a:solidFill>
                        <a:schemeClr val="tx1"/>
                      </a:solidFill>
                    </a:ln>
                  </p:spPr>
                  <p:style>
                    <a:lnRef idx="2">
                      <a:schemeClr val="accent1"/>
                    </a:lnRef>
                    <a:fillRef idx="0">
                      <a:schemeClr val="accent1"/>
                    </a:fillRef>
                    <a:effectRef idx="1">
                      <a:schemeClr val="accent1"/>
                    </a:effectRef>
                    <a:fontRef idx="minor">
                      <a:schemeClr val="tx1"/>
                    </a:fontRef>
                  </p:style>
                </p:cxnSp>
                <p:cxnSp>
                  <p:nvCxnSpPr>
                    <p:cNvPr id="53" name="Straight Connector 22">
                      <a:extLst>
                        <a:ext uri="{FF2B5EF4-FFF2-40B4-BE49-F238E27FC236}">
                          <a16:creationId xmlns:a16="http://schemas.microsoft.com/office/drawing/2014/main" id="{6C11E862-5EEB-CF62-3033-9CD7A3752C3A}"/>
                        </a:ext>
                      </a:extLst>
                    </p:cNvPr>
                    <p:cNvCxnSpPr>
                      <a:cxnSpLocks/>
                      <a:stCxn id="38" idx="6"/>
                      <a:endCxn id="41" idx="2"/>
                    </p:cNvCxnSpPr>
                    <p:nvPr/>
                  </p:nvCxnSpPr>
                  <p:spPr>
                    <a:xfrm flipV="1">
                      <a:off x="10399111" y="5553093"/>
                      <a:ext cx="407953" cy="4166"/>
                    </a:xfrm>
                    <a:prstGeom prst="line">
                      <a:avLst/>
                    </a:prstGeom>
                    <a:ln w="12700">
                      <a:solidFill>
                        <a:schemeClr val="tx1"/>
                      </a:solidFill>
                    </a:ln>
                  </p:spPr>
                  <p:style>
                    <a:lnRef idx="2">
                      <a:schemeClr val="accent1"/>
                    </a:lnRef>
                    <a:fillRef idx="0">
                      <a:schemeClr val="accent1"/>
                    </a:fillRef>
                    <a:effectRef idx="1">
                      <a:schemeClr val="accent1"/>
                    </a:effectRef>
                    <a:fontRef idx="minor">
                      <a:schemeClr val="tx1"/>
                    </a:fontRef>
                  </p:style>
                </p:cxnSp>
                <p:cxnSp>
                  <p:nvCxnSpPr>
                    <p:cNvPr id="54" name="Straight Connector 23">
                      <a:extLst>
                        <a:ext uri="{FF2B5EF4-FFF2-40B4-BE49-F238E27FC236}">
                          <a16:creationId xmlns:a16="http://schemas.microsoft.com/office/drawing/2014/main" id="{CC7E2434-BEAF-1F49-5500-5A44E93D06F4}"/>
                        </a:ext>
                      </a:extLst>
                    </p:cNvPr>
                    <p:cNvCxnSpPr>
                      <a:cxnSpLocks/>
                      <a:stCxn id="38" idx="6"/>
                    </p:cNvCxnSpPr>
                    <p:nvPr/>
                  </p:nvCxnSpPr>
                  <p:spPr>
                    <a:xfrm>
                      <a:off x="10399111" y="5557259"/>
                      <a:ext cx="408261" cy="270425"/>
                    </a:xfrm>
                    <a:prstGeom prst="line">
                      <a:avLst/>
                    </a:prstGeom>
                    <a:ln w="12700">
                      <a:solidFill>
                        <a:schemeClr val="tx1"/>
                      </a:solidFill>
                    </a:ln>
                  </p:spPr>
                  <p:style>
                    <a:lnRef idx="2">
                      <a:schemeClr val="accent1"/>
                    </a:lnRef>
                    <a:fillRef idx="0">
                      <a:schemeClr val="accent1"/>
                    </a:fillRef>
                    <a:effectRef idx="1">
                      <a:schemeClr val="accent1"/>
                    </a:effectRef>
                    <a:fontRef idx="minor">
                      <a:schemeClr val="tx1"/>
                    </a:fontRef>
                  </p:style>
                </p:cxnSp>
                <p:cxnSp>
                  <p:nvCxnSpPr>
                    <p:cNvPr id="55" name="Straight Connector 24">
                      <a:extLst>
                        <a:ext uri="{FF2B5EF4-FFF2-40B4-BE49-F238E27FC236}">
                          <a16:creationId xmlns:a16="http://schemas.microsoft.com/office/drawing/2014/main" id="{A5E84E9E-99B7-8BD6-4D2B-B7AC31B706E5}"/>
                        </a:ext>
                      </a:extLst>
                    </p:cNvPr>
                    <p:cNvCxnSpPr>
                      <a:cxnSpLocks/>
                      <a:endCxn id="40" idx="2"/>
                    </p:cNvCxnSpPr>
                    <p:nvPr/>
                  </p:nvCxnSpPr>
                  <p:spPr>
                    <a:xfrm flipV="1">
                      <a:off x="10395281" y="5278503"/>
                      <a:ext cx="411475" cy="553265"/>
                    </a:xfrm>
                    <a:prstGeom prst="line">
                      <a:avLst/>
                    </a:prstGeom>
                    <a:ln w="12700">
                      <a:solidFill>
                        <a:schemeClr val="tx1"/>
                      </a:solidFill>
                    </a:ln>
                  </p:spPr>
                  <p:style>
                    <a:lnRef idx="2">
                      <a:schemeClr val="accent1"/>
                    </a:lnRef>
                    <a:fillRef idx="0">
                      <a:schemeClr val="accent1"/>
                    </a:fillRef>
                    <a:effectRef idx="1">
                      <a:schemeClr val="accent1"/>
                    </a:effectRef>
                    <a:fontRef idx="minor">
                      <a:schemeClr val="tx1"/>
                    </a:fontRef>
                  </p:style>
                </p:cxnSp>
                <p:cxnSp>
                  <p:nvCxnSpPr>
                    <p:cNvPr id="56" name="Straight Connector 25">
                      <a:extLst>
                        <a:ext uri="{FF2B5EF4-FFF2-40B4-BE49-F238E27FC236}">
                          <a16:creationId xmlns:a16="http://schemas.microsoft.com/office/drawing/2014/main" id="{72B853CE-3B04-553F-6DED-46FB713D83E5}"/>
                        </a:ext>
                      </a:extLst>
                    </p:cNvPr>
                    <p:cNvCxnSpPr>
                      <a:cxnSpLocks/>
                      <a:endCxn id="41" idx="2"/>
                    </p:cNvCxnSpPr>
                    <p:nvPr/>
                  </p:nvCxnSpPr>
                  <p:spPr>
                    <a:xfrm flipV="1">
                      <a:off x="10395281" y="5553093"/>
                      <a:ext cx="411783" cy="278675"/>
                    </a:xfrm>
                    <a:prstGeom prst="line">
                      <a:avLst/>
                    </a:prstGeom>
                    <a:ln w="12700">
                      <a:solidFill>
                        <a:schemeClr val="tx1"/>
                      </a:solidFill>
                    </a:ln>
                  </p:spPr>
                  <p:style>
                    <a:lnRef idx="2">
                      <a:schemeClr val="accent1"/>
                    </a:lnRef>
                    <a:fillRef idx="0">
                      <a:schemeClr val="accent1"/>
                    </a:fillRef>
                    <a:effectRef idx="1">
                      <a:schemeClr val="accent1"/>
                    </a:effectRef>
                    <a:fontRef idx="minor">
                      <a:schemeClr val="tx1"/>
                    </a:fontRef>
                  </p:style>
                </p:cxnSp>
                <p:cxnSp>
                  <p:nvCxnSpPr>
                    <p:cNvPr id="57" name="Straight Connector 26">
                      <a:extLst>
                        <a:ext uri="{FF2B5EF4-FFF2-40B4-BE49-F238E27FC236}">
                          <a16:creationId xmlns:a16="http://schemas.microsoft.com/office/drawing/2014/main" id="{3921A9B2-99AD-A8C0-1C78-969B24A22DE0}"/>
                        </a:ext>
                      </a:extLst>
                    </p:cNvPr>
                    <p:cNvCxnSpPr>
                      <a:cxnSpLocks/>
                    </p:cNvCxnSpPr>
                    <p:nvPr/>
                  </p:nvCxnSpPr>
                  <p:spPr>
                    <a:xfrm flipV="1">
                      <a:off x="10395281" y="5827684"/>
                      <a:ext cx="412091" cy="4084"/>
                    </a:xfrm>
                    <a:prstGeom prst="line">
                      <a:avLst/>
                    </a:prstGeom>
                    <a:ln w="12700">
                      <a:solidFill>
                        <a:schemeClr val="tx1"/>
                      </a:solidFill>
                    </a:ln>
                  </p:spPr>
                  <p:style>
                    <a:lnRef idx="2">
                      <a:schemeClr val="accent1"/>
                    </a:lnRef>
                    <a:fillRef idx="0">
                      <a:schemeClr val="accent1"/>
                    </a:fillRef>
                    <a:effectRef idx="1">
                      <a:schemeClr val="accent1"/>
                    </a:effectRef>
                    <a:fontRef idx="minor">
                      <a:schemeClr val="tx1"/>
                    </a:fontRef>
                  </p:style>
                </p:cxnSp>
                <p:sp>
                  <p:nvSpPr>
                    <p:cNvPr id="58" name="Oval 27">
                      <a:extLst>
                        <a:ext uri="{FF2B5EF4-FFF2-40B4-BE49-F238E27FC236}">
                          <a16:creationId xmlns:a16="http://schemas.microsoft.com/office/drawing/2014/main" id="{160AD32E-ABA8-746C-3742-9D35530ED612}"/>
                        </a:ext>
                      </a:extLst>
                    </p:cNvPr>
                    <p:cNvSpPr/>
                    <p:nvPr/>
                  </p:nvSpPr>
                  <p:spPr>
                    <a:xfrm>
                      <a:off x="10802113" y="4615656"/>
                      <a:ext cx="227334" cy="227334"/>
                    </a:xfrm>
                    <a:prstGeom prst="ellipse">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latin typeface="Calibri" panose="020F0502020204030204" pitchFamily="34" charset="0"/>
                        <a:cs typeface="Calibri" panose="020F0502020204030204" pitchFamily="34" charset="0"/>
                      </a:endParaRPr>
                    </a:p>
                  </p:txBody>
                </p:sp>
                <p:sp>
                  <p:nvSpPr>
                    <p:cNvPr id="59" name="Oval 28">
                      <a:extLst>
                        <a:ext uri="{FF2B5EF4-FFF2-40B4-BE49-F238E27FC236}">
                          <a16:creationId xmlns:a16="http://schemas.microsoft.com/office/drawing/2014/main" id="{B78140D6-BA0F-7503-8F73-01C22EE5968F}"/>
                        </a:ext>
                      </a:extLst>
                    </p:cNvPr>
                    <p:cNvSpPr/>
                    <p:nvPr/>
                  </p:nvSpPr>
                  <p:spPr>
                    <a:xfrm>
                      <a:off x="10802421" y="4890246"/>
                      <a:ext cx="227334" cy="227334"/>
                    </a:xfrm>
                    <a:prstGeom prst="ellipse">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latin typeface="Calibri" panose="020F0502020204030204" pitchFamily="34" charset="0"/>
                        <a:cs typeface="Calibri" panose="020F0502020204030204" pitchFamily="34" charset="0"/>
                      </a:endParaRPr>
                    </a:p>
                  </p:txBody>
                </p:sp>
                <p:cxnSp>
                  <p:nvCxnSpPr>
                    <p:cNvPr id="60" name="Straight Connector 29">
                      <a:extLst>
                        <a:ext uri="{FF2B5EF4-FFF2-40B4-BE49-F238E27FC236}">
                          <a16:creationId xmlns:a16="http://schemas.microsoft.com/office/drawing/2014/main" id="{74EE6AB5-DCE5-93F8-6A4A-A48A70B1B11D}"/>
                        </a:ext>
                      </a:extLst>
                    </p:cNvPr>
                    <p:cNvCxnSpPr>
                      <a:cxnSpLocks/>
                      <a:stCxn id="35" idx="6"/>
                      <a:endCxn id="58" idx="2"/>
                    </p:cNvCxnSpPr>
                    <p:nvPr/>
                  </p:nvCxnSpPr>
                  <p:spPr>
                    <a:xfrm flipV="1">
                      <a:off x="10399111" y="4729323"/>
                      <a:ext cx="403002" cy="4409"/>
                    </a:xfrm>
                    <a:prstGeom prst="line">
                      <a:avLst/>
                    </a:prstGeom>
                    <a:ln w="12700">
                      <a:solidFill>
                        <a:schemeClr val="tx1"/>
                      </a:solidFill>
                    </a:ln>
                  </p:spPr>
                  <p:style>
                    <a:lnRef idx="2">
                      <a:schemeClr val="accent1"/>
                    </a:lnRef>
                    <a:fillRef idx="0">
                      <a:schemeClr val="accent1"/>
                    </a:fillRef>
                    <a:effectRef idx="1">
                      <a:schemeClr val="accent1"/>
                    </a:effectRef>
                    <a:fontRef idx="minor">
                      <a:schemeClr val="tx1"/>
                    </a:fontRef>
                  </p:style>
                </p:cxnSp>
                <p:cxnSp>
                  <p:nvCxnSpPr>
                    <p:cNvPr id="61" name="Straight Connector 30">
                      <a:extLst>
                        <a:ext uri="{FF2B5EF4-FFF2-40B4-BE49-F238E27FC236}">
                          <a16:creationId xmlns:a16="http://schemas.microsoft.com/office/drawing/2014/main" id="{60F7170C-70E2-BAA8-EDC1-5FEF523FE5B6}"/>
                        </a:ext>
                      </a:extLst>
                    </p:cNvPr>
                    <p:cNvCxnSpPr>
                      <a:cxnSpLocks/>
                      <a:stCxn id="35" idx="6"/>
                      <a:endCxn id="59" idx="2"/>
                    </p:cNvCxnSpPr>
                    <p:nvPr/>
                  </p:nvCxnSpPr>
                  <p:spPr>
                    <a:xfrm>
                      <a:off x="10399111" y="4733732"/>
                      <a:ext cx="403310" cy="270181"/>
                    </a:xfrm>
                    <a:prstGeom prst="line">
                      <a:avLst/>
                    </a:prstGeom>
                    <a:ln w="12700">
                      <a:solidFill>
                        <a:schemeClr val="tx1"/>
                      </a:solidFill>
                    </a:ln>
                  </p:spPr>
                  <p:style>
                    <a:lnRef idx="2">
                      <a:schemeClr val="accent1"/>
                    </a:lnRef>
                    <a:fillRef idx="0">
                      <a:schemeClr val="accent1"/>
                    </a:fillRef>
                    <a:effectRef idx="1">
                      <a:schemeClr val="accent1"/>
                    </a:effectRef>
                    <a:fontRef idx="minor">
                      <a:schemeClr val="tx1"/>
                    </a:fontRef>
                  </p:style>
                </p:cxnSp>
                <p:cxnSp>
                  <p:nvCxnSpPr>
                    <p:cNvPr id="62" name="Straight Connector 31">
                      <a:extLst>
                        <a:ext uri="{FF2B5EF4-FFF2-40B4-BE49-F238E27FC236}">
                          <a16:creationId xmlns:a16="http://schemas.microsoft.com/office/drawing/2014/main" id="{D5C22D5C-2AEC-969A-079A-01F5A9852659}"/>
                        </a:ext>
                      </a:extLst>
                    </p:cNvPr>
                    <p:cNvCxnSpPr>
                      <a:cxnSpLocks/>
                      <a:stCxn id="36" idx="6"/>
                      <a:endCxn id="58" idx="2"/>
                    </p:cNvCxnSpPr>
                    <p:nvPr/>
                  </p:nvCxnSpPr>
                  <p:spPr>
                    <a:xfrm flipV="1">
                      <a:off x="10399419" y="4729323"/>
                      <a:ext cx="402694" cy="278918"/>
                    </a:xfrm>
                    <a:prstGeom prst="line">
                      <a:avLst/>
                    </a:prstGeom>
                    <a:ln w="12700">
                      <a:solidFill>
                        <a:schemeClr val="tx1"/>
                      </a:solidFill>
                    </a:ln>
                  </p:spPr>
                  <p:style>
                    <a:lnRef idx="2">
                      <a:schemeClr val="accent1"/>
                    </a:lnRef>
                    <a:fillRef idx="0">
                      <a:schemeClr val="accent1"/>
                    </a:fillRef>
                    <a:effectRef idx="1">
                      <a:schemeClr val="accent1"/>
                    </a:effectRef>
                    <a:fontRef idx="minor">
                      <a:schemeClr val="tx1"/>
                    </a:fontRef>
                  </p:style>
                </p:cxnSp>
                <p:cxnSp>
                  <p:nvCxnSpPr>
                    <p:cNvPr id="63" name="Straight Connector 32">
                      <a:extLst>
                        <a:ext uri="{FF2B5EF4-FFF2-40B4-BE49-F238E27FC236}">
                          <a16:creationId xmlns:a16="http://schemas.microsoft.com/office/drawing/2014/main" id="{B0CB0F64-8D35-BB07-12FF-0C13BCEB79DB}"/>
                        </a:ext>
                      </a:extLst>
                    </p:cNvPr>
                    <p:cNvCxnSpPr>
                      <a:cxnSpLocks/>
                      <a:stCxn id="37" idx="6"/>
                      <a:endCxn id="58" idx="2"/>
                    </p:cNvCxnSpPr>
                    <p:nvPr/>
                  </p:nvCxnSpPr>
                  <p:spPr>
                    <a:xfrm flipV="1">
                      <a:off x="10399727" y="4729323"/>
                      <a:ext cx="402386" cy="553427"/>
                    </a:xfrm>
                    <a:prstGeom prst="line">
                      <a:avLst/>
                    </a:prstGeom>
                    <a:ln w="12700">
                      <a:solidFill>
                        <a:schemeClr val="tx1"/>
                      </a:solidFill>
                    </a:ln>
                  </p:spPr>
                  <p:style>
                    <a:lnRef idx="2">
                      <a:schemeClr val="accent1"/>
                    </a:lnRef>
                    <a:fillRef idx="0">
                      <a:schemeClr val="accent1"/>
                    </a:fillRef>
                    <a:effectRef idx="1">
                      <a:schemeClr val="accent1"/>
                    </a:effectRef>
                    <a:fontRef idx="minor">
                      <a:schemeClr val="tx1"/>
                    </a:fontRef>
                  </p:style>
                </p:cxnSp>
                <p:cxnSp>
                  <p:nvCxnSpPr>
                    <p:cNvPr id="64" name="Straight Connector 33">
                      <a:extLst>
                        <a:ext uri="{FF2B5EF4-FFF2-40B4-BE49-F238E27FC236}">
                          <a16:creationId xmlns:a16="http://schemas.microsoft.com/office/drawing/2014/main" id="{4EA976F7-E5E4-4825-1283-B204F0228ED9}"/>
                        </a:ext>
                      </a:extLst>
                    </p:cNvPr>
                    <p:cNvCxnSpPr>
                      <a:cxnSpLocks/>
                      <a:stCxn id="38" idx="6"/>
                      <a:endCxn id="58" idx="2"/>
                    </p:cNvCxnSpPr>
                    <p:nvPr/>
                  </p:nvCxnSpPr>
                  <p:spPr>
                    <a:xfrm flipV="1">
                      <a:off x="10399111" y="4729323"/>
                      <a:ext cx="403002" cy="827936"/>
                    </a:xfrm>
                    <a:prstGeom prst="line">
                      <a:avLst/>
                    </a:prstGeom>
                    <a:ln w="12700">
                      <a:solidFill>
                        <a:schemeClr val="tx1"/>
                      </a:solidFill>
                    </a:ln>
                  </p:spPr>
                  <p:style>
                    <a:lnRef idx="2">
                      <a:schemeClr val="accent1"/>
                    </a:lnRef>
                    <a:fillRef idx="0">
                      <a:schemeClr val="accent1"/>
                    </a:fillRef>
                    <a:effectRef idx="1">
                      <a:schemeClr val="accent1"/>
                    </a:effectRef>
                    <a:fontRef idx="minor">
                      <a:schemeClr val="tx1"/>
                    </a:fontRef>
                  </p:style>
                </p:cxnSp>
                <p:cxnSp>
                  <p:nvCxnSpPr>
                    <p:cNvPr id="65" name="Straight Connector 34">
                      <a:extLst>
                        <a:ext uri="{FF2B5EF4-FFF2-40B4-BE49-F238E27FC236}">
                          <a16:creationId xmlns:a16="http://schemas.microsoft.com/office/drawing/2014/main" id="{65F8E90A-E822-DFD0-0BA7-7D4D3EBFB976}"/>
                        </a:ext>
                      </a:extLst>
                    </p:cNvPr>
                    <p:cNvCxnSpPr>
                      <a:cxnSpLocks/>
                      <a:stCxn id="39" idx="6"/>
                      <a:endCxn id="58" idx="2"/>
                    </p:cNvCxnSpPr>
                    <p:nvPr/>
                  </p:nvCxnSpPr>
                  <p:spPr>
                    <a:xfrm flipV="1">
                      <a:off x="10395281" y="4729323"/>
                      <a:ext cx="406832" cy="1102445"/>
                    </a:xfrm>
                    <a:prstGeom prst="line">
                      <a:avLst/>
                    </a:prstGeom>
                    <a:ln w="12700">
                      <a:solidFill>
                        <a:schemeClr val="tx1"/>
                      </a:solidFill>
                    </a:ln>
                  </p:spPr>
                  <p:style>
                    <a:lnRef idx="2">
                      <a:schemeClr val="accent1"/>
                    </a:lnRef>
                    <a:fillRef idx="0">
                      <a:schemeClr val="accent1"/>
                    </a:fillRef>
                    <a:effectRef idx="1">
                      <a:schemeClr val="accent1"/>
                    </a:effectRef>
                    <a:fontRef idx="minor">
                      <a:schemeClr val="tx1"/>
                    </a:fontRef>
                  </p:style>
                </p:cxnSp>
                <p:cxnSp>
                  <p:nvCxnSpPr>
                    <p:cNvPr id="66" name="Straight Connector 35">
                      <a:extLst>
                        <a:ext uri="{FF2B5EF4-FFF2-40B4-BE49-F238E27FC236}">
                          <a16:creationId xmlns:a16="http://schemas.microsoft.com/office/drawing/2014/main" id="{6A019357-2E58-3477-349D-2A7A8C9CBB9E}"/>
                        </a:ext>
                      </a:extLst>
                    </p:cNvPr>
                    <p:cNvCxnSpPr>
                      <a:cxnSpLocks/>
                      <a:stCxn id="36" idx="6"/>
                      <a:endCxn id="59" idx="2"/>
                    </p:cNvCxnSpPr>
                    <p:nvPr/>
                  </p:nvCxnSpPr>
                  <p:spPr>
                    <a:xfrm flipV="1">
                      <a:off x="10399419" y="5003913"/>
                      <a:ext cx="403002" cy="4328"/>
                    </a:xfrm>
                    <a:prstGeom prst="line">
                      <a:avLst/>
                    </a:prstGeom>
                    <a:ln w="12700">
                      <a:solidFill>
                        <a:schemeClr val="tx1"/>
                      </a:solidFill>
                    </a:ln>
                  </p:spPr>
                  <p:style>
                    <a:lnRef idx="2">
                      <a:schemeClr val="accent1"/>
                    </a:lnRef>
                    <a:fillRef idx="0">
                      <a:schemeClr val="accent1"/>
                    </a:fillRef>
                    <a:effectRef idx="1">
                      <a:schemeClr val="accent1"/>
                    </a:effectRef>
                    <a:fontRef idx="minor">
                      <a:schemeClr val="tx1"/>
                    </a:fontRef>
                  </p:style>
                </p:cxnSp>
                <p:cxnSp>
                  <p:nvCxnSpPr>
                    <p:cNvPr id="67" name="Straight Connector 36">
                      <a:extLst>
                        <a:ext uri="{FF2B5EF4-FFF2-40B4-BE49-F238E27FC236}">
                          <a16:creationId xmlns:a16="http://schemas.microsoft.com/office/drawing/2014/main" id="{C1C13300-E22B-4460-C589-62E551BC0E40}"/>
                        </a:ext>
                      </a:extLst>
                    </p:cNvPr>
                    <p:cNvCxnSpPr>
                      <a:cxnSpLocks/>
                      <a:stCxn id="37" idx="6"/>
                      <a:endCxn id="59" idx="2"/>
                    </p:cNvCxnSpPr>
                    <p:nvPr/>
                  </p:nvCxnSpPr>
                  <p:spPr>
                    <a:xfrm flipV="1">
                      <a:off x="10399727" y="5003913"/>
                      <a:ext cx="402694" cy="278837"/>
                    </a:xfrm>
                    <a:prstGeom prst="line">
                      <a:avLst/>
                    </a:prstGeom>
                    <a:ln w="12700">
                      <a:solidFill>
                        <a:schemeClr val="tx1"/>
                      </a:solidFill>
                    </a:ln>
                  </p:spPr>
                  <p:style>
                    <a:lnRef idx="2">
                      <a:schemeClr val="accent1"/>
                    </a:lnRef>
                    <a:fillRef idx="0">
                      <a:schemeClr val="accent1"/>
                    </a:fillRef>
                    <a:effectRef idx="1">
                      <a:schemeClr val="accent1"/>
                    </a:effectRef>
                    <a:fontRef idx="minor">
                      <a:schemeClr val="tx1"/>
                    </a:fontRef>
                  </p:style>
                </p:cxnSp>
                <p:cxnSp>
                  <p:nvCxnSpPr>
                    <p:cNvPr id="68" name="Straight Connector 37">
                      <a:extLst>
                        <a:ext uri="{FF2B5EF4-FFF2-40B4-BE49-F238E27FC236}">
                          <a16:creationId xmlns:a16="http://schemas.microsoft.com/office/drawing/2014/main" id="{74356D0A-BCEB-866D-A1DD-7DC7359E0A09}"/>
                        </a:ext>
                      </a:extLst>
                    </p:cNvPr>
                    <p:cNvCxnSpPr>
                      <a:cxnSpLocks/>
                      <a:stCxn id="38" idx="6"/>
                      <a:endCxn id="59" idx="2"/>
                    </p:cNvCxnSpPr>
                    <p:nvPr/>
                  </p:nvCxnSpPr>
                  <p:spPr>
                    <a:xfrm flipV="1">
                      <a:off x="10399111" y="5003913"/>
                      <a:ext cx="403310" cy="553346"/>
                    </a:xfrm>
                    <a:prstGeom prst="line">
                      <a:avLst/>
                    </a:prstGeom>
                    <a:ln w="12700">
                      <a:solidFill>
                        <a:schemeClr val="tx1"/>
                      </a:solidFill>
                    </a:ln>
                  </p:spPr>
                  <p:style>
                    <a:lnRef idx="2">
                      <a:schemeClr val="accent1"/>
                    </a:lnRef>
                    <a:fillRef idx="0">
                      <a:schemeClr val="accent1"/>
                    </a:fillRef>
                    <a:effectRef idx="1">
                      <a:schemeClr val="accent1"/>
                    </a:effectRef>
                    <a:fontRef idx="minor">
                      <a:schemeClr val="tx1"/>
                    </a:fontRef>
                  </p:style>
                </p:cxnSp>
                <p:cxnSp>
                  <p:nvCxnSpPr>
                    <p:cNvPr id="69" name="Straight Connector 38">
                      <a:extLst>
                        <a:ext uri="{FF2B5EF4-FFF2-40B4-BE49-F238E27FC236}">
                          <a16:creationId xmlns:a16="http://schemas.microsoft.com/office/drawing/2014/main" id="{939BE9D6-F1CC-B917-F1C3-5B22DB828EDB}"/>
                        </a:ext>
                      </a:extLst>
                    </p:cNvPr>
                    <p:cNvCxnSpPr>
                      <a:cxnSpLocks/>
                      <a:stCxn id="39" idx="6"/>
                      <a:endCxn id="59" idx="2"/>
                    </p:cNvCxnSpPr>
                    <p:nvPr/>
                  </p:nvCxnSpPr>
                  <p:spPr>
                    <a:xfrm flipV="1">
                      <a:off x="10395281" y="5003913"/>
                      <a:ext cx="407140" cy="827855"/>
                    </a:xfrm>
                    <a:prstGeom prst="line">
                      <a:avLst/>
                    </a:prstGeom>
                    <a:ln w="12700">
                      <a:solidFill>
                        <a:schemeClr val="tx1"/>
                      </a:solidFill>
                    </a:ln>
                  </p:spPr>
                  <p:style>
                    <a:lnRef idx="2">
                      <a:schemeClr val="accent1"/>
                    </a:lnRef>
                    <a:fillRef idx="0">
                      <a:schemeClr val="accent1"/>
                    </a:fillRef>
                    <a:effectRef idx="1">
                      <a:schemeClr val="accent1"/>
                    </a:effectRef>
                    <a:fontRef idx="minor">
                      <a:schemeClr val="tx1"/>
                    </a:fontRef>
                  </p:style>
                </p:cxnSp>
                <p:cxnSp>
                  <p:nvCxnSpPr>
                    <p:cNvPr id="70" name="Straight Connector 39">
                      <a:extLst>
                        <a:ext uri="{FF2B5EF4-FFF2-40B4-BE49-F238E27FC236}">
                          <a16:creationId xmlns:a16="http://schemas.microsoft.com/office/drawing/2014/main" id="{5CE37A49-BC51-FCCD-34BA-FB0FBF679F2F}"/>
                        </a:ext>
                      </a:extLst>
                    </p:cNvPr>
                    <p:cNvCxnSpPr>
                      <a:cxnSpLocks/>
                    </p:cNvCxnSpPr>
                    <p:nvPr/>
                  </p:nvCxnSpPr>
                  <p:spPr>
                    <a:xfrm>
                      <a:off x="10048489" y="4738487"/>
                      <a:ext cx="115449" cy="0"/>
                    </a:xfrm>
                    <a:prstGeom prst="line">
                      <a:avLst/>
                    </a:prstGeom>
                    <a:ln w="12700">
                      <a:solidFill>
                        <a:schemeClr val="tx1"/>
                      </a:solidFill>
                      <a:tailEnd type="triangle" w="sm" len="sm"/>
                    </a:ln>
                  </p:spPr>
                  <p:style>
                    <a:lnRef idx="2">
                      <a:schemeClr val="accent1"/>
                    </a:lnRef>
                    <a:fillRef idx="0">
                      <a:schemeClr val="accent1"/>
                    </a:fillRef>
                    <a:effectRef idx="1">
                      <a:schemeClr val="accent1"/>
                    </a:effectRef>
                    <a:fontRef idx="minor">
                      <a:schemeClr val="tx1"/>
                    </a:fontRef>
                  </p:style>
                </p:cxnSp>
                <p:cxnSp>
                  <p:nvCxnSpPr>
                    <p:cNvPr id="71" name="Straight Connector 40">
                      <a:extLst>
                        <a:ext uri="{FF2B5EF4-FFF2-40B4-BE49-F238E27FC236}">
                          <a16:creationId xmlns:a16="http://schemas.microsoft.com/office/drawing/2014/main" id="{901E7515-18D8-6F7C-C8A2-4F56F65DC44E}"/>
                        </a:ext>
                      </a:extLst>
                    </p:cNvPr>
                    <p:cNvCxnSpPr>
                      <a:cxnSpLocks/>
                    </p:cNvCxnSpPr>
                    <p:nvPr/>
                  </p:nvCxnSpPr>
                  <p:spPr>
                    <a:xfrm>
                      <a:off x="10049210" y="5008868"/>
                      <a:ext cx="115449" cy="0"/>
                    </a:xfrm>
                    <a:prstGeom prst="line">
                      <a:avLst/>
                    </a:prstGeom>
                    <a:ln w="12700">
                      <a:solidFill>
                        <a:schemeClr val="tx1"/>
                      </a:solidFill>
                      <a:tailEnd type="triangle" w="sm" len="sm"/>
                    </a:ln>
                  </p:spPr>
                  <p:style>
                    <a:lnRef idx="2">
                      <a:schemeClr val="accent1"/>
                    </a:lnRef>
                    <a:fillRef idx="0">
                      <a:schemeClr val="accent1"/>
                    </a:fillRef>
                    <a:effectRef idx="1">
                      <a:schemeClr val="accent1"/>
                    </a:effectRef>
                    <a:fontRef idx="minor">
                      <a:schemeClr val="tx1"/>
                    </a:fontRef>
                  </p:style>
                </p:cxnSp>
                <p:cxnSp>
                  <p:nvCxnSpPr>
                    <p:cNvPr id="72" name="Straight Connector 41">
                      <a:extLst>
                        <a:ext uri="{FF2B5EF4-FFF2-40B4-BE49-F238E27FC236}">
                          <a16:creationId xmlns:a16="http://schemas.microsoft.com/office/drawing/2014/main" id="{BFA60FA6-249C-49D3-9E56-0C1A2BCCB383}"/>
                        </a:ext>
                      </a:extLst>
                    </p:cNvPr>
                    <p:cNvCxnSpPr>
                      <a:cxnSpLocks/>
                    </p:cNvCxnSpPr>
                    <p:nvPr/>
                  </p:nvCxnSpPr>
                  <p:spPr>
                    <a:xfrm>
                      <a:off x="10055560" y="5283708"/>
                      <a:ext cx="115449" cy="0"/>
                    </a:xfrm>
                    <a:prstGeom prst="line">
                      <a:avLst/>
                    </a:prstGeom>
                    <a:ln w="12700">
                      <a:solidFill>
                        <a:schemeClr val="tx1"/>
                      </a:solidFill>
                      <a:tailEnd type="triangle" w="sm" len="sm"/>
                    </a:ln>
                  </p:spPr>
                  <p:style>
                    <a:lnRef idx="2">
                      <a:schemeClr val="accent1"/>
                    </a:lnRef>
                    <a:fillRef idx="0">
                      <a:schemeClr val="accent1"/>
                    </a:fillRef>
                    <a:effectRef idx="1">
                      <a:schemeClr val="accent1"/>
                    </a:effectRef>
                    <a:fontRef idx="minor">
                      <a:schemeClr val="tx1"/>
                    </a:fontRef>
                  </p:style>
                </p:cxnSp>
                <p:cxnSp>
                  <p:nvCxnSpPr>
                    <p:cNvPr id="73" name="Straight Connector 42">
                      <a:extLst>
                        <a:ext uri="{FF2B5EF4-FFF2-40B4-BE49-F238E27FC236}">
                          <a16:creationId xmlns:a16="http://schemas.microsoft.com/office/drawing/2014/main" id="{65D7A32F-E815-014F-740C-EFA45B98DC1A}"/>
                        </a:ext>
                      </a:extLst>
                    </p:cNvPr>
                    <p:cNvCxnSpPr>
                      <a:cxnSpLocks/>
                    </p:cNvCxnSpPr>
                    <p:nvPr/>
                  </p:nvCxnSpPr>
                  <p:spPr>
                    <a:xfrm>
                      <a:off x="10055560" y="5559933"/>
                      <a:ext cx="115449" cy="0"/>
                    </a:xfrm>
                    <a:prstGeom prst="line">
                      <a:avLst/>
                    </a:prstGeom>
                    <a:ln w="12700">
                      <a:solidFill>
                        <a:schemeClr val="tx1"/>
                      </a:solidFill>
                      <a:tailEnd type="triangle" w="sm" len="sm"/>
                    </a:ln>
                  </p:spPr>
                  <p:style>
                    <a:lnRef idx="2">
                      <a:schemeClr val="accent1"/>
                    </a:lnRef>
                    <a:fillRef idx="0">
                      <a:schemeClr val="accent1"/>
                    </a:fillRef>
                    <a:effectRef idx="1">
                      <a:schemeClr val="accent1"/>
                    </a:effectRef>
                    <a:fontRef idx="minor">
                      <a:schemeClr val="tx1"/>
                    </a:fontRef>
                  </p:style>
                </p:cxnSp>
                <p:cxnSp>
                  <p:nvCxnSpPr>
                    <p:cNvPr id="74" name="Straight Connector 43">
                      <a:extLst>
                        <a:ext uri="{FF2B5EF4-FFF2-40B4-BE49-F238E27FC236}">
                          <a16:creationId xmlns:a16="http://schemas.microsoft.com/office/drawing/2014/main" id="{0577F4BC-72CD-19B4-EBE8-EEFECCC6C442}"/>
                        </a:ext>
                      </a:extLst>
                    </p:cNvPr>
                    <p:cNvCxnSpPr>
                      <a:cxnSpLocks/>
                    </p:cNvCxnSpPr>
                    <p:nvPr/>
                  </p:nvCxnSpPr>
                  <p:spPr>
                    <a:xfrm>
                      <a:off x="10052385" y="5829808"/>
                      <a:ext cx="115449" cy="0"/>
                    </a:xfrm>
                    <a:prstGeom prst="line">
                      <a:avLst/>
                    </a:prstGeom>
                    <a:ln w="12700">
                      <a:solidFill>
                        <a:schemeClr val="tx1"/>
                      </a:solidFill>
                      <a:tailEnd type="triangle" w="sm" len="sm"/>
                    </a:ln>
                  </p:spPr>
                  <p:style>
                    <a:lnRef idx="2">
                      <a:schemeClr val="accent1"/>
                    </a:lnRef>
                    <a:fillRef idx="0">
                      <a:schemeClr val="accent1"/>
                    </a:fillRef>
                    <a:effectRef idx="1">
                      <a:schemeClr val="accent1"/>
                    </a:effectRef>
                    <a:fontRef idx="minor">
                      <a:schemeClr val="tx1"/>
                    </a:fontRef>
                  </p:style>
                </p:cxnSp>
                <p:cxnSp>
                  <p:nvCxnSpPr>
                    <p:cNvPr id="75" name="Straight Connector 44">
                      <a:extLst>
                        <a:ext uri="{FF2B5EF4-FFF2-40B4-BE49-F238E27FC236}">
                          <a16:creationId xmlns:a16="http://schemas.microsoft.com/office/drawing/2014/main" id="{9666FEF0-2939-339B-C186-D6363D7A34B9}"/>
                        </a:ext>
                      </a:extLst>
                    </p:cNvPr>
                    <p:cNvCxnSpPr>
                      <a:cxnSpLocks/>
                    </p:cNvCxnSpPr>
                    <p:nvPr/>
                  </p:nvCxnSpPr>
                  <p:spPr>
                    <a:xfrm>
                      <a:off x="11025057" y="4727272"/>
                      <a:ext cx="115449" cy="0"/>
                    </a:xfrm>
                    <a:prstGeom prst="line">
                      <a:avLst/>
                    </a:prstGeom>
                    <a:ln w="12700">
                      <a:solidFill>
                        <a:schemeClr val="tx1"/>
                      </a:solidFill>
                      <a:tailEnd type="triangle" w="sm" len="sm"/>
                    </a:ln>
                  </p:spPr>
                  <p:style>
                    <a:lnRef idx="2">
                      <a:schemeClr val="accent1"/>
                    </a:lnRef>
                    <a:fillRef idx="0">
                      <a:schemeClr val="accent1"/>
                    </a:fillRef>
                    <a:effectRef idx="1">
                      <a:schemeClr val="accent1"/>
                    </a:effectRef>
                    <a:fontRef idx="minor">
                      <a:schemeClr val="tx1"/>
                    </a:fontRef>
                  </p:style>
                </p:cxnSp>
                <p:cxnSp>
                  <p:nvCxnSpPr>
                    <p:cNvPr id="76" name="Straight Connector 45">
                      <a:extLst>
                        <a:ext uri="{FF2B5EF4-FFF2-40B4-BE49-F238E27FC236}">
                          <a16:creationId xmlns:a16="http://schemas.microsoft.com/office/drawing/2014/main" id="{9E9A1CC4-82AB-96A4-C8A5-91329395FD59}"/>
                        </a:ext>
                      </a:extLst>
                    </p:cNvPr>
                    <p:cNvCxnSpPr>
                      <a:cxnSpLocks/>
                    </p:cNvCxnSpPr>
                    <p:nvPr/>
                  </p:nvCxnSpPr>
                  <p:spPr>
                    <a:xfrm>
                      <a:off x="11025778" y="4997653"/>
                      <a:ext cx="115449" cy="0"/>
                    </a:xfrm>
                    <a:prstGeom prst="line">
                      <a:avLst/>
                    </a:prstGeom>
                    <a:ln w="12700">
                      <a:solidFill>
                        <a:schemeClr val="tx1"/>
                      </a:solidFill>
                      <a:tailEnd type="triangle" w="sm" len="sm"/>
                    </a:ln>
                  </p:spPr>
                  <p:style>
                    <a:lnRef idx="2">
                      <a:schemeClr val="accent1"/>
                    </a:lnRef>
                    <a:fillRef idx="0">
                      <a:schemeClr val="accent1"/>
                    </a:fillRef>
                    <a:effectRef idx="1">
                      <a:schemeClr val="accent1"/>
                    </a:effectRef>
                    <a:fontRef idx="minor">
                      <a:schemeClr val="tx1"/>
                    </a:fontRef>
                  </p:style>
                </p:cxnSp>
                <p:cxnSp>
                  <p:nvCxnSpPr>
                    <p:cNvPr id="77" name="Straight Connector 46">
                      <a:extLst>
                        <a:ext uri="{FF2B5EF4-FFF2-40B4-BE49-F238E27FC236}">
                          <a16:creationId xmlns:a16="http://schemas.microsoft.com/office/drawing/2014/main" id="{41841C83-3AEE-891F-717F-371252DD3603}"/>
                        </a:ext>
                      </a:extLst>
                    </p:cNvPr>
                    <p:cNvCxnSpPr>
                      <a:cxnSpLocks/>
                    </p:cNvCxnSpPr>
                    <p:nvPr/>
                  </p:nvCxnSpPr>
                  <p:spPr>
                    <a:xfrm>
                      <a:off x="11032128" y="5272493"/>
                      <a:ext cx="115449" cy="0"/>
                    </a:xfrm>
                    <a:prstGeom prst="line">
                      <a:avLst/>
                    </a:prstGeom>
                    <a:ln w="12700">
                      <a:solidFill>
                        <a:schemeClr val="tx1"/>
                      </a:solidFill>
                      <a:tailEnd type="triangle" w="sm" len="sm"/>
                    </a:ln>
                  </p:spPr>
                  <p:style>
                    <a:lnRef idx="2">
                      <a:schemeClr val="accent1"/>
                    </a:lnRef>
                    <a:fillRef idx="0">
                      <a:schemeClr val="accent1"/>
                    </a:fillRef>
                    <a:effectRef idx="1">
                      <a:schemeClr val="accent1"/>
                    </a:effectRef>
                    <a:fontRef idx="minor">
                      <a:schemeClr val="tx1"/>
                    </a:fontRef>
                  </p:style>
                </p:cxnSp>
                <p:cxnSp>
                  <p:nvCxnSpPr>
                    <p:cNvPr id="78" name="Straight Connector 47">
                      <a:extLst>
                        <a:ext uri="{FF2B5EF4-FFF2-40B4-BE49-F238E27FC236}">
                          <a16:creationId xmlns:a16="http://schemas.microsoft.com/office/drawing/2014/main" id="{F0155824-34B8-9EC3-F00F-E5D9D5CA1AD7}"/>
                        </a:ext>
                      </a:extLst>
                    </p:cNvPr>
                    <p:cNvCxnSpPr>
                      <a:cxnSpLocks/>
                    </p:cNvCxnSpPr>
                    <p:nvPr/>
                  </p:nvCxnSpPr>
                  <p:spPr>
                    <a:xfrm>
                      <a:off x="11032128" y="5548718"/>
                      <a:ext cx="115449" cy="0"/>
                    </a:xfrm>
                    <a:prstGeom prst="line">
                      <a:avLst/>
                    </a:prstGeom>
                    <a:ln w="12700">
                      <a:solidFill>
                        <a:schemeClr val="tx1"/>
                      </a:solidFill>
                      <a:tailEnd type="triangle" w="sm" len="sm"/>
                    </a:ln>
                  </p:spPr>
                  <p:style>
                    <a:lnRef idx="2">
                      <a:schemeClr val="accent1"/>
                    </a:lnRef>
                    <a:fillRef idx="0">
                      <a:schemeClr val="accent1"/>
                    </a:fillRef>
                    <a:effectRef idx="1">
                      <a:schemeClr val="accent1"/>
                    </a:effectRef>
                    <a:fontRef idx="minor">
                      <a:schemeClr val="tx1"/>
                    </a:fontRef>
                  </p:style>
                </p:cxnSp>
                <p:cxnSp>
                  <p:nvCxnSpPr>
                    <p:cNvPr id="79" name="Straight Connector 48">
                      <a:extLst>
                        <a:ext uri="{FF2B5EF4-FFF2-40B4-BE49-F238E27FC236}">
                          <a16:creationId xmlns:a16="http://schemas.microsoft.com/office/drawing/2014/main" id="{F8DAA739-B87D-FBC8-6968-16F14E16F5D5}"/>
                        </a:ext>
                      </a:extLst>
                    </p:cNvPr>
                    <p:cNvCxnSpPr>
                      <a:cxnSpLocks/>
                    </p:cNvCxnSpPr>
                    <p:nvPr/>
                  </p:nvCxnSpPr>
                  <p:spPr>
                    <a:xfrm>
                      <a:off x="11028953" y="5818593"/>
                      <a:ext cx="115449" cy="0"/>
                    </a:xfrm>
                    <a:prstGeom prst="line">
                      <a:avLst/>
                    </a:prstGeom>
                    <a:ln w="12700">
                      <a:solidFill>
                        <a:schemeClr val="tx1"/>
                      </a:solidFill>
                      <a:tailEnd type="triangle" w="sm" len="sm"/>
                    </a:ln>
                  </p:spPr>
                  <p:style>
                    <a:lnRef idx="2">
                      <a:schemeClr val="accent1"/>
                    </a:lnRef>
                    <a:fillRef idx="0">
                      <a:schemeClr val="accent1"/>
                    </a:fillRef>
                    <a:effectRef idx="1">
                      <a:schemeClr val="accent1"/>
                    </a:effectRef>
                    <a:fontRef idx="minor">
                      <a:schemeClr val="tx1"/>
                    </a:fontRef>
                  </p:style>
                </p:cxnSp>
              </p:grpSp>
              <p:sp>
                <p:nvSpPr>
                  <p:cNvPr id="34" name="矩形 49">
                    <a:extLst>
                      <a:ext uri="{FF2B5EF4-FFF2-40B4-BE49-F238E27FC236}">
                        <a16:creationId xmlns:a16="http://schemas.microsoft.com/office/drawing/2014/main" id="{39906FC5-22C4-79A6-18B4-2260015D06BE}"/>
                      </a:ext>
                    </a:extLst>
                  </p:cNvPr>
                  <p:cNvSpPr/>
                  <p:nvPr/>
                </p:nvSpPr>
                <p:spPr>
                  <a:xfrm>
                    <a:off x="3576540" y="611793"/>
                    <a:ext cx="2065623" cy="1420938"/>
                  </a:xfrm>
                  <a:prstGeom prst="rect">
                    <a:avLst/>
                  </a:prstGeom>
                  <a:solidFill>
                    <a:schemeClr val="accent5">
                      <a:lumMod val="40000"/>
                      <a:lumOff val="60000"/>
                      <a:alpha val="9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400" dirty="0">
                        <a:solidFill>
                          <a:schemeClr val="tx1"/>
                        </a:solidFill>
                      </a:rPr>
                      <a:t>编码器</a:t>
                    </a:r>
                  </a:p>
                </p:txBody>
              </p:sp>
            </p:grpSp>
            <p:sp>
              <p:nvSpPr>
                <p:cNvPr id="23" name="矩形: 圆角 195">
                  <a:extLst>
                    <a:ext uri="{FF2B5EF4-FFF2-40B4-BE49-F238E27FC236}">
                      <a16:creationId xmlns:a16="http://schemas.microsoft.com/office/drawing/2014/main" id="{05D2A472-AEC8-997B-6CB4-56FAB954D1C3}"/>
                    </a:ext>
                  </a:extLst>
                </p:cNvPr>
                <p:cNvSpPr/>
                <p:nvPr/>
              </p:nvSpPr>
              <p:spPr>
                <a:xfrm>
                  <a:off x="7215059" y="1000227"/>
                  <a:ext cx="387192" cy="163899"/>
                </a:xfrm>
                <a:prstGeom prst="roundRect">
                  <a:avLst/>
                </a:prstGeom>
                <a:solidFill>
                  <a:schemeClr val="accent6">
                    <a:lumMod val="40000"/>
                    <a:lumOff val="6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000" dirty="0">
                    <a:solidFill>
                      <a:schemeClr val="tx1"/>
                    </a:solidFill>
                  </a:endParaRPr>
                </a:p>
              </p:txBody>
            </p:sp>
            <p:sp>
              <p:nvSpPr>
                <p:cNvPr id="24" name="矩形: 圆角 196">
                  <a:extLst>
                    <a:ext uri="{FF2B5EF4-FFF2-40B4-BE49-F238E27FC236}">
                      <a16:creationId xmlns:a16="http://schemas.microsoft.com/office/drawing/2014/main" id="{1AF05733-CD33-56FC-CE1C-99F5B7AF6DEF}"/>
                    </a:ext>
                  </a:extLst>
                </p:cNvPr>
                <p:cNvSpPr/>
                <p:nvPr/>
              </p:nvSpPr>
              <p:spPr>
                <a:xfrm>
                  <a:off x="7598930" y="999919"/>
                  <a:ext cx="387192" cy="163899"/>
                </a:xfrm>
                <a:prstGeom prst="roundRect">
                  <a:avLst/>
                </a:prstGeom>
                <a:solidFill>
                  <a:schemeClr val="accent6">
                    <a:lumMod val="40000"/>
                    <a:lumOff val="6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000" dirty="0">
                    <a:solidFill>
                      <a:schemeClr val="tx1"/>
                    </a:solidFill>
                  </a:endParaRPr>
                </a:p>
              </p:txBody>
            </p:sp>
            <p:sp>
              <p:nvSpPr>
                <p:cNvPr id="25" name="矩形: 圆角 197">
                  <a:extLst>
                    <a:ext uri="{FF2B5EF4-FFF2-40B4-BE49-F238E27FC236}">
                      <a16:creationId xmlns:a16="http://schemas.microsoft.com/office/drawing/2014/main" id="{D42958A6-F8B1-0DD2-354B-0BC4279E2BB7}"/>
                    </a:ext>
                  </a:extLst>
                </p:cNvPr>
                <p:cNvSpPr/>
                <p:nvPr/>
              </p:nvSpPr>
              <p:spPr>
                <a:xfrm>
                  <a:off x="7985112" y="1002023"/>
                  <a:ext cx="387192" cy="163899"/>
                </a:xfrm>
                <a:prstGeom prst="roundRect">
                  <a:avLst/>
                </a:prstGeom>
                <a:solidFill>
                  <a:schemeClr val="accent6">
                    <a:lumMod val="40000"/>
                    <a:lumOff val="6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000" dirty="0">
                    <a:solidFill>
                      <a:schemeClr val="tx1"/>
                    </a:solidFill>
                  </a:endParaRPr>
                </a:p>
              </p:txBody>
            </p:sp>
            <p:sp>
              <p:nvSpPr>
                <p:cNvPr id="26" name="矩形: 圆角 198">
                  <a:extLst>
                    <a:ext uri="{FF2B5EF4-FFF2-40B4-BE49-F238E27FC236}">
                      <a16:creationId xmlns:a16="http://schemas.microsoft.com/office/drawing/2014/main" id="{139E6E82-A0D6-F7FF-CAFD-540E7257FDB5}"/>
                    </a:ext>
                  </a:extLst>
                </p:cNvPr>
                <p:cNvSpPr/>
                <p:nvPr/>
              </p:nvSpPr>
              <p:spPr>
                <a:xfrm>
                  <a:off x="8776311" y="1007316"/>
                  <a:ext cx="387192" cy="163899"/>
                </a:xfrm>
                <a:prstGeom prst="roundRect">
                  <a:avLst/>
                </a:prstGeom>
                <a:solidFill>
                  <a:schemeClr val="accent6">
                    <a:lumMod val="40000"/>
                    <a:lumOff val="6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000" dirty="0">
                    <a:solidFill>
                      <a:schemeClr val="tx1"/>
                    </a:solidFill>
                  </a:endParaRPr>
                </a:p>
              </p:txBody>
            </p:sp>
            <mc:AlternateContent xmlns:mc="http://schemas.openxmlformats.org/markup-compatibility/2006" xmlns:a14="http://schemas.microsoft.com/office/drawing/2010/main">
              <mc:Choice Requires="a14">
                <p:sp>
                  <p:nvSpPr>
                    <p:cNvPr id="27" name="文本框 199">
                      <a:extLst>
                        <a:ext uri="{FF2B5EF4-FFF2-40B4-BE49-F238E27FC236}">
                          <a16:creationId xmlns:a16="http://schemas.microsoft.com/office/drawing/2014/main" id="{34690BD8-8019-6FD4-9612-9867A93DA1B3}"/>
                        </a:ext>
                      </a:extLst>
                    </p:cNvPr>
                    <p:cNvSpPr txBox="1"/>
                    <p:nvPr/>
                  </p:nvSpPr>
                  <p:spPr>
                    <a:xfrm>
                      <a:off x="7162009" y="961415"/>
                      <a:ext cx="2065614" cy="246221"/>
                    </a:xfrm>
                    <a:prstGeom prst="rect">
                      <a:avLst/>
                    </a:prstGeom>
                    <a:noFill/>
                  </p:spPr>
                  <p:txBody>
                    <a:bodyPr wrap="square" rtlCol="0">
                      <a:spAutoFit/>
                    </a:bodyPr>
                    <a:lstStyle/>
                    <a:p>
                      <a:r>
                        <a:rPr lang="en-US" altLang="zh-CN" sz="1000" dirty="0"/>
                        <a:t>   C        </a:t>
                      </a:r>
                      <a14:m>
                        <m:oMath xmlns:m="http://schemas.openxmlformats.org/officeDocument/2006/math">
                          <m:sSub>
                            <m:sSubPr>
                              <m:ctrlPr>
                                <a:rPr lang="en-US" altLang="zh-CN" sz="1000" i="1" smtClean="0">
                                  <a:latin typeface="Cambria Math" panose="02040503050406030204" pitchFamily="18" charset="0"/>
                                </a:rPr>
                              </m:ctrlPr>
                            </m:sSubPr>
                            <m:e>
                              <m:r>
                                <m:rPr>
                                  <m:sty m:val="p"/>
                                </m:rPr>
                                <a:rPr lang="en-US" altLang="zh-CN" sz="1000" i="1">
                                  <a:latin typeface="Cambria Math" panose="02040503050406030204" pitchFamily="18" charset="0"/>
                                </a:rPr>
                                <m:t>T</m:t>
                              </m:r>
                            </m:e>
                            <m:sub>
                              <m:r>
                                <a:rPr lang="en-US" altLang="zh-CN" sz="1000" b="0" i="1" smtClean="0">
                                  <a:latin typeface="Cambria Math" panose="02040503050406030204" pitchFamily="18" charset="0"/>
                                </a:rPr>
                                <m:t>1</m:t>
                              </m:r>
                            </m:sub>
                          </m:sSub>
                        </m:oMath>
                      </a14:m>
                      <a:r>
                        <a:rPr lang="zh-CN" altLang="en-US" sz="1000" dirty="0"/>
                        <a:t>        </a:t>
                      </a:r>
                      <a14:m>
                        <m:oMath xmlns:m="http://schemas.openxmlformats.org/officeDocument/2006/math">
                          <m:sSub>
                            <m:sSubPr>
                              <m:ctrlPr>
                                <a:rPr lang="en-US" altLang="zh-CN" sz="1000" i="1">
                                  <a:latin typeface="Cambria Math" panose="02040503050406030204" pitchFamily="18" charset="0"/>
                                </a:rPr>
                              </m:ctrlPr>
                            </m:sSubPr>
                            <m:e>
                              <m:r>
                                <m:rPr>
                                  <m:sty m:val="p"/>
                                </m:rPr>
                                <a:rPr lang="en-US" altLang="zh-CN" sz="1000" i="1">
                                  <a:latin typeface="Cambria Math" panose="02040503050406030204" pitchFamily="18" charset="0"/>
                                </a:rPr>
                                <m:t>T</m:t>
                              </m:r>
                            </m:e>
                            <m:sub>
                              <m:r>
                                <a:rPr lang="en-US" altLang="zh-CN" sz="1000" b="0" i="1" smtClean="0">
                                  <a:latin typeface="Cambria Math" panose="02040503050406030204" pitchFamily="18" charset="0"/>
                                </a:rPr>
                                <m:t>2</m:t>
                              </m:r>
                            </m:sub>
                          </m:sSub>
                        </m:oMath>
                      </a14:m>
                      <a:r>
                        <a:rPr lang="en-US" altLang="zh-CN" sz="1000" dirty="0"/>
                        <a:t> </a:t>
                      </a:r>
                      <a14:m>
                        <m:oMath xmlns:m="http://schemas.openxmlformats.org/officeDocument/2006/math">
                          <m:sSub>
                            <m:sSubPr>
                              <m:ctrlPr>
                                <a:rPr lang="en-US" altLang="zh-CN" sz="1000" i="1">
                                  <a:latin typeface="Cambria Math" panose="02040503050406030204" pitchFamily="18" charset="0"/>
                                </a:rPr>
                              </m:ctrlPr>
                            </m:sSubPr>
                            <m:e>
                              <m:r>
                                <a:rPr lang="en-US" altLang="zh-CN" sz="1000" b="0" i="1" smtClean="0">
                                  <a:latin typeface="Cambria Math" panose="02040503050406030204" pitchFamily="18" charset="0"/>
                                </a:rPr>
                                <m:t>         …         </m:t>
                              </m:r>
                              <m:r>
                                <m:rPr>
                                  <m:sty m:val="p"/>
                                </m:rPr>
                                <a:rPr lang="en-US" altLang="zh-CN" sz="1000" i="1">
                                  <a:latin typeface="Cambria Math" panose="02040503050406030204" pitchFamily="18" charset="0"/>
                                </a:rPr>
                                <m:t>T</m:t>
                              </m:r>
                            </m:e>
                            <m:sub>
                              <m:r>
                                <a:rPr lang="en-US" altLang="zh-CN" sz="1000" b="0" i="1" smtClean="0">
                                  <a:latin typeface="Cambria Math" panose="02040503050406030204" pitchFamily="18" charset="0"/>
                                </a:rPr>
                                <m:t>𝑁</m:t>
                              </m:r>
                            </m:sub>
                          </m:sSub>
                        </m:oMath>
                      </a14:m>
                      <a:endParaRPr lang="zh-CN" altLang="en-US" sz="1000" dirty="0"/>
                    </a:p>
                  </p:txBody>
                </p:sp>
              </mc:Choice>
              <mc:Fallback xmlns="">
                <p:sp>
                  <p:nvSpPr>
                    <p:cNvPr id="200" name="文本框 199">
                      <a:extLst>
                        <a:ext uri="{FF2B5EF4-FFF2-40B4-BE49-F238E27FC236}">
                          <a16:creationId xmlns:a16="http://schemas.microsoft.com/office/drawing/2014/main" id="{DA2DBAE1-A277-41EA-9417-5267B3D2B3E0}"/>
                        </a:ext>
                      </a:extLst>
                    </p:cNvPr>
                    <p:cNvSpPr txBox="1">
                      <a:spLocks noRot="1" noChangeAspect="1" noMove="1" noResize="1" noEditPoints="1" noAdjustHandles="1" noChangeArrowheads="1" noChangeShapeType="1" noTextEdit="1"/>
                    </p:cNvSpPr>
                    <p:nvPr/>
                  </p:nvSpPr>
                  <p:spPr>
                    <a:xfrm>
                      <a:off x="7162009" y="961415"/>
                      <a:ext cx="2065614" cy="246221"/>
                    </a:xfrm>
                    <a:prstGeom prst="rect">
                      <a:avLst/>
                    </a:prstGeom>
                    <a:blipFill>
                      <a:blip r:embed="rId4"/>
                      <a:stretch>
                        <a:fillRect b="-9756"/>
                      </a:stretch>
                    </a:blipFill>
                  </p:spPr>
                  <p:txBody>
                    <a:bodyPr/>
                    <a:lstStyle/>
                    <a:p>
                      <a:r>
                        <a:rPr lang="zh-CN" altLang="en-US">
                          <a:noFill/>
                        </a:rPr>
                        <a:t> </a:t>
                      </a:r>
                    </a:p>
                  </p:txBody>
                </p:sp>
              </mc:Fallback>
            </mc:AlternateContent>
            <p:sp>
              <p:nvSpPr>
                <p:cNvPr id="28" name="矩形 200">
                  <a:extLst>
                    <a:ext uri="{FF2B5EF4-FFF2-40B4-BE49-F238E27FC236}">
                      <a16:creationId xmlns:a16="http://schemas.microsoft.com/office/drawing/2014/main" id="{C985C8A1-E1C1-EA06-BCF6-E78D40789095}"/>
                    </a:ext>
                  </a:extLst>
                </p:cNvPr>
                <p:cNvSpPr/>
                <p:nvPr/>
              </p:nvSpPr>
              <p:spPr>
                <a:xfrm>
                  <a:off x="7259505" y="2157143"/>
                  <a:ext cx="347767" cy="186841"/>
                </a:xfrm>
                <a:prstGeom prst="rect">
                  <a:avLst/>
                </a:prstGeom>
                <a:solidFill>
                  <a:schemeClr val="accent4">
                    <a:lumMod val="60000"/>
                    <a:lumOff val="4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29" name="矩形 201">
                  <a:extLst>
                    <a:ext uri="{FF2B5EF4-FFF2-40B4-BE49-F238E27FC236}">
                      <a16:creationId xmlns:a16="http://schemas.microsoft.com/office/drawing/2014/main" id="{5E68266E-CB9A-B322-5C37-368F252E366A}"/>
                    </a:ext>
                  </a:extLst>
                </p:cNvPr>
                <p:cNvSpPr/>
                <p:nvPr/>
              </p:nvSpPr>
              <p:spPr>
                <a:xfrm>
                  <a:off x="7642613" y="2159796"/>
                  <a:ext cx="347767" cy="186841"/>
                </a:xfrm>
                <a:prstGeom prst="rect">
                  <a:avLst/>
                </a:prstGeom>
                <a:solidFill>
                  <a:schemeClr val="accent4">
                    <a:lumMod val="60000"/>
                    <a:lumOff val="4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30" name="矩形 202">
                  <a:extLst>
                    <a:ext uri="{FF2B5EF4-FFF2-40B4-BE49-F238E27FC236}">
                      <a16:creationId xmlns:a16="http://schemas.microsoft.com/office/drawing/2014/main" id="{3C9C7F0A-7ECD-3B55-626E-32E32E8B7D22}"/>
                    </a:ext>
                  </a:extLst>
                </p:cNvPr>
                <p:cNvSpPr/>
                <p:nvPr/>
              </p:nvSpPr>
              <p:spPr>
                <a:xfrm>
                  <a:off x="8044510" y="2160352"/>
                  <a:ext cx="347767" cy="186841"/>
                </a:xfrm>
                <a:prstGeom prst="rect">
                  <a:avLst/>
                </a:prstGeom>
                <a:solidFill>
                  <a:schemeClr val="accent4">
                    <a:lumMod val="60000"/>
                    <a:lumOff val="4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31" name="矩形 203">
                  <a:extLst>
                    <a:ext uri="{FF2B5EF4-FFF2-40B4-BE49-F238E27FC236}">
                      <a16:creationId xmlns:a16="http://schemas.microsoft.com/office/drawing/2014/main" id="{3C0EE59E-A83A-D1EC-C4AE-308AA5F17FCB}"/>
                    </a:ext>
                  </a:extLst>
                </p:cNvPr>
                <p:cNvSpPr/>
                <p:nvPr/>
              </p:nvSpPr>
              <p:spPr>
                <a:xfrm>
                  <a:off x="8799965" y="2157143"/>
                  <a:ext cx="347767" cy="186841"/>
                </a:xfrm>
                <a:prstGeom prst="rect">
                  <a:avLst/>
                </a:prstGeom>
                <a:solidFill>
                  <a:schemeClr val="accent4">
                    <a:lumMod val="60000"/>
                    <a:lumOff val="4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mc:AlternateContent xmlns:mc="http://schemas.openxmlformats.org/markup-compatibility/2006" xmlns:a14="http://schemas.microsoft.com/office/drawing/2010/main">
              <mc:Choice Requires="a14">
                <p:sp>
                  <p:nvSpPr>
                    <p:cNvPr id="32" name="文本框 204">
                      <a:extLst>
                        <a:ext uri="{FF2B5EF4-FFF2-40B4-BE49-F238E27FC236}">
                          <a16:creationId xmlns:a16="http://schemas.microsoft.com/office/drawing/2014/main" id="{06A7ECD9-40CC-D625-7A9E-7A8282A270F1}"/>
                        </a:ext>
                      </a:extLst>
                    </p:cNvPr>
                    <p:cNvSpPr txBox="1"/>
                    <p:nvPr/>
                  </p:nvSpPr>
                  <p:spPr>
                    <a:xfrm>
                      <a:off x="7184292" y="2121132"/>
                      <a:ext cx="2065614" cy="261290"/>
                    </a:xfrm>
                    <a:prstGeom prst="rect">
                      <a:avLst/>
                    </a:prstGeom>
                    <a:noFill/>
                  </p:spPr>
                  <p:txBody>
                    <a:bodyPr wrap="square" rtlCol="0">
                      <a:spAutoFit/>
                    </a:bodyPr>
                    <a:lstStyle/>
                    <a:p>
                      <a14:m>
                        <m:oMath xmlns:m="http://schemas.openxmlformats.org/officeDocument/2006/math">
                          <m:sSub>
                            <m:sSubPr>
                              <m:ctrlPr>
                                <a:rPr lang="en-US" altLang="zh-CN" sz="1000" i="1" smtClean="0">
                                  <a:latin typeface="Cambria Math" panose="02040503050406030204" pitchFamily="18" charset="0"/>
                                </a:rPr>
                              </m:ctrlPr>
                            </m:sSubPr>
                            <m:e>
                              <m:r>
                                <a:rPr lang="en-US" altLang="zh-CN" sz="1000" b="0" i="1" smtClean="0">
                                  <a:latin typeface="Cambria Math" panose="02040503050406030204" pitchFamily="18" charset="0"/>
                                </a:rPr>
                                <m:t>𝐸</m:t>
                              </m:r>
                            </m:e>
                            <m:sub>
                              <m:r>
                                <a:rPr lang="en-US" altLang="zh-CN" sz="1000" b="0" i="1" smtClean="0">
                                  <a:latin typeface="Cambria Math" panose="02040503050406030204" pitchFamily="18" charset="0"/>
                                </a:rPr>
                                <m:t>[</m:t>
                              </m:r>
                              <m:r>
                                <a:rPr lang="en-US" altLang="zh-CN" sz="1000" b="0" i="1" smtClean="0">
                                  <a:latin typeface="Cambria Math" panose="02040503050406030204" pitchFamily="18" charset="0"/>
                                </a:rPr>
                                <m:t>𝐶𝐿𝑆</m:t>
                              </m:r>
                              <m:r>
                                <a:rPr lang="en-US" altLang="zh-CN" sz="1000" b="0" i="1" smtClean="0">
                                  <a:latin typeface="Cambria Math" panose="02040503050406030204" pitchFamily="18" charset="0"/>
                                </a:rPr>
                                <m:t>]</m:t>
                              </m:r>
                            </m:sub>
                          </m:sSub>
                        </m:oMath>
                      </a14:m>
                      <a:r>
                        <a:rPr lang="en-US" altLang="zh-CN" sz="1000" dirty="0"/>
                        <a:t>     </a:t>
                      </a:r>
                      <a14:m>
                        <m:oMath xmlns:m="http://schemas.openxmlformats.org/officeDocument/2006/math">
                          <m:sSub>
                            <m:sSubPr>
                              <m:ctrlPr>
                                <a:rPr lang="en-US" altLang="zh-CN" sz="1000" i="1" smtClean="0">
                                  <a:latin typeface="Cambria Math" panose="02040503050406030204" pitchFamily="18" charset="0"/>
                                </a:rPr>
                              </m:ctrlPr>
                            </m:sSubPr>
                            <m:e>
                              <m:r>
                                <a:rPr lang="en-US" altLang="zh-CN" sz="1000" b="0" i="1" smtClean="0">
                                  <a:latin typeface="Cambria Math" panose="02040503050406030204" pitchFamily="18" charset="0"/>
                                </a:rPr>
                                <m:t>𝐸</m:t>
                              </m:r>
                            </m:e>
                            <m:sub>
                              <m:r>
                                <a:rPr lang="en-US" altLang="zh-CN" sz="1000" b="0" i="1" smtClean="0">
                                  <a:latin typeface="Cambria Math" panose="02040503050406030204" pitchFamily="18" charset="0"/>
                                </a:rPr>
                                <m:t>1</m:t>
                              </m:r>
                            </m:sub>
                          </m:sSub>
                        </m:oMath>
                      </a14:m>
                      <a:r>
                        <a:rPr lang="zh-CN" altLang="en-US" sz="1000" dirty="0"/>
                        <a:t>        </a:t>
                      </a:r>
                      <a14:m>
                        <m:oMath xmlns:m="http://schemas.openxmlformats.org/officeDocument/2006/math">
                          <m:sSub>
                            <m:sSubPr>
                              <m:ctrlPr>
                                <a:rPr lang="en-US" altLang="zh-CN" sz="1000" i="1">
                                  <a:latin typeface="Cambria Math" panose="02040503050406030204" pitchFamily="18" charset="0"/>
                                </a:rPr>
                              </m:ctrlPr>
                            </m:sSubPr>
                            <m:e>
                              <m:r>
                                <a:rPr lang="en-US" altLang="zh-CN" sz="1000" b="0" i="1" smtClean="0">
                                  <a:latin typeface="Cambria Math" panose="02040503050406030204" pitchFamily="18" charset="0"/>
                                </a:rPr>
                                <m:t>𝐸</m:t>
                              </m:r>
                            </m:e>
                            <m:sub>
                              <m:r>
                                <a:rPr lang="en-US" altLang="zh-CN" sz="1000" b="0" i="1" smtClean="0">
                                  <a:latin typeface="Cambria Math" panose="02040503050406030204" pitchFamily="18" charset="0"/>
                                </a:rPr>
                                <m:t>2</m:t>
                              </m:r>
                            </m:sub>
                          </m:sSub>
                        </m:oMath>
                      </a14:m>
                      <a:r>
                        <a:rPr lang="en-US" altLang="zh-CN" sz="1000" dirty="0"/>
                        <a:t> </a:t>
                      </a:r>
                      <a14:m>
                        <m:oMath xmlns:m="http://schemas.openxmlformats.org/officeDocument/2006/math">
                          <m:sSub>
                            <m:sSubPr>
                              <m:ctrlPr>
                                <a:rPr lang="en-US" altLang="zh-CN" sz="1000" i="1">
                                  <a:latin typeface="Cambria Math" panose="02040503050406030204" pitchFamily="18" charset="0"/>
                                </a:rPr>
                              </m:ctrlPr>
                            </m:sSubPr>
                            <m:e>
                              <m:r>
                                <a:rPr lang="en-US" altLang="zh-CN" sz="1000" b="0" i="1" smtClean="0">
                                  <a:latin typeface="Cambria Math" panose="02040503050406030204" pitchFamily="18" charset="0"/>
                                </a:rPr>
                                <m:t>       …         </m:t>
                              </m:r>
                              <m:r>
                                <a:rPr lang="en-US" altLang="zh-CN" sz="1000" b="0" i="1" smtClean="0">
                                  <a:latin typeface="Cambria Math" panose="02040503050406030204" pitchFamily="18" charset="0"/>
                                </a:rPr>
                                <m:t>𝐸</m:t>
                              </m:r>
                            </m:e>
                            <m:sub>
                              <m:r>
                                <a:rPr lang="en-US" altLang="zh-CN" sz="1000" b="0" i="1" smtClean="0">
                                  <a:latin typeface="Cambria Math" panose="02040503050406030204" pitchFamily="18" charset="0"/>
                                </a:rPr>
                                <m:t>𝑁</m:t>
                              </m:r>
                            </m:sub>
                          </m:sSub>
                        </m:oMath>
                      </a14:m>
                      <a:endParaRPr lang="zh-CN" altLang="en-US" sz="1000" dirty="0"/>
                    </a:p>
                  </p:txBody>
                </p:sp>
              </mc:Choice>
              <mc:Fallback xmlns="">
                <p:sp>
                  <p:nvSpPr>
                    <p:cNvPr id="205" name="文本框 204">
                      <a:extLst>
                        <a:ext uri="{FF2B5EF4-FFF2-40B4-BE49-F238E27FC236}">
                          <a16:creationId xmlns:a16="http://schemas.microsoft.com/office/drawing/2014/main" id="{C41DF85F-EEB4-46EC-B166-136CAC8A725C}"/>
                        </a:ext>
                      </a:extLst>
                    </p:cNvPr>
                    <p:cNvSpPr txBox="1">
                      <a:spLocks noRot="1" noChangeAspect="1" noMove="1" noResize="1" noEditPoints="1" noAdjustHandles="1" noChangeArrowheads="1" noChangeShapeType="1" noTextEdit="1"/>
                    </p:cNvSpPr>
                    <p:nvPr/>
                  </p:nvSpPr>
                  <p:spPr>
                    <a:xfrm>
                      <a:off x="7184292" y="2121132"/>
                      <a:ext cx="2065614" cy="261290"/>
                    </a:xfrm>
                    <a:prstGeom prst="rect">
                      <a:avLst/>
                    </a:prstGeom>
                    <a:blipFill>
                      <a:blip r:embed="rId5"/>
                      <a:stretch>
                        <a:fillRect/>
                      </a:stretch>
                    </a:blipFill>
                  </p:spPr>
                  <p:txBody>
                    <a:bodyPr/>
                    <a:lstStyle/>
                    <a:p>
                      <a:r>
                        <a:rPr lang="zh-CN" altLang="en-US">
                          <a:noFill/>
                        </a:rPr>
                        <a:t> </a:t>
                      </a:r>
                    </a:p>
                  </p:txBody>
                </p:sp>
              </mc:Fallback>
            </mc:AlternateContent>
          </p:grpSp>
          <p:grpSp>
            <p:nvGrpSpPr>
              <p:cNvPr id="8" name="组合 274">
                <a:extLst>
                  <a:ext uri="{FF2B5EF4-FFF2-40B4-BE49-F238E27FC236}">
                    <a16:creationId xmlns:a16="http://schemas.microsoft.com/office/drawing/2014/main" id="{AA436454-D6FB-3AF5-9519-A5329A8036DE}"/>
                  </a:ext>
                </a:extLst>
              </p:cNvPr>
              <p:cNvGrpSpPr/>
              <p:nvPr/>
            </p:nvGrpSpPr>
            <p:grpSpPr>
              <a:xfrm>
                <a:off x="7174066" y="2515785"/>
                <a:ext cx="2065614" cy="246221"/>
                <a:chOff x="7174066" y="2515785"/>
                <a:chExt cx="2065614" cy="246221"/>
              </a:xfrm>
            </p:grpSpPr>
            <p:sp>
              <p:nvSpPr>
                <p:cNvPr id="17" name="矩形: 剪去顶角 265">
                  <a:extLst>
                    <a:ext uri="{FF2B5EF4-FFF2-40B4-BE49-F238E27FC236}">
                      <a16:creationId xmlns:a16="http://schemas.microsoft.com/office/drawing/2014/main" id="{264223D6-9E0B-E747-81A4-398899B93CEE}"/>
                    </a:ext>
                  </a:extLst>
                </p:cNvPr>
                <p:cNvSpPr/>
                <p:nvPr/>
              </p:nvSpPr>
              <p:spPr>
                <a:xfrm>
                  <a:off x="7259505" y="2527963"/>
                  <a:ext cx="339425" cy="206683"/>
                </a:xfrm>
                <a:prstGeom prst="snip2SameRect">
                  <a:avLst/>
                </a:prstGeom>
                <a:solidFill>
                  <a:schemeClr val="accent2">
                    <a:lumMod val="60000"/>
                    <a:lumOff val="4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8" name="矩形: 剪去顶角 266">
                  <a:extLst>
                    <a:ext uri="{FF2B5EF4-FFF2-40B4-BE49-F238E27FC236}">
                      <a16:creationId xmlns:a16="http://schemas.microsoft.com/office/drawing/2014/main" id="{92DB768F-5533-7236-C08A-1E04D7334E9F}"/>
                    </a:ext>
                  </a:extLst>
                </p:cNvPr>
                <p:cNvSpPr/>
                <p:nvPr/>
              </p:nvSpPr>
              <p:spPr>
                <a:xfrm>
                  <a:off x="7652389" y="2527963"/>
                  <a:ext cx="339425" cy="206683"/>
                </a:xfrm>
                <a:prstGeom prst="snip2SameRect">
                  <a:avLst/>
                </a:prstGeom>
                <a:solidFill>
                  <a:schemeClr val="accent2">
                    <a:lumMod val="60000"/>
                    <a:lumOff val="4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19" name="矩形: 剪去顶角 267">
                  <a:extLst>
                    <a:ext uri="{FF2B5EF4-FFF2-40B4-BE49-F238E27FC236}">
                      <a16:creationId xmlns:a16="http://schemas.microsoft.com/office/drawing/2014/main" id="{B77516AD-02CF-5A72-6A11-4430E7B3BA77}"/>
                    </a:ext>
                  </a:extLst>
                </p:cNvPr>
                <p:cNvSpPr/>
                <p:nvPr/>
              </p:nvSpPr>
              <p:spPr>
                <a:xfrm>
                  <a:off x="8037161" y="2527963"/>
                  <a:ext cx="339425" cy="206683"/>
                </a:xfrm>
                <a:prstGeom prst="snip2SameRect">
                  <a:avLst/>
                </a:prstGeom>
                <a:solidFill>
                  <a:schemeClr val="accent2">
                    <a:lumMod val="60000"/>
                    <a:lumOff val="4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0" name="矩形: 剪去顶角 268">
                  <a:extLst>
                    <a:ext uri="{FF2B5EF4-FFF2-40B4-BE49-F238E27FC236}">
                      <a16:creationId xmlns:a16="http://schemas.microsoft.com/office/drawing/2014/main" id="{CFF6B25D-C9F8-B3C9-5EF9-D126B83F6381}"/>
                    </a:ext>
                  </a:extLst>
                </p:cNvPr>
                <p:cNvSpPr/>
                <p:nvPr/>
              </p:nvSpPr>
              <p:spPr>
                <a:xfrm>
                  <a:off x="8806667" y="2523073"/>
                  <a:ext cx="339425" cy="206683"/>
                </a:xfrm>
                <a:prstGeom prst="snip2SameRect">
                  <a:avLst/>
                </a:prstGeom>
                <a:solidFill>
                  <a:schemeClr val="accent2">
                    <a:lumMod val="60000"/>
                    <a:lumOff val="4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1" name="文本框 269">
                  <a:extLst>
                    <a:ext uri="{FF2B5EF4-FFF2-40B4-BE49-F238E27FC236}">
                      <a16:creationId xmlns:a16="http://schemas.microsoft.com/office/drawing/2014/main" id="{22AA50DA-FCE6-E040-1F50-D0793D8CEBED}"/>
                    </a:ext>
                  </a:extLst>
                </p:cNvPr>
                <p:cNvSpPr txBox="1"/>
                <p:nvPr/>
              </p:nvSpPr>
              <p:spPr>
                <a:xfrm>
                  <a:off x="7174066" y="2515785"/>
                  <a:ext cx="2065614" cy="246221"/>
                </a:xfrm>
                <a:prstGeom prst="rect">
                  <a:avLst/>
                </a:prstGeom>
                <a:noFill/>
              </p:spPr>
              <p:txBody>
                <a:bodyPr wrap="square" rtlCol="0">
                  <a:spAutoFit/>
                </a:bodyPr>
                <a:lstStyle/>
                <a:p>
                  <a:r>
                    <a:rPr lang="en-US" altLang="zh-CN" sz="1000" dirty="0"/>
                    <a:t>[CLS]   Tok1</a:t>
                  </a:r>
                  <a:r>
                    <a:rPr lang="zh-CN" altLang="en-US" sz="1000" dirty="0"/>
                    <a:t>   </a:t>
                  </a:r>
                  <a:r>
                    <a:rPr lang="en-US" altLang="zh-CN" sz="1000" dirty="0"/>
                    <a:t>Tok2     …     </a:t>
                  </a:r>
                  <a:r>
                    <a:rPr lang="en-US" altLang="zh-CN" sz="1000" dirty="0" err="1"/>
                    <a:t>TokN</a:t>
                  </a:r>
                  <a:endParaRPr lang="zh-CN" altLang="en-US" sz="1000" dirty="0"/>
                </a:p>
              </p:txBody>
            </p:sp>
          </p:grpSp>
          <p:sp>
            <p:nvSpPr>
              <p:cNvPr id="9" name="箭头: 上 270">
                <a:extLst>
                  <a:ext uri="{FF2B5EF4-FFF2-40B4-BE49-F238E27FC236}">
                    <a16:creationId xmlns:a16="http://schemas.microsoft.com/office/drawing/2014/main" id="{1D65F685-E1BC-6E4E-2460-676DE4544787}"/>
                  </a:ext>
                </a:extLst>
              </p:cNvPr>
              <p:cNvSpPr/>
              <p:nvPr/>
            </p:nvSpPr>
            <p:spPr>
              <a:xfrm>
                <a:off x="7367827" y="2382422"/>
                <a:ext cx="131569" cy="114797"/>
              </a:xfrm>
              <a:prstGeom prst="upArrow">
                <a:avLst/>
              </a:prstGeom>
              <a:solidFill>
                <a:schemeClr val="bg2"/>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 name="箭头: 上 271">
                <a:extLst>
                  <a:ext uri="{FF2B5EF4-FFF2-40B4-BE49-F238E27FC236}">
                    <a16:creationId xmlns:a16="http://schemas.microsoft.com/office/drawing/2014/main" id="{9B890D54-1B4C-F9F3-9B9E-19294CBDEBBA}"/>
                  </a:ext>
                </a:extLst>
              </p:cNvPr>
              <p:cNvSpPr/>
              <p:nvPr/>
            </p:nvSpPr>
            <p:spPr>
              <a:xfrm>
                <a:off x="7754889" y="2382421"/>
                <a:ext cx="131569" cy="114797"/>
              </a:xfrm>
              <a:prstGeom prst="upArrow">
                <a:avLst/>
              </a:prstGeom>
              <a:solidFill>
                <a:schemeClr val="bg2"/>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1" name="箭头: 上 272">
                <a:extLst>
                  <a:ext uri="{FF2B5EF4-FFF2-40B4-BE49-F238E27FC236}">
                    <a16:creationId xmlns:a16="http://schemas.microsoft.com/office/drawing/2014/main" id="{3F6C72B1-1E8E-7D54-A834-A5AA5E1DF985}"/>
                  </a:ext>
                </a:extLst>
              </p:cNvPr>
              <p:cNvSpPr/>
              <p:nvPr/>
            </p:nvSpPr>
            <p:spPr>
              <a:xfrm>
                <a:off x="8141951" y="2392001"/>
                <a:ext cx="131569" cy="114797"/>
              </a:xfrm>
              <a:prstGeom prst="upArrow">
                <a:avLst/>
              </a:prstGeom>
              <a:solidFill>
                <a:schemeClr val="bg2"/>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2" name="箭头: 上 273">
                <a:extLst>
                  <a:ext uri="{FF2B5EF4-FFF2-40B4-BE49-F238E27FC236}">
                    <a16:creationId xmlns:a16="http://schemas.microsoft.com/office/drawing/2014/main" id="{7B4EB540-BD8A-8480-9159-732B25B644DC}"/>
                  </a:ext>
                </a:extLst>
              </p:cNvPr>
              <p:cNvSpPr/>
              <p:nvPr/>
            </p:nvSpPr>
            <p:spPr>
              <a:xfrm>
                <a:off x="8917931" y="2384617"/>
                <a:ext cx="131569" cy="114797"/>
              </a:xfrm>
              <a:prstGeom prst="upArrow">
                <a:avLst/>
              </a:prstGeom>
              <a:solidFill>
                <a:schemeClr val="bg2"/>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13" name="连接符: 肘形 289">
                <a:extLst>
                  <a:ext uri="{FF2B5EF4-FFF2-40B4-BE49-F238E27FC236}">
                    <a16:creationId xmlns:a16="http://schemas.microsoft.com/office/drawing/2014/main" id="{DF2D8232-D8AA-A61C-AFA9-57A1845D00DC}"/>
                  </a:ext>
                </a:extLst>
              </p:cNvPr>
              <p:cNvCxnSpPr>
                <a:stCxn id="18" idx="1"/>
                <a:endCxn id="5" idx="0"/>
              </p:cNvCxnSpPr>
              <p:nvPr/>
            </p:nvCxnSpPr>
            <p:spPr>
              <a:xfrm rot="16200000" flipH="1">
                <a:off x="7971074" y="2585674"/>
                <a:ext cx="258960" cy="556904"/>
              </a:xfrm>
              <a:prstGeom prst="bentConnector3">
                <a:avLst/>
              </a:prstGeom>
            </p:spPr>
            <p:style>
              <a:lnRef idx="1">
                <a:schemeClr val="dk1"/>
              </a:lnRef>
              <a:fillRef idx="0">
                <a:schemeClr val="dk1"/>
              </a:fillRef>
              <a:effectRef idx="0">
                <a:schemeClr val="dk1"/>
              </a:effectRef>
              <a:fontRef idx="minor">
                <a:schemeClr val="tx1"/>
              </a:fontRef>
            </p:style>
          </p:cxnSp>
          <p:cxnSp>
            <p:nvCxnSpPr>
              <p:cNvPr id="14" name="连接符: 肘形 291">
                <a:extLst>
                  <a:ext uri="{FF2B5EF4-FFF2-40B4-BE49-F238E27FC236}">
                    <a16:creationId xmlns:a16="http://schemas.microsoft.com/office/drawing/2014/main" id="{5DC8E564-91A7-D1D7-FA2A-C19610D49529}"/>
                  </a:ext>
                </a:extLst>
              </p:cNvPr>
              <p:cNvCxnSpPr>
                <a:stCxn id="20" idx="1"/>
                <a:endCxn id="5" idx="0"/>
              </p:cNvCxnSpPr>
              <p:nvPr/>
            </p:nvCxnSpPr>
            <p:spPr>
              <a:xfrm rot="5400000">
                <a:off x="8545768" y="2562994"/>
                <a:ext cx="263850" cy="597374"/>
              </a:xfrm>
              <a:prstGeom prst="bentConnector3">
                <a:avLst>
                  <a:gd name="adj1" fmla="val 52493"/>
                </a:avLst>
              </a:prstGeom>
            </p:spPr>
            <p:style>
              <a:lnRef idx="1">
                <a:schemeClr val="dk1"/>
              </a:lnRef>
              <a:fillRef idx="0">
                <a:schemeClr val="dk1"/>
              </a:fillRef>
              <a:effectRef idx="0">
                <a:schemeClr val="dk1"/>
              </a:effectRef>
              <a:fontRef idx="minor">
                <a:schemeClr val="tx1"/>
              </a:fontRef>
            </p:style>
          </p:cxnSp>
          <p:sp>
            <p:nvSpPr>
              <p:cNvPr id="15" name="箭头: 上 299">
                <a:extLst>
                  <a:ext uri="{FF2B5EF4-FFF2-40B4-BE49-F238E27FC236}">
                    <a16:creationId xmlns:a16="http://schemas.microsoft.com/office/drawing/2014/main" id="{D6E91BB3-0908-06E5-232B-609CBA82BC05}"/>
                  </a:ext>
                </a:extLst>
              </p:cNvPr>
              <p:cNvSpPr/>
              <p:nvPr/>
            </p:nvSpPr>
            <p:spPr>
              <a:xfrm>
                <a:off x="7342870" y="858070"/>
                <a:ext cx="131569" cy="114797"/>
              </a:xfrm>
              <a:prstGeom prst="upArrow">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6" name="文本框 300">
                <a:extLst>
                  <a:ext uri="{FF2B5EF4-FFF2-40B4-BE49-F238E27FC236}">
                    <a16:creationId xmlns:a16="http://schemas.microsoft.com/office/drawing/2014/main" id="{B165C193-D094-D294-E9C2-0B0B9A0652DD}"/>
                  </a:ext>
                </a:extLst>
              </p:cNvPr>
              <p:cNvSpPr txBox="1"/>
              <p:nvPr/>
            </p:nvSpPr>
            <p:spPr>
              <a:xfrm>
                <a:off x="7168711" y="529241"/>
                <a:ext cx="515547" cy="400110"/>
              </a:xfrm>
              <a:prstGeom prst="rect">
                <a:avLst/>
              </a:prstGeom>
              <a:noFill/>
            </p:spPr>
            <p:txBody>
              <a:bodyPr wrap="square" rtlCol="0">
                <a:spAutoFit/>
              </a:bodyPr>
              <a:lstStyle/>
              <a:p>
                <a:r>
                  <a:rPr lang="en-US" altLang="zh-CN" sz="1000" dirty="0"/>
                  <a:t>Class </a:t>
                </a:r>
                <a:r>
                  <a:rPr lang="en-US" altLang="zh-CN" sz="1000" dirty="0" err="1"/>
                  <a:t>Lable</a:t>
                </a:r>
                <a:endParaRPr lang="zh-CN" altLang="en-US" sz="1000" dirty="0"/>
              </a:p>
            </p:txBody>
          </p:sp>
        </p:grpSp>
      </p:grpSp>
      <p:grpSp>
        <p:nvGrpSpPr>
          <p:cNvPr id="159" name="Group 158">
            <a:extLst>
              <a:ext uri="{FF2B5EF4-FFF2-40B4-BE49-F238E27FC236}">
                <a16:creationId xmlns:a16="http://schemas.microsoft.com/office/drawing/2014/main" id="{9A8C6AFD-2B46-2BFA-0BC5-A69F504A99AA}"/>
              </a:ext>
            </a:extLst>
          </p:cNvPr>
          <p:cNvGrpSpPr/>
          <p:nvPr/>
        </p:nvGrpSpPr>
        <p:grpSpPr>
          <a:xfrm>
            <a:off x="9140831" y="833555"/>
            <a:ext cx="2087897" cy="2622070"/>
            <a:chOff x="9653083" y="3865753"/>
            <a:chExt cx="2087897" cy="2622070"/>
          </a:xfrm>
        </p:grpSpPr>
        <p:grpSp>
          <p:nvGrpSpPr>
            <p:cNvPr id="80" name="组合 303">
              <a:extLst>
                <a:ext uri="{FF2B5EF4-FFF2-40B4-BE49-F238E27FC236}">
                  <a16:creationId xmlns:a16="http://schemas.microsoft.com/office/drawing/2014/main" id="{0D3622FC-6733-7E57-E2CA-A6558DED2C84}"/>
                </a:ext>
              </a:extLst>
            </p:cNvPr>
            <p:cNvGrpSpPr/>
            <p:nvPr/>
          </p:nvGrpSpPr>
          <p:grpSpPr>
            <a:xfrm>
              <a:off x="9653083" y="3865753"/>
              <a:ext cx="2087897" cy="2622070"/>
              <a:chOff x="7162009" y="617757"/>
              <a:chExt cx="2087897" cy="2622070"/>
            </a:xfrm>
          </p:grpSpPr>
          <p:sp>
            <p:nvSpPr>
              <p:cNvPr id="81" name="文本框 304">
                <a:extLst>
                  <a:ext uri="{FF2B5EF4-FFF2-40B4-BE49-F238E27FC236}">
                    <a16:creationId xmlns:a16="http://schemas.microsoft.com/office/drawing/2014/main" id="{4508A128-3278-D890-831F-D39BB17DC908}"/>
                  </a:ext>
                </a:extLst>
              </p:cNvPr>
              <p:cNvSpPr txBox="1"/>
              <p:nvPr/>
            </p:nvSpPr>
            <p:spPr>
              <a:xfrm>
                <a:off x="7815508" y="2993606"/>
                <a:ext cx="1126996" cy="246221"/>
              </a:xfrm>
              <a:prstGeom prst="rect">
                <a:avLst/>
              </a:prstGeom>
              <a:noFill/>
            </p:spPr>
            <p:txBody>
              <a:bodyPr wrap="square" rtlCol="0">
                <a:spAutoFit/>
              </a:bodyPr>
              <a:lstStyle/>
              <a:p>
                <a:r>
                  <a:rPr lang="en-US" altLang="zh-CN" sz="1000" dirty="0"/>
                  <a:t>Single Sentence</a:t>
                </a:r>
                <a:endParaRPr lang="zh-CN" altLang="en-US" sz="1000" dirty="0"/>
              </a:p>
            </p:txBody>
          </p:sp>
          <p:grpSp>
            <p:nvGrpSpPr>
              <p:cNvPr id="82" name="组合 305">
                <a:extLst>
                  <a:ext uri="{FF2B5EF4-FFF2-40B4-BE49-F238E27FC236}">
                    <a16:creationId xmlns:a16="http://schemas.microsoft.com/office/drawing/2014/main" id="{9977F285-7109-95B1-D5C9-5CADFB435A42}"/>
                  </a:ext>
                </a:extLst>
              </p:cNvPr>
              <p:cNvGrpSpPr/>
              <p:nvPr/>
            </p:nvGrpSpPr>
            <p:grpSpPr>
              <a:xfrm>
                <a:off x="7162009" y="617757"/>
                <a:ext cx="2087897" cy="2375849"/>
                <a:chOff x="7162009" y="617757"/>
                <a:chExt cx="2087897" cy="2375849"/>
              </a:xfrm>
            </p:grpSpPr>
            <p:grpSp>
              <p:nvGrpSpPr>
                <p:cNvPr id="83" name="组合 306">
                  <a:extLst>
                    <a:ext uri="{FF2B5EF4-FFF2-40B4-BE49-F238E27FC236}">
                      <a16:creationId xmlns:a16="http://schemas.microsoft.com/office/drawing/2014/main" id="{8CA786D9-DDEB-F940-80A9-DA2A8CBE197E}"/>
                    </a:ext>
                  </a:extLst>
                </p:cNvPr>
                <p:cNvGrpSpPr/>
                <p:nvPr/>
              </p:nvGrpSpPr>
              <p:grpSpPr>
                <a:xfrm>
                  <a:off x="7162009" y="953790"/>
                  <a:ext cx="2087897" cy="1428632"/>
                  <a:chOff x="7162009" y="953790"/>
                  <a:chExt cx="2087897" cy="1428632"/>
                </a:xfrm>
              </p:grpSpPr>
              <p:grpSp>
                <p:nvGrpSpPr>
                  <p:cNvPr id="97" name="组合 321">
                    <a:extLst>
                      <a:ext uri="{FF2B5EF4-FFF2-40B4-BE49-F238E27FC236}">
                        <a16:creationId xmlns:a16="http://schemas.microsoft.com/office/drawing/2014/main" id="{56347895-A62A-CC52-6F87-8BAF352CA7A9}"/>
                      </a:ext>
                    </a:extLst>
                  </p:cNvPr>
                  <p:cNvGrpSpPr/>
                  <p:nvPr/>
                </p:nvGrpSpPr>
                <p:grpSpPr>
                  <a:xfrm>
                    <a:off x="7168711" y="953790"/>
                    <a:ext cx="2065623" cy="1420938"/>
                    <a:chOff x="3576540" y="611793"/>
                    <a:chExt cx="2065623" cy="1420938"/>
                  </a:xfrm>
                </p:grpSpPr>
                <p:grpSp>
                  <p:nvGrpSpPr>
                    <p:cNvPr id="108" name="组合 332">
                      <a:extLst>
                        <a:ext uri="{FF2B5EF4-FFF2-40B4-BE49-F238E27FC236}">
                          <a16:creationId xmlns:a16="http://schemas.microsoft.com/office/drawing/2014/main" id="{74B9FD3B-BB1B-1D1D-0ABE-3D518EB9F986}"/>
                        </a:ext>
                      </a:extLst>
                    </p:cNvPr>
                    <p:cNvGrpSpPr/>
                    <p:nvPr/>
                  </p:nvGrpSpPr>
                  <p:grpSpPr>
                    <a:xfrm rot="16200000">
                      <a:off x="4055349" y="381413"/>
                      <a:ext cx="1099088" cy="1875117"/>
                      <a:chOff x="10048489" y="4615656"/>
                      <a:chExt cx="1099088" cy="1329779"/>
                    </a:xfrm>
                  </p:grpSpPr>
                  <p:sp>
                    <p:nvSpPr>
                      <p:cNvPr id="110" name="Oval 4">
                        <a:extLst>
                          <a:ext uri="{FF2B5EF4-FFF2-40B4-BE49-F238E27FC236}">
                            <a16:creationId xmlns:a16="http://schemas.microsoft.com/office/drawing/2014/main" id="{A4E52A71-2E84-3BB6-2DB7-2E42DADB71C9}"/>
                          </a:ext>
                        </a:extLst>
                      </p:cNvPr>
                      <p:cNvSpPr/>
                      <p:nvPr/>
                    </p:nvSpPr>
                    <p:spPr>
                      <a:xfrm>
                        <a:off x="10171777" y="4620065"/>
                        <a:ext cx="227334" cy="227334"/>
                      </a:xfrm>
                      <a:prstGeom prst="ellipse">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latin typeface="Calibri" panose="020F0502020204030204" pitchFamily="34" charset="0"/>
                          <a:cs typeface="Calibri" panose="020F0502020204030204" pitchFamily="34" charset="0"/>
                        </a:endParaRPr>
                      </a:p>
                    </p:txBody>
                  </p:sp>
                  <p:sp>
                    <p:nvSpPr>
                      <p:cNvPr id="111" name="Oval 5">
                        <a:extLst>
                          <a:ext uri="{FF2B5EF4-FFF2-40B4-BE49-F238E27FC236}">
                            <a16:creationId xmlns:a16="http://schemas.microsoft.com/office/drawing/2014/main" id="{0843FD35-261B-78F6-1326-4ED85EFC58AC}"/>
                          </a:ext>
                        </a:extLst>
                      </p:cNvPr>
                      <p:cNvSpPr/>
                      <p:nvPr/>
                    </p:nvSpPr>
                    <p:spPr>
                      <a:xfrm>
                        <a:off x="10172085" y="4894574"/>
                        <a:ext cx="227334" cy="227334"/>
                      </a:xfrm>
                      <a:prstGeom prst="ellipse">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latin typeface="Calibri" panose="020F0502020204030204" pitchFamily="34" charset="0"/>
                          <a:cs typeface="Calibri" panose="020F0502020204030204" pitchFamily="34" charset="0"/>
                        </a:endParaRPr>
                      </a:p>
                    </p:txBody>
                  </p:sp>
                  <p:sp>
                    <p:nvSpPr>
                      <p:cNvPr id="112" name="Oval 6">
                        <a:extLst>
                          <a:ext uri="{FF2B5EF4-FFF2-40B4-BE49-F238E27FC236}">
                            <a16:creationId xmlns:a16="http://schemas.microsoft.com/office/drawing/2014/main" id="{26806FA0-E7CC-3004-FFAD-E1505738EC7E}"/>
                          </a:ext>
                        </a:extLst>
                      </p:cNvPr>
                      <p:cNvSpPr/>
                      <p:nvPr/>
                    </p:nvSpPr>
                    <p:spPr>
                      <a:xfrm>
                        <a:off x="10172393" y="5169083"/>
                        <a:ext cx="227334" cy="227334"/>
                      </a:xfrm>
                      <a:prstGeom prst="ellipse">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latin typeface="Calibri" panose="020F0502020204030204" pitchFamily="34" charset="0"/>
                          <a:cs typeface="Calibri" panose="020F0502020204030204" pitchFamily="34" charset="0"/>
                        </a:endParaRPr>
                      </a:p>
                    </p:txBody>
                  </p:sp>
                  <p:sp>
                    <p:nvSpPr>
                      <p:cNvPr id="113" name="Oval 7">
                        <a:extLst>
                          <a:ext uri="{FF2B5EF4-FFF2-40B4-BE49-F238E27FC236}">
                            <a16:creationId xmlns:a16="http://schemas.microsoft.com/office/drawing/2014/main" id="{2D0C10C7-AF0E-C441-558F-13B6FF1DEC87}"/>
                          </a:ext>
                        </a:extLst>
                      </p:cNvPr>
                      <p:cNvSpPr/>
                      <p:nvPr/>
                    </p:nvSpPr>
                    <p:spPr>
                      <a:xfrm>
                        <a:off x="10171777" y="5443592"/>
                        <a:ext cx="227334" cy="227334"/>
                      </a:xfrm>
                      <a:prstGeom prst="ellipse">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latin typeface="Calibri" panose="020F0502020204030204" pitchFamily="34" charset="0"/>
                          <a:cs typeface="Calibri" panose="020F0502020204030204" pitchFamily="34" charset="0"/>
                        </a:endParaRPr>
                      </a:p>
                    </p:txBody>
                  </p:sp>
                  <p:sp>
                    <p:nvSpPr>
                      <p:cNvPr id="114" name="Oval 8">
                        <a:extLst>
                          <a:ext uri="{FF2B5EF4-FFF2-40B4-BE49-F238E27FC236}">
                            <a16:creationId xmlns:a16="http://schemas.microsoft.com/office/drawing/2014/main" id="{6B9496C6-83E8-7535-DBA0-A4EDA85F10B7}"/>
                          </a:ext>
                        </a:extLst>
                      </p:cNvPr>
                      <p:cNvSpPr/>
                      <p:nvPr/>
                    </p:nvSpPr>
                    <p:spPr>
                      <a:xfrm>
                        <a:off x="10167947" y="5718101"/>
                        <a:ext cx="227334" cy="227334"/>
                      </a:xfrm>
                      <a:prstGeom prst="ellipse">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latin typeface="Calibri" panose="020F0502020204030204" pitchFamily="34" charset="0"/>
                          <a:cs typeface="Calibri" panose="020F0502020204030204" pitchFamily="34" charset="0"/>
                        </a:endParaRPr>
                      </a:p>
                    </p:txBody>
                  </p:sp>
                  <p:sp>
                    <p:nvSpPr>
                      <p:cNvPr id="115" name="Oval 9">
                        <a:extLst>
                          <a:ext uri="{FF2B5EF4-FFF2-40B4-BE49-F238E27FC236}">
                            <a16:creationId xmlns:a16="http://schemas.microsoft.com/office/drawing/2014/main" id="{60FA4E37-2E6C-CF23-5D14-0DB55DDCFDB7}"/>
                          </a:ext>
                        </a:extLst>
                      </p:cNvPr>
                      <p:cNvSpPr/>
                      <p:nvPr/>
                    </p:nvSpPr>
                    <p:spPr>
                      <a:xfrm>
                        <a:off x="10806756" y="5164836"/>
                        <a:ext cx="227334" cy="227334"/>
                      </a:xfrm>
                      <a:prstGeom prst="ellipse">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latin typeface="Calibri" panose="020F0502020204030204" pitchFamily="34" charset="0"/>
                          <a:cs typeface="Calibri" panose="020F0502020204030204" pitchFamily="34" charset="0"/>
                        </a:endParaRPr>
                      </a:p>
                    </p:txBody>
                  </p:sp>
                  <p:sp>
                    <p:nvSpPr>
                      <p:cNvPr id="116" name="Oval 10">
                        <a:extLst>
                          <a:ext uri="{FF2B5EF4-FFF2-40B4-BE49-F238E27FC236}">
                            <a16:creationId xmlns:a16="http://schemas.microsoft.com/office/drawing/2014/main" id="{0503E42C-DBED-10E9-5E62-8B86A676197B}"/>
                          </a:ext>
                        </a:extLst>
                      </p:cNvPr>
                      <p:cNvSpPr/>
                      <p:nvPr/>
                    </p:nvSpPr>
                    <p:spPr>
                      <a:xfrm>
                        <a:off x="10807064" y="5439426"/>
                        <a:ext cx="227334" cy="227334"/>
                      </a:xfrm>
                      <a:prstGeom prst="ellipse">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latin typeface="Calibri" panose="020F0502020204030204" pitchFamily="34" charset="0"/>
                          <a:cs typeface="Calibri" panose="020F0502020204030204" pitchFamily="34" charset="0"/>
                        </a:endParaRPr>
                      </a:p>
                    </p:txBody>
                  </p:sp>
                  <p:sp>
                    <p:nvSpPr>
                      <p:cNvPr id="117" name="Oval 11">
                        <a:extLst>
                          <a:ext uri="{FF2B5EF4-FFF2-40B4-BE49-F238E27FC236}">
                            <a16:creationId xmlns:a16="http://schemas.microsoft.com/office/drawing/2014/main" id="{B6D67E2F-5C44-2DF0-5862-98E7343CB810}"/>
                          </a:ext>
                        </a:extLst>
                      </p:cNvPr>
                      <p:cNvSpPr/>
                      <p:nvPr/>
                    </p:nvSpPr>
                    <p:spPr>
                      <a:xfrm>
                        <a:off x="10807372" y="5714019"/>
                        <a:ext cx="227334" cy="227334"/>
                      </a:xfrm>
                      <a:prstGeom prst="ellipse">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latin typeface="Calibri" panose="020F0502020204030204" pitchFamily="34" charset="0"/>
                          <a:cs typeface="Calibri" panose="020F0502020204030204" pitchFamily="34" charset="0"/>
                        </a:endParaRPr>
                      </a:p>
                    </p:txBody>
                  </p:sp>
                  <p:cxnSp>
                    <p:nvCxnSpPr>
                      <p:cNvPr id="118" name="Straight Connector 12">
                        <a:extLst>
                          <a:ext uri="{FF2B5EF4-FFF2-40B4-BE49-F238E27FC236}">
                            <a16:creationId xmlns:a16="http://schemas.microsoft.com/office/drawing/2014/main" id="{4F2A9CDD-52FC-E495-AE96-A20F6C2977D1}"/>
                          </a:ext>
                        </a:extLst>
                      </p:cNvPr>
                      <p:cNvCxnSpPr>
                        <a:cxnSpLocks/>
                        <a:stCxn id="110" idx="6"/>
                        <a:endCxn id="115" idx="2"/>
                      </p:cNvCxnSpPr>
                      <p:nvPr/>
                    </p:nvCxnSpPr>
                    <p:spPr>
                      <a:xfrm>
                        <a:off x="10399111" y="4733732"/>
                        <a:ext cx="407645" cy="544771"/>
                      </a:xfrm>
                      <a:prstGeom prst="line">
                        <a:avLst/>
                      </a:prstGeom>
                      <a:ln w="12700">
                        <a:solidFill>
                          <a:schemeClr val="tx1"/>
                        </a:solidFill>
                      </a:ln>
                    </p:spPr>
                    <p:style>
                      <a:lnRef idx="2">
                        <a:schemeClr val="accent1"/>
                      </a:lnRef>
                      <a:fillRef idx="0">
                        <a:schemeClr val="accent1"/>
                      </a:fillRef>
                      <a:effectRef idx="1">
                        <a:schemeClr val="accent1"/>
                      </a:effectRef>
                      <a:fontRef idx="minor">
                        <a:schemeClr val="tx1"/>
                      </a:fontRef>
                    </p:style>
                  </p:cxnSp>
                  <p:cxnSp>
                    <p:nvCxnSpPr>
                      <p:cNvPr id="119" name="Straight Connector 13">
                        <a:extLst>
                          <a:ext uri="{FF2B5EF4-FFF2-40B4-BE49-F238E27FC236}">
                            <a16:creationId xmlns:a16="http://schemas.microsoft.com/office/drawing/2014/main" id="{797D9827-1A2D-412F-517B-A931BE6AC9CF}"/>
                          </a:ext>
                        </a:extLst>
                      </p:cNvPr>
                      <p:cNvCxnSpPr>
                        <a:cxnSpLocks/>
                        <a:stCxn id="110" idx="6"/>
                        <a:endCxn id="116" idx="2"/>
                      </p:cNvCxnSpPr>
                      <p:nvPr/>
                    </p:nvCxnSpPr>
                    <p:spPr>
                      <a:xfrm>
                        <a:off x="10399111" y="4733732"/>
                        <a:ext cx="407953" cy="819361"/>
                      </a:xfrm>
                      <a:prstGeom prst="line">
                        <a:avLst/>
                      </a:prstGeom>
                      <a:ln w="12700">
                        <a:solidFill>
                          <a:schemeClr val="tx1"/>
                        </a:solidFill>
                      </a:ln>
                    </p:spPr>
                    <p:style>
                      <a:lnRef idx="2">
                        <a:schemeClr val="accent1"/>
                      </a:lnRef>
                      <a:fillRef idx="0">
                        <a:schemeClr val="accent1"/>
                      </a:fillRef>
                      <a:effectRef idx="1">
                        <a:schemeClr val="accent1"/>
                      </a:effectRef>
                      <a:fontRef idx="minor">
                        <a:schemeClr val="tx1"/>
                      </a:fontRef>
                    </p:style>
                  </p:cxnSp>
                  <p:cxnSp>
                    <p:nvCxnSpPr>
                      <p:cNvPr id="120" name="Straight Connector 14">
                        <a:extLst>
                          <a:ext uri="{FF2B5EF4-FFF2-40B4-BE49-F238E27FC236}">
                            <a16:creationId xmlns:a16="http://schemas.microsoft.com/office/drawing/2014/main" id="{510765E1-6EC2-7DD3-F812-F789B9FB3B4E}"/>
                          </a:ext>
                        </a:extLst>
                      </p:cNvPr>
                      <p:cNvCxnSpPr>
                        <a:cxnSpLocks/>
                        <a:stCxn id="110" idx="6"/>
                        <a:endCxn id="117" idx="2"/>
                      </p:cNvCxnSpPr>
                      <p:nvPr/>
                    </p:nvCxnSpPr>
                    <p:spPr>
                      <a:xfrm>
                        <a:off x="10399111" y="4733732"/>
                        <a:ext cx="408261" cy="1093952"/>
                      </a:xfrm>
                      <a:prstGeom prst="line">
                        <a:avLst/>
                      </a:prstGeom>
                      <a:ln w="12700">
                        <a:solidFill>
                          <a:schemeClr val="tx1"/>
                        </a:solidFill>
                      </a:ln>
                    </p:spPr>
                    <p:style>
                      <a:lnRef idx="2">
                        <a:schemeClr val="accent1"/>
                      </a:lnRef>
                      <a:fillRef idx="0">
                        <a:schemeClr val="accent1"/>
                      </a:fillRef>
                      <a:effectRef idx="1">
                        <a:schemeClr val="accent1"/>
                      </a:effectRef>
                      <a:fontRef idx="minor">
                        <a:schemeClr val="tx1"/>
                      </a:fontRef>
                    </p:style>
                  </p:cxnSp>
                  <p:cxnSp>
                    <p:nvCxnSpPr>
                      <p:cNvPr id="121" name="Straight Connector 15">
                        <a:extLst>
                          <a:ext uri="{FF2B5EF4-FFF2-40B4-BE49-F238E27FC236}">
                            <a16:creationId xmlns:a16="http://schemas.microsoft.com/office/drawing/2014/main" id="{B570538A-0DE5-721F-D96F-CFE8E0B7B6F1}"/>
                          </a:ext>
                        </a:extLst>
                      </p:cNvPr>
                      <p:cNvCxnSpPr>
                        <a:cxnSpLocks/>
                        <a:stCxn id="111" idx="6"/>
                        <a:endCxn id="115" idx="2"/>
                      </p:cNvCxnSpPr>
                      <p:nvPr/>
                    </p:nvCxnSpPr>
                    <p:spPr>
                      <a:xfrm>
                        <a:off x="10399419" y="5008241"/>
                        <a:ext cx="407337" cy="270262"/>
                      </a:xfrm>
                      <a:prstGeom prst="line">
                        <a:avLst/>
                      </a:prstGeom>
                      <a:ln w="12700">
                        <a:solidFill>
                          <a:schemeClr val="tx1"/>
                        </a:solidFill>
                      </a:ln>
                    </p:spPr>
                    <p:style>
                      <a:lnRef idx="2">
                        <a:schemeClr val="accent1"/>
                      </a:lnRef>
                      <a:fillRef idx="0">
                        <a:schemeClr val="accent1"/>
                      </a:fillRef>
                      <a:effectRef idx="1">
                        <a:schemeClr val="accent1"/>
                      </a:effectRef>
                      <a:fontRef idx="minor">
                        <a:schemeClr val="tx1"/>
                      </a:fontRef>
                    </p:style>
                  </p:cxnSp>
                  <p:cxnSp>
                    <p:nvCxnSpPr>
                      <p:cNvPr id="122" name="Straight Connector 16">
                        <a:extLst>
                          <a:ext uri="{FF2B5EF4-FFF2-40B4-BE49-F238E27FC236}">
                            <a16:creationId xmlns:a16="http://schemas.microsoft.com/office/drawing/2014/main" id="{CE1D03E4-B280-AC5A-2647-EA9FD1289A1C}"/>
                          </a:ext>
                        </a:extLst>
                      </p:cNvPr>
                      <p:cNvCxnSpPr>
                        <a:cxnSpLocks/>
                        <a:stCxn id="112" idx="6"/>
                        <a:endCxn id="115" idx="2"/>
                      </p:cNvCxnSpPr>
                      <p:nvPr/>
                    </p:nvCxnSpPr>
                    <p:spPr>
                      <a:xfrm flipV="1">
                        <a:off x="10399727" y="5278503"/>
                        <a:ext cx="407029" cy="4247"/>
                      </a:xfrm>
                      <a:prstGeom prst="line">
                        <a:avLst/>
                      </a:prstGeom>
                      <a:ln w="12700">
                        <a:solidFill>
                          <a:schemeClr val="tx1"/>
                        </a:solidFill>
                      </a:ln>
                    </p:spPr>
                    <p:style>
                      <a:lnRef idx="2">
                        <a:schemeClr val="accent1"/>
                      </a:lnRef>
                      <a:fillRef idx="0">
                        <a:schemeClr val="accent1"/>
                      </a:fillRef>
                      <a:effectRef idx="1">
                        <a:schemeClr val="accent1"/>
                      </a:effectRef>
                      <a:fontRef idx="minor">
                        <a:schemeClr val="tx1"/>
                      </a:fontRef>
                    </p:style>
                  </p:cxnSp>
                  <p:cxnSp>
                    <p:nvCxnSpPr>
                      <p:cNvPr id="123" name="Straight Connector 17">
                        <a:extLst>
                          <a:ext uri="{FF2B5EF4-FFF2-40B4-BE49-F238E27FC236}">
                            <a16:creationId xmlns:a16="http://schemas.microsoft.com/office/drawing/2014/main" id="{87166AF9-DEA1-F979-B262-3DB64B15CAE6}"/>
                          </a:ext>
                        </a:extLst>
                      </p:cNvPr>
                      <p:cNvCxnSpPr>
                        <a:cxnSpLocks/>
                        <a:stCxn id="113" idx="6"/>
                        <a:endCxn id="115" idx="2"/>
                      </p:cNvCxnSpPr>
                      <p:nvPr/>
                    </p:nvCxnSpPr>
                    <p:spPr>
                      <a:xfrm flipV="1">
                        <a:off x="10399111" y="5278503"/>
                        <a:ext cx="407645" cy="278756"/>
                      </a:xfrm>
                      <a:prstGeom prst="line">
                        <a:avLst/>
                      </a:prstGeom>
                      <a:ln w="12700">
                        <a:solidFill>
                          <a:schemeClr val="tx1"/>
                        </a:solidFill>
                      </a:ln>
                    </p:spPr>
                    <p:style>
                      <a:lnRef idx="2">
                        <a:schemeClr val="accent1"/>
                      </a:lnRef>
                      <a:fillRef idx="0">
                        <a:schemeClr val="accent1"/>
                      </a:fillRef>
                      <a:effectRef idx="1">
                        <a:schemeClr val="accent1"/>
                      </a:effectRef>
                      <a:fontRef idx="minor">
                        <a:schemeClr val="tx1"/>
                      </a:fontRef>
                    </p:style>
                  </p:cxnSp>
                  <p:cxnSp>
                    <p:nvCxnSpPr>
                      <p:cNvPr id="124" name="Straight Connector 18">
                        <a:extLst>
                          <a:ext uri="{FF2B5EF4-FFF2-40B4-BE49-F238E27FC236}">
                            <a16:creationId xmlns:a16="http://schemas.microsoft.com/office/drawing/2014/main" id="{BD4FBD25-2098-E0DF-6DDC-29B711C46681}"/>
                          </a:ext>
                        </a:extLst>
                      </p:cNvPr>
                      <p:cNvCxnSpPr>
                        <a:cxnSpLocks/>
                        <a:stCxn id="111" idx="6"/>
                        <a:endCxn id="116" idx="2"/>
                      </p:cNvCxnSpPr>
                      <p:nvPr/>
                    </p:nvCxnSpPr>
                    <p:spPr>
                      <a:xfrm>
                        <a:off x="10399419" y="5008241"/>
                        <a:ext cx="407645" cy="544852"/>
                      </a:xfrm>
                      <a:prstGeom prst="line">
                        <a:avLst/>
                      </a:prstGeom>
                      <a:ln w="12700">
                        <a:solidFill>
                          <a:schemeClr val="tx1"/>
                        </a:solidFill>
                      </a:ln>
                    </p:spPr>
                    <p:style>
                      <a:lnRef idx="2">
                        <a:schemeClr val="accent1"/>
                      </a:lnRef>
                      <a:fillRef idx="0">
                        <a:schemeClr val="accent1"/>
                      </a:fillRef>
                      <a:effectRef idx="1">
                        <a:schemeClr val="accent1"/>
                      </a:effectRef>
                      <a:fontRef idx="minor">
                        <a:schemeClr val="tx1"/>
                      </a:fontRef>
                    </p:style>
                  </p:cxnSp>
                  <p:cxnSp>
                    <p:nvCxnSpPr>
                      <p:cNvPr id="125" name="Straight Connector 19">
                        <a:extLst>
                          <a:ext uri="{FF2B5EF4-FFF2-40B4-BE49-F238E27FC236}">
                            <a16:creationId xmlns:a16="http://schemas.microsoft.com/office/drawing/2014/main" id="{C0D13AC4-9691-DBF8-2AC8-32126DD7B4CF}"/>
                          </a:ext>
                        </a:extLst>
                      </p:cNvPr>
                      <p:cNvCxnSpPr>
                        <a:cxnSpLocks/>
                        <a:stCxn id="111" idx="6"/>
                      </p:cNvCxnSpPr>
                      <p:nvPr/>
                    </p:nvCxnSpPr>
                    <p:spPr>
                      <a:xfrm>
                        <a:off x="10399419" y="5008241"/>
                        <a:ext cx="407953" cy="819443"/>
                      </a:xfrm>
                      <a:prstGeom prst="line">
                        <a:avLst/>
                      </a:prstGeom>
                      <a:ln w="12700">
                        <a:solidFill>
                          <a:schemeClr val="tx1"/>
                        </a:solidFill>
                      </a:ln>
                    </p:spPr>
                    <p:style>
                      <a:lnRef idx="2">
                        <a:schemeClr val="accent1"/>
                      </a:lnRef>
                      <a:fillRef idx="0">
                        <a:schemeClr val="accent1"/>
                      </a:fillRef>
                      <a:effectRef idx="1">
                        <a:schemeClr val="accent1"/>
                      </a:effectRef>
                      <a:fontRef idx="minor">
                        <a:schemeClr val="tx1"/>
                      </a:fontRef>
                    </p:style>
                  </p:cxnSp>
                  <p:cxnSp>
                    <p:nvCxnSpPr>
                      <p:cNvPr id="126" name="Straight Connector 20">
                        <a:extLst>
                          <a:ext uri="{FF2B5EF4-FFF2-40B4-BE49-F238E27FC236}">
                            <a16:creationId xmlns:a16="http://schemas.microsoft.com/office/drawing/2014/main" id="{31A0BA43-12DD-8A65-74F9-32D8AA1827CA}"/>
                          </a:ext>
                        </a:extLst>
                      </p:cNvPr>
                      <p:cNvCxnSpPr>
                        <a:cxnSpLocks/>
                        <a:stCxn id="112" idx="6"/>
                        <a:endCxn id="116" idx="2"/>
                      </p:cNvCxnSpPr>
                      <p:nvPr/>
                    </p:nvCxnSpPr>
                    <p:spPr>
                      <a:xfrm>
                        <a:off x="10399727" y="5282750"/>
                        <a:ext cx="407337" cy="270343"/>
                      </a:xfrm>
                      <a:prstGeom prst="line">
                        <a:avLst/>
                      </a:prstGeom>
                      <a:ln w="12700">
                        <a:solidFill>
                          <a:schemeClr val="tx1"/>
                        </a:solidFill>
                      </a:ln>
                    </p:spPr>
                    <p:style>
                      <a:lnRef idx="2">
                        <a:schemeClr val="accent1"/>
                      </a:lnRef>
                      <a:fillRef idx="0">
                        <a:schemeClr val="accent1"/>
                      </a:fillRef>
                      <a:effectRef idx="1">
                        <a:schemeClr val="accent1"/>
                      </a:effectRef>
                      <a:fontRef idx="minor">
                        <a:schemeClr val="tx1"/>
                      </a:fontRef>
                    </p:style>
                  </p:cxnSp>
                  <p:cxnSp>
                    <p:nvCxnSpPr>
                      <p:cNvPr id="127" name="Straight Connector 21">
                        <a:extLst>
                          <a:ext uri="{FF2B5EF4-FFF2-40B4-BE49-F238E27FC236}">
                            <a16:creationId xmlns:a16="http://schemas.microsoft.com/office/drawing/2014/main" id="{9C440F88-ECA2-71D7-DAC3-3AFE7CA86353}"/>
                          </a:ext>
                        </a:extLst>
                      </p:cNvPr>
                      <p:cNvCxnSpPr>
                        <a:cxnSpLocks/>
                        <a:stCxn id="112" idx="6"/>
                      </p:cNvCxnSpPr>
                      <p:nvPr/>
                    </p:nvCxnSpPr>
                    <p:spPr>
                      <a:xfrm>
                        <a:off x="10399727" y="5282750"/>
                        <a:ext cx="407645" cy="544934"/>
                      </a:xfrm>
                      <a:prstGeom prst="line">
                        <a:avLst/>
                      </a:prstGeom>
                      <a:ln w="12700">
                        <a:solidFill>
                          <a:schemeClr val="tx1"/>
                        </a:solidFill>
                      </a:ln>
                    </p:spPr>
                    <p:style>
                      <a:lnRef idx="2">
                        <a:schemeClr val="accent1"/>
                      </a:lnRef>
                      <a:fillRef idx="0">
                        <a:schemeClr val="accent1"/>
                      </a:fillRef>
                      <a:effectRef idx="1">
                        <a:schemeClr val="accent1"/>
                      </a:effectRef>
                      <a:fontRef idx="minor">
                        <a:schemeClr val="tx1"/>
                      </a:fontRef>
                    </p:style>
                  </p:cxnSp>
                  <p:cxnSp>
                    <p:nvCxnSpPr>
                      <p:cNvPr id="128" name="Straight Connector 22">
                        <a:extLst>
                          <a:ext uri="{FF2B5EF4-FFF2-40B4-BE49-F238E27FC236}">
                            <a16:creationId xmlns:a16="http://schemas.microsoft.com/office/drawing/2014/main" id="{D915A1DA-FF3D-108E-9D36-AB7F8E845CBE}"/>
                          </a:ext>
                        </a:extLst>
                      </p:cNvPr>
                      <p:cNvCxnSpPr>
                        <a:cxnSpLocks/>
                        <a:stCxn id="113" idx="6"/>
                        <a:endCxn id="116" idx="2"/>
                      </p:cNvCxnSpPr>
                      <p:nvPr/>
                    </p:nvCxnSpPr>
                    <p:spPr>
                      <a:xfrm flipV="1">
                        <a:off x="10399111" y="5553093"/>
                        <a:ext cx="407953" cy="4166"/>
                      </a:xfrm>
                      <a:prstGeom prst="line">
                        <a:avLst/>
                      </a:prstGeom>
                      <a:ln w="12700">
                        <a:solidFill>
                          <a:schemeClr val="tx1"/>
                        </a:solidFill>
                      </a:ln>
                    </p:spPr>
                    <p:style>
                      <a:lnRef idx="2">
                        <a:schemeClr val="accent1"/>
                      </a:lnRef>
                      <a:fillRef idx="0">
                        <a:schemeClr val="accent1"/>
                      </a:fillRef>
                      <a:effectRef idx="1">
                        <a:schemeClr val="accent1"/>
                      </a:effectRef>
                      <a:fontRef idx="minor">
                        <a:schemeClr val="tx1"/>
                      </a:fontRef>
                    </p:style>
                  </p:cxnSp>
                  <p:cxnSp>
                    <p:nvCxnSpPr>
                      <p:cNvPr id="129" name="Straight Connector 23">
                        <a:extLst>
                          <a:ext uri="{FF2B5EF4-FFF2-40B4-BE49-F238E27FC236}">
                            <a16:creationId xmlns:a16="http://schemas.microsoft.com/office/drawing/2014/main" id="{7663D21B-CE82-6CD1-F1DF-E008899E769F}"/>
                          </a:ext>
                        </a:extLst>
                      </p:cNvPr>
                      <p:cNvCxnSpPr>
                        <a:cxnSpLocks/>
                        <a:stCxn id="113" idx="6"/>
                      </p:cNvCxnSpPr>
                      <p:nvPr/>
                    </p:nvCxnSpPr>
                    <p:spPr>
                      <a:xfrm>
                        <a:off x="10399111" y="5557259"/>
                        <a:ext cx="408261" cy="270425"/>
                      </a:xfrm>
                      <a:prstGeom prst="line">
                        <a:avLst/>
                      </a:prstGeom>
                      <a:ln w="12700">
                        <a:solidFill>
                          <a:schemeClr val="tx1"/>
                        </a:solidFill>
                      </a:ln>
                    </p:spPr>
                    <p:style>
                      <a:lnRef idx="2">
                        <a:schemeClr val="accent1"/>
                      </a:lnRef>
                      <a:fillRef idx="0">
                        <a:schemeClr val="accent1"/>
                      </a:fillRef>
                      <a:effectRef idx="1">
                        <a:schemeClr val="accent1"/>
                      </a:effectRef>
                      <a:fontRef idx="minor">
                        <a:schemeClr val="tx1"/>
                      </a:fontRef>
                    </p:style>
                  </p:cxnSp>
                  <p:cxnSp>
                    <p:nvCxnSpPr>
                      <p:cNvPr id="130" name="Straight Connector 24">
                        <a:extLst>
                          <a:ext uri="{FF2B5EF4-FFF2-40B4-BE49-F238E27FC236}">
                            <a16:creationId xmlns:a16="http://schemas.microsoft.com/office/drawing/2014/main" id="{10549216-26E2-960C-F577-DAAF47D3BFA4}"/>
                          </a:ext>
                        </a:extLst>
                      </p:cNvPr>
                      <p:cNvCxnSpPr>
                        <a:cxnSpLocks/>
                        <a:endCxn id="115" idx="2"/>
                      </p:cNvCxnSpPr>
                      <p:nvPr/>
                    </p:nvCxnSpPr>
                    <p:spPr>
                      <a:xfrm flipV="1">
                        <a:off x="10395281" y="5278503"/>
                        <a:ext cx="411475" cy="553265"/>
                      </a:xfrm>
                      <a:prstGeom prst="line">
                        <a:avLst/>
                      </a:prstGeom>
                      <a:ln w="12700">
                        <a:solidFill>
                          <a:schemeClr val="tx1"/>
                        </a:solidFill>
                      </a:ln>
                    </p:spPr>
                    <p:style>
                      <a:lnRef idx="2">
                        <a:schemeClr val="accent1"/>
                      </a:lnRef>
                      <a:fillRef idx="0">
                        <a:schemeClr val="accent1"/>
                      </a:fillRef>
                      <a:effectRef idx="1">
                        <a:schemeClr val="accent1"/>
                      </a:effectRef>
                      <a:fontRef idx="minor">
                        <a:schemeClr val="tx1"/>
                      </a:fontRef>
                    </p:style>
                  </p:cxnSp>
                  <p:cxnSp>
                    <p:nvCxnSpPr>
                      <p:cNvPr id="131" name="Straight Connector 25">
                        <a:extLst>
                          <a:ext uri="{FF2B5EF4-FFF2-40B4-BE49-F238E27FC236}">
                            <a16:creationId xmlns:a16="http://schemas.microsoft.com/office/drawing/2014/main" id="{FE6EB8FE-826A-E7C7-A449-AC360F9A7B45}"/>
                          </a:ext>
                        </a:extLst>
                      </p:cNvPr>
                      <p:cNvCxnSpPr>
                        <a:cxnSpLocks/>
                        <a:endCxn id="116" idx="2"/>
                      </p:cNvCxnSpPr>
                      <p:nvPr/>
                    </p:nvCxnSpPr>
                    <p:spPr>
                      <a:xfrm flipV="1">
                        <a:off x="10395281" y="5553093"/>
                        <a:ext cx="411783" cy="278675"/>
                      </a:xfrm>
                      <a:prstGeom prst="line">
                        <a:avLst/>
                      </a:prstGeom>
                      <a:ln w="12700">
                        <a:solidFill>
                          <a:schemeClr val="tx1"/>
                        </a:solidFill>
                      </a:ln>
                    </p:spPr>
                    <p:style>
                      <a:lnRef idx="2">
                        <a:schemeClr val="accent1"/>
                      </a:lnRef>
                      <a:fillRef idx="0">
                        <a:schemeClr val="accent1"/>
                      </a:fillRef>
                      <a:effectRef idx="1">
                        <a:schemeClr val="accent1"/>
                      </a:effectRef>
                      <a:fontRef idx="minor">
                        <a:schemeClr val="tx1"/>
                      </a:fontRef>
                    </p:style>
                  </p:cxnSp>
                  <p:cxnSp>
                    <p:nvCxnSpPr>
                      <p:cNvPr id="132" name="Straight Connector 26">
                        <a:extLst>
                          <a:ext uri="{FF2B5EF4-FFF2-40B4-BE49-F238E27FC236}">
                            <a16:creationId xmlns:a16="http://schemas.microsoft.com/office/drawing/2014/main" id="{0B5B6A21-8329-C3E1-8F4B-052DCD00D16E}"/>
                          </a:ext>
                        </a:extLst>
                      </p:cNvPr>
                      <p:cNvCxnSpPr>
                        <a:cxnSpLocks/>
                      </p:cNvCxnSpPr>
                      <p:nvPr/>
                    </p:nvCxnSpPr>
                    <p:spPr>
                      <a:xfrm flipV="1">
                        <a:off x="10395281" y="5827684"/>
                        <a:ext cx="412091" cy="4084"/>
                      </a:xfrm>
                      <a:prstGeom prst="line">
                        <a:avLst/>
                      </a:prstGeom>
                      <a:ln w="12700">
                        <a:solidFill>
                          <a:schemeClr val="tx1"/>
                        </a:solidFill>
                      </a:ln>
                    </p:spPr>
                    <p:style>
                      <a:lnRef idx="2">
                        <a:schemeClr val="accent1"/>
                      </a:lnRef>
                      <a:fillRef idx="0">
                        <a:schemeClr val="accent1"/>
                      </a:fillRef>
                      <a:effectRef idx="1">
                        <a:schemeClr val="accent1"/>
                      </a:effectRef>
                      <a:fontRef idx="minor">
                        <a:schemeClr val="tx1"/>
                      </a:fontRef>
                    </p:style>
                  </p:cxnSp>
                  <p:sp>
                    <p:nvSpPr>
                      <p:cNvPr id="133" name="Oval 27">
                        <a:extLst>
                          <a:ext uri="{FF2B5EF4-FFF2-40B4-BE49-F238E27FC236}">
                            <a16:creationId xmlns:a16="http://schemas.microsoft.com/office/drawing/2014/main" id="{58861030-453E-5628-AAF3-11FB0B4BD7E8}"/>
                          </a:ext>
                        </a:extLst>
                      </p:cNvPr>
                      <p:cNvSpPr/>
                      <p:nvPr/>
                    </p:nvSpPr>
                    <p:spPr>
                      <a:xfrm>
                        <a:off x="10802113" y="4615656"/>
                        <a:ext cx="227334" cy="227334"/>
                      </a:xfrm>
                      <a:prstGeom prst="ellipse">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latin typeface="Calibri" panose="020F0502020204030204" pitchFamily="34" charset="0"/>
                          <a:cs typeface="Calibri" panose="020F0502020204030204" pitchFamily="34" charset="0"/>
                        </a:endParaRPr>
                      </a:p>
                    </p:txBody>
                  </p:sp>
                  <p:sp>
                    <p:nvSpPr>
                      <p:cNvPr id="134" name="Oval 28">
                        <a:extLst>
                          <a:ext uri="{FF2B5EF4-FFF2-40B4-BE49-F238E27FC236}">
                            <a16:creationId xmlns:a16="http://schemas.microsoft.com/office/drawing/2014/main" id="{83FA0387-6683-0ED7-4227-8ADC727471CD}"/>
                          </a:ext>
                        </a:extLst>
                      </p:cNvPr>
                      <p:cNvSpPr/>
                      <p:nvPr/>
                    </p:nvSpPr>
                    <p:spPr>
                      <a:xfrm>
                        <a:off x="10802421" y="4890246"/>
                        <a:ext cx="227334" cy="227334"/>
                      </a:xfrm>
                      <a:prstGeom prst="ellipse">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latin typeface="Calibri" panose="020F0502020204030204" pitchFamily="34" charset="0"/>
                          <a:cs typeface="Calibri" panose="020F0502020204030204" pitchFamily="34" charset="0"/>
                        </a:endParaRPr>
                      </a:p>
                    </p:txBody>
                  </p:sp>
                  <p:cxnSp>
                    <p:nvCxnSpPr>
                      <p:cNvPr id="135" name="Straight Connector 29">
                        <a:extLst>
                          <a:ext uri="{FF2B5EF4-FFF2-40B4-BE49-F238E27FC236}">
                            <a16:creationId xmlns:a16="http://schemas.microsoft.com/office/drawing/2014/main" id="{B05D1397-E3C3-50E7-A73C-DA0BE5CFEC21}"/>
                          </a:ext>
                        </a:extLst>
                      </p:cNvPr>
                      <p:cNvCxnSpPr>
                        <a:cxnSpLocks/>
                        <a:stCxn id="110" idx="6"/>
                        <a:endCxn id="133" idx="2"/>
                      </p:cNvCxnSpPr>
                      <p:nvPr/>
                    </p:nvCxnSpPr>
                    <p:spPr>
                      <a:xfrm flipV="1">
                        <a:off x="10399111" y="4729323"/>
                        <a:ext cx="403002" cy="4409"/>
                      </a:xfrm>
                      <a:prstGeom prst="line">
                        <a:avLst/>
                      </a:prstGeom>
                      <a:ln w="12700">
                        <a:solidFill>
                          <a:schemeClr val="tx1"/>
                        </a:solidFill>
                      </a:ln>
                    </p:spPr>
                    <p:style>
                      <a:lnRef idx="2">
                        <a:schemeClr val="accent1"/>
                      </a:lnRef>
                      <a:fillRef idx="0">
                        <a:schemeClr val="accent1"/>
                      </a:fillRef>
                      <a:effectRef idx="1">
                        <a:schemeClr val="accent1"/>
                      </a:effectRef>
                      <a:fontRef idx="minor">
                        <a:schemeClr val="tx1"/>
                      </a:fontRef>
                    </p:style>
                  </p:cxnSp>
                  <p:cxnSp>
                    <p:nvCxnSpPr>
                      <p:cNvPr id="136" name="Straight Connector 30">
                        <a:extLst>
                          <a:ext uri="{FF2B5EF4-FFF2-40B4-BE49-F238E27FC236}">
                            <a16:creationId xmlns:a16="http://schemas.microsoft.com/office/drawing/2014/main" id="{E845D4D1-3DDD-64BB-54E2-7E2CBC7F1ABF}"/>
                          </a:ext>
                        </a:extLst>
                      </p:cNvPr>
                      <p:cNvCxnSpPr>
                        <a:cxnSpLocks/>
                        <a:stCxn id="110" idx="6"/>
                        <a:endCxn id="134" idx="2"/>
                      </p:cNvCxnSpPr>
                      <p:nvPr/>
                    </p:nvCxnSpPr>
                    <p:spPr>
                      <a:xfrm>
                        <a:off x="10399111" y="4733732"/>
                        <a:ext cx="403310" cy="270181"/>
                      </a:xfrm>
                      <a:prstGeom prst="line">
                        <a:avLst/>
                      </a:prstGeom>
                      <a:ln w="12700">
                        <a:solidFill>
                          <a:schemeClr val="tx1"/>
                        </a:solidFill>
                      </a:ln>
                    </p:spPr>
                    <p:style>
                      <a:lnRef idx="2">
                        <a:schemeClr val="accent1"/>
                      </a:lnRef>
                      <a:fillRef idx="0">
                        <a:schemeClr val="accent1"/>
                      </a:fillRef>
                      <a:effectRef idx="1">
                        <a:schemeClr val="accent1"/>
                      </a:effectRef>
                      <a:fontRef idx="minor">
                        <a:schemeClr val="tx1"/>
                      </a:fontRef>
                    </p:style>
                  </p:cxnSp>
                  <p:cxnSp>
                    <p:nvCxnSpPr>
                      <p:cNvPr id="137" name="Straight Connector 31">
                        <a:extLst>
                          <a:ext uri="{FF2B5EF4-FFF2-40B4-BE49-F238E27FC236}">
                            <a16:creationId xmlns:a16="http://schemas.microsoft.com/office/drawing/2014/main" id="{DE08F066-EAAC-5A51-CA6F-DB3640B286B9}"/>
                          </a:ext>
                        </a:extLst>
                      </p:cNvPr>
                      <p:cNvCxnSpPr>
                        <a:cxnSpLocks/>
                        <a:stCxn id="111" idx="6"/>
                        <a:endCxn id="133" idx="2"/>
                      </p:cNvCxnSpPr>
                      <p:nvPr/>
                    </p:nvCxnSpPr>
                    <p:spPr>
                      <a:xfrm flipV="1">
                        <a:off x="10399419" y="4729323"/>
                        <a:ext cx="402694" cy="278918"/>
                      </a:xfrm>
                      <a:prstGeom prst="line">
                        <a:avLst/>
                      </a:prstGeom>
                      <a:ln w="12700">
                        <a:solidFill>
                          <a:schemeClr val="tx1"/>
                        </a:solidFill>
                      </a:ln>
                    </p:spPr>
                    <p:style>
                      <a:lnRef idx="2">
                        <a:schemeClr val="accent1"/>
                      </a:lnRef>
                      <a:fillRef idx="0">
                        <a:schemeClr val="accent1"/>
                      </a:fillRef>
                      <a:effectRef idx="1">
                        <a:schemeClr val="accent1"/>
                      </a:effectRef>
                      <a:fontRef idx="minor">
                        <a:schemeClr val="tx1"/>
                      </a:fontRef>
                    </p:style>
                  </p:cxnSp>
                  <p:cxnSp>
                    <p:nvCxnSpPr>
                      <p:cNvPr id="138" name="Straight Connector 32">
                        <a:extLst>
                          <a:ext uri="{FF2B5EF4-FFF2-40B4-BE49-F238E27FC236}">
                            <a16:creationId xmlns:a16="http://schemas.microsoft.com/office/drawing/2014/main" id="{34AFB3D0-7188-BDD5-B066-DD65967C2AC9}"/>
                          </a:ext>
                        </a:extLst>
                      </p:cNvPr>
                      <p:cNvCxnSpPr>
                        <a:cxnSpLocks/>
                        <a:stCxn id="112" idx="6"/>
                        <a:endCxn id="133" idx="2"/>
                      </p:cNvCxnSpPr>
                      <p:nvPr/>
                    </p:nvCxnSpPr>
                    <p:spPr>
                      <a:xfrm flipV="1">
                        <a:off x="10399727" y="4729323"/>
                        <a:ext cx="402386" cy="553427"/>
                      </a:xfrm>
                      <a:prstGeom prst="line">
                        <a:avLst/>
                      </a:prstGeom>
                      <a:ln w="12700">
                        <a:solidFill>
                          <a:schemeClr val="tx1"/>
                        </a:solidFill>
                      </a:ln>
                    </p:spPr>
                    <p:style>
                      <a:lnRef idx="2">
                        <a:schemeClr val="accent1"/>
                      </a:lnRef>
                      <a:fillRef idx="0">
                        <a:schemeClr val="accent1"/>
                      </a:fillRef>
                      <a:effectRef idx="1">
                        <a:schemeClr val="accent1"/>
                      </a:effectRef>
                      <a:fontRef idx="minor">
                        <a:schemeClr val="tx1"/>
                      </a:fontRef>
                    </p:style>
                  </p:cxnSp>
                  <p:cxnSp>
                    <p:nvCxnSpPr>
                      <p:cNvPr id="139" name="Straight Connector 33">
                        <a:extLst>
                          <a:ext uri="{FF2B5EF4-FFF2-40B4-BE49-F238E27FC236}">
                            <a16:creationId xmlns:a16="http://schemas.microsoft.com/office/drawing/2014/main" id="{0233A9E3-05DC-8FB4-D8C7-5BA1ED5DA43E}"/>
                          </a:ext>
                        </a:extLst>
                      </p:cNvPr>
                      <p:cNvCxnSpPr>
                        <a:cxnSpLocks/>
                        <a:stCxn id="113" idx="6"/>
                        <a:endCxn id="133" idx="2"/>
                      </p:cNvCxnSpPr>
                      <p:nvPr/>
                    </p:nvCxnSpPr>
                    <p:spPr>
                      <a:xfrm flipV="1">
                        <a:off x="10399111" y="4729323"/>
                        <a:ext cx="403002" cy="827936"/>
                      </a:xfrm>
                      <a:prstGeom prst="line">
                        <a:avLst/>
                      </a:prstGeom>
                      <a:ln w="12700">
                        <a:solidFill>
                          <a:schemeClr val="tx1"/>
                        </a:solidFill>
                      </a:ln>
                    </p:spPr>
                    <p:style>
                      <a:lnRef idx="2">
                        <a:schemeClr val="accent1"/>
                      </a:lnRef>
                      <a:fillRef idx="0">
                        <a:schemeClr val="accent1"/>
                      </a:fillRef>
                      <a:effectRef idx="1">
                        <a:schemeClr val="accent1"/>
                      </a:effectRef>
                      <a:fontRef idx="minor">
                        <a:schemeClr val="tx1"/>
                      </a:fontRef>
                    </p:style>
                  </p:cxnSp>
                  <p:cxnSp>
                    <p:nvCxnSpPr>
                      <p:cNvPr id="140" name="Straight Connector 34">
                        <a:extLst>
                          <a:ext uri="{FF2B5EF4-FFF2-40B4-BE49-F238E27FC236}">
                            <a16:creationId xmlns:a16="http://schemas.microsoft.com/office/drawing/2014/main" id="{33DA1DE7-9FB8-32E1-0FA0-E9C53B224096}"/>
                          </a:ext>
                        </a:extLst>
                      </p:cNvPr>
                      <p:cNvCxnSpPr>
                        <a:cxnSpLocks/>
                        <a:stCxn id="114" idx="6"/>
                        <a:endCxn id="133" idx="2"/>
                      </p:cNvCxnSpPr>
                      <p:nvPr/>
                    </p:nvCxnSpPr>
                    <p:spPr>
                      <a:xfrm flipV="1">
                        <a:off x="10395281" y="4729323"/>
                        <a:ext cx="406832" cy="1102445"/>
                      </a:xfrm>
                      <a:prstGeom prst="line">
                        <a:avLst/>
                      </a:prstGeom>
                      <a:ln w="12700">
                        <a:solidFill>
                          <a:schemeClr val="tx1"/>
                        </a:solidFill>
                      </a:ln>
                    </p:spPr>
                    <p:style>
                      <a:lnRef idx="2">
                        <a:schemeClr val="accent1"/>
                      </a:lnRef>
                      <a:fillRef idx="0">
                        <a:schemeClr val="accent1"/>
                      </a:fillRef>
                      <a:effectRef idx="1">
                        <a:schemeClr val="accent1"/>
                      </a:effectRef>
                      <a:fontRef idx="minor">
                        <a:schemeClr val="tx1"/>
                      </a:fontRef>
                    </p:style>
                  </p:cxnSp>
                  <p:cxnSp>
                    <p:nvCxnSpPr>
                      <p:cNvPr id="141" name="Straight Connector 35">
                        <a:extLst>
                          <a:ext uri="{FF2B5EF4-FFF2-40B4-BE49-F238E27FC236}">
                            <a16:creationId xmlns:a16="http://schemas.microsoft.com/office/drawing/2014/main" id="{06A42811-ECB2-BFDA-F8E9-3EDEE7173A8A}"/>
                          </a:ext>
                        </a:extLst>
                      </p:cNvPr>
                      <p:cNvCxnSpPr>
                        <a:cxnSpLocks/>
                        <a:stCxn id="111" idx="6"/>
                        <a:endCxn id="134" idx="2"/>
                      </p:cNvCxnSpPr>
                      <p:nvPr/>
                    </p:nvCxnSpPr>
                    <p:spPr>
                      <a:xfrm flipV="1">
                        <a:off x="10399419" y="5003913"/>
                        <a:ext cx="403002" cy="4328"/>
                      </a:xfrm>
                      <a:prstGeom prst="line">
                        <a:avLst/>
                      </a:prstGeom>
                      <a:ln w="12700">
                        <a:solidFill>
                          <a:schemeClr val="tx1"/>
                        </a:solidFill>
                      </a:ln>
                    </p:spPr>
                    <p:style>
                      <a:lnRef idx="2">
                        <a:schemeClr val="accent1"/>
                      </a:lnRef>
                      <a:fillRef idx="0">
                        <a:schemeClr val="accent1"/>
                      </a:fillRef>
                      <a:effectRef idx="1">
                        <a:schemeClr val="accent1"/>
                      </a:effectRef>
                      <a:fontRef idx="minor">
                        <a:schemeClr val="tx1"/>
                      </a:fontRef>
                    </p:style>
                  </p:cxnSp>
                  <p:cxnSp>
                    <p:nvCxnSpPr>
                      <p:cNvPr id="142" name="Straight Connector 36">
                        <a:extLst>
                          <a:ext uri="{FF2B5EF4-FFF2-40B4-BE49-F238E27FC236}">
                            <a16:creationId xmlns:a16="http://schemas.microsoft.com/office/drawing/2014/main" id="{F50247B3-CE01-91C7-F8D3-5932FA153E46}"/>
                          </a:ext>
                        </a:extLst>
                      </p:cNvPr>
                      <p:cNvCxnSpPr>
                        <a:cxnSpLocks/>
                        <a:stCxn id="112" idx="6"/>
                        <a:endCxn id="134" idx="2"/>
                      </p:cNvCxnSpPr>
                      <p:nvPr/>
                    </p:nvCxnSpPr>
                    <p:spPr>
                      <a:xfrm flipV="1">
                        <a:off x="10399727" y="5003913"/>
                        <a:ext cx="402694" cy="278837"/>
                      </a:xfrm>
                      <a:prstGeom prst="line">
                        <a:avLst/>
                      </a:prstGeom>
                      <a:ln w="12700">
                        <a:solidFill>
                          <a:schemeClr val="tx1"/>
                        </a:solidFill>
                      </a:ln>
                    </p:spPr>
                    <p:style>
                      <a:lnRef idx="2">
                        <a:schemeClr val="accent1"/>
                      </a:lnRef>
                      <a:fillRef idx="0">
                        <a:schemeClr val="accent1"/>
                      </a:fillRef>
                      <a:effectRef idx="1">
                        <a:schemeClr val="accent1"/>
                      </a:effectRef>
                      <a:fontRef idx="minor">
                        <a:schemeClr val="tx1"/>
                      </a:fontRef>
                    </p:style>
                  </p:cxnSp>
                  <p:cxnSp>
                    <p:nvCxnSpPr>
                      <p:cNvPr id="143" name="Straight Connector 37">
                        <a:extLst>
                          <a:ext uri="{FF2B5EF4-FFF2-40B4-BE49-F238E27FC236}">
                            <a16:creationId xmlns:a16="http://schemas.microsoft.com/office/drawing/2014/main" id="{4CD44B34-93F1-60EF-2B73-8DC2B62ED08B}"/>
                          </a:ext>
                        </a:extLst>
                      </p:cNvPr>
                      <p:cNvCxnSpPr>
                        <a:cxnSpLocks/>
                        <a:stCxn id="113" idx="6"/>
                        <a:endCxn id="134" idx="2"/>
                      </p:cNvCxnSpPr>
                      <p:nvPr/>
                    </p:nvCxnSpPr>
                    <p:spPr>
                      <a:xfrm flipV="1">
                        <a:off x="10399111" y="5003913"/>
                        <a:ext cx="403310" cy="553346"/>
                      </a:xfrm>
                      <a:prstGeom prst="line">
                        <a:avLst/>
                      </a:prstGeom>
                      <a:ln w="12700">
                        <a:solidFill>
                          <a:schemeClr val="tx1"/>
                        </a:solidFill>
                      </a:ln>
                    </p:spPr>
                    <p:style>
                      <a:lnRef idx="2">
                        <a:schemeClr val="accent1"/>
                      </a:lnRef>
                      <a:fillRef idx="0">
                        <a:schemeClr val="accent1"/>
                      </a:fillRef>
                      <a:effectRef idx="1">
                        <a:schemeClr val="accent1"/>
                      </a:effectRef>
                      <a:fontRef idx="minor">
                        <a:schemeClr val="tx1"/>
                      </a:fontRef>
                    </p:style>
                  </p:cxnSp>
                  <p:cxnSp>
                    <p:nvCxnSpPr>
                      <p:cNvPr id="144" name="Straight Connector 38">
                        <a:extLst>
                          <a:ext uri="{FF2B5EF4-FFF2-40B4-BE49-F238E27FC236}">
                            <a16:creationId xmlns:a16="http://schemas.microsoft.com/office/drawing/2014/main" id="{B16D55A8-1910-FE11-DC6F-9B3A158BB936}"/>
                          </a:ext>
                        </a:extLst>
                      </p:cNvPr>
                      <p:cNvCxnSpPr>
                        <a:cxnSpLocks/>
                        <a:stCxn id="114" idx="6"/>
                        <a:endCxn id="134" idx="2"/>
                      </p:cNvCxnSpPr>
                      <p:nvPr/>
                    </p:nvCxnSpPr>
                    <p:spPr>
                      <a:xfrm flipV="1">
                        <a:off x="10395281" y="5003913"/>
                        <a:ext cx="407140" cy="827855"/>
                      </a:xfrm>
                      <a:prstGeom prst="line">
                        <a:avLst/>
                      </a:prstGeom>
                      <a:ln w="12700">
                        <a:solidFill>
                          <a:schemeClr val="tx1"/>
                        </a:solidFill>
                      </a:ln>
                    </p:spPr>
                    <p:style>
                      <a:lnRef idx="2">
                        <a:schemeClr val="accent1"/>
                      </a:lnRef>
                      <a:fillRef idx="0">
                        <a:schemeClr val="accent1"/>
                      </a:fillRef>
                      <a:effectRef idx="1">
                        <a:schemeClr val="accent1"/>
                      </a:effectRef>
                      <a:fontRef idx="minor">
                        <a:schemeClr val="tx1"/>
                      </a:fontRef>
                    </p:style>
                  </p:cxnSp>
                  <p:cxnSp>
                    <p:nvCxnSpPr>
                      <p:cNvPr id="145" name="Straight Connector 39">
                        <a:extLst>
                          <a:ext uri="{FF2B5EF4-FFF2-40B4-BE49-F238E27FC236}">
                            <a16:creationId xmlns:a16="http://schemas.microsoft.com/office/drawing/2014/main" id="{439C875D-C763-DD95-1C67-D5E4057CBC44}"/>
                          </a:ext>
                        </a:extLst>
                      </p:cNvPr>
                      <p:cNvCxnSpPr>
                        <a:cxnSpLocks/>
                      </p:cNvCxnSpPr>
                      <p:nvPr/>
                    </p:nvCxnSpPr>
                    <p:spPr>
                      <a:xfrm>
                        <a:off x="10048489" y="4738487"/>
                        <a:ext cx="115449" cy="0"/>
                      </a:xfrm>
                      <a:prstGeom prst="line">
                        <a:avLst/>
                      </a:prstGeom>
                      <a:ln w="12700">
                        <a:solidFill>
                          <a:schemeClr val="tx1"/>
                        </a:solidFill>
                        <a:tailEnd type="triangle" w="sm" len="sm"/>
                      </a:ln>
                    </p:spPr>
                    <p:style>
                      <a:lnRef idx="2">
                        <a:schemeClr val="accent1"/>
                      </a:lnRef>
                      <a:fillRef idx="0">
                        <a:schemeClr val="accent1"/>
                      </a:fillRef>
                      <a:effectRef idx="1">
                        <a:schemeClr val="accent1"/>
                      </a:effectRef>
                      <a:fontRef idx="minor">
                        <a:schemeClr val="tx1"/>
                      </a:fontRef>
                    </p:style>
                  </p:cxnSp>
                  <p:cxnSp>
                    <p:nvCxnSpPr>
                      <p:cNvPr id="146" name="Straight Connector 40">
                        <a:extLst>
                          <a:ext uri="{FF2B5EF4-FFF2-40B4-BE49-F238E27FC236}">
                            <a16:creationId xmlns:a16="http://schemas.microsoft.com/office/drawing/2014/main" id="{724DC5AA-03D3-066F-FDDF-2C123A488352}"/>
                          </a:ext>
                        </a:extLst>
                      </p:cNvPr>
                      <p:cNvCxnSpPr>
                        <a:cxnSpLocks/>
                      </p:cNvCxnSpPr>
                      <p:nvPr/>
                    </p:nvCxnSpPr>
                    <p:spPr>
                      <a:xfrm>
                        <a:off x="10049210" y="5008868"/>
                        <a:ext cx="115449" cy="0"/>
                      </a:xfrm>
                      <a:prstGeom prst="line">
                        <a:avLst/>
                      </a:prstGeom>
                      <a:ln w="12700">
                        <a:solidFill>
                          <a:schemeClr val="tx1"/>
                        </a:solidFill>
                        <a:tailEnd type="triangle" w="sm" len="sm"/>
                      </a:ln>
                    </p:spPr>
                    <p:style>
                      <a:lnRef idx="2">
                        <a:schemeClr val="accent1"/>
                      </a:lnRef>
                      <a:fillRef idx="0">
                        <a:schemeClr val="accent1"/>
                      </a:fillRef>
                      <a:effectRef idx="1">
                        <a:schemeClr val="accent1"/>
                      </a:effectRef>
                      <a:fontRef idx="minor">
                        <a:schemeClr val="tx1"/>
                      </a:fontRef>
                    </p:style>
                  </p:cxnSp>
                  <p:cxnSp>
                    <p:nvCxnSpPr>
                      <p:cNvPr id="147" name="Straight Connector 41">
                        <a:extLst>
                          <a:ext uri="{FF2B5EF4-FFF2-40B4-BE49-F238E27FC236}">
                            <a16:creationId xmlns:a16="http://schemas.microsoft.com/office/drawing/2014/main" id="{1C3180C5-84D1-65FE-7CD8-207A4C5C9C5F}"/>
                          </a:ext>
                        </a:extLst>
                      </p:cNvPr>
                      <p:cNvCxnSpPr>
                        <a:cxnSpLocks/>
                      </p:cNvCxnSpPr>
                      <p:nvPr/>
                    </p:nvCxnSpPr>
                    <p:spPr>
                      <a:xfrm>
                        <a:off x="10055560" y="5283708"/>
                        <a:ext cx="115449" cy="0"/>
                      </a:xfrm>
                      <a:prstGeom prst="line">
                        <a:avLst/>
                      </a:prstGeom>
                      <a:ln w="12700">
                        <a:solidFill>
                          <a:schemeClr val="tx1"/>
                        </a:solidFill>
                        <a:tailEnd type="triangle" w="sm" len="sm"/>
                      </a:ln>
                    </p:spPr>
                    <p:style>
                      <a:lnRef idx="2">
                        <a:schemeClr val="accent1"/>
                      </a:lnRef>
                      <a:fillRef idx="0">
                        <a:schemeClr val="accent1"/>
                      </a:fillRef>
                      <a:effectRef idx="1">
                        <a:schemeClr val="accent1"/>
                      </a:effectRef>
                      <a:fontRef idx="minor">
                        <a:schemeClr val="tx1"/>
                      </a:fontRef>
                    </p:style>
                  </p:cxnSp>
                  <p:cxnSp>
                    <p:nvCxnSpPr>
                      <p:cNvPr id="148" name="Straight Connector 42">
                        <a:extLst>
                          <a:ext uri="{FF2B5EF4-FFF2-40B4-BE49-F238E27FC236}">
                            <a16:creationId xmlns:a16="http://schemas.microsoft.com/office/drawing/2014/main" id="{1D9094C6-E2D4-F120-2602-89AB454D0939}"/>
                          </a:ext>
                        </a:extLst>
                      </p:cNvPr>
                      <p:cNvCxnSpPr>
                        <a:cxnSpLocks/>
                      </p:cNvCxnSpPr>
                      <p:nvPr/>
                    </p:nvCxnSpPr>
                    <p:spPr>
                      <a:xfrm>
                        <a:off x="10055560" y="5559933"/>
                        <a:ext cx="115449" cy="0"/>
                      </a:xfrm>
                      <a:prstGeom prst="line">
                        <a:avLst/>
                      </a:prstGeom>
                      <a:ln w="12700">
                        <a:solidFill>
                          <a:schemeClr val="tx1"/>
                        </a:solidFill>
                        <a:tailEnd type="triangle" w="sm" len="sm"/>
                      </a:ln>
                    </p:spPr>
                    <p:style>
                      <a:lnRef idx="2">
                        <a:schemeClr val="accent1"/>
                      </a:lnRef>
                      <a:fillRef idx="0">
                        <a:schemeClr val="accent1"/>
                      </a:fillRef>
                      <a:effectRef idx="1">
                        <a:schemeClr val="accent1"/>
                      </a:effectRef>
                      <a:fontRef idx="minor">
                        <a:schemeClr val="tx1"/>
                      </a:fontRef>
                    </p:style>
                  </p:cxnSp>
                  <p:cxnSp>
                    <p:nvCxnSpPr>
                      <p:cNvPr id="149" name="Straight Connector 43">
                        <a:extLst>
                          <a:ext uri="{FF2B5EF4-FFF2-40B4-BE49-F238E27FC236}">
                            <a16:creationId xmlns:a16="http://schemas.microsoft.com/office/drawing/2014/main" id="{379F0A08-4D2F-921B-A6FB-A26D19E2F328}"/>
                          </a:ext>
                        </a:extLst>
                      </p:cNvPr>
                      <p:cNvCxnSpPr>
                        <a:cxnSpLocks/>
                      </p:cNvCxnSpPr>
                      <p:nvPr/>
                    </p:nvCxnSpPr>
                    <p:spPr>
                      <a:xfrm>
                        <a:off x="10052385" y="5829808"/>
                        <a:ext cx="115449" cy="0"/>
                      </a:xfrm>
                      <a:prstGeom prst="line">
                        <a:avLst/>
                      </a:prstGeom>
                      <a:ln w="12700">
                        <a:solidFill>
                          <a:schemeClr val="tx1"/>
                        </a:solidFill>
                        <a:tailEnd type="triangle" w="sm" len="sm"/>
                      </a:ln>
                    </p:spPr>
                    <p:style>
                      <a:lnRef idx="2">
                        <a:schemeClr val="accent1"/>
                      </a:lnRef>
                      <a:fillRef idx="0">
                        <a:schemeClr val="accent1"/>
                      </a:fillRef>
                      <a:effectRef idx="1">
                        <a:schemeClr val="accent1"/>
                      </a:effectRef>
                      <a:fontRef idx="minor">
                        <a:schemeClr val="tx1"/>
                      </a:fontRef>
                    </p:style>
                  </p:cxnSp>
                  <p:cxnSp>
                    <p:nvCxnSpPr>
                      <p:cNvPr id="150" name="Straight Connector 44">
                        <a:extLst>
                          <a:ext uri="{FF2B5EF4-FFF2-40B4-BE49-F238E27FC236}">
                            <a16:creationId xmlns:a16="http://schemas.microsoft.com/office/drawing/2014/main" id="{CC9BFBF1-8FDA-ABE3-5E48-45C54EF7A901}"/>
                          </a:ext>
                        </a:extLst>
                      </p:cNvPr>
                      <p:cNvCxnSpPr>
                        <a:cxnSpLocks/>
                      </p:cNvCxnSpPr>
                      <p:nvPr/>
                    </p:nvCxnSpPr>
                    <p:spPr>
                      <a:xfrm>
                        <a:off x="11025057" y="4727272"/>
                        <a:ext cx="115449" cy="0"/>
                      </a:xfrm>
                      <a:prstGeom prst="line">
                        <a:avLst/>
                      </a:prstGeom>
                      <a:ln w="12700">
                        <a:solidFill>
                          <a:schemeClr val="tx1"/>
                        </a:solidFill>
                        <a:tailEnd type="triangle" w="sm" len="sm"/>
                      </a:ln>
                    </p:spPr>
                    <p:style>
                      <a:lnRef idx="2">
                        <a:schemeClr val="accent1"/>
                      </a:lnRef>
                      <a:fillRef idx="0">
                        <a:schemeClr val="accent1"/>
                      </a:fillRef>
                      <a:effectRef idx="1">
                        <a:schemeClr val="accent1"/>
                      </a:effectRef>
                      <a:fontRef idx="minor">
                        <a:schemeClr val="tx1"/>
                      </a:fontRef>
                    </p:style>
                  </p:cxnSp>
                  <p:cxnSp>
                    <p:nvCxnSpPr>
                      <p:cNvPr id="151" name="Straight Connector 45">
                        <a:extLst>
                          <a:ext uri="{FF2B5EF4-FFF2-40B4-BE49-F238E27FC236}">
                            <a16:creationId xmlns:a16="http://schemas.microsoft.com/office/drawing/2014/main" id="{E655A244-07AD-3F56-61B6-05FCAF57809E}"/>
                          </a:ext>
                        </a:extLst>
                      </p:cNvPr>
                      <p:cNvCxnSpPr>
                        <a:cxnSpLocks/>
                      </p:cNvCxnSpPr>
                      <p:nvPr/>
                    </p:nvCxnSpPr>
                    <p:spPr>
                      <a:xfrm>
                        <a:off x="11025778" y="4997653"/>
                        <a:ext cx="115449" cy="0"/>
                      </a:xfrm>
                      <a:prstGeom prst="line">
                        <a:avLst/>
                      </a:prstGeom>
                      <a:ln w="12700">
                        <a:solidFill>
                          <a:schemeClr val="tx1"/>
                        </a:solidFill>
                        <a:tailEnd type="triangle" w="sm" len="sm"/>
                      </a:ln>
                    </p:spPr>
                    <p:style>
                      <a:lnRef idx="2">
                        <a:schemeClr val="accent1"/>
                      </a:lnRef>
                      <a:fillRef idx="0">
                        <a:schemeClr val="accent1"/>
                      </a:fillRef>
                      <a:effectRef idx="1">
                        <a:schemeClr val="accent1"/>
                      </a:effectRef>
                      <a:fontRef idx="minor">
                        <a:schemeClr val="tx1"/>
                      </a:fontRef>
                    </p:style>
                  </p:cxnSp>
                  <p:cxnSp>
                    <p:nvCxnSpPr>
                      <p:cNvPr id="152" name="Straight Connector 46">
                        <a:extLst>
                          <a:ext uri="{FF2B5EF4-FFF2-40B4-BE49-F238E27FC236}">
                            <a16:creationId xmlns:a16="http://schemas.microsoft.com/office/drawing/2014/main" id="{ACF1A2F2-9789-8DDE-57B4-A7F86676850D}"/>
                          </a:ext>
                        </a:extLst>
                      </p:cNvPr>
                      <p:cNvCxnSpPr>
                        <a:cxnSpLocks/>
                      </p:cNvCxnSpPr>
                      <p:nvPr/>
                    </p:nvCxnSpPr>
                    <p:spPr>
                      <a:xfrm>
                        <a:off x="11032128" y="5272493"/>
                        <a:ext cx="115449" cy="0"/>
                      </a:xfrm>
                      <a:prstGeom prst="line">
                        <a:avLst/>
                      </a:prstGeom>
                      <a:ln w="12700">
                        <a:solidFill>
                          <a:schemeClr val="tx1"/>
                        </a:solidFill>
                        <a:tailEnd type="triangle" w="sm" len="sm"/>
                      </a:ln>
                    </p:spPr>
                    <p:style>
                      <a:lnRef idx="2">
                        <a:schemeClr val="accent1"/>
                      </a:lnRef>
                      <a:fillRef idx="0">
                        <a:schemeClr val="accent1"/>
                      </a:fillRef>
                      <a:effectRef idx="1">
                        <a:schemeClr val="accent1"/>
                      </a:effectRef>
                      <a:fontRef idx="minor">
                        <a:schemeClr val="tx1"/>
                      </a:fontRef>
                    </p:style>
                  </p:cxnSp>
                  <p:cxnSp>
                    <p:nvCxnSpPr>
                      <p:cNvPr id="153" name="Straight Connector 47">
                        <a:extLst>
                          <a:ext uri="{FF2B5EF4-FFF2-40B4-BE49-F238E27FC236}">
                            <a16:creationId xmlns:a16="http://schemas.microsoft.com/office/drawing/2014/main" id="{9063E7A2-C0D7-33BC-49A9-E3DDBAF71301}"/>
                          </a:ext>
                        </a:extLst>
                      </p:cNvPr>
                      <p:cNvCxnSpPr>
                        <a:cxnSpLocks/>
                      </p:cNvCxnSpPr>
                      <p:nvPr/>
                    </p:nvCxnSpPr>
                    <p:spPr>
                      <a:xfrm>
                        <a:off x="11032128" y="5548718"/>
                        <a:ext cx="115449" cy="0"/>
                      </a:xfrm>
                      <a:prstGeom prst="line">
                        <a:avLst/>
                      </a:prstGeom>
                      <a:ln w="12700">
                        <a:solidFill>
                          <a:schemeClr val="tx1"/>
                        </a:solidFill>
                        <a:tailEnd type="triangle" w="sm" len="sm"/>
                      </a:ln>
                    </p:spPr>
                    <p:style>
                      <a:lnRef idx="2">
                        <a:schemeClr val="accent1"/>
                      </a:lnRef>
                      <a:fillRef idx="0">
                        <a:schemeClr val="accent1"/>
                      </a:fillRef>
                      <a:effectRef idx="1">
                        <a:schemeClr val="accent1"/>
                      </a:effectRef>
                      <a:fontRef idx="minor">
                        <a:schemeClr val="tx1"/>
                      </a:fontRef>
                    </p:style>
                  </p:cxnSp>
                  <p:cxnSp>
                    <p:nvCxnSpPr>
                      <p:cNvPr id="154" name="Straight Connector 48">
                        <a:extLst>
                          <a:ext uri="{FF2B5EF4-FFF2-40B4-BE49-F238E27FC236}">
                            <a16:creationId xmlns:a16="http://schemas.microsoft.com/office/drawing/2014/main" id="{655531F6-3A7A-7ECB-DA17-7E7D95AA3025}"/>
                          </a:ext>
                        </a:extLst>
                      </p:cNvPr>
                      <p:cNvCxnSpPr>
                        <a:cxnSpLocks/>
                      </p:cNvCxnSpPr>
                      <p:nvPr/>
                    </p:nvCxnSpPr>
                    <p:spPr>
                      <a:xfrm>
                        <a:off x="11028953" y="5818593"/>
                        <a:ext cx="115449" cy="0"/>
                      </a:xfrm>
                      <a:prstGeom prst="line">
                        <a:avLst/>
                      </a:prstGeom>
                      <a:ln w="12700">
                        <a:solidFill>
                          <a:schemeClr val="tx1"/>
                        </a:solidFill>
                        <a:tailEnd type="triangle" w="sm" len="sm"/>
                      </a:ln>
                    </p:spPr>
                    <p:style>
                      <a:lnRef idx="2">
                        <a:schemeClr val="accent1"/>
                      </a:lnRef>
                      <a:fillRef idx="0">
                        <a:schemeClr val="accent1"/>
                      </a:fillRef>
                      <a:effectRef idx="1">
                        <a:schemeClr val="accent1"/>
                      </a:effectRef>
                      <a:fontRef idx="minor">
                        <a:schemeClr val="tx1"/>
                      </a:fontRef>
                    </p:style>
                  </p:cxnSp>
                </p:grpSp>
                <p:sp>
                  <p:nvSpPr>
                    <p:cNvPr id="109" name="矩形 333">
                      <a:extLst>
                        <a:ext uri="{FF2B5EF4-FFF2-40B4-BE49-F238E27FC236}">
                          <a16:creationId xmlns:a16="http://schemas.microsoft.com/office/drawing/2014/main" id="{D7812B7C-0427-44BD-9733-4AFE8245C7C9}"/>
                        </a:ext>
                      </a:extLst>
                    </p:cNvPr>
                    <p:cNvSpPr/>
                    <p:nvPr/>
                  </p:nvSpPr>
                  <p:spPr>
                    <a:xfrm>
                      <a:off x="3576540" y="611793"/>
                      <a:ext cx="2065623" cy="1420938"/>
                    </a:xfrm>
                    <a:prstGeom prst="rect">
                      <a:avLst/>
                    </a:prstGeom>
                    <a:solidFill>
                      <a:schemeClr val="accent5">
                        <a:lumMod val="40000"/>
                        <a:lumOff val="60000"/>
                        <a:alpha val="9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400" dirty="0">
                          <a:solidFill>
                            <a:schemeClr val="tx1"/>
                          </a:solidFill>
                        </a:rPr>
                        <a:t>编码器</a:t>
                      </a:r>
                    </a:p>
                  </p:txBody>
                </p:sp>
              </p:grpSp>
              <p:sp>
                <p:nvSpPr>
                  <p:cNvPr id="98" name="矩形: 圆角 322">
                    <a:extLst>
                      <a:ext uri="{FF2B5EF4-FFF2-40B4-BE49-F238E27FC236}">
                        <a16:creationId xmlns:a16="http://schemas.microsoft.com/office/drawing/2014/main" id="{B3899529-841C-CEFD-9BCF-3A834705A6B0}"/>
                      </a:ext>
                    </a:extLst>
                  </p:cNvPr>
                  <p:cNvSpPr/>
                  <p:nvPr/>
                </p:nvSpPr>
                <p:spPr>
                  <a:xfrm>
                    <a:off x="7215059" y="1000227"/>
                    <a:ext cx="387192" cy="163899"/>
                  </a:xfrm>
                  <a:prstGeom prst="roundRect">
                    <a:avLst/>
                  </a:prstGeom>
                  <a:solidFill>
                    <a:schemeClr val="accent6">
                      <a:lumMod val="40000"/>
                      <a:lumOff val="6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000" dirty="0">
                      <a:solidFill>
                        <a:schemeClr val="tx1"/>
                      </a:solidFill>
                    </a:endParaRPr>
                  </a:p>
                </p:txBody>
              </p:sp>
              <p:sp>
                <p:nvSpPr>
                  <p:cNvPr id="99" name="矩形: 圆角 323">
                    <a:extLst>
                      <a:ext uri="{FF2B5EF4-FFF2-40B4-BE49-F238E27FC236}">
                        <a16:creationId xmlns:a16="http://schemas.microsoft.com/office/drawing/2014/main" id="{B8C42696-A935-1EE6-1BDD-D4D91E6B61FC}"/>
                      </a:ext>
                    </a:extLst>
                  </p:cNvPr>
                  <p:cNvSpPr/>
                  <p:nvPr/>
                </p:nvSpPr>
                <p:spPr>
                  <a:xfrm>
                    <a:off x="7598930" y="999919"/>
                    <a:ext cx="387192" cy="163899"/>
                  </a:xfrm>
                  <a:prstGeom prst="roundRect">
                    <a:avLst/>
                  </a:prstGeom>
                  <a:solidFill>
                    <a:schemeClr val="accent6">
                      <a:lumMod val="40000"/>
                      <a:lumOff val="6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000" dirty="0">
                      <a:solidFill>
                        <a:schemeClr val="tx1"/>
                      </a:solidFill>
                    </a:endParaRPr>
                  </a:p>
                </p:txBody>
              </p:sp>
              <p:sp>
                <p:nvSpPr>
                  <p:cNvPr id="100" name="矩形: 圆角 324">
                    <a:extLst>
                      <a:ext uri="{FF2B5EF4-FFF2-40B4-BE49-F238E27FC236}">
                        <a16:creationId xmlns:a16="http://schemas.microsoft.com/office/drawing/2014/main" id="{CF0F4B1B-5964-8145-083D-C1EFB316CF94}"/>
                      </a:ext>
                    </a:extLst>
                  </p:cNvPr>
                  <p:cNvSpPr/>
                  <p:nvPr/>
                </p:nvSpPr>
                <p:spPr>
                  <a:xfrm>
                    <a:off x="7985112" y="1002023"/>
                    <a:ext cx="387192" cy="163899"/>
                  </a:xfrm>
                  <a:prstGeom prst="roundRect">
                    <a:avLst/>
                  </a:prstGeom>
                  <a:solidFill>
                    <a:schemeClr val="accent6">
                      <a:lumMod val="40000"/>
                      <a:lumOff val="6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000" dirty="0">
                      <a:solidFill>
                        <a:schemeClr val="tx1"/>
                      </a:solidFill>
                    </a:endParaRPr>
                  </a:p>
                </p:txBody>
              </p:sp>
              <p:sp>
                <p:nvSpPr>
                  <p:cNvPr id="101" name="矩形: 圆角 325">
                    <a:extLst>
                      <a:ext uri="{FF2B5EF4-FFF2-40B4-BE49-F238E27FC236}">
                        <a16:creationId xmlns:a16="http://schemas.microsoft.com/office/drawing/2014/main" id="{8C1E1D8A-0C3D-50F6-70B4-B81D241C8B38}"/>
                      </a:ext>
                    </a:extLst>
                  </p:cNvPr>
                  <p:cNvSpPr/>
                  <p:nvPr/>
                </p:nvSpPr>
                <p:spPr>
                  <a:xfrm>
                    <a:off x="8776311" y="1007316"/>
                    <a:ext cx="387192" cy="163899"/>
                  </a:xfrm>
                  <a:prstGeom prst="roundRect">
                    <a:avLst/>
                  </a:prstGeom>
                  <a:solidFill>
                    <a:schemeClr val="accent6">
                      <a:lumMod val="40000"/>
                      <a:lumOff val="6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000" dirty="0">
                      <a:solidFill>
                        <a:schemeClr val="tx1"/>
                      </a:solidFill>
                    </a:endParaRPr>
                  </a:p>
                </p:txBody>
              </p:sp>
              <mc:AlternateContent xmlns:mc="http://schemas.openxmlformats.org/markup-compatibility/2006" xmlns:a14="http://schemas.microsoft.com/office/drawing/2010/main">
                <mc:Choice Requires="a14">
                  <p:sp>
                    <p:nvSpPr>
                      <p:cNvPr id="102" name="文本框 326">
                        <a:extLst>
                          <a:ext uri="{FF2B5EF4-FFF2-40B4-BE49-F238E27FC236}">
                            <a16:creationId xmlns:a16="http://schemas.microsoft.com/office/drawing/2014/main" id="{767FACB4-1845-A9DE-FC95-4F06F9B0E88F}"/>
                          </a:ext>
                        </a:extLst>
                      </p:cNvPr>
                      <p:cNvSpPr txBox="1"/>
                      <p:nvPr/>
                    </p:nvSpPr>
                    <p:spPr>
                      <a:xfrm>
                        <a:off x="7162009" y="961415"/>
                        <a:ext cx="2065614" cy="246221"/>
                      </a:xfrm>
                      <a:prstGeom prst="rect">
                        <a:avLst/>
                      </a:prstGeom>
                      <a:noFill/>
                    </p:spPr>
                    <p:txBody>
                      <a:bodyPr wrap="square" rtlCol="0">
                        <a:spAutoFit/>
                      </a:bodyPr>
                      <a:lstStyle/>
                      <a:p>
                        <a:r>
                          <a:rPr lang="en-US" altLang="zh-CN" sz="1000" dirty="0"/>
                          <a:t>   C        </a:t>
                        </a:r>
                        <a14:m>
                          <m:oMath xmlns:m="http://schemas.openxmlformats.org/officeDocument/2006/math">
                            <m:sSub>
                              <m:sSubPr>
                                <m:ctrlPr>
                                  <a:rPr lang="en-US" altLang="zh-CN" sz="1000" i="1" smtClean="0">
                                    <a:latin typeface="Cambria Math" panose="02040503050406030204" pitchFamily="18" charset="0"/>
                                  </a:rPr>
                                </m:ctrlPr>
                              </m:sSubPr>
                              <m:e>
                                <m:r>
                                  <m:rPr>
                                    <m:sty m:val="p"/>
                                  </m:rPr>
                                  <a:rPr lang="en-US" altLang="zh-CN" sz="1000" i="1">
                                    <a:latin typeface="Cambria Math" panose="02040503050406030204" pitchFamily="18" charset="0"/>
                                  </a:rPr>
                                  <m:t>T</m:t>
                                </m:r>
                              </m:e>
                              <m:sub>
                                <m:r>
                                  <a:rPr lang="en-US" altLang="zh-CN" sz="1000" b="0" i="1" smtClean="0">
                                    <a:latin typeface="Cambria Math" panose="02040503050406030204" pitchFamily="18" charset="0"/>
                                  </a:rPr>
                                  <m:t>1</m:t>
                                </m:r>
                              </m:sub>
                            </m:sSub>
                          </m:oMath>
                        </a14:m>
                        <a:r>
                          <a:rPr lang="zh-CN" altLang="en-US" sz="1000" dirty="0"/>
                          <a:t>        </a:t>
                        </a:r>
                        <a14:m>
                          <m:oMath xmlns:m="http://schemas.openxmlformats.org/officeDocument/2006/math">
                            <m:sSub>
                              <m:sSubPr>
                                <m:ctrlPr>
                                  <a:rPr lang="en-US" altLang="zh-CN" sz="1000" i="1">
                                    <a:latin typeface="Cambria Math" panose="02040503050406030204" pitchFamily="18" charset="0"/>
                                  </a:rPr>
                                </m:ctrlPr>
                              </m:sSubPr>
                              <m:e>
                                <m:r>
                                  <m:rPr>
                                    <m:sty m:val="p"/>
                                  </m:rPr>
                                  <a:rPr lang="en-US" altLang="zh-CN" sz="1000" i="1">
                                    <a:latin typeface="Cambria Math" panose="02040503050406030204" pitchFamily="18" charset="0"/>
                                  </a:rPr>
                                  <m:t>T</m:t>
                                </m:r>
                              </m:e>
                              <m:sub>
                                <m:r>
                                  <a:rPr lang="en-US" altLang="zh-CN" sz="1000" b="0" i="1" smtClean="0">
                                    <a:latin typeface="Cambria Math" panose="02040503050406030204" pitchFamily="18" charset="0"/>
                                  </a:rPr>
                                  <m:t>2</m:t>
                                </m:r>
                              </m:sub>
                            </m:sSub>
                          </m:oMath>
                        </a14:m>
                        <a:r>
                          <a:rPr lang="en-US" altLang="zh-CN" sz="1000" dirty="0"/>
                          <a:t> </a:t>
                        </a:r>
                        <a14:m>
                          <m:oMath xmlns:m="http://schemas.openxmlformats.org/officeDocument/2006/math">
                            <m:sSub>
                              <m:sSubPr>
                                <m:ctrlPr>
                                  <a:rPr lang="en-US" altLang="zh-CN" sz="1000" i="1">
                                    <a:latin typeface="Cambria Math" panose="02040503050406030204" pitchFamily="18" charset="0"/>
                                  </a:rPr>
                                </m:ctrlPr>
                              </m:sSubPr>
                              <m:e>
                                <m:r>
                                  <a:rPr lang="en-US" altLang="zh-CN" sz="1000" b="0" i="1" smtClean="0">
                                    <a:latin typeface="Cambria Math" panose="02040503050406030204" pitchFamily="18" charset="0"/>
                                  </a:rPr>
                                  <m:t>         …         </m:t>
                                </m:r>
                                <m:r>
                                  <m:rPr>
                                    <m:sty m:val="p"/>
                                  </m:rPr>
                                  <a:rPr lang="en-US" altLang="zh-CN" sz="1000" i="1">
                                    <a:latin typeface="Cambria Math" panose="02040503050406030204" pitchFamily="18" charset="0"/>
                                  </a:rPr>
                                  <m:t>T</m:t>
                                </m:r>
                              </m:e>
                              <m:sub>
                                <m:r>
                                  <a:rPr lang="en-US" altLang="zh-CN" sz="1000" b="0" i="1" smtClean="0">
                                    <a:latin typeface="Cambria Math" panose="02040503050406030204" pitchFamily="18" charset="0"/>
                                  </a:rPr>
                                  <m:t>𝑁</m:t>
                                </m:r>
                              </m:sub>
                            </m:sSub>
                          </m:oMath>
                        </a14:m>
                        <a:endParaRPr lang="zh-CN" altLang="en-US" sz="1000" dirty="0"/>
                      </a:p>
                    </p:txBody>
                  </p:sp>
                </mc:Choice>
                <mc:Fallback xmlns="">
                  <p:sp>
                    <p:nvSpPr>
                      <p:cNvPr id="327" name="文本框 326">
                        <a:extLst>
                          <a:ext uri="{FF2B5EF4-FFF2-40B4-BE49-F238E27FC236}">
                            <a16:creationId xmlns:a16="http://schemas.microsoft.com/office/drawing/2014/main" id="{64877830-FDE1-4F32-8F73-53AB16199ACC}"/>
                          </a:ext>
                        </a:extLst>
                      </p:cNvPr>
                      <p:cNvSpPr txBox="1">
                        <a:spLocks noRot="1" noChangeAspect="1" noMove="1" noResize="1" noEditPoints="1" noAdjustHandles="1" noChangeArrowheads="1" noChangeShapeType="1" noTextEdit="1"/>
                      </p:cNvSpPr>
                      <p:nvPr/>
                    </p:nvSpPr>
                    <p:spPr>
                      <a:xfrm>
                        <a:off x="7162009" y="961415"/>
                        <a:ext cx="2065614" cy="246221"/>
                      </a:xfrm>
                      <a:prstGeom prst="rect">
                        <a:avLst/>
                      </a:prstGeom>
                      <a:blipFill>
                        <a:blip r:embed="rId4"/>
                        <a:stretch>
                          <a:fillRect t="-2500" b="-10000"/>
                        </a:stretch>
                      </a:blipFill>
                    </p:spPr>
                    <p:txBody>
                      <a:bodyPr/>
                      <a:lstStyle/>
                      <a:p>
                        <a:r>
                          <a:rPr lang="zh-CN" altLang="en-US">
                            <a:noFill/>
                          </a:rPr>
                          <a:t> </a:t>
                        </a:r>
                      </a:p>
                    </p:txBody>
                  </p:sp>
                </mc:Fallback>
              </mc:AlternateContent>
              <p:sp>
                <p:nvSpPr>
                  <p:cNvPr id="103" name="矩形 327">
                    <a:extLst>
                      <a:ext uri="{FF2B5EF4-FFF2-40B4-BE49-F238E27FC236}">
                        <a16:creationId xmlns:a16="http://schemas.microsoft.com/office/drawing/2014/main" id="{29A1A504-2B17-933F-7485-F5357ADB166B}"/>
                      </a:ext>
                    </a:extLst>
                  </p:cNvPr>
                  <p:cNvSpPr/>
                  <p:nvPr/>
                </p:nvSpPr>
                <p:spPr>
                  <a:xfrm>
                    <a:off x="7259505" y="2157143"/>
                    <a:ext cx="347767" cy="186841"/>
                  </a:xfrm>
                  <a:prstGeom prst="rect">
                    <a:avLst/>
                  </a:prstGeom>
                  <a:solidFill>
                    <a:schemeClr val="accent4">
                      <a:lumMod val="60000"/>
                      <a:lumOff val="4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104" name="矩形 328">
                    <a:extLst>
                      <a:ext uri="{FF2B5EF4-FFF2-40B4-BE49-F238E27FC236}">
                        <a16:creationId xmlns:a16="http://schemas.microsoft.com/office/drawing/2014/main" id="{B94172B1-93B9-D2DA-7587-AFF840226639}"/>
                      </a:ext>
                    </a:extLst>
                  </p:cNvPr>
                  <p:cNvSpPr/>
                  <p:nvPr/>
                </p:nvSpPr>
                <p:spPr>
                  <a:xfrm>
                    <a:off x="7642613" y="2159796"/>
                    <a:ext cx="347767" cy="186841"/>
                  </a:xfrm>
                  <a:prstGeom prst="rect">
                    <a:avLst/>
                  </a:prstGeom>
                  <a:solidFill>
                    <a:schemeClr val="accent4">
                      <a:lumMod val="60000"/>
                      <a:lumOff val="4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105" name="矩形 329">
                    <a:extLst>
                      <a:ext uri="{FF2B5EF4-FFF2-40B4-BE49-F238E27FC236}">
                        <a16:creationId xmlns:a16="http://schemas.microsoft.com/office/drawing/2014/main" id="{702BBF09-815D-0F18-E923-0A741409A90E}"/>
                      </a:ext>
                    </a:extLst>
                  </p:cNvPr>
                  <p:cNvSpPr/>
                  <p:nvPr/>
                </p:nvSpPr>
                <p:spPr>
                  <a:xfrm>
                    <a:off x="8044510" y="2160352"/>
                    <a:ext cx="347767" cy="186841"/>
                  </a:xfrm>
                  <a:prstGeom prst="rect">
                    <a:avLst/>
                  </a:prstGeom>
                  <a:solidFill>
                    <a:schemeClr val="accent4">
                      <a:lumMod val="60000"/>
                      <a:lumOff val="4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106" name="矩形 330">
                    <a:extLst>
                      <a:ext uri="{FF2B5EF4-FFF2-40B4-BE49-F238E27FC236}">
                        <a16:creationId xmlns:a16="http://schemas.microsoft.com/office/drawing/2014/main" id="{B2F6800A-A6D3-C4D0-505B-14CA6C341E31}"/>
                      </a:ext>
                    </a:extLst>
                  </p:cNvPr>
                  <p:cNvSpPr/>
                  <p:nvPr/>
                </p:nvSpPr>
                <p:spPr>
                  <a:xfrm>
                    <a:off x="8799965" y="2157143"/>
                    <a:ext cx="347767" cy="186841"/>
                  </a:xfrm>
                  <a:prstGeom prst="rect">
                    <a:avLst/>
                  </a:prstGeom>
                  <a:solidFill>
                    <a:schemeClr val="accent4">
                      <a:lumMod val="60000"/>
                      <a:lumOff val="4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mc:AlternateContent xmlns:mc="http://schemas.openxmlformats.org/markup-compatibility/2006" xmlns:a14="http://schemas.microsoft.com/office/drawing/2010/main">
                <mc:Choice Requires="a14">
                  <p:sp>
                    <p:nvSpPr>
                      <p:cNvPr id="107" name="文本框 331">
                        <a:extLst>
                          <a:ext uri="{FF2B5EF4-FFF2-40B4-BE49-F238E27FC236}">
                            <a16:creationId xmlns:a16="http://schemas.microsoft.com/office/drawing/2014/main" id="{CD5072A4-54CE-51B5-AB4B-44CCE857FCF3}"/>
                          </a:ext>
                        </a:extLst>
                      </p:cNvPr>
                      <p:cNvSpPr txBox="1"/>
                      <p:nvPr/>
                    </p:nvSpPr>
                    <p:spPr>
                      <a:xfrm>
                        <a:off x="7184292" y="2121132"/>
                        <a:ext cx="2065614" cy="261290"/>
                      </a:xfrm>
                      <a:prstGeom prst="rect">
                        <a:avLst/>
                      </a:prstGeom>
                      <a:noFill/>
                    </p:spPr>
                    <p:txBody>
                      <a:bodyPr wrap="square" rtlCol="0">
                        <a:spAutoFit/>
                      </a:bodyPr>
                      <a:lstStyle/>
                      <a:p>
                        <a14:m>
                          <m:oMath xmlns:m="http://schemas.openxmlformats.org/officeDocument/2006/math">
                            <m:sSub>
                              <m:sSubPr>
                                <m:ctrlPr>
                                  <a:rPr lang="en-US" altLang="zh-CN" sz="1000" i="1" smtClean="0">
                                    <a:latin typeface="Cambria Math" panose="02040503050406030204" pitchFamily="18" charset="0"/>
                                  </a:rPr>
                                </m:ctrlPr>
                              </m:sSubPr>
                              <m:e>
                                <m:r>
                                  <a:rPr lang="en-US" altLang="zh-CN" sz="1000" b="0" i="1" smtClean="0">
                                    <a:latin typeface="Cambria Math" panose="02040503050406030204" pitchFamily="18" charset="0"/>
                                  </a:rPr>
                                  <m:t>𝐸</m:t>
                                </m:r>
                              </m:e>
                              <m:sub>
                                <m:r>
                                  <a:rPr lang="en-US" altLang="zh-CN" sz="1000" b="0" i="1" smtClean="0">
                                    <a:latin typeface="Cambria Math" panose="02040503050406030204" pitchFamily="18" charset="0"/>
                                  </a:rPr>
                                  <m:t>[</m:t>
                                </m:r>
                                <m:r>
                                  <a:rPr lang="en-US" altLang="zh-CN" sz="1000" b="0" i="1" smtClean="0">
                                    <a:latin typeface="Cambria Math" panose="02040503050406030204" pitchFamily="18" charset="0"/>
                                  </a:rPr>
                                  <m:t>𝐶𝐿𝑆</m:t>
                                </m:r>
                                <m:r>
                                  <a:rPr lang="en-US" altLang="zh-CN" sz="1000" b="0" i="1" smtClean="0">
                                    <a:latin typeface="Cambria Math" panose="02040503050406030204" pitchFamily="18" charset="0"/>
                                  </a:rPr>
                                  <m:t>]</m:t>
                                </m:r>
                              </m:sub>
                            </m:sSub>
                          </m:oMath>
                        </a14:m>
                        <a:r>
                          <a:rPr lang="en-US" altLang="zh-CN" sz="1000" dirty="0"/>
                          <a:t>     </a:t>
                        </a:r>
                        <a14:m>
                          <m:oMath xmlns:m="http://schemas.openxmlformats.org/officeDocument/2006/math">
                            <m:sSub>
                              <m:sSubPr>
                                <m:ctrlPr>
                                  <a:rPr lang="en-US" altLang="zh-CN" sz="1000" i="1" smtClean="0">
                                    <a:latin typeface="Cambria Math" panose="02040503050406030204" pitchFamily="18" charset="0"/>
                                  </a:rPr>
                                </m:ctrlPr>
                              </m:sSubPr>
                              <m:e>
                                <m:r>
                                  <a:rPr lang="en-US" altLang="zh-CN" sz="1000" b="0" i="1" smtClean="0">
                                    <a:latin typeface="Cambria Math" panose="02040503050406030204" pitchFamily="18" charset="0"/>
                                  </a:rPr>
                                  <m:t>𝐸</m:t>
                                </m:r>
                              </m:e>
                              <m:sub>
                                <m:r>
                                  <a:rPr lang="en-US" altLang="zh-CN" sz="1000" b="0" i="1" smtClean="0">
                                    <a:latin typeface="Cambria Math" panose="02040503050406030204" pitchFamily="18" charset="0"/>
                                  </a:rPr>
                                  <m:t>1</m:t>
                                </m:r>
                              </m:sub>
                            </m:sSub>
                          </m:oMath>
                        </a14:m>
                        <a:r>
                          <a:rPr lang="zh-CN" altLang="en-US" sz="1000" dirty="0"/>
                          <a:t>        </a:t>
                        </a:r>
                        <a14:m>
                          <m:oMath xmlns:m="http://schemas.openxmlformats.org/officeDocument/2006/math">
                            <m:sSub>
                              <m:sSubPr>
                                <m:ctrlPr>
                                  <a:rPr lang="en-US" altLang="zh-CN" sz="1000" i="1">
                                    <a:latin typeface="Cambria Math" panose="02040503050406030204" pitchFamily="18" charset="0"/>
                                  </a:rPr>
                                </m:ctrlPr>
                              </m:sSubPr>
                              <m:e>
                                <m:r>
                                  <a:rPr lang="en-US" altLang="zh-CN" sz="1000" b="0" i="1" smtClean="0">
                                    <a:latin typeface="Cambria Math" panose="02040503050406030204" pitchFamily="18" charset="0"/>
                                  </a:rPr>
                                  <m:t>𝐸</m:t>
                                </m:r>
                              </m:e>
                              <m:sub>
                                <m:r>
                                  <a:rPr lang="en-US" altLang="zh-CN" sz="1000" b="0" i="1" smtClean="0">
                                    <a:latin typeface="Cambria Math" panose="02040503050406030204" pitchFamily="18" charset="0"/>
                                  </a:rPr>
                                  <m:t>2</m:t>
                                </m:r>
                              </m:sub>
                            </m:sSub>
                          </m:oMath>
                        </a14:m>
                        <a:r>
                          <a:rPr lang="en-US" altLang="zh-CN" sz="1000" dirty="0"/>
                          <a:t> </a:t>
                        </a:r>
                        <a14:m>
                          <m:oMath xmlns:m="http://schemas.openxmlformats.org/officeDocument/2006/math">
                            <m:sSub>
                              <m:sSubPr>
                                <m:ctrlPr>
                                  <a:rPr lang="en-US" altLang="zh-CN" sz="1000" i="1">
                                    <a:latin typeface="Cambria Math" panose="02040503050406030204" pitchFamily="18" charset="0"/>
                                  </a:rPr>
                                </m:ctrlPr>
                              </m:sSubPr>
                              <m:e>
                                <m:r>
                                  <a:rPr lang="en-US" altLang="zh-CN" sz="1000" b="0" i="1" smtClean="0">
                                    <a:latin typeface="Cambria Math" panose="02040503050406030204" pitchFamily="18" charset="0"/>
                                  </a:rPr>
                                  <m:t>       …         </m:t>
                                </m:r>
                                <m:r>
                                  <a:rPr lang="en-US" altLang="zh-CN" sz="1000" b="0" i="1" smtClean="0">
                                    <a:latin typeface="Cambria Math" panose="02040503050406030204" pitchFamily="18" charset="0"/>
                                  </a:rPr>
                                  <m:t>𝐸</m:t>
                                </m:r>
                              </m:e>
                              <m:sub>
                                <m:r>
                                  <a:rPr lang="en-US" altLang="zh-CN" sz="1000" b="0" i="1" smtClean="0">
                                    <a:latin typeface="Cambria Math" panose="02040503050406030204" pitchFamily="18" charset="0"/>
                                  </a:rPr>
                                  <m:t>𝑁</m:t>
                                </m:r>
                              </m:sub>
                            </m:sSub>
                          </m:oMath>
                        </a14:m>
                        <a:endParaRPr lang="zh-CN" altLang="en-US" sz="1000" dirty="0"/>
                      </a:p>
                    </p:txBody>
                  </p:sp>
                </mc:Choice>
                <mc:Fallback xmlns="">
                  <p:sp>
                    <p:nvSpPr>
                      <p:cNvPr id="332" name="文本框 331">
                        <a:extLst>
                          <a:ext uri="{FF2B5EF4-FFF2-40B4-BE49-F238E27FC236}">
                            <a16:creationId xmlns:a16="http://schemas.microsoft.com/office/drawing/2014/main" id="{3062E8C6-5D96-4B86-A5D8-9D4A4BF48A61}"/>
                          </a:ext>
                        </a:extLst>
                      </p:cNvPr>
                      <p:cNvSpPr txBox="1">
                        <a:spLocks noRot="1" noChangeAspect="1" noMove="1" noResize="1" noEditPoints="1" noAdjustHandles="1" noChangeArrowheads="1" noChangeShapeType="1" noTextEdit="1"/>
                      </p:cNvSpPr>
                      <p:nvPr/>
                    </p:nvSpPr>
                    <p:spPr>
                      <a:xfrm>
                        <a:off x="7184292" y="2121132"/>
                        <a:ext cx="2065614" cy="261290"/>
                      </a:xfrm>
                      <a:prstGeom prst="rect">
                        <a:avLst/>
                      </a:prstGeom>
                      <a:blipFill>
                        <a:blip r:embed="rId6"/>
                        <a:stretch>
                          <a:fillRect/>
                        </a:stretch>
                      </a:blipFill>
                    </p:spPr>
                    <p:txBody>
                      <a:bodyPr/>
                      <a:lstStyle/>
                      <a:p>
                        <a:r>
                          <a:rPr lang="zh-CN" altLang="en-US">
                            <a:noFill/>
                          </a:rPr>
                          <a:t> </a:t>
                        </a:r>
                      </a:p>
                    </p:txBody>
                  </p:sp>
                </mc:Fallback>
              </mc:AlternateContent>
            </p:grpSp>
            <p:grpSp>
              <p:nvGrpSpPr>
                <p:cNvPr id="84" name="组合 307">
                  <a:extLst>
                    <a:ext uri="{FF2B5EF4-FFF2-40B4-BE49-F238E27FC236}">
                      <a16:creationId xmlns:a16="http://schemas.microsoft.com/office/drawing/2014/main" id="{B21DE1C5-FD09-38A3-A175-A433F0F20A9B}"/>
                    </a:ext>
                  </a:extLst>
                </p:cNvPr>
                <p:cNvGrpSpPr/>
                <p:nvPr/>
              </p:nvGrpSpPr>
              <p:grpSpPr>
                <a:xfrm>
                  <a:off x="7174066" y="2515785"/>
                  <a:ext cx="2065614" cy="246221"/>
                  <a:chOff x="7174066" y="2515785"/>
                  <a:chExt cx="2065614" cy="246221"/>
                </a:xfrm>
              </p:grpSpPr>
              <p:sp>
                <p:nvSpPr>
                  <p:cNvPr id="92" name="矩形: 剪去顶角 316">
                    <a:extLst>
                      <a:ext uri="{FF2B5EF4-FFF2-40B4-BE49-F238E27FC236}">
                        <a16:creationId xmlns:a16="http://schemas.microsoft.com/office/drawing/2014/main" id="{935EBF6E-F0FD-FDE5-8D93-16BEE2C17348}"/>
                      </a:ext>
                    </a:extLst>
                  </p:cNvPr>
                  <p:cNvSpPr/>
                  <p:nvPr/>
                </p:nvSpPr>
                <p:spPr>
                  <a:xfrm>
                    <a:off x="7259505" y="2527963"/>
                    <a:ext cx="339425" cy="206683"/>
                  </a:xfrm>
                  <a:prstGeom prst="snip2SameRect">
                    <a:avLst/>
                  </a:prstGeom>
                  <a:solidFill>
                    <a:schemeClr val="accent2">
                      <a:lumMod val="60000"/>
                      <a:lumOff val="4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3" name="矩形: 剪去顶角 317">
                    <a:extLst>
                      <a:ext uri="{FF2B5EF4-FFF2-40B4-BE49-F238E27FC236}">
                        <a16:creationId xmlns:a16="http://schemas.microsoft.com/office/drawing/2014/main" id="{BAC34354-BF24-E920-346D-049BEF20F533}"/>
                      </a:ext>
                    </a:extLst>
                  </p:cNvPr>
                  <p:cNvSpPr/>
                  <p:nvPr/>
                </p:nvSpPr>
                <p:spPr>
                  <a:xfrm>
                    <a:off x="7652389" y="2527963"/>
                    <a:ext cx="339425" cy="206683"/>
                  </a:xfrm>
                  <a:prstGeom prst="snip2SameRect">
                    <a:avLst/>
                  </a:prstGeom>
                  <a:solidFill>
                    <a:schemeClr val="accent2">
                      <a:lumMod val="60000"/>
                      <a:lumOff val="4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94" name="矩形: 剪去顶角 318">
                    <a:extLst>
                      <a:ext uri="{FF2B5EF4-FFF2-40B4-BE49-F238E27FC236}">
                        <a16:creationId xmlns:a16="http://schemas.microsoft.com/office/drawing/2014/main" id="{CD090278-5C04-D3A2-EA58-37D69CA76773}"/>
                      </a:ext>
                    </a:extLst>
                  </p:cNvPr>
                  <p:cNvSpPr/>
                  <p:nvPr/>
                </p:nvSpPr>
                <p:spPr>
                  <a:xfrm>
                    <a:off x="8037161" y="2527963"/>
                    <a:ext cx="339425" cy="206683"/>
                  </a:xfrm>
                  <a:prstGeom prst="snip2SameRect">
                    <a:avLst/>
                  </a:prstGeom>
                  <a:solidFill>
                    <a:schemeClr val="accent2">
                      <a:lumMod val="60000"/>
                      <a:lumOff val="4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5" name="矩形: 剪去顶角 319">
                    <a:extLst>
                      <a:ext uri="{FF2B5EF4-FFF2-40B4-BE49-F238E27FC236}">
                        <a16:creationId xmlns:a16="http://schemas.microsoft.com/office/drawing/2014/main" id="{6A5E837D-EA16-2C5A-99E5-BB249A027F6C}"/>
                      </a:ext>
                    </a:extLst>
                  </p:cNvPr>
                  <p:cNvSpPr/>
                  <p:nvPr/>
                </p:nvSpPr>
                <p:spPr>
                  <a:xfrm>
                    <a:off x="8806667" y="2523073"/>
                    <a:ext cx="339425" cy="206683"/>
                  </a:xfrm>
                  <a:prstGeom prst="snip2SameRect">
                    <a:avLst/>
                  </a:prstGeom>
                  <a:solidFill>
                    <a:schemeClr val="accent2">
                      <a:lumMod val="60000"/>
                      <a:lumOff val="4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6" name="文本框 320">
                    <a:extLst>
                      <a:ext uri="{FF2B5EF4-FFF2-40B4-BE49-F238E27FC236}">
                        <a16:creationId xmlns:a16="http://schemas.microsoft.com/office/drawing/2014/main" id="{38C4C148-0A65-65E8-913A-9975BED3FC92}"/>
                      </a:ext>
                    </a:extLst>
                  </p:cNvPr>
                  <p:cNvSpPr txBox="1"/>
                  <p:nvPr/>
                </p:nvSpPr>
                <p:spPr>
                  <a:xfrm>
                    <a:off x="7174066" y="2515785"/>
                    <a:ext cx="2065614" cy="246221"/>
                  </a:xfrm>
                  <a:prstGeom prst="rect">
                    <a:avLst/>
                  </a:prstGeom>
                  <a:noFill/>
                </p:spPr>
                <p:txBody>
                  <a:bodyPr wrap="square" rtlCol="0">
                    <a:spAutoFit/>
                  </a:bodyPr>
                  <a:lstStyle/>
                  <a:p>
                    <a:r>
                      <a:rPr lang="en-US" altLang="zh-CN" sz="1000" dirty="0"/>
                      <a:t>[CLS]   Tok1</a:t>
                    </a:r>
                    <a:r>
                      <a:rPr lang="zh-CN" altLang="en-US" sz="1000" dirty="0"/>
                      <a:t>   </a:t>
                    </a:r>
                    <a:r>
                      <a:rPr lang="en-US" altLang="zh-CN" sz="1000" dirty="0"/>
                      <a:t>Tok2     …     </a:t>
                    </a:r>
                    <a:r>
                      <a:rPr lang="en-US" altLang="zh-CN" sz="1000" dirty="0" err="1"/>
                      <a:t>TokN</a:t>
                    </a:r>
                    <a:endParaRPr lang="zh-CN" altLang="en-US" sz="1000" dirty="0"/>
                  </a:p>
                </p:txBody>
              </p:sp>
            </p:grpSp>
            <p:sp>
              <p:nvSpPr>
                <p:cNvPr id="85" name="箭头: 上 308">
                  <a:extLst>
                    <a:ext uri="{FF2B5EF4-FFF2-40B4-BE49-F238E27FC236}">
                      <a16:creationId xmlns:a16="http://schemas.microsoft.com/office/drawing/2014/main" id="{F148739F-7882-9161-629F-4AC8E7F232EB}"/>
                    </a:ext>
                  </a:extLst>
                </p:cNvPr>
                <p:cNvSpPr/>
                <p:nvPr/>
              </p:nvSpPr>
              <p:spPr>
                <a:xfrm>
                  <a:off x="7367827" y="2382422"/>
                  <a:ext cx="131569" cy="114797"/>
                </a:xfrm>
                <a:prstGeom prst="upArrow">
                  <a:avLst/>
                </a:prstGeom>
                <a:solidFill>
                  <a:schemeClr val="bg2"/>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6" name="箭头: 上 309">
                  <a:extLst>
                    <a:ext uri="{FF2B5EF4-FFF2-40B4-BE49-F238E27FC236}">
                      <a16:creationId xmlns:a16="http://schemas.microsoft.com/office/drawing/2014/main" id="{8C19AB0F-67FA-8484-B1D5-0008AF87F667}"/>
                    </a:ext>
                  </a:extLst>
                </p:cNvPr>
                <p:cNvSpPr/>
                <p:nvPr/>
              </p:nvSpPr>
              <p:spPr>
                <a:xfrm>
                  <a:off x="7754889" y="2382421"/>
                  <a:ext cx="131569" cy="114797"/>
                </a:xfrm>
                <a:prstGeom prst="upArrow">
                  <a:avLst/>
                </a:prstGeom>
                <a:solidFill>
                  <a:schemeClr val="bg2"/>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7" name="箭头: 上 310">
                  <a:extLst>
                    <a:ext uri="{FF2B5EF4-FFF2-40B4-BE49-F238E27FC236}">
                      <a16:creationId xmlns:a16="http://schemas.microsoft.com/office/drawing/2014/main" id="{56B280EB-AAA3-5490-A2D9-C5DEB7211C59}"/>
                    </a:ext>
                  </a:extLst>
                </p:cNvPr>
                <p:cNvSpPr/>
                <p:nvPr/>
              </p:nvSpPr>
              <p:spPr>
                <a:xfrm>
                  <a:off x="8141951" y="2392001"/>
                  <a:ext cx="131569" cy="114797"/>
                </a:xfrm>
                <a:prstGeom prst="upArrow">
                  <a:avLst/>
                </a:prstGeom>
                <a:solidFill>
                  <a:schemeClr val="bg2"/>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8" name="箭头: 上 311">
                  <a:extLst>
                    <a:ext uri="{FF2B5EF4-FFF2-40B4-BE49-F238E27FC236}">
                      <a16:creationId xmlns:a16="http://schemas.microsoft.com/office/drawing/2014/main" id="{6B50D6ED-2F8E-0740-343B-67F55D85448E}"/>
                    </a:ext>
                  </a:extLst>
                </p:cNvPr>
                <p:cNvSpPr/>
                <p:nvPr/>
              </p:nvSpPr>
              <p:spPr>
                <a:xfrm>
                  <a:off x="8917931" y="2384617"/>
                  <a:ext cx="131569" cy="114797"/>
                </a:xfrm>
                <a:prstGeom prst="upArrow">
                  <a:avLst/>
                </a:prstGeom>
                <a:solidFill>
                  <a:schemeClr val="bg2"/>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89" name="连接符: 肘形 312">
                  <a:extLst>
                    <a:ext uri="{FF2B5EF4-FFF2-40B4-BE49-F238E27FC236}">
                      <a16:creationId xmlns:a16="http://schemas.microsoft.com/office/drawing/2014/main" id="{F6E2D296-916D-39C7-68F6-9F224A4965C4}"/>
                    </a:ext>
                  </a:extLst>
                </p:cNvPr>
                <p:cNvCxnSpPr>
                  <a:stCxn id="93" idx="1"/>
                  <a:endCxn id="81" idx="0"/>
                </p:cNvCxnSpPr>
                <p:nvPr/>
              </p:nvCxnSpPr>
              <p:spPr>
                <a:xfrm rot="16200000" flipH="1">
                  <a:off x="7971074" y="2585674"/>
                  <a:ext cx="258960" cy="556904"/>
                </a:xfrm>
                <a:prstGeom prst="bentConnector3">
                  <a:avLst/>
                </a:prstGeom>
              </p:spPr>
              <p:style>
                <a:lnRef idx="1">
                  <a:schemeClr val="dk1"/>
                </a:lnRef>
                <a:fillRef idx="0">
                  <a:schemeClr val="dk1"/>
                </a:fillRef>
                <a:effectRef idx="0">
                  <a:schemeClr val="dk1"/>
                </a:effectRef>
                <a:fontRef idx="minor">
                  <a:schemeClr val="tx1"/>
                </a:fontRef>
              </p:style>
            </p:cxnSp>
            <p:cxnSp>
              <p:nvCxnSpPr>
                <p:cNvPr id="90" name="连接符: 肘形 313">
                  <a:extLst>
                    <a:ext uri="{FF2B5EF4-FFF2-40B4-BE49-F238E27FC236}">
                      <a16:creationId xmlns:a16="http://schemas.microsoft.com/office/drawing/2014/main" id="{9479F665-2793-5351-8040-3B6F2419038C}"/>
                    </a:ext>
                  </a:extLst>
                </p:cNvPr>
                <p:cNvCxnSpPr>
                  <a:stCxn id="95" idx="1"/>
                  <a:endCxn id="81" idx="0"/>
                </p:cNvCxnSpPr>
                <p:nvPr/>
              </p:nvCxnSpPr>
              <p:spPr>
                <a:xfrm rot="5400000">
                  <a:off x="8545768" y="2562994"/>
                  <a:ext cx="263850" cy="597374"/>
                </a:xfrm>
                <a:prstGeom prst="bentConnector3">
                  <a:avLst>
                    <a:gd name="adj1" fmla="val 52493"/>
                  </a:avLst>
                </a:prstGeom>
              </p:spPr>
              <p:style>
                <a:lnRef idx="1">
                  <a:schemeClr val="dk1"/>
                </a:lnRef>
                <a:fillRef idx="0">
                  <a:schemeClr val="dk1"/>
                </a:fillRef>
                <a:effectRef idx="0">
                  <a:schemeClr val="dk1"/>
                </a:effectRef>
                <a:fontRef idx="minor">
                  <a:schemeClr val="tx1"/>
                </a:fontRef>
              </p:style>
            </p:cxnSp>
            <p:sp>
              <p:nvSpPr>
                <p:cNvPr id="91" name="文本框 315">
                  <a:extLst>
                    <a:ext uri="{FF2B5EF4-FFF2-40B4-BE49-F238E27FC236}">
                      <a16:creationId xmlns:a16="http://schemas.microsoft.com/office/drawing/2014/main" id="{93D8339F-7727-03D5-DDE9-1257CDFB28A9}"/>
                    </a:ext>
                  </a:extLst>
                </p:cNvPr>
                <p:cNvSpPr txBox="1"/>
                <p:nvPr/>
              </p:nvSpPr>
              <p:spPr>
                <a:xfrm>
                  <a:off x="7587963" y="617757"/>
                  <a:ext cx="1614290" cy="246221"/>
                </a:xfrm>
                <a:prstGeom prst="rect">
                  <a:avLst/>
                </a:prstGeom>
                <a:noFill/>
              </p:spPr>
              <p:txBody>
                <a:bodyPr wrap="square" rtlCol="0">
                  <a:spAutoFit/>
                </a:bodyPr>
                <a:lstStyle/>
                <a:p>
                  <a:r>
                    <a:rPr lang="en-US" altLang="zh-CN" sz="1000" dirty="0"/>
                    <a:t>  O   B-PER     …        O</a:t>
                  </a:r>
                  <a:endParaRPr lang="zh-CN" altLang="en-US" sz="1000" dirty="0"/>
                </a:p>
              </p:txBody>
            </p:sp>
          </p:grpSp>
        </p:grpSp>
        <p:sp>
          <p:nvSpPr>
            <p:cNvPr id="155" name="箭头: 上 379">
              <a:extLst>
                <a:ext uri="{FF2B5EF4-FFF2-40B4-BE49-F238E27FC236}">
                  <a16:creationId xmlns:a16="http://schemas.microsoft.com/office/drawing/2014/main" id="{C9E0518D-5CA0-4E77-9967-83197A3831C6}"/>
                </a:ext>
              </a:extLst>
            </p:cNvPr>
            <p:cNvSpPr/>
            <p:nvPr/>
          </p:nvSpPr>
          <p:spPr>
            <a:xfrm>
              <a:off x="10258533" y="4088131"/>
              <a:ext cx="131569" cy="114797"/>
            </a:xfrm>
            <a:prstGeom prst="upArrow">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56" name="箭头: 上 380">
              <a:extLst>
                <a:ext uri="{FF2B5EF4-FFF2-40B4-BE49-F238E27FC236}">
                  <a16:creationId xmlns:a16="http://schemas.microsoft.com/office/drawing/2014/main" id="{1DC3B5DF-1324-EB32-6B59-6472B39438A0}"/>
                </a:ext>
              </a:extLst>
            </p:cNvPr>
            <p:cNvSpPr/>
            <p:nvPr/>
          </p:nvSpPr>
          <p:spPr>
            <a:xfrm>
              <a:off x="10634246" y="4077078"/>
              <a:ext cx="131569" cy="114797"/>
            </a:xfrm>
            <a:prstGeom prst="upArrow">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57" name="箭头: 上 381">
              <a:extLst>
                <a:ext uri="{FF2B5EF4-FFF2-40B4-BE49-F238E27FC236}">
                  <a16:creationId xmlns:a16="http://schemas.microsoft.com/office/drawing/2014/main" id="{1462E526-51F0-AA3E-8C4C-8B1619CA7EEE}"/>
                </a:ext>
              </a:extLst>
            </p:cNvPr>
            <p:cNvSpPr/>
            <p:nvPr/>
          </p:nvSpPr>
          <p:spPr>
            <a:xfrm>
              <a:off x="11046565" y="4088131"/>
              <a:ext cx="131569" cy="114797"/>
            </a:xfrm>
            <a:prstGeom prst="upArrow">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58" name="箭头: 上 382">
              <a:extLst>
                <a:ext uri="{FF2B5EF4-FFF2-40B4-BE49-F238E27FC236}">
                  <a16:creationId xmlns:a16="http://schemas.microsoft.com/office/drawing/2014/main" id="{CCE86B02-0803-17F6-F66D-35389EF3A1FD}"/>
                </a:ext>
              </a:extLst>
            </p:cNvPr>
            <p:cNvSpPr/>
            <p:nvPr/>
          </p:nvSpPr>
          <p:spPr>
            <a:xfrm>
              <a:off x="11427927" y="4068914"/>
              <a:ext cx="131569" cy="114797"/>
            </a:xfrm>
            <a:prstGeom prst="upArrow">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Tree>
    <p:extLst>
      <p:ext uri="{BB962C8B-B14F-4D97-AF65-F5344CB8AC3E}">
        <p14:creationId xmlns:p14="http://schemas.microsoft.com/office/powerpoint/2010/main" val="1916623224"/>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44C6A71C-6573-4F3D-ABFF-2A069B4E9B0F}"/>
              </a:ext>
            </a:extLst>
          </p:cNvPr>
          <p:cNvSpPr>
            <a:spLocks noGrp="1"/>
          </p:cNvSpPr>
          <p:nvPr>
            <p:ph type="title"/>
          </p:nvPr>
        </p:nvSpPr>
        <p:spPr/>
        <p:txBody>
          <a:bodyPr/>
          <a:lstStyle/>
          <a:p>
            <a:r>
              <a:rPr lang="en-US" altLang="zh-CN" dirty="0"/>
              <a:t>Transformer</a:t>
            </a:r>
            <a:r>
              <a:rPr lang="zh-CN" altLang="en-US" dirty="0"/>
              <a:t>编码器应用于序列标注任务</a:t>
            </a:r>
          </a:p>
        </p:txBody>
      </p:sp>
      <mc:AlternateContent xmlns:mc="http://schemas.openxmlformats.org/markup-compatibility/2006" xmlns:a14="http://schemas.microsoft.com/office/drawing/2010/main">
        <mc:Choice Requires="a14">
          <p:sp>
            <p:nvSpPr>
              <p:cNvPr id="3" name="内容占位符 2">
                <a:extLst>
                  <a:ext uri="{FF2B5EF4-FFF2-40B4-BE49-F238E27FC236}">
                    <a16:creationId xmlns:a16="http://schemas.microsoft.com/office/drawing/2014/main" id="{DD8E656A-6757-4982-9C3A-C74284BBEB19}"/>
                  </a:ext>
                </a:extLst>
              </p:cNvPr>
              <p:cNvSpPr>
                <a:spLocks noGrp="1"/>
              </p:cNvSpPr>
              <p:nvPr>
                <p:ph idx="1"/>
              </p:nvPr>
            </p:nvSpPr>
            <p:spPr/>
            <p:txBody>
              <a:bodyPr>
                <a:normAutofit lnSpcReduction="10000"/>
              </a:bodyPr>
              <a:lstStyle/>
              <a:p>
                <a:pPr marL="228600" marR="0" lvl="0" indent="-457200" algn="l" defTabSz="914400" rtl="0" eaLnBrk="1" fontAlgn="auto" latinLnBrk="0" hangingPunct="1">
                  <a:lnSpc>
                    <a:spcPct val="180000"/>
                  </a:lnSpc>
                  <a:spcBef>
                    <a:spcPts val="0"/>
                  </a:spcBef>
                  <a:spcAft>
                    <a:spcPts val="0"/>
                  </a:spcAft>
                  <a:buClrTx/>
                  <a:buSzTx/>
                  <a:buFont typeface="Wingdings" panose="05000000000000000000" pitchFamily="2" charset="2"/>
                  <a:buChar char="p"/>
                  <a:tabLst/>
                  <a:defRPr/>
                </a:pPr>
                <a:r>
                  <a:rPr kumimoji="0" lang="en-US" altLang="en-US" sz="2400" b="1" i="0" u="none" strike="noStrike" kern="100" cap="none" spc="0" normalizeH="0" baseline="0" noProof="0" dirty="0">
                    <a:ln>
                      <a:noFill/>
                    </a:ln>
                    <a:solidFill>
                      <a:prstClr val="black"/>
                    </a:solidFill>
                    <a:effectLst/>
                    <a:uLnTx/>
                    <a:uFillTx/>
                    <a:latin typeface="Arial"/>
                    <a:ea typeface="微软雅黑"/>
                  </a:rPr>
                  <a:t>序列标注任务</a:t>
                </a:r>
              </a:p>
              <a:p>
                <a:pPr lvl="2" indent="-457200">
                  <a:lnSpc>
                    <a:spcPct val="180000"/>
                  </a:lnSpc>
                  <a:spcBef>
                    <a:spcPts val="0"/>
                  </a:spcBef>
                  <a:buFont typeface="Wingdings" panose="05000000000000000000" pitchFamily="2" charset="2"/>
                  <a:buChar char="p"/>
                  <a:defRPr/>
                </a:pPr>
                <a:r>
                  <a:rPr lang="zh-CN" altLang="en-US" dirty="0"/>
                  <a:t>对输入序列中每个元素逐一预测其对应标签</a:t>
                </a:r>
                <a:endParaRPr lang="en-US" altLang="zh-CN" dirty="0"/>
              </a:p>
              <a:p>
                <a:pPr lvl="2" indent="-457200">
                  <a:lnSpc>
                    <a:spcPct val="180000"/>
                  </a:lnSpc>
                  <a:spcBef>
                    <a:spcPts val="0"/>
                  </a:spcBef>
                  <a:buFont typeface="Wingdings" panose="05000000000000000000" pitchFamily="2" charset="2"/>
                  <a:buChar char="p"/>
                  <a:defRPr/>
                </a:pPr>
                <a:r>
                  <a:rPr kumimoji="0" lang="zh-CN" altLang="en-US" i="0" u="none" strike="noStrike" kern="100" cap="none" spc="0" normalizeH="0" baseline="0" noProof="0" dirty="0">
                    <a:ln>
                      <a:noFill/>
                    </a:ln>
                    <a:solidFill>
                      <a:prstClr val="black"/>
                    </a:solidFill>
                    <a:effectLst/>
                    <a:uLnTx/>
                    <a:uFillTx/>
                    <a:latin typeface="Arial"/>
                    <a:ea typeface="微软雅黑"/>
                  </a:rPr>
                  <a:t>即对输入</a:t>
                </a:r>
                <a14:m>
                  <m:oMath xmlns:m="http://schemas.openxmlformats.org/officeDocument/2006/math">
                    <m:sSub>
                      <m:sSubPr>
                        <m:ctrlPr>
                          <a:rPr lang="en-US" altLang="zh-CN" b="0" i="1" smtClean="0">
                            <a:latin typeface="Cambria Math" panose="02040503050406030204" pitchFamily="18" charset="0"/>
                          </a:rPr>
                        </m:ctrlPr>
                      </m:sSubPr>
                      <m:e>
                        <m:r>
                          <a:rPr lang="en-US" altLang="zh-CN" b="0" i="1" smtClean="0">
                            <a:latin typeface="Cambria Math" panose="02040503050406030204" pitchFamily="18" charset="0"/>
                          </a:rPr>
                          <m:t>𝑥</m:t>
                        </m:r>
                      </m:e>
                      <m:sub>
                        <m:r>
                          <a:rPr lang="en-US" altLang="zh-CN" b="0" i="0" smtClean="0">
                            <a:latin typeface="Cambria Math" panose="02040503050406030204" pitchFamily="18" charset="0"/>
                          </a:rPr>
                          <m:t>1</m:t>
                        </m:r>
                      </m:sub>
                    </m:sSub>
                    <m:r>
                      <a:rPr lang="en-US" altLang="zh-CN" b="0" i="1" smtClean="0">
                        <a:latin typeface="Cambria Math" panose="02040503050406030204" pitchFamily="18" charset="0"/>
                      </a:rPr>
                      <m:t>⋯</m:t>
                    </m:r>
                    <m:sSub>
                      <m:sSubPr>
                        <m:ctrlPr>
                          <a:rPr lang="en-US" altLang="zh-CN" b="0" i="1" smtClean="0">
                            <a:latin typeface="Cambria Math" panose="02040503050406030204" pitchFamily="18" charset="0"/>
                          </a:rPr>
                        </m:ctrlPr>
                      </m:sSubPr>
                      <m:e>
                        <m:r>
                          <a:rPr lang="en-US" altLang="zh-CN" b="0" i="1" smtClean="0">
                            <a:latin typeface="Cambria Math" panose="02040503050406030204" pitchFamily="18" charset="0"/>
                          </a:rPr>
                          <m:t>𝑥</m:t>
                        </m:r>
                      </m:e>
                      <m:sub>
                        <m:r>
                          <a:rPr lang="en-US" altLang="zh-CN" b="0" i="1" smtClean="0">
                            <a:latin typeface="Cambria Math" panose="02040503050406030204" pitchFamily="18" charset="0"/>
                          </a:rPr>
                          <m:t>𝑁</m:t>
                        </m:r>
                      </m:sub>
                    </m:sSub>
                  </m:oMath>
                </a14:m>
                <a:r>
                  <a:rPr kumimoji="0" lang="zh-CN" altLang="en-US" i="0" u="none" strike="noStrike" kern="100" cap="none" spc="0" normalizeH="0" baseline="0" noProof="0" dirty="0">
                    <a:ln>
                      <a:noFill/>
                    </a:ln>
                    <a:solidFill>
                      <a:prstClr val="black"/>
                    </a:solidFill>
                    <a:effectLst/>
                    <a:uLnTx/>
                    <a:uFillTx/>
                    <a:latin typeface="Arial"/>
                    <a:ea typeface="微软雅黑"/>
                  </a:rPr>
                  <a:t>，需要预测对应的</a:t>
                </a:r>
                <a14:m>
                  <m:oMath xmlns:m="http://schemas.openxmlformats.org/officeDocument/2006/math">
                    <m:sSub>
                      <m:sSubPr>
                        <m:ctrlPr>
                          <a:rPr lang="en-US" altLang="zh-CN" i="1">
                            <a:latin typeface="Cambria Math" panose="02040503050406030204" pitchFamily="18" charset="0"/>
                          </a:rPr>
                        </m:ctrlPr>
                      </m:sSubPr>
                      <m:e>
                        <m:acc>
                          <m:accPr>
                            <m:chr m:val="̂"/>
                            <m:ctrlPr>
                              <a:rPr lang="en-US" altLang="zh-CN" i="1">
                                <a:latin typeface="Cambria Math" panose="02040503050406030204" pitchFamily="18" charset="0"/>
                              </a:rPr>
                            </m:ctrlPr>
                          </m:accPr>
                          <m:e>
                            <m:r>
                              <a:rPr lang="en-US" altLang="zh-CN" i="1">
                                <a:latin typeface="Cambria Math" panose="02040503050406030204" pitchFamily="18" charset="0"/>
                              </a:rPr>
                              <m:t>𝑦</m:t>
                            </m:r>
                          </m:e>
                        </m:acc>
                      </m:e>
                      <m:sub>
                        <m:r>
                          <a:rPr lang="en-US" altLang="zh-CN" b="0" i="1" smtClean="0">
                            <a:latin typeface="Cambria Math" panose="02040503050406030204" pitchFamily="18" charset="0"/>
                          </a:rPr>
                          <m:t>1</m:t>
                        </m:r>
                      </m:sub>
                    </m:sSub>
                    <m:r>
                      <a:rPr lang="en-US" altLang="zh-CN" b="0" i="1" smtClean="0">
                        <a:latin typeface="Cambria Math" panose="02040503050406030204" pitchFamily="18" charset="0"/>
                      </a:rPr>
                      <m:t>⋯</m:t>
                    </m:r>
                    <m:sSub>
                      <m:sSubPr>
                        <m:ctrlPr>
                          <a:rPr lang="en-US" altLang="zh-CN" i="1">
                            <a:latin typeface="Cambria Math" panose="02040503050406030204" pitchFamily="18" charset="0"/>
                          </a:rPr>
                        </m:ctrlPr>
                      </m:sSubPr>
                      <m:e>
                        <m:acc>
                          <m:accPr>
                            <m:chr m:val="̂"/>
                            <m:ctrlPr>
                              <a:rPr lang="en-US" altLang="zh-CN" i="1">
                                <a:latin typeface="Cambria Math" panose="02040503050406030204" pitchFamily="18" charset="0"/>
                              </a:rPr>
                            </m:ctrlPr>
                          </m:accPr>
                          <m:e>
                            <m:r>
                              <a:rPr lang="en-US" altLang="zh-CN" i="1">
                                <a:latin typeface="Cambria Math" panose="02040503050406030204" pitchFamily="18" charset="0"/>
                              </a:rPr>
                              <m:t>𝑦</m:t>
                            </m:r>
                          </m:e>
                        </m:acc>
                      </m:e>
                      <m:sub>
                        <m:r>
                          <a:rPr lang="en-US" altLang="zh-CN" b="0" i="1" smtClean="0">
                            <a:latin typeface="Cambria Math" panose="02040503050406030204" pitchFamily="18" charset="0"/>
                          </a:rPr>
                          <m:t>𝑁</m:t>
                        </m:r>
                      </m:sub>
                    </m:sSub>
                  </m:oMath>
                </a14:m>
                <a:r>
                  <a:rPr kumimoji="0" lang="zh-CN" altLang="en-US" i="0" u="none" strike="noStrike" kern="100" cap="none" spc="0" normalizeH="0" baseline="0" noProof="0" dirty="0">
                    <a:ln>
                      <a:noFill/>
                    </a:ln>
                    <a:solidFill>
                      <a:prstClr val="black"/>
                    </a:solidFill>
                    <a:effectLst/>
                    <a:uLnTx/>
                    <a:uFillTx/>
                    <a:latin typeface="Arial"/>
                    <a:ea typeface="微软雅黑"/>
                  </a:rPr>
                  <a:t>，其中第</a:t>
                </a:r>
                <a14:m>
                  <m:oMath xmlns:m="http://schemas.openxmlformats.org/officeDocument/2006/math">
                    <m:r>
                      <m:rPr>
                        <m:sty m:val="p"/>
                      </m:rPr>
                      <a:rPr lang="en-US" altLang="zh-CN" kern="100" dirty="0">
                        <a:solidFill>
                          <a:prstClr val="black"/>
                        </a:solidFill>
                        <a:latin typeface="Cambria Math" panose="02040503050406030204" pitchFamily="18" charset="0"/>
                        <a:ea typeface="微软雅黑"/>
                      </a:rPr>
                      <m:t>n</m:t>
                    </m:r>
                  </m:oMath>
                </a14:m>
                <a:r>
                  <a:rPr kumimoji="0" lang="en-US" altLang="en-US" i="0" u="none" strike="noStrike" kern="100" cap="none" spc="0" normalizeH="0" baseline="0" noProof="0" dirty="0">
                    <a:ln>
                      <a:noFill/>
                    </a:ln>
                    <a:solidFill>
                      <a:prstClr val="black"/>
                    </a:solidFill>
                    <a:effectLst/>
                    <a:uLnTx/>
                    <a:uFillTx/>
                    <a:latin typeface="Arial"/>
                    <a:ea typeface="微软雅黑"/>
                  </a:rPr>
                  <a:t>个输入单元对应的</a:t>
                </a:r>
                <a:r>
                  <a:rPr lang="en-US" altLang="zh-CN" dirty="0"/>
                  <a:t> </a:t>
                </a:r>
                <a14:m>
                  <m:oMath xmlns:m="http://schemas.openxmlformats.org/officeDocument/2006/math">
                    <m:sSub>
                      <m:sSubPr>
                        <m:ctrlPr>
                          <a:rPr lang="en-US" altLang="zh-CN" i="1">
                            <a:latin typeface="Cambria Math" panose="02040503050406030204" pitchFamily="18" charset="0"/>
                          </a:rPr>
                        </m:ctrlPr>
                      </m:sSubPr>
                      <m:e>
                        <m:r>
                          <a:rPr lang="en-US" altLang="zh-CN" i="1">
                            <a:latin typeface="Cambria Math" panose="02040503050406030204" pitchFamily="18" charset="0"/>
                          </a:rPr>
                          <m:t>𝑥</m:t>
                        </m:r>
                      </m:e>
                      <m:sub>
                        <m:r>
                          <m:rPr>
                            <m:sty m:val="p"/>
                          </m:rPr>
                          <a:rPr lang="en-US" altLang="zh-CN" i="1" smtClean="0">
                            <a:latin typeface="Cambria Math" panose="02040503050406030204" pitchFamily="18" charset="0"/>
                          </a:rPr>
                          <m:t>n</m:t>
                        </m:r>
                      </m:sub>
                    </m:sSub>
                  </m:oMath>
                </a14:m>
                <a:r>
                  <a:rPr kumimoji="0" lang="en-US" altLang="en-US" i="0" u="none" strike="noStrike" kern="100" cap="none" spc="0" normalizeH="0" baseline="0" noProof="0" dirty="0">
                    <a:ln>
                      <a:noFill/>
                    </a:ln>
                    <a:solidFill>
                      <a:prstClr val="black"/>
                    </a:solidFill>
                    <a:effectLst/>
                    <a:uLnTx/>
                    <a:uFillTx/>
                    <a:latin typeface="Arial"/>
                    <a:ea typeface="微软雅黑"/>
                  </a:rPr>
                  <a:t>对应的输出是</a:t>
                </a:r>
                <a:r>
                  <a:rPr lang="en-US" altLang="zh-CN" dirty="0"/>
                  <a:t> </a:t>
                </a:r>
                <a14:m>
                  <m:oMath xmlns:m="http://schemas.openxmlformats.org/officeDocument/2006/math">
                    <m:sSub>
                      <m:sSubPr>
                        <m:ctrlPr>
                          <a:rPr lang="en-US" altLang="zh-CN" i="1">
                            <a:latin typeface="Cambria Math" panose="02040503050406030204" pitchFamily="18" charset="0"/>
                          </a:rPr>
                        </m:ctrlPr>
                      </m:sSubPr>
                      <m:e>
                        <m:acc>
                          <m:accPr>
                            <m:chr m:val="̂"/>
                            <m:ctrlPr>
                              <a:rPr lang="en-US" altLang="zh-CN" i="1">
                                <a:latin typeface="Cambria Math" panose="02040503050406030204" pitchFamily="18" charset="0"/>
                              </a:rPr>
                            </m:ctrlPr>
                          </m:accPr>
                          <m:e>
                            <m:r>
                              <a:rPr lang="en-US" altLang="zh-CN" i="1">
                                <a:latin typeface="Cambria Math" panose="02040503050406030204" pitchFamily="18" charset="0"/>
                              </a:rPr>
                              <m:t>𝑦</m:t>
                            </m:r>
                          </m:e>
                        </m:acc>
                      </m:e>
                      <m:sub>
                        <m:r>
                          <m:rPr>
                            <m:sty m:val="p"/>
                          </m:rPr>
                          <a:rPr lang="en-US" altLang="zh-CN" i="1">
                            <a:latin typeface="Cambria Math" panose="02040503050406030204" pitchFamily="18" charset="0"/>
                          </a:rPr>
                          <m:t>n</m:t>
                        </m:r>
                      </m:sub>
                    </m:sSub>
                  </m:oMath>
                </a14:m>
                <a:endParaRPr kumimoji="0" lang="en-US" altLang="en-US" i="0" u="none" strike="noStrike" kern="100" cap="none" spc="0" normalizeH="0" baseline="0" noProof="0" dirty="0">
                  <a:ln>
                    <a:noFill/>
                  </a:ln>
                  <a:solidFill>
                    <a:prstClr val="black"/>
                  </a:solidFill>
                  <a:effectLst/>
                  <a:uLnTx/>
                  <a:uFillTx/>
                  <a:latin typeface="Arial"/>
                  <a:ea typeface="微软雅黑"/>
                </a:endParaRPr>
              </a:p>
              <a:p>
                <a:pPr lvl="1" indent="-457200">
                  <a:lnSpc>
                    <a:spcPct val="180000"/>
                  </a:lnSpc>
                  <a:spcBef>
                    <a:spcPts val="0"/>
                  </a:spcBef>
                  <a:buFont typeface="Wingdings" panose="05000000000000000000" pitchFamily="2" charset="2"/>
                  <a:buChar char="p"/>
                  <a:defRPr/>
                </a:pPr>
                <a:r>
                  <a:rPr lang="en-US" altLang="zh-CN" b="1" kern="100" dirty="0">
                    <a:solidFill>
                      <a:prstClr val="black"/>
                    </a:solidFill>
                    <a:latin typeface="Arial"/>
                    <a:ea typeface="微软雅黑"/>
                  </a:rPr>
                  <a:t>Transformer</a:t>
                </a:r>
                <a:r>
                  <a:rPr lang="zh-CN" altLang="en-US" b="1" kern="100" dirty="0">
                    <a:solidFill>
                      <a:prstClr val="black"/>
                    </a:solidFill>
                    <a:latin typeface="Arial"/>
                    <a:ea typeface="微软雅黑"/>
                  </a:rPr>
                  <a:t>编码器的应用</a:t>
                </a:r>
                <a:endParaRPr lang="en-US" altLang="zh-CN" b="1" kern="100" dirty="0">
                  <a:solidFill>
                    <a:prstClr val="black"/>
                  </a:solidFill>
                  <a:latin typeface="Arial"/>
                  <a:ea typeface="微软雅黑"/>
                </a:endParaRPr>
              </a:p>
              <a:p>
                <a:pPr lvl="2" indent="-457200">
                  <a:lnSpc>
                    <a:spcPct val="180000"/>
                  </a:lnSpc>
                  <a:spcBef>
                    <a:spcPts val="0"/>
                  </a:spcBef>
                  <a:buFont typeface="Wingdings" panose="05000000000000000000" pitchFamily="2" charset="2"/>
                  <a:buChar char="p"/>
                </a:pPr>
                <a:r>
                  <a:rPr lang="zh-CN" altLang="en-US" dirty="0"/>
                  <a:t>使用</a:t>
                </a:r>
                <a:r>
                  <a:rPr lang="en-US" altLang="zh-CN" dirty="0"/>
                  <a:t>Transformer</a:t>
                </a:r>
                <a:r>
                  <a:rPr lang="zh-CN" altLang="en-US" dirty="0"/>
                  <a:t>编码器处理输入序列，得到每个输入的表征向量</a:t>
                </a:r>
                <a:endParaRPr lang="en-US" altLang="zh-CN" b="0" i="1" dirty="0">
                  <a:latin typeface="Cambria Math" panose="02040503050406030204" pitchFamily="18" charset="0"/>
                </a:endParaRPr>
              </a:p>
              <a:p>
                <a:pPr marL="457200" lvl="2">
                  <a:lnSpc>
                    <a:spcPct val="180000"/>
                  </a:lnSpc>
                  <a:spcBef>
                    <a:spcPts val="0"/>
                  </a:spcBef>
                </a:pPr>
                <a14:m>
                  <m:oMathPara xmlns:m="http://schemas.openxmlformats.org/officeDocument/2006/math">
                    <m:oMathParaPr>
                      <m:jc m:val="centerGroup"/>
                    </m:oMathParaPr>
                    <m:oMath xmlns:m="http://schemas.openxmlformats.org/officeDocument/2006/math">
                      <m:sSub>
                        <m:sSubPr>
                          <m:ctrlPr>
                            <a:rPr lang="en-US" altLang="zh-CN" b="0" i="1" smtClean="0">
                              <a:latin typeface="Cambria Math" panose="02040503050406030204" pitchFamily="18" charset="0"/>
                            </a:rPr>
                          </m:ctrlPr>
                        </m:sSubPr>
                        <m:e>
                          <m:r>
                            <a:rPr lang="en-US" altLang="zh-CN" b="1" i="1" smtClean="0">
                              <a:latin typeface="Cambria Math" panose="02040503050406030204" pitchFamily="18" charset="0"/>
                            </a:rPr>
                            <m:t>𝒉</m:t>
                          </m:r>
                        </m:e>
                        <m:sub>
                          <m:r>
                            <a:rPr lang="en-US" altLang="zh-CN" b="0" i="1" smtClean="0">
                              <a:latin typeface="Cambria Math" panose="02040503050406030204" pitchFamily="18" charset="0"/>
                            </a:rPr>
                            <m:t>1</m:t>
                          </m:r>
                        </m:sub>
                      </m:sSub>
                      <m:r>
                        <a:rPr lang="en-US" altLang="zh-CN" b="0" i="1" smtClean="0">
                          <a:latin typeface="Cambria Math" panose="02040503050406030204" pitchFamily="18" charset="0"/>
                        </a:rPr>
                        <m:t>⋯</m:t>
                      </m:r>
                      <m:sSub>
                        <m:sSubPr>
                          <m:ctrlPr>
                            <a:rPr lang="en-US" altLang="zh-CN" b="0" i="1" smtClean="0">
                              <a:latin typeface="Cambria Math" panose="02040503050406030204" pitchFamily="18" charset="0"/>
                            </a:rPr>
                          </m:ctrlPr>
                        </m:sSubPr>
                        <m:e>
                          <m:r>
                            <a:rPr lang="en-US" altLang="zh-CN" b="1" i="1" smtClean="0">
                              <a:latin typeface="Cambria Math" panose="02040503050406030204" pitchFamily="18" charset="0"/>
                            </a:rPr>
                            <m:t>𝒉</m:t>
                          </m:r>
                        </m:e>
                        <m:sub>
                          <m:r>
                            <a:rPr lang="en-US" altLang="zh-CN" b="0" i="1" smtClean="0">
                              <a:latin typeface="Cambria Math" panose="02040503050406030204" pitchFamily="18" charset="0"/>
                            </a:rPr>
                            <m:t>𝑁</m:t>
                          </m:r>
                        </m:sub>
                      </m:sSub>
                      <m:r>
                        <a:rPr lang="en-US" altLang="zh-CN" b="0" i="1" smtClean="0">
                          <a:latin typeface="Cambria Math" panose="02040503050406030204" pitchFamily="18" charset="0"/>
                        </a:rPr>
                        <m:t>=</m:t>
                      </m:r>
                      <m:sSub>
                        <m:sSubPr>
                          <m:ctrlPr>
                            <a:rPr lang="en-US" altLang="zh-CN" b="0" i="1" smtClean="0">
                              <a:latin typeface="Cambria Math" panose="02040503050406030204" pitchFamily="18" charset="0"/>
                            </a:rPr>
                          </m:ctrlPr>
                        </m:sSubPr>
                        <m:e>
                          <m:r>
                            <m:rPr>
                              <m:sty m:val="p"/>
                            </m:rPr>
                            <a:rPr lang="en-US" altLang="zh-CN" b="0" i="0" smtClean="0">
                              <a:latin typeface="Cambria Math" panose="02040503050406030204" pitchFamily="18" charset="0"/>
                            </a:rPr>
                            <m:t>Transformer</m:t>
                          </m:r>
                        </m:e>
                        <m:sub>
                          <m:r>
                            <a:rPr lang="en-US" altLang="zh-CN" b="0" i="1" smtClean="0">
                              <a:latin typeface="Cambria Math" panose="02040503050406030204" pitchFamily="18" charset="0"/>
                            </a:rPr>
                            <m:t>𝑒𝑛𝑐𝑜𝑑𝑒𝑟</m:t>
                          </m:r>
                        </m:sub>
                      </m:sSub>
                      <m:d>
                        <m:dPr>
                          <m:ctrlPr>
                            <a:rPr lang="en-US" altLang="zh-CN" b="0" i="1" smtClean="0">
                              <a:latin typeface="Cambria Math" panose="02040503050406030204" pitchFamily="18" charset="0"/>
                            </a:rPr>
                          </m:ctrlPr>
                        </m:dPr>
                        <m:e>
                          <m:sSub>
                            <m:sSubPr>
                              <m:ctrlPr>
                                <a:rPr lang="en-US" altLang="zh-CN" b="0" i="1" smtClean="0">
                                  <a:latin typeface="Cambria Math" panose="02040503050406030204" pitchFamily="18" charset="0"/>
                                </a:rPr>
                              </m:ctrlPr>
                            </m:sSubPr>
                            <m:e>
                              <m:r>
                                <a:rPr lang="en-US" altLang="zh-CN" b="0" i="1" smtClean="0">
                                  <a:latin typeface="Cambria Math" panose="02040503050406030204" pitchFamily="18" charset="0"/>
                                </a:rPr>
                                <m:t>𝑥</m:t>
                              </m:r>
                            </m:e>
                            <m:sub>
                              <m:r>
                                <a:rPr lang="en-US" altLang="zh-CN" b="0" i="0" smtClean="0">
                                  <a:latin typeface="Cambria Math" panose="02040503050406030204" pitchFamily="18" charset="0"/>
                                </a:rPr>
                                <m:t>1</m:t>
                              </m:r>
                            </m:sub>
                          </m:sSub>
                          <m:r>
                            <a:rPr lang="en-US" altLang="zh-CN" b="0" i="1" smtClean="0">
                              <a:latin typeface="Cambria Math" panose="02040503050406030204" pitchFamily="18" charset="0"/>
                            </a:rPr>
                            <m:t>⋯</m:t>
                          </m:r>
                          <m:sSub>
                            <m:sSubPr>
                              <m:ctrlPr>
                                <a:rPr lang="en-US" altLang="zh-CN" b="0" i="1" smtClean="0">
                                  <a:latin typeface="Cambria Math" panose="02040503050406030204" pitchFamily="18" charset="0"/>
                                </a:rPr>
                              </m:ctrlPr>
                            </m:sSubPr>
                            <m:e>
                              <m:r>
                                <a:rPr lang="en-US" altLang="zh-CN" b="0" i="1" smtClean="0">
                                  <a:latin typeface="Cambria Math" panose="02040503050406030204" pitchFamily="18" charset="0"/>
                                </a:rPr>
                                <m:t>𝑥</m:t>
                              </m:r>
                            </m:e>
                            <m:sub>
                              <m:r>
                                <a:rPr lang="en-US" altLang="zh-CN" b="0" i="1" smtClean="0">
                                  <a:latin typeface="Cambria Math" panose="02040503050406030204" pitchFamily="18" charset="0"/>
                                </a:rPr>
                                <m:t>𝑁</m:t>
                              </m:r>
                            </m:sub>
                          </m:sSub>
                        </m:e>
                      </m:d>
                    </m:oMath>
                  </m:oMathPara>
                </a14:m>
                <a:endParaRPr lang="en-US" altLang="zh-CN" b="0" dirty="0"/>
              </a:p>
              <a:p>
                <a:pPr lvl="2" indent="-457200">
                  <a:lnSpc>
                    <a:spcPct val="180000"/>
                  </a:lnSpc>
                  <a:spcBef>
                    <a:spcPts val="0"/>
                  </a:spcBef>
                  <a:buFont typeface="Wingdings" panose="05000000000000000000" pitchFamily="2" charset="2"/>
                  <a:buChar char="p"/>
                </a:pPr>
                <a:r>
                  <a:rPr lang="zh-CN" altLang="en-US" dirty="0"/>
                  <a:t>预测每个输入对应的标签</a:t>
                </a:r>
                <a:endParaRPr lang="en-US" altLang="zh-CN" dirty="0"/>
              </a:p>
              <a:p>
                <a:pPr marL="1143000" lvl="3" indent="0">
                  <a:lnSpc>
                    <a:spcPct val="180000"/>
                  </a:lnSpc>
                  <a:spcBef>
                    <a:spcPts val="0"/>
                  </a:spcBef>
                  <a:buNone/>
                </a:pPr>
                <a14:m>
                  <m:oMathPara xmlns:m="http://schemas.openxmlformats.org/officeDocument/2006/math">
                    <m:oMathParaPr>
                      <m:jc m:val="centerGroup"/>
                    </m:oMathParaPr>
                    <m:oMath xmlns:m="http://schemas.openxmlformats.org/officeDocument/2006/math">
                      <m:sSub>
                        <m:sSubPr>
                          <m:ctrlPr>
                            <a:rPr lang="en-US" altLang="zh-CN" b="0" i="1" smtClean="0">
                              <a:latin typeface="Cambria Math" panose="02040503050406030204" pitchFamily="18" charset="0"/>
                            </a:rPr>
                          </m:ctrlPr>
                        </m:sSubPr>
                        <m:e>
                          <m:acc>
                            <m:accPr>
                              <m:chr m:val="̂"/>
                              <m:ctrlPr>
                                <a:rPr lang="en-US" altLang="zh-CN" b="0" i="1" smtClean="0">
                                  <a:latin typeface="Cambria Math" panose="02040503050406030204" pitchFamily="18" charset="0"/>
                                </a:rPr>
                              </m:ctrlPr>
                            </m:accPr>
                            <m:e>
                              <m:r>
                                <a:rPr lang="en-US" altLang="zh-CN" b="0" i="1" smtClean="0">
                                  <a:latin typeface="Cambria Math" panose="02040503050406030204" pitchFamily="18" charset="0"/>
                                </a:rPr>
                                <m:t>𝑦</m:t>
                              </m:r>
                            </m:e>
                          </m:acc>
                        </m:e>
                        <m:sub>
                          <m:r>
                            <a:rPr lang="en-US" altLang="zh-CN" b="0" i="1" smtClean="0">
                              <a:latin typeface="Cambria Math" panose="02040503050406030204" pitchFamily="18" charset="0"/>
                            </a:rPr>
                            <m:t>𝑛</m:t>
                          </m:r>
                        </m:sub>
                      </m:sSub>
                      <m:r>
                        <a:rPr lang="en-US" altLang="zh-CN" b="0" i="1" smtClean="0">
                          <a:latin typeface="Cambria Math" panose="02040503050406030204" pitchFamily="18" charset="0"/>
                        </a:rPr>
                        <m:t>=</m:t>
                      </m:r>
                      <m:r>
                        <a:rPr lang="en-US" altLang="zh-CN" b="0" i="1" smtClean="0">
                          <a:latin typeface="Cambria Math" panose="02040503050406030204" pitchFamily="18" charset="0"/>
                        </a:rPr>
                        <m:t>𝑠𝑜𝑓𝑡𝑚𝑎𝑥</m:t>
                      </m:r>
                      <m:r>
                        <a:rPr lang="en-US" altLang="zh-CN" b="0" i="1" smtClean="0">
                          <a:latin typeface="Cambria Math" panose="02040503050406030204" pitchFamily="18" charset="0"/>
                        </a:rPr>
                        <m:t>(</m:t>
                      </m:r>
                      <m:r>
                        <a:rPr lang="en-US" altLang="zh-CN" b="1" i="1" smtClean="0">
                          <a:latin typeface="Cambria Math" panose="02040503050406030204" pitchFamily="18" charset="0"/>
                        </a:rPr>
                        <m:t>𝑾</m:t>
                      </m:r>
                      <m:sSub>
                        <m:sSubPr>
                          <m:ctrlPr>
                            <a:rPr lang="en-US" altLang="zh-CN" b="1" i="1" smtClean="0">
                              <a:latin typeface="Cambria Math" panose="02040503050406030204" pitchFamily="18" charset="0"/>
                            </a:rPr>
                          </m:ctrlPr>
                        </m:sSubPr>
                        <m:e>
                          <m:r>
                            <a:rPr lang="en-US" altLang="zh-CN" b="1" i="1" smtClean="0">
                              <a:latin typeface="Cambria Math" panose="02040503050406030204" pitchFamily="18" charset="0"/>
                            </a:rPr>
                            <m:t>𝒉</m:t>
                          </m:r>
                        </m:e>
                        <m:sub>
                          <m:r>
                            <a:rPr lang="en-US" altLang="zh-CN" b="1" i="1" smtClean="0">
                              <a:latin typeface="Cambria Math" panose="02040503050406030204" pitchFamily="18" charset="0"/>
                            </a:rPr>
                            <m:t>𝒏</m:t>
                          </m:r>
                        </m:sub>
                      </m:sSub>
                      <m:r>
                        <a:rPr lang="en-US" altLang="zh-CN" b="0" i="1" smtClean="0">
                          <a:latin typeface="Cambria Math" panose="02040503050406030204" pitchFamily="18" charset="0"/>
                        </a:rPr>
                        <m:t>+</m:t>
                      </m:r>
                      <m:r>
                        <a:rPr lang="en-US" altLang="zh-CN" b="1" i="1" smtClean="0">
                          <a:latin typeface="Cambria Math" panose="02040503050406030204" pitchFamily="18" charset="0"/>
                        </a:rPr>
                        <m:t>𝒃</m:t>
                      </m:r>
                      <m:r>
                        <a:rPr lang="en-US" altLang="zh-CN" b="0" i="1" smtClean="0">
                          <a:latin typeface="Cambria Math" panose="02040503050406030204" pitchFamily="18" charset="0"/>
                        </a:rPr>
                        <m:t>)</m:t>
                      </m:r>
                    </m:oMath>
                  </m:oMathPara>
                </a14:m>
                <a:endParaRPr lang="en-US" altLang="zh-CN" dirty="0"/>
              </a:p>
            </p:txBody>
          </p:sp>
        </mc:Choice>
        <mc:Fallback xmlns="">
          <p:sp>
            <p:nvSpPr>
              <p:cNvPr id="3" name="内容占位符 2">
                <a:extLst>
                  <a:ext uri="{FF2B5EF4-FFF2-40B4-BE49-F238E27FC236}">
                    <a16:creationId xmlns:a16="http://schemas.microsoft.com/office/drawing/2014/main" id="{DD8E656A-6757-4982-9C3A-C74284BBEB19}"/>
                  </a:ext>
                </a:extLst>
              </p:cNvPr>
              <p:cNvSpPr>
                <a:spLocks noGrp="1" noRot="1" noChangeAspect="1" noMove="1" noResize="1" noEditPoints="1" noAdjustHandles="1" noChangeArrowheads="1" noChangeShapeType="1" noTextEdit="1"/>
              </p:cNvSpPr>
              <p:nvPr>
                <p:ph idx="1"/>
              </p:nvPr>
            </p:nvSpPr>
            <p:spPr>
              <a:blipFill>
                <a:blip r:embed="rId3"/>
                <a:stretch>
                  <a:fillRect l="-711"/>
                </a:stretch>
              </a:blipFill>
            </p:spPr>
            <p:txBody>
              <a:bodyPr/>
              <a:lstStyle/>
              <a:p>
                <a:r>
                  <a:rPr lang="en-US">
                    <a:noFill/>
                  </a:rPr>
                  <a:t> </a:t>
                </a:r>
              </a:p>
            </p:txBody>
          </p:sp>
        </mc:Fallback>
      </mc:AlternateContent>
      <p:grpSp>
        <p:nvGrpSpPr>
          <p:cNvPr id="4" name="Group 3">
            <a:extLst>
              <a:ext uri="{FF2B5EF4-FFF2-40B4-BE49-F238E27FC236}">
                <a16:creationId xmlns:a16="http://schemas.microsoft.com/office/drawing/2014/main" id="{A46CF0E6-5543-75B9-DB21-8ADB91AF0049}"/>
              </a:ext>
            </a:extLst>
          </p:cNvPr>
          <p:cNvGrpSpPr/>
          <p:nvPr/>
        </p:nvGrpSpPr>
        <p:grpSpPr>
          <a:xfrm>
            <a:off x="9446329" y="3247958"/>
            <a:ext cx="2087897" cy="2622070"/>
            <a:chOff x="9653083" y="3865753"/>
            <a:chExt cx="2087897" cy="2622070"/>
          </a:xfrm>
        </p:grpSpPr>
        <p:grpSp>
          <p:nvGrpSpPr>
            <p:cNvPr id="5" name="组合 303">
              <a:extLst>
                <a:ext uri="{FF2B5EF4-FFF2-40B4-BE49-F238E27FC236}">
                  <a16:creationId xmlns:a16="http://schemas.microsoft.com/office/drawing/2014/main" id="{D6B4093B-C248-DF13-3149-334EE4943C55}"/>
                </a:ext>
              </a:extLst>
            </p:cNvPr>
            <p:cNvGrpSpPr/>
            <p:nvPr/>
          </p:nvGrpSpPr>
          <p:grpSpPr>
            <a:xfrm>
              <a:off x="9653083" y="3865753"/>
              <a:ext cx="2087897" cy="2622070"/>
              <a:chOff x="7162009" y="617757"/>
              <a:chExt cx="2087897" cy="2622070"/>
            </a:xfrm>
          </p:grpSpPr>
          <p:sp>
            <p:nvSpPr>
              <p:cNvPr id="10" name="文本框 304">
                <a:extLst>
                  <a:ext uri="{FF2B5EF4-FFF2-40B4-BE49-F238E27FC236}">
                    <a16:creationId xmlns:a16="http://schemas.microsoft.com/office/drawing/2014/main" id="{B6A324F9-A1CE-3710-9C4B-30CBE3EB3D3F}"/>
                  </a:ext>
                </a:extLst>
              </p:cNvPr>
              <p:cNvSpPr txBox="1"/>
              <p:nvPr/>
            </p:nvSpPr>
            <p:spPr>
              <a:xfrm>
                <a:off x="7815508" y="2993606"/>
                <a:ext cx="1126996" cy="246221"/>
              </a:xfrm>
              <a:prstGeom prst="rect">
                <a:avLst/>
              </a:prstGeom>
              <a:noFill/>
            </p:spPr>
            <p:txBody>
              <a:bodyPr wrap="square" rtlCol="0">
                <a:spAutoFit/>
              </a:bodyPr>
              <a:lstStyle/>
              <a:p>
                <a:r>
                  <a:rPr lang="en-US" altLang="zh-CN" sz="1000" dirty="0"/>
                  <a:t>Single Sentence</a:t>
                </a:r>
                <a:endParaRPr lang="zh-CN" altLang="en-US" sz="1000" dirty="0"/>
              </a:p>
            </p:txBody>
          </p:sp>
          <p:grpSp>
            <p:nvGrpSpPr>
              <p:cNvPr id="11" name="组合 305">
                <a:extLst>
                  <a:ext uri="{FF2B5EF4-FFF2-40B4-BE49-F238E27FC236}">
                    <a16:creationId xmlns:a16="http://schemas.microsoft.com/office/drawing/2014/main" id="{D2956AAB-C48D-3F70-ECD1-AE1974CC83BE}"/>
                  </a:ext>
                </a:extLst>
              </p:cNvPr>
              <p:cNvGrpSpPr/>
              <p:nvPr/>
            </p:nvGrpSpPr>
            <p:grpSpPr>
              <a:xfrm>
                <a:off x="7162009" y="617757"/>
                <a:ext cx="2087897" cy="2375849"/>
                <a:chOff x="7162009" y="617757"/>
                <a:chExt cx="2087897" cy="2375849"/>
              </a:xfrm>
            </p:grpSpPr>
            <p:grpSp>
              <p:nvGrpSpPr>
                <p:cNvPr id="12" name="组合 306">
                  <a:extLst>
                    <a:ext uri="{FF2B5EF4-FFF2-40B4-BE49-F238E27FC236}">
                      <a16:creationId xmlns:a16="http://schemas.microsoft.com/office/drawing/2014/main" id="{7D29ED58-704D-5CCD-7DAC-80B5EFE68BF5}"/>
                    </a:ext>
                  </a:extLst>
                </p:cNvPr>
                <p:cNvGrpSpPr/>
                <p:nvPr/>
              </p:nvGrpSpPr>
              <p:grpSpPr>
                <a:xfrm>
                  <a:off x="7162009" y="953790"/>
                  <a:ext cx="2087897" cy="1428632"/>
                  <a:chOff x="7162009" y="953790"/>
                  <a:chExt cx="2087897" cy="1428632"/>
                </a:xfrm>
              </p:grpSpPr>
              <p:grpSp>
                <p:nvGrpSpPr>
                  <p:cNvPr id="26" name="组合 321">
                    <a:extLst>
                      <a:ext uri="{FF2B5EF4-FFF2-40B4-BE49-F238E27FC236}">
                        <a16:creationId xmlns:a16="http://schemas.microsoft.com/office/drawing/2014/main" id="{8CA3CE59-88D2-6C2B-EF00-A07893ABE888}"/>
                      </a:ext>
                    </a:extLst>
                  </p:cNvPr>
                  <p:cNvGrpSpPr/>
                  <p:nvPr/>
                </p:nvGrpSpPr>
                <p:grpSpPr>
                  <a:xfrm>
                    <a:off x="7168711" y="953790"/>
                    <a:ext cx="2065623" cy="1420938"/>
                    <a:chOff x="3576540" y="611793"/>
                    <a:chExt cx="2065623" cy="1420938"/>
                  </a:xfrm>
                </p:grpSpPr>
                <p:grpSp>
                  <p:nvGrpSpPr>
                    <p:cNvPr id="37" name="组合 332">
                      <a:extLst>
                        <a:ext uri="{FF2B5EF4-FFF2-40B4-BE49-F238E27FC236}">
                          <a16:creationId xmlns:a16="http://schemas.microsoft.com/office/drawing/2014/main" id="{4D4597E8-AA03-E75F-E99F-58EE5A215813}"/>
                        </a:ext>
                      </a:extLst>
                    </p:cNvPr>
                    <p:cNvGrpSpPr/>
                    <p:nvPr/>
                  </p:nvGrpSpPr>
                  <p:grpSpPr>
                    <a:xfrm rot="16200000">
                      <a:off x="4055349" y="381413"/>
                      <a:ext cx="1099088" cy="1875117"/>
                      <a:chOff x="10048489" y="4615656"/>
                      <a:chExt cx="1099088" cy="1329779"/>
                    </a:xfrm>
                  </p:grpSpPr>
                  <p:sp>
                    <p:nvSpPr>
                      <p:cNvPr id="39" name="Oval 4">
                        <a:extLst>
                          <a:ext uri="{FF2B5EF4-FFF2-40B4-BE49-F238E27FC236}">
                            <a16:creationId xmlns:a16="http://schemas.microsoft.com/office/drawing/2014/main" id="{80E77E91-DE75-CF4D-93F1-4F46ADAC680D}"/>
                          </a:ext>
                        </a:extLst>
                      </p:cNvPr>
                      <p:cNvSpPr/>
                      <p:nvPr/>
                    </p:nvSpPr>
                    <p:spPr>
                      <a:xfrm>
                        <a:off x="10171777" y="4620065"/>
                        <a:ext cx="227334" cy="227334"/>
                      </a:xfrm>
                      <a:prstGeom prst="ellipse">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latin typeface="Calibri" panose="020F0502020204030204" pitchFamily="34" charset="0"/>
                          <a:cs typeface="Calibri" panose="020F0502020204030204" pitchFamily="34" charset="0"/>
                        </a:endParaRPr>
                      </a:p>
                    </p:txBody>
                  </p:sp>
                  <p:sp>
                    <p:nvSpPr>
                      <p:cNvPr id="40" name="Oval 5">
                        <a:extLst>
                          <a:ext uri="{FF2B5EF4-FFF2-40B4-BE49-F238E27FC236}">
                            <a16:creationId xmlns:a16="http://schemas.microsoft.com/office/drawing/2014/main" id="{7753AADB-3F35-90B4-E629-9566B4A5DCA9}"/>
                          </a:ext>
                        </a:extLst>
                      </p:cNvPr>
                      <p:cNvSpPr/>
                      <p:nvPr/>
                    </p:nvSpPr>
                    <p:spPr>
                      <a:xfrm>
                        <a:off x="10172085" y="4894574"/>
                        <a:ext cx="227334" cy="227334"/>
                      </a:xfrm>
                      <a:prstGeom prst="ellipse">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latin typeface="Calibri" panose="020F0502020204030204" pitchFamily="34" charset="0"/>
                          <a:cs typeface="Calibri" panose="020F0502020204030204" pitchFamily="34" charset="0"/>
                        </a:endParaRPr>
                      </a:p>
                    </p:txBody>
                  </p:sp>
                  <p:sp>
                    <p:nvSpPr>
                      <p:cNvPr id="41" name="Oval 6">
                        <a:extLst>
                          <a:ext uri="{FF2B5EF4-FFF2-40B4-BE49-F238E27FC236}">
                            <a16:creationId xmlns:a16="http://schemas.microsoft.com/office/drawing/2014/main" id="{847AA9ED-40B3-AF90-8D1E-7B8B2E2FC01A}"/>
                          </a:ext>
                        </a:extLst>
                      </p:cNvPr>
                      <p:cNvSpPr/>
                      <p:nvPr/>
                    </p:nvSpPr>
                    <p:spPr>
                      <a:xfrm>
                        <a:off x="10172393" y="5169083"/>
                        <a:ext cx="227334" cy="227334"/>
                      </a:xfrm>
                      <a:prstGeom prst="ellipse">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latin typeface="Calibri" panose="020F0502020204030204" pitchFamily="34" charset="0"/>
                          <a:cs typeface="Calibri" panose="020F0502020204030204" pitchFamily="34" charset="0"/>
                        </a:endParaRPr>
                      </a:p>
                    </p:txBody>
                  </p:sp>
                  <p:sp>
                    <p:nvSpPr>
                      <p:cNvPr id="42" name="Oval 7">
                        <a:extLst>
                          <a:ext uri="{FF2B5EF4-FFF2-40B4-BE49-F238E27FC236}">
                            <a16:creationId xmlns:a16="http://schemas.microsoft.com/office/drawing/2014/main" id="{60634186-0D5C-677F-87D1-723F1E69DA9D}"/>
                          </a:ext>
                        </a:extLst>
                      </p:cNvPr>
                      <p:cNvSpPr/>
                      <p:nvPr/>
                    </p:nvSpPr>
                    <p:spPr>
                      <a:xfrm>
                        <a:off x="10171777" y="5443592"/>
                        <a:ext cx="227334" cy="227334"/>
                      </a:xfrm>
                      <a:prstGeom prst="ellipse">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latin typeface="Calibri" panose="020F0502020204030204" pitchFamily="34" charset="0"/>
                          <a:cs typeface="Calibri" panose="020F0502020204030204" pitchFamily="34" charset="0"/>
                        </a:endParaRPr>
                      </a:p>
                    </p:txBody>
                  </p:sp>
                  <p:sp>
                    <p:nvSpPr>
                      <p:cNvPr id="43" name="Oval 8">
                        <a:extLst>
                          <a:ext uri="{FF2B5EF4-FFF2-40B4-BE49-F238E27FC236}">
                            <a16:creationId xmlns:a16="http://schemas.microsoft.com/office/drawing/2014/main" id="{A249C2CD-8C86-220E-C1AF-694E9A6C9912}"/>
                          </a:ext>
                        </a:extLst>
                      </p:cNvPr>
                      <p:cNvSpPr/>
                      <p:nvPr/>
                    </p:nvSpPr>
                    <p:spPr>
                      <a:xfrm>
                        <a:off x="10167947" y="5718101"/>
                        <a:ext cx="227334" cy="227334"/>
                      </a:xfrm>
                      <a:prstGeom prst="ellipse">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latin typeface="Calibri" panose="020F0502020204030204" pitchFamily="34" charset="0"/>
                          <a:cs typeface="Calibri" panose="020F0502020204030204" pitchFamily="34" charset="0"/>
                        </a:endParaRPr>
                      </a:p>
                    </p:txBody>
                  </p:sp>
                  <p:sp>
                    <p:nvSpPr>
                      <p:cNvPr id="44" name="Oval 9">
                        <a:extLst>
                          <a:ext uri="{FF2B5EF4-FFF2-40B4-BE49-F238E27FC236}">
                            <a16:creationId xmlns:a16="http://schemas.microsoft.com/office/drawing/2014/main" id="{79E82DD4-433F-5EB5-7B70-9E927E86C48B}"/>
                          </a:ext>
                        </a:extLst>
                      </p:cNvPr>
                      <p:cNvSpPr/>
                      <p:nvPr/>
                    </p:nvSpPr>
                    <p:spPr>
                      <a:xfrm>
                        <a:off x="10806756" y="5164836"/>
                        <a:ext cx="227334" cy="227334"/>
                      </a:xfrm>
                      <a:prstGeom prst="ellipse">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latin typeface="Calibri" panose="020F0502020204030204" pitchFamily="34" charset="0"/>
                          <a:cs typeface="Calibri" panose="020F0502020204030204" pitchFamily="34" charset="0"/>
                        </a:endParaRPr>
                      </a:p>
                    </p:txBody>
                  </p:sp>
                  <p:sp>
                    <p:nvSpPr>
                      <p:cNvPr id="45" name="Oval 10">
                        <a:extLst>
                          <a:ext uri="{FF2B5EF4-FFF2-40B4-BE49-F238E27FC236}">
                            <a16:creationId xmlns:a16="http://schemas.microsoft.com/office/drawing/2014/main" id="{354BB1A4-9D0A-5BFA-1980-E8D50AFA2B3D}"/>
                          </a:ext>
                        </a:extLst>
                      </p:cNvPr>
                      <p:cNvSpPr/>
                      <p:nvPr/>
                    </p:nvSpPr>
                    <p:spPr>
                      <a:xfrm>
                        <a:off x="10807064" y="5439426"/>
                        <a:ext cx="227334" cy="227334"/>
                      </a:xfrm>
                      <a:prstGeom prst="ellipse">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latin typeface="Calibri" panose="020F0502020204030204" pitchFamily="34" charset="0"/>
                          <a:cs typeface="Calibri" panose="020F0502020204030204" pitchFamily="34" charset="0"/>
                        </a:endParaRPr>
                      </a:p>
                    </p:txBody>
                  </p:sp>
                  <p:sp>
                    <p:nvSpPr>
                      <p:cNvPr id="46" name="Oval 11">
                        <a:extLst>
                          <a:ext uri="{FF2B5EF4-FFF2-40B4-BE49-F238E27FC236}">
                            <a16:creationId xmlns:a16="http://schemas.microsoft.com/office/drawing/2014/main" id="{89B158C0-D692-10DA-8274-1A6AB9F0BC56}"/>
                          </a:ext>
                        </a:extLst>
                      </p:cNvPr>
                      <p:cNvSpPr/>
                      <p:nvPr/>
                    </p:nvSpPr>
                    <p:spPr>
                      <a:xfrm>
                        <a:off x="10807372" y="5714019"/>
                        <a:ext cx="227334" cy="227334"/>
                      </a:xfrm>
                      <a:prstGeom prst="ellipse">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latin typeface="Calibri" panose="020F0502020204030204" pitchFamily="34" charset="0"/>
                          <a:cs typeface="Calibri" panose="020F0502020204030204" pitchFamily="34" charset="0"/>
                        </a:endParaRPr>
                      </a:p>
                    </p:txBody>
                  </p:sp>
                  <p:cxnSp>
                    <p:nvCxnSpPr>
                      <p:cNvPr id="47" name="Straight Connector 12">
                        <a:extLst>
                          <a:ext uri="{FF2B5EF4-FFF2-40B4-BE49-F238E27FC236}">
                            <a16:creationId xmlns:a16="http://schemas.microsoft.com/office/drawing/2014/main" id="{86AACC19-9345-9742-6748-6ED47D5AC6E7}"/>
                          </a:ext>
                        </a:extLst>
                      </p:cNvPr>
                      <p:cNvCxnSpPr>
                        <a:cxnSpLocks/>
                        <a:stCxn id="39" idx="6"/>
                        <a:endCxn id="44" idx="2"/>
                      </p:cNvCxnSpPr>
                      <p:nvPr/>
                    </p:nvCxnSpPr>
                    <p:spPr>
                      <a:xfrm>
                        <a:off x="10399111" y="4733732"/>
                        <a:ext cx="407645" cy="544771"/>
                      </a:xfrm>
                      <a:prstGeom prst="line">
                        <a:avLst/>
                      </a:prstGeom>
                      <a:ln w="12700">
                        <a:solidFill>
                          <a:schemeClr val="tx1"/>
                        </a:solidFill>
                      </a:ln>
                    </p:spPr>
                    <p:style>
                      <a:lnRef idx="2">
                        <a:schemeClr val="accent1"/>
                      </a:lnRef>
                      <a:fillRef idx="0">
                        <a:schemeClr val="accent1"/>
                      </a:fillRef>
                      <a:effectRef idx="1">
                        <a:schemeClr val="accent1"/>
                      </a:effectRef>
                      <a:fontRef idx="minor">
                        <a:schemeClr val="tx1"/>
                      </a:fontRef>
                    </p:style>
                  </p:cxnSp>
                  <p:cxnSp>
                    <p:nvCxnSpPr>
                      <p:cNvPr id="48" name="Straight Connector 13">
                        <a:extLst>
                          <a:ext uri="{FF2B5EF4-FFF2-40B4-BE49-F238E27FC236}">
                            <a16:creationId xmlns:a16="http://schemas.microsoft.com/office/drawing/2014/main" id="{DAF7A1E0-72C9-BD20-691F-FAB7A7C4763E}"/>
                          </a:ext>
                        </a:extLst>
                      </p:cNvPr>
                      <p:cNvCxnSpPr>
                        <a:cxnSpLocks/>
                        <a:stCxn id="39" idx="6"/>
                        <a:endCxn id="45" idx="2"/>
                      </p:cNvCxnSpPr>
                      <p:nvPr/>
                    </p:nvCxnSpPr>
                    <p:spPr>
                      <a:xfrm>
                        <a:off x="10399111" y="4733732"/>
                        <a:ext cx="407953" cy="819361"/>
                      </a:xfrm>
                      <a:prstGeom prst="line">
                        <a:avLst/>
                      </a:prstGeom>
                      <a:ln w="12700">
                        <a:solidFill>
                          <a:schemeClr val="tx1"/>
                        </a:solidFill>
                      </a:ln>
                    </p:spPr>
                    <p:style>
                      <a:lnRef idx="2">
                        <a:schemeClr val="accent1"/>
                      </a:lnRef>
                      <a:fillRef idx="0">
                        <a:schemeClr val="accent1"/>
                      </a:fillRef>
                      <a:effectRef idx="1">
                        <a:schemeClr val="accent1"/>
                      </a:effectRef>
                      <a:fontRef idx="minor">
                        <a:schemeClr val="tx1"/>
                      </a:fontRef>
                    </p:style>
                  </p:cxnSp>
                  <p:cxnSp>
                    <p:nvCxnSpPr>
                      <p:cNvPr id="49" name="Straight Connector 14">
                        <a:extLst>
                          <a:ext uri="{FF2B5EF4-FFF2-40B4-BE49-F238E27FC236}">
                            <a16:creationId xmlns:a16="http://schemas.microsoft.com/office/drawing/2014/main" id="{2EBDC616-ED08-16C6-DB94-B093AC2CFBE6}"/>
                          </a:ext>
                        </a:extLst>
                      </p:cNvPr>
                      <p:cNvCxnSpPr>
                        <a:cxnSpLocks/>
                        <a:stCxn id="39" idx="6"/>
                        <a:endCxn id="46" idx="2"/>
                      </p:cNvCxnSpPr>
                      <p:nvPr/>
                    </p:nvCxnSpPr>
                    <p:spPr>
                      <a:xfrm>
                        <a:off x="10399111" y="4733732"/>
                        <a:ext cx="408261" cy="1093952"/>
                      </a:xfrm>
                      <a:prstGeom prst="line">
                        <a:avLst/>
                      </a:prstGeom>
                      <a:ln w="12700">
                        <a:solidFill>
                          <a:schemeClr val="tx1"/>
                        </a:solidFill>
                      </a:ln>
                    </p:spPr>
                    <p:style>
                      <a:lnRef idx="2">
                        <a:schemeClr val="accent1"/>
                      </a:lnRef>
                      <a:fillRef idx="0">
                        <a:schemeClr val="accent1"/>
                      </a:fillRef>
                      <a:effectRef idx="1">
                        <a:schemeClr val="accent1"/>
                      </a:effectRef>
                      <a:fontRef idx="minor">
                        <a:schemeClr val="tx1"/>
                      </a:fontRef>
                    </p:style>
                  </p:cxnSp>
                  <p:cxnSp>
                    <p:nvCxnSpPr>
                      <p:cNvPr id="50" name="Straight Connector 15">
                        <a:extLst>
                          <a:ext uri="{FF2B5EF4-FFF2-40B4-BE49-F238E27FC236}">
                            <a16:creationId xmlns:a16="http://schemas.microsoft.com/office/drawing/2014/main" id="{FB75CF10-9E59-B2E4-FEDB-BC228EB7658F}"/>
                          </a:ext>
                        </a:extLst>
                      </p:cNvPr>
                      <p:cNvCxnSpPr>
                        <a:cxnSpLocks/>
                        <a:stCxn id="40" idx="6"/>
                        <a:endCxn id="44" idx="2"/>
                      </p:cNvCxnSpPr>
                      <p:nvPr/>
                    </p:nvCxnSpPr>
                    <p:spPr>
                      <a:xfrm>
                        <a:off x="10399419" y="5008241"/>
                        <a:ext cx="407337" cy="270262"/>
                      </a:xfrm>
                      <a:prstGeom prst="line">
                        <a:avLst/>
                      </a:prstGeom>
                      <a:ln w="12700">
                        <a:solidFill>
                          <a:schemeClr val="tx1"/>
                        </a:solidFill>
                      </a:ln>
                    </p:spPr>
                    <p:style>
                      <a:lnRef idx="2">
                        <a:schemeClr val="accent1"/>
                      </a:lnRef>
                      <a:fillRef idx="0">
                        <a:schemeClr val="accent1"/>
                      </a:fillRef>
                      <a:effectRef idx="1">
                        <a:schemeClr val="accent1"/>
                      </a:effectRef>
                      <a:fontRef idx="minor">
                        <a:schemeClr val="tx1"/>
                      </a:fontRef>
                    </p:style>
                  </p:cxnSp>
                  <p:cxnSp>
                    <p:nvCxnSpPr>
                      <p:cNvPr id="51" name="Straight Connector 16">
                        <a:extLst>
                          <a:ext uri="{FF2B5EF4-FFF2-40B4-BE49-F238E27FC236}">
                            <a16:creationId xmlns:a16="http://schemas.microsoft.com/office/drawing/2014/main" id="{1AAE888A-E013-A2B4-5466-D0EEF887A13D}"/>
                          </a:ext>
                        </a:extLst>
                      </p:cNvPr>
                      <p:cNvCxnSpPr>
                        <a:cxnSpLocks/>
                        <a:stCxn id="41" idx="6"/>
                        <a:endCxn id="44" idx="2"/>
                      </p:cNvCxnSpPr>
                      <p:nvPr/>
                    </p:nvCxnSpPr>
                    <p:spPr>
                      <a:xfrm flipV="1">
                        <a:off x="10399727" y="5278503"/>
                        <a:ext cx="407029" cy="4247"/>
                      </a:xfrm>
                      <a:prstGeom prst="line">
                        <a:avLst/>
                      </a:prstGeom>
                      <a:ln w="12700">
                        <a:solidFill>
                          <a:schemeClr val="tx1"/>
                        </a:solidFill>
                      </a:ln>
                    </p:spPr>
                    <p:style>
                      <a:lnRef idx="2">
                        <a:schemeClr val="accent1"/>
                      </a:lnRef>
                      <a:fillRef idx="0">
                        <a:schemeClr val="accent1"/>
                      </a:fillRef>
                      <a:effectRef idx="1">
                        <a:schemeClr val="accent1"/>
                      </a:effectRef>
                      <a:fontRef idx="minor">
                        <a:schemeClr val="tx1"/>
                      </a:fontRef>
                    </p:style>
                  </p:cxnSp>
                  <p:cxnSp>
                    <p:nvCxnSpPr>
                      <p:cNvPr id="52" name="Straight Connector 17">
                        <a:extLst>
                          <a:ext uri="{FF2B5EF4-FFF2-40B4-BE49-F238E27FC236}">
                            <a16:creationId xmlns:a16="http://schemas.microsoft.com/office/drawing/2014/main" id="{4B1AC902-735F-4B17-E68A-DD3328E5F1AC}"/>
                          </a:ext>
                        </a:extLst>
                      </p:cNvPr>
                      <p:cNvCxnSpPr>
                        <a:cxnSpLocks/>
                        <a:stCxn id="42" idx="6"/>
                        <a:endCxn id="44" idx="2"/>
                      </p:cNvCxnSpPr>
                      <p:nvPr/>
                    </p:nvCxnSpPr>
                    <p:spPr>
                      <a:xfrm flipV="1">
                        <a:off x="10399111" y="5278503"/>
                        <a:ext cx="407645" cy="278756"/>
                      </a:xfrm>
                      <a:prstGeom prst="line">
                        <a:avLst/>
                      </a:prstGeom>
                      <a:ln w="12700">
                        <a:solidFill>
                          <a:schemeClr val="tx1"/>
                        </a:solidFill>
                      </a:ln>
                    </p:spPr>
                    <p:style>
                      <a:lnRef idx="2">
                        <a:schemeClr val="accent1"/>
                      </a:lnRef>
                      <a:fillRef idx="0">
                        <a:schemeClr val="accent1"/>
                      </a:fillRef>
                      <a:effectRef idx="1">
                        <a:schemeClr val="accent1"/>
                      </a:effectRef>
                      <a:fontRef idx="minor">
                        <a:schemeClr val="tx1"/>
                      </a:fontRef>
                    </p:style>
                  </p:cxnSp>
                  <p:cxnSp>
                    <p:nvCxnSpPr>
                      <p:cNvPr id="53" name="Straight Connector 18">
                        <a:extLst>
                          <a:ext uri="{FF2B5EF4-FFF2-40B4-BE49-F238E27FC236}">
                            <a16:creationId xmlns:a16="http://schemas.microsoft.com/office/drawing/2014/main" id="{D1DF47EE-3533-0C73-CA58-48208B6951AE}"/>
                          </a:ext>
                        </a:extLst>
                      </p:cNvPr>
                      <p:cNvCxnSpPr>
                        <a:cxnSpLocks/>
                        <a:stCxn id="40" idx="6"/>
                        <a:endCxn id="45" idx="2"/>
                      </p:cNvCxnSpPr>
                      <p:nvPr/>
                    </p:nvCxnSpPr>
                    <p:spPr>
                      <a:xfrm>
                        <a:off x="10399419" y="5008241"/>
                        <a:ext cx="407645" cy="544852"/>
                      </a:xfrm>
                      <a:prstGeom prst="line">
                        <a:avLst/>
                      </a:prstGeom>
                      <a:ln w="12700">
                        <a:solidFill>
                          <a:schemeClr val="tx1"/>
                        </a:solidFill>
                      </a:ln>
                    </p:spPr>
                    <p:style>
                      <a:lnRef idx="2">
                        <a:schemeClr val="accent1"/>
                      </a:lnRef>
                      <a:fillRef idx="0">
                        <a:schemeClr val="accent1"/>
                      </a:fillRef>
                      <a:effectRef idx="1">
                        <a:schemeClr val="accent1"/>
                      </a:effectRef>
                      <a:fontRef idx="minor">
                        <a:schemeClr val="tx1"/>
                      </a:fontRef>
                    </p:style>
                  </p:cxnSp>
                  <p:cxnSp>
                    <p:nvCxnSpPr>
                      <p:cNvPr id="54" name="Straight Connector 19">
                        <a:extLst>
                          <a:ext uri="{FF2B5EF4-FFF2-40B4-BE49-F238E27FC236}">
                            <a16:creationId xmlns:a16="http://schemas.microsoft.com/office/drawing/2014/main" id="{CE1EDAFB-1817-C1E8-8A9F-0810F363156D}"/>
                          </a:ext>
                        </a:extLst>
                      </p:cNvPr>
                      <p:cNvCxnSpPr>
                        <a:cxnSpLocks/>
                        <a:stCxn id="40" idx="6"/>
                      </p:cNvCxnSpPr>
                      <p:nvPr/>
                    </p:nvCxnSpPr>
                    <p:spPr>
                      <a:xfrm>
                        <a:off x="10399419" y="5008241"/>
                        <a:ext cx="407953" cy="819443"/>
                      </a:xfrm>
                      <a:prstGeom prst="line">
                        <a:avLst/>
                      </a:prstGeom>
                      <a:ln w="12700">
                        <a:solidFill>
                          <a:schemeClr val="tx1"/>
                        </a:solidFill>
                      </a:ln>
                    </p:spPr>
                    <p:style>
                      <a:lnRef idx="2">
                        <a:schemeClr val="accent1"/>
                      </a:lnRef>
                      <a:fillRef idx="0">
                        <a:schemeClr val="accent1"/>
                      </a:fillRef>
                      <a:effectRef idx="1">
                        <a:schemeClr val="accent1"/>
                      </a:effectRef>
                      <a:fontRef idx="minor">
                        <a:schemeClr val="tx1"/>
                      </a:fontRef>
                    </p:style>
                  </p:cxnSp>
                  <p:cxnSp>
                    <p:nvCxnSpPr>
                      <p:cNvPr id="55" name="Straight Connector 20">
                        <a:extLst>
                          <a:ext uri="{FF2B5EF4-FFF2-40B4-BE49-F238E27FC236}">
                            <a16:creationId xmlns:a16="http://schemas.microsoft.com/office/drawing/2014/main" id="{E35FCD6A-03BD-2D34-58F9-99F39302D83B}"/>
                          </a:ext>
                        </a:extLst>
                      </p:cNvPr>
                      <p:cNvCxnSpPr>
                        <a:cxnSpLocks/>
                        <a:stCxn id="41" idx="6"/>
                        <a:endCxn id="45" idx="2"/>
                      </p:cNvCxnSpPr>
                      <p:nvPr/>
                    </p:nvCxnSpPr>
                    <p:spPr>
                      <a:xfrm>
                        <a:off x="10399727" y="5282750"/>
                        <a:ext cx="407337" cy="270343"/>
                      </a:xfrm>
                      <a:prstGeom prst="line">
                        <a:avLst/>
                      </a:prstGeom>
                      <a:ln w="12700">
                        <a:solidFill>
                          <a:schemeClr val="tx1"/>
                        </a:solidFill>
                      </a:ln>
                    </p:spPr>
                    <p:style>
                      <a:lnRef idx="2">
                        <a:schemeClr val="accent1"/>
                      </a:lnRef>
                      <a:fillRef idx="0">
                        <a:schemeClr val="accent1"/>
                      </a:fillRef>
                      <a:effectRef idx="1">
                        <a:schemeClr val="accent1"/>
                      </a:effectRef>
                      <a:fontRef idx="minor">
                        <a:schemeClr val="tx1"/>
                      </a:fontRef>
                    </p:style>
                  </p:cxnSp>
                  <p:cxnSp>
                    <p:nvCxnSpPr>
                      <p:cNvPr id="56" name="Straight Connector 21">
                        <a:extLst>
                          <a:ext uri="{FF2B5EF4-FFF2-40B4-BE49-F238E27FC236}">
                            <a16:creationId xmlns:a16="http://schemas.microsoft.com/office/drawing/2014/main" id="{B2D8FC97-8BBC-6DBD-5306-30AC05F31700}"/>
                          </a:ext>
                        </a:extLst>
                      </p:cNvPr>
                      <p:cNvCxnSpPr>
                        <a:cxnSpLocks/>
                        <a:stCxn id="41" idx="6"/>
                      </p:cNvCxnSpPr>
                      <p:nvPr/>
                    </p:nvCxnSpPr>
                    <p:spPr>
                      <a:xfrm>
                        <a:off x="10399727" y="5282750"/>
                        <a:ext cx="407645" cy="544934"/>
                      </a:xfrm>
                      <a:prstGeom prst="line">
                        <a:avLst/>
                      </a:prstGeom>
                      <a:ln w="12700">
                        <a:solidFill>
                          <a:schemeClr val="tx1"/>
                        </a:solidFill>
                      </a:ln>
                    </p:spPr>
                    <p:style>
                      <a:lnRef idx="2">
                        <a:schemeClr val="accent1"/>
                      </a:lnRef>
                      <a:fillRef idx="0">
                        <a:schemeClr val="accent1"/>
                      </a:fillRef>
                      <a:effectRef idx="1">
                        <a:schemeClr val="accent1"/>
                      </a:effectRef>
                      <a:fontRef idx="minor">
                        <a:schemeClr val="tx1"/>
                      </a:fontRef>
                    </p:style>
                  </p:cxnSp>
                  <p:cxnSp>
                    <p:nvCxnSpPr>
                      <p:cNvPr id="57" name="Straight Connector 22">
                        <a:extLst>
                          <a:ext uri="{FF2B5EF4-FFF2-40B4-BE49-F238E27FC236}">
                            <a16:creationId xmlns:a16="http://schemas.microsoft.com/office/drawing/2014/main" id="{29121BCB-FB88-5B7E-C611-8D491BB132F6}"/>
                          </a:ext>
                        </a:extLst>
                      </p:cNvPr>
                      <p:cNvCxnSpPr>
                        <a:cxnSpLocks/>
                        <a:stCxn id="42" idx="6"/>
                        <a:endCxn id="45" idx="2"/>
                      </p:cNvCxnSpPr>
                      <p:nvPr/>
                    </p:nvCxnSpPr>
                    <p:spPr>
                      <a:xfrm flipV="1">
                        <a:off x="10399111" y="5553093"/>
                        <a:ext cx="407953" cy="4166"/>
                      </a:xfrm>
                      <a:prstGeom prst="line">
                        <a:avLst/>
                      </a:prstGeom>
                      <a:ln w="12700">
                        <a:solidFill>
                          <a:schemeClr val="tx1"/>
                        </a:solidFill>
                      </a:ln>
                    </p:spPr>
                    <p:style>
                      <a:lnRef idx="2">
                        <a:schemeClr val="accent1"/>
                      </a:lnRef>
                      <a:fillRef idx="0">
                        <a:schemeClr val="accent1"/>
                      </a:fillRef>
                      <a:effectRef idx="1">
                        <a:schemeClr val="accent1"/>
                      </a:effectRef>
                      <a:fontRef idx="minor">
                        <a:schemeClr val="tx1"/>
                      </a:fontRef>
                    </p:style>
                  </p:cxnSp>
                  <p:cxnSp>
                    <p:nvCxnSpPr>
                      <p:cNvPr id="58" name="Straight Connector 23">
                        <a:extLst>
                          <a:ext uri="{FF2B5EF4-FFF2-40B4-BE49-F238E27FC236}">
                            <a16:creationId xmlns:a16="http://schemas.microsoft.com/office/drawing/2014/main" id="{9B6E4350-8CAF-D0F0-F950-1A12B670A408}"/>
                          </a:ext>
                        </a:extLst>
                      </p:cNvPr>
                      <p:cNvCxnSpPr>
                        <a:cxnSpLocks/>
                        <a:stCxn id="42" idx="6"/>
                      </p:cNvCxnSpPr>
                      <p:nvPr/>
                    </p:nvCxnSpPr>
                    <p:spPr>
                      <a:xfrm>
                        <a:off x="10399111" y="5557259"/>
                        <a:ext cx="408261" cy="270425"/>
                      </a:xfrm>
                      <a:prstGeom prst="line">
                        <a:avLst/>
                      </a:prstGeom>
                      <a:ln w="12700">
                        <a:solidFill>
                          <a:schemeClr val="tx1"/>
                        </a:solidFill>
                      </a:ln>
                    </p:spPr>
                    <p:style>
                      <a:lnRef idx="2">
                        <a:schemeClr val="accent1"/>
                      </a:lnRef>
                      <a:fillRef idx="0">
                        <a:schemeClr val="accent1"/>
                      </a:fillRef>
                      <a:effectRef idx="1">
                        <a:schemeClr val="accent1"/>
                      </a:effectRef>
                      <a:fontRef idx="minor">
                        <a:schemeClr val="tx1"/>
                      </a:fontRef>
                    </p:style>
                  </p:cxnSp>
                  <p:cxnSp>
                    <p:nvCxnSpPr>
                      <p:cNvPr id="59" name="Straight Connector 24">
                        <a:extLst>
                          <a:ext uri="{FF2B5EF4-FFF2-40B4-BE49-F238E27FC236}">
                            <a16:creationId xmlns:a16="http://schemas.microsoft.com/office/drawing/2014/main" id="{E860E704-5783-3C7D-47F9-BF8648878340}"/>
                          </a:ext>
                        </a:extLst>
                      </p:cNvPr>
                      <p:cNvCxnSpPr>
                        <a:cxnSpLocks/>
                        <a:endCxn id="44" idx="2"/>
                      </p:cNvCxnSpPr>
                      <p:nvPr/>
                    </p:nvCxnSpPr>
                    <p:spPr>
                      <a:xfrm flipV="1">
                        <a:off x="10395281" y="5278503"/>
                        <a:ext cx="411475" cy="553265"/>
                      </a:xfrm>
                      <a:prstGeom prst="line">
                        <a:avLst/>
                      </a:prstGeom>
                      <a:ln w="12700">
                        <a:solidFill>
                          <a:schemeClr val="tx1"/>
                        </a:solidFill>
                      </a:ln>
                    </p:spPr>
                    <p:style>
                      <a:lnRef idx="2">
                        <a:schemeClr val="accent1"/>
                      </a:lnRef>
                      <a:fillRef idx="0">
                        <a:schemeClr val="accent1"/>
                      </a:fillRef>
                      <a:effectRef idx="1">
                        <a:schemeClr val="accent1"/>
                      </a:effectRef>
                      <a:fontRef idx="minor">
                        <a:schemeClr val="tx1"/>
                      </a:fontRef>
                    </p:style>
                  </p:cxnSp>
                  <p:cxnSp>
                    <p:nvCxnSpPr>
                      <p:cNvPr id="60" name="Straight Connector 25">
                        <a:extLst>
                          <a:ext uri="{FF2B5EF4-FFF2-40B4-BE49-F238E27FC236}">
                            <a16:creationId xmlns:a16="http://schemas.microsoft.com/office/drawing/2014/main" id="{873BAB7C-B790-12EF-31F9-429FFAB8588B}"/>
                          </a:ext>
                        </a:extLst>
                      </p:cNvPr>
                      <p:cNvCxnSpPr>
                        <a:cxnSpLocks/>
                        <a:endCxn id="45" idx="2"/>
                      </p:cNvCxnSpPr>
                      <p:nvPr/>
                    </p:nvCxnSpPr>
                    <p:spPr>
                      <a:xfrm flipV="1">
                        <a:off x="10395281" y="5553093"/>
                        <a:ext cx="411783" cy="278675"/>
                      </a:xfrm>
                      <a:prstGeom prst="line">
                        <a:avLst/>
                      </a:prstGeom>
                      <a:ln w="12700">
                        <a:solidFill>
                          <a:schemeClr val="tx1"/>
                        </a:solidFill>
                      </a:ln>
                    </p:spPr>
                    <p:style>
                      <a:lnRef idx="2">
                        <a:schemeClr val="accent1"/>
                      </a:lnRef>
                      <a:fillRef idx="0">
                        <a:schemeClr val="accent1"/>
                      </a:fillRef>
                      <a:effectRef idx="1">
                        <a:schemeClr val="accent1"/>
                      </a:effectRef>
                      <a:fontRef idx="minor">
                        <a:schemeClr val="tx1"/>
                      </a:fontRef>
                    </p:style>
                  </p:cxnSp>
                  <p:cxnSp>
                    <p:nvCxnSpPr>
                      <p:cNvPr id="61" name="Straight Connector 26">
                        <a:extLst>
                          <a:ext uri="{FF2B5EF4-FFF2-40B4-BE49-F238E27FC236}">
                            <a16:creationId xmlns:a16="http://schemas.microsoft.com/office/drawing/2014/main" id="{807FE9D0-A268-F481-8151-21C02A9892BD}"/>
                          </a:ext>
                        </a:extLst>
                      </p:cNvPr>
                      <p:cNvCxnSpPr>
                        <a:cxnSpLocks/>
                      </p:cNvCxnSpPr>
                      <p:nvPr/>
                    </p:nvCxnSpPr>
                    <p:spPr>
                      <a:xfrm flipV="1">
                        <a:off x="10395281" y="5827684"/>
                        <a:ext cx="412091" cy="4084"/>
                      </a:xfrm>
                      <a:prstGeom prst="line">
                        <a:avLst/>
                      </a:prstGeom>
                      <a:ln w="12700">
                        <a:solidFill>
                          <a:schemeClr val="tx1"/>
                        </a:solidFill>
                      </a:ln>
                    </p:spPr>
                    <p:style>
                      <a:lnRef idx="2">
                        <a:schemeClr val="accent1"/>
                      </a:lnRef>
                      <a:fillRef idx="0">
                        <a:schemeClr val="accent1"/>
                      </a:fillRef>
                      <a:effectRef idx="1">
                        <a:schemeClr val="accent1"/>
                      </a:effectRef>
                      <a:fontRef idx="minor">
                        <a:schemeClr val="tx1"/>
                      </a:fontRef>
                    </p:style>
                  </p:cxnSp>
                  <p:sp>
                    <p:nvSpPr>
                      <p:cNvPr id="62" name="Oval 27">
                        <a:extLst>
                          <a:ext uri="{FF2B5EF4-FFF2-40B4-BE49-F238E27FC236}">
                            <a16:creationId xmlns:a16="http://schemas.microsoft.com/office/drawing/2014/main" id="{0EF352B8-ECFA-42DB-362D-04BA79FDD3A3}"/>
                          </a:ext>
                        </a:extLst>
                      </p:cNvPr>
                      <p:cNvSpPr/>
                      <p:nvPr/>
                    </p:nvSpPr>
                    <p:spPr>
                      <a:xfrm>
                        <a:off x="10802113" y="4615656"/>
                        <a:ext cx="227334" cy="227334"/>
                      </a:xfrm>
                      <a:prstGeom prst="ellipse">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latin typeface="Calibri" panose="020F0502020204030204" pitchFamily="34" charset="0"/>
                          <a:cs typeface="Calibri" panose="020F0502020204030204" pitchFamily="34" charset="0"/>
                        </a:endParaRPr>
                      </a:p>
                    </p:txBody>
                  </p:sp>
                  <p:sp>
                    <p:nvSpPr>
                      <p:cNvPr id="63" name="Oval 28">
                        <a:extLst>
                          <a:ext uri="{FF2B5EF4-FFF2-40B4-BE49-F238E27FC236}">
                            <a16:creationId xmlns:a16="http://schemas.microsoft.com/office/drawing/2014/main" id="{63C8E739-75F8-78F0-6AD0-10FC888395BA}"/>
                          </a:ext>
                        </a:extLst>
                      </p:cNvPr>
                      <p:cNvSpPr/>
                      <p:nvPr/>
                    </p:nvSpPr>
                    <p:spPr>
                      <a:xfrm>
                        <a:off x="10802421" y="4890246"/>
                        <a:ext cx="227334" cy="227334"/>
                      </a:xfrm>
                      <a:prstGeom prst="ellipse">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latin typeface="Calibri" panose="020F0502020204030204" pitchFamily="34" charset="0"/>
                          <a:cs typeface="Calibri" panose="020F0502020204030204" pitchFamily="34" charset="0"/>
                        </a:endParaRPr>
                      </a:p>
                    </p:txBody>
                  </p:sp>
                  <p:cxnSp>
                    <p:nvCxnSpPr>
                      <p:cNvPr id="64" name="Straight Connector 29">
                        <a:extLst>
                          <a:ext uri="{FF2B5EF4-FFF2-40B4-BE49-F238E27FC236}">
                            <a16:creationId xmlns:a16="http://schemas.microsoft.com/office/drawing/2014/main" id="{D9579DA8-EF28-7723-0E6D-E28E1882554B}"/>
                          </a:ext>
                        </a:extLst>
                      </p:cNvPr>
                      <p:cNvCxnSpPr>
                        <a:cxnSpLocks/>
                        <a:stCxn id="39" idx="6"/>
                        <a:endCxn id="62" idx="2"/>
                      </p:cNvCxnSpPr>
                      <p:nvPr/>
                    </p:nvCxnSpPr>
                    <p:spPr>
                      <a:xfrm flipV="1">
                        <a:off x="10399111" y="4729323"/>
                        <a:ext cx="403002" cy="4409"/>
                      </a:xfrm>
                      <a:prstGeom prst="line">
                        <a:avLst/>
                      </a:prstGeom>
                      <a:ln w="12700">
                        <a:solidFill>
                          <a:schemeClr val="tx1"/>
                        </a:solidFill>
                      </a:ln>
                    </p:spPr>
                    <p:style>
                      <a:lnRef idx="2">
                        <a:schemeClr val="accent1"/>
                      </a:lnRef>
                      <a:fillRef idx="0">
                        <a:schemeClr val="accent1"/>
                      </a:fillRef>
                      <a:effectRef idx="1">
                        <a:schemeClr val="accent1"/>
                      </a:effectRef>
                      <a:fontRef idx="minor">
                        <a:schemeClr val="tx1"/>
                      </a:fontRef>
                    </p:style>
                  </p:cxnSp>
                  <p:cxnSp>
                    <p:nvCxnSpPr>
                      <p:cNvPr id="65" name="Straight Connector 30">
                        <a:extLst>
                          <a:ext uri="{FF2B5EF4-FFF2-40B4-BE49-F238E27FC236}">
                            <a16:creationId xmlns:a16="http://schemas.microsoft.com/office/drawing/2014/main" id="{6C07335A-9286-7C95-80DE-0E51B6AC5240}"/>
                          </a:ext>
                        </a:extLst>
                      </p:cNvPr>
                      <p:cNvCxnSpPr>
                        <a:cxnSpLocks/>
                        <a:stCxn id="39" idx="6"/>
                        <a:endCxn id="63" idx="2"/>
                      </p:cNvCxnSpPr>
                      <p:nvPr/>
                    </p:nvCxnSpPr>
                    <p:spPr>
                      <a:xfrm>
                        <a:off x="10399111" y="4733732"/>
                        <a:ext cx="403310" cy="270181"/>
                      </a:xfrm>
                      <a:prstGeom prst="line">
                        <a:avLst/>
                      </a:prstGeom>
                      <a:ln w="12700">
                        <a:solidFill>
                          <a:schemeClr val="tx1"/>
                        </a:solidFill>
                      </a:ln>
                    </p:spPr>
                    <p:style>
                      <a:lnRef idx="2">
                        <a:schemeClr val="accent1"/>
                      </a:lnRef>
                      <a:fillRef idx="0">
                        <a:schemeClr val="accent1"/>
                      </a:fillRef>
                      <a:effectRef idx="1">
                        <a:schemeClr val="accent1"/>
                      </a:effectRef>
                      <a:fontRef idx="minor">
                        <a:schemeClr val="tx1"/>
                      </a:fontRef>
                    </p:style>
                  </p:cxnSp>
                  <p:cxnSp>
                    <p:nvCxnSpPr>
                      <p:cNvPr id="66" name="Straight Connector 31">
                        <a:extLst>
                          <a:ext uri="{FF2B5EF4-FFF2-40B4-BE49-F238E27FC236}">
                            <a16:creationId xmlns:a16="http://schemas.microsoft.com/office/drawing/2014/main" id="{10B75CDC-0E99-DB29-35FB-27973263878A}"/>
                          </a:ext>
                        </a:extLst>
                      </p:cNvPr>
                      <p:cNvCxnSpPr>
                        <a:cxnSpLocks/>
                        <a:stCxn id="40" idx="6"/>
                        <a:endCxn id="62" idx="2"/>
                      </p:cNvCxnSpPr>
                      <p:nvPr/>
                    </p:nvCxnSpPr>
                    <p:spPr>
                      <a:xfrm flipV="1">
                        <a:off x="10399419" y="4729323"/>
                        <a:ext cx="402694" cy="278918"/>
                      </a:xfrm>
                      <a:prstGeom prst="line">
                        <a:avLst/>
                      </a:prstGeom>
                      <a:ln w="12700">
                        <a:solidFill>
                          <a:schemeClr val="tx1"/>
                        </a:solidFill>
                      </a:ln>
                    </p:spPr>
                    <p:style>
                      <a:lnRef idx="2">
                        <a:schemeClr val="accent1"/>
                      </a:lnRef>
                      <a:fillRef idx="0">
                        <a:schemeClr val="accent1"/>
                      </a:fillRef>
                      <a:effectRef idx="1">
                        <a:schemeClr val="accent1"/>
                      </a:effectRef>
                      <a:fontRef idx="minor">
                        <a:schemeClr val="tx1"/>
                      </a:fontRef>
                    </p:style>
                  </p:cxnSp>
                  <p:cxnSp>
                    <p:nvCxnSpPr>
                      <p:cNvPr id="67" name="Straight Connector 32">
                        <a:extLst>
                          <a:ext uri="{FF2B5EF4-FFF2-40B4-BE49-F238E27FC236}">
                            <a16:creationId xmlns:a16="http://schemas.microsoft.com/office/drawing/2014/main" id="{CBC5467C-EC62-2193-B98A-6EF74F88CA50}"/>
                          </a:ext>
                        </a:extLst>
                      </p:cNvPr>
                      <p:cNvCxnSpPr>
                        <a:cxnSpLocks/>
                        <a:stCxn id="41" idx="6"/>
                        <a:endCxn id="62" idx="2"/>
                      </p:cNvCxnSpPr>
                      <p:nvPr/>
                    </p:nvCxnSpPr>
                    <p:spPr>
                      <a:xfrm flipV="1">
                        <a:off x="10399727" y="4729323"/>
                        <a:ext cx="402386" cy="553427"/>
                      </a:xfrm>
                      <a:prstGeom prst="line">
                        <a:avLst/>
                      </a:prstGeom>
                      <a:ln w="12700">
                        <a:solidFill>
                          <a:schemeClr val="tx1"/>
                        </a:solidFill>
                      </a:ln>
                    </p:spPr>
                    <p:style>
                      <a:lnRef idx="2">
                        <a:schemeClr val="accent1"/>
                      </a:lnRef>
                      <a:fillRef idx="0">
                        <a:schemeClr val="accent1"/>
                      </a:fillRef>
                      <a:effectRef idx="1">
                        <a:schemeClr val="accent1"/>
                      </a:effectRef>
                      <a:fontRef idx="minor">
                        <a:schemeClr val="tx1"/>
                      </a:fontRef>
                    </p:style>
                  </p:cxnSp>
                  <p:cxnSp>
                    <p:nvCxnSpPr>
                      <p:cNvPr id="68" name="Straight Connector 33">
                        <a:extLst>
                          <a:ext uri="{FF2B5EF4-FFF2-40B4-BE49-F238E27FC236}">
                            <a16:creationId xmlns:a16="http://schemas.microsoft.com/office/drawing/2014/main" id="{169A7057-D6BF-886D-B018-524972F99FE0}"/>
                          </a:ext>
                        </a:extLst>
                      </p:cNvPr>
                      <p:cNvCxnSpPr>
                        <a:cxnSpLocks/>
                        <a:stCxn id="42" idx="6"/>
                        <a:endCxn id="62" idx="2"/>
                      </p:cNvCxnSpPr>
                      <p:nvPr/>
                    </p:nvCxnSpPr>
                    <p:spPr>
                      <a:xfrm flipV="1">
                        <a:off x="10399111" y="4729323"/>
                        <a:ext cx="403002" cy="827936"/>
                      </a:xfrm>
                      <a:prstGeom prst="line">
                        <a:avLst/>
                      </a:prstGeom>
                      <a:ln w="12700">
                        <a:solidFill>
                          <a:schemeClr val="tx1"/>
                        </a:solidFill>
                      </a:ln>
                    </p:spPr>
                    <p:style>
                      <a:lnRef idx="2">
                        <a:schemeClr val="accent1"/>
                      </a:lnRef>
                      <a:fillRef idx="0">
                        <a:schemeClr val="accent1"/>
                      </a:fillRef>
                      <a:effectRef idx="1">
                        <a:schemeClr val="accent1"/>
                      </a:effectRef>
                      <a:fontRef idx="minor">
                        <a:schemeClr val="tx1"/>
                      </a:fontRef>
                    </p:style>
                  </p:cxnSp>
                  <p:cxnSp>
                    <p:nvCxnSpPr>
                      <p:cNvPr id="69" name="Straight Connector 34">
                        <a:extLst>
                          <a:ext uri="{FF2B5EF4-FFF2-40B4-BE49-F238E27FC236}">
                            <a16:creationId xmlns:a16="http://schemas.microsoft.com/office/drawing/2014/main" id="{324A23E7-3654-554A-2E6C-E3BBA3504319}"/>
                          </a:ext>
                        </a:extLst>
                      </p:cNvPr>
                      <p:cNvCxnSpPr>
                        <a:cxnSpLocks/>
                        <a:stCxn id="43" idx="6"/>
                        <a:endCxn id="62" idx="2"/>
                      </p:cNvCxnSpPr>
                      <p:nvPr/>
                    </p:nvCxnSpPr>
                    <p:spPr>
                      <a:xfrm flipV="1">
                        <a:off x="10395281" y="4729323"/>
                        <a:ext cx="406832" cy="1102445"/>
                      </a:xfrm>
                      <a:prstGeom prst="line">
                        <a:avLst/>
                      </a:prstGeom>
                      <a:ln w="12700">
                        <a:solidFill>
                          <a:schemeClr val="tx1"/>
                        </a:solidFill>
                      </a:ln>
                    </p:spPr>
                    <p:style>
                      <a:lnRef idx="2">
                        <a:schemeClr val="accent1"/>
                      </a:lnRef>
                      <a:fillRef idx="0">
                        <a:schemeClr val="accent1"/>
                      </a:fillRef>
                      <a:effectRef idx="1">
                        <a:schemeClr val="accent1"/>
                      </a:effectRef>
                      <a:fontRef idx="minor">
                        <a:schemeClr val="tx1"/>
                      </a:fontRef>
                    </p:style>
                  </p:cxnSp>
                  <p:cxnSp>
                    <p:nvCxnSpPr>
                      <p:cNvPr id="70" name="Straight Connector 35">
                        <a:extLst>
                          <a:ext uri="{FF2B5EF4-FFF2-40B4-BE49-F238E27FC236}">
                            <a16:creationId xmlns:a16="http://schemas.microsoft.com/office/drawing/2014/main" id="{5EA726E3-8740-E714-2EF5-55EFB4807109}"/>
                          </a:ext>
                        </a:extLst>
                      </p:cNvPr>
                      <p:cNvCxnSpPr>
                        <a:cxnSpLocks/>
                        <a:stCxn id="40" idx="6"/>
                        <a:endCxn id="63" idx="2"/>
                      </p:cNvCxnSpPr>
                      <p:nvPr/>
                    </p:nvCxnSpPr>
                    <p:spPr>
                      <a:xfrm flipV="1">
                        <a:off x="10399419" y="5003913"/>
                        <a:ext cx="403002" cy="4328"/>
                      </a:xfrm>
                      <a:prstGeom prst="line">
                        <a:avLst/>
                      </a:prstGeom>
                      <a:ln w="12700">
                        <a:solidFill>
                          <a:schemeClr val="tx1"/>
                        </a:solidFill>
                      </a:ln>
                    </p:spPr>
                    <p:style>
                      <a:lnRef idx="2">
                        <a:schemeClr val="accent1"/>
                      </a:lnRef>
                      <a:fillRef idx="0">
                        <a:schemeClr val="accent1"/>
                      </a:fillRef>
                      <a:effectRef idx="1">
                        <a:schemeClr val="accent1"/>
                      </a:effectRef>
                      <a:fontRef idx="minor">
                        <a:schemeClr val="tx1"/>
                      </a:fontRef>
                    </p:style>
                  </p:cxnSp>
                  <p:cxnSp>
                    <p:nvCxnSpPr>
                      <p:cNvPr id="71" name="Straight Connector 36">
                        <a:extLst>
                          <a:ext uri="{FF2B5EF4-FFF2-40B4-BE49-F238E27FC236}">
                            <a16:creationId xmlns:a16="http://schemas.microsoft.com/office/drawing/2014/main" id="{77D46B4C-2FFE-630C-3A72-B4E1B9082BC6}"/>
                          </a:ext>
                        </a:extLst>
                      </p:cNvPr>
                      <p:cNvCxnSpPr>
                        <a:cxnSpLocks/>
                        <a:stCxn id="41" idx="6"/>
                        <a:endCxn id="63" idx="2"/>
                      </p:cNvCxnSpPr>
                      <p:nvPr/>
                    </p:nvCxnSpPr>
                    <p:spPr>
                      <a:xfrm flipV="1">
                        <a:off x="10399727" y="5003913"/>
                        <a:ext cx="402694" cy="278837"/>
                      </a:xfrm>
                      <a:prstGeom prst="line">
                        <a:avLst/>
                      </a:prstGeom>
                      <a:ln w="12700">
                        <a:solidFill>
                          <a:schemeClr val="tx1"/>
                        </a:solidFill>
                      </a:ln>
                    </p:spPr>
                    <p:style>
                      <a:lnRef idx="2">
                        <a:schemeClr val="accent1"/>
                      </a:lnRef>
                      <a:fillRef idx="0">
                        <a:schemeClr val="accent1"/>
                      </a:fillRef>
                      <a:effectRef idx="1">
                        <a:schemeClr val="accent1"/>
                      </a:effectRef>
                      <a:fontRef idx="minor">
                        <a:schemeClr val="tx1"/>
                      </a:fontRef>
                    </p:style>
                  </p:cxnSp>
                  <p:cxnSp>
                    <p:nvCxnSpPr>
                      <p:cNvPr id="72" name="Straight Connector 37">
                        <a:extLst>
                          <a:ext uri="{FF2B5EF4-FFF2-40B4-BE49-F238E27FC236}">
                            <a16:creationId xmlns:a16="http://schemas.microsoft.com/office/drawing/2014/main" id="{6D842573-8A14-4367-E524-205172D9709D}"/>
                          </a:ext>
                        </a:extLst>
                      </p:cNvPr>
                      <p:cNvCxnSpPr>
                        <a:cxnSpLocks/>
                        <a:stCxn id="42" idx="6"/>
                        <a:endCxn id="63" idx="2"/>
                      </p:cNvCxnSpPr>
                      <p:nvPr/>
                    </p:nvCxnSpPr>
                    <p:spPr>
                      <a:xfrm flipV="1">
                        <a:off x="10399111" y="5003913"/>
                        <a:ext cx="403310" cy="553346"/>
                      </a:xfrm>
                      <a:prstGeom prst="line">
                        <a:avLst/>
                      </a:prstGeom>
                      <a:ln w="12700">
                        <a:solidFill>
                          <a:schemeClr val="tx1"/>
                        </a:solidFill>
                      </a:ln>
                    </p:spPr>
                    <p:style>
                      <a:lnRef idx="2">
                        <a:schemeClr val="accent1"/>
                      </a:lnRef>
                      <a:fillRef idx="0">
                        <a:schemeClr val="accent1"/>
                      </a:fillRef>
                      <a:effectRef idx="1">
                        <a:schemeClr val="accent1"/>
                      </a:effectRef>
                      <a:fontRef idx="minor">
                        <a:schemeClr val="tx1"/>
                      </a:fontRef>
                    </p:style>
                  </p:cxnSp>
                  <p:cxnSp>
                    <p:nvCxnSpPr>
                      <p:cNvPr id="73" name="Straight Connector 38">
                        <a:extLst>
                          <a:ext uri="{FF2B5EF4-FFF2-40B4-BE49-F238E27FC236}">
                            <a16:creationId xmlns:a16="http://schemas.microsoft.com/office/drawing/2014/main" id="{E4B5E770-C3E6-3EB9-4C3F-E86BD07EDD29}"/>
                          </a:ext>
                        </a:extLst>
                      </p:cNvPr>
                      <p:cNvCxnSpPr>
                        <a:cxnSpLocks/>
                        <a:stCxn id="43" idx="6"/>
                        <a:endCxn id="63" idx="2"/>
                      </p:cNvCxnSpPr>
                      <p:nvPr/>
                    </p:nvCxnSpPr>
                    <p:spPr>
                      <a:xfrm flipV="1">
                        <a:off x="10395281" y="5003913"/>
                        <a:ext cx="407140" cy="827855"/>
                      </a:xfrm>
                      <a:prstGeom prst="line">
                        <a:avLst/>
                      </a:prstGeom>
                      <a:ln w="12700">
                        <a:solidFill>
                          <a:schemeClr val="tx1"/>
                        </a:solidFill>
                      </a:ln>
                    </p:spPr>
                    <p:style>
                      <a:lnRef idx="2">
                        <a:schemeClr val="accent1"/>
                      </a:lnRef>
                      <a:fillRef idx="0">
                        <a:schemeClr val="accent1"/>
                      </a:fillRef>
                      <a:effectRef idx="1">
                        <a:schemeClr val="accent1"/>
                      </a:effectRef>
                      <a:fontRef idx="minor">
                        <a:schemeClr val="tx1"/>
                      </a:fontRef>
                    </p:style>
                  </p:cxnSp>
                  <p:cxnSp>
                    <p:nvCxnSpPr>
                      <p:cNvPr id="74" name="Straight Connector 39">
                        <a:extLst>
                          <a:ext uri="{FF2B5EF4-FFF2-40B4-BE49-F238E27FC236}">
                            <a16:creationId xmlns:a16="http://schemas.microsoft.com/office/drawing/2014/main" id="{6245A7C8-9A06-1B0B-1812-221BAC32755E}"/>
                          </a:ext>
                        </a:extLst>
                      </p:cNvPr>
                      <p:cNvCxnSpPr>
                        <a:cxnSpLocks/>
                      </p:cNvCxnSpPr>
                      <p:nvPr/>
                    </p:nvCxnSpPr>
                    <p:spPr>
                      <a:xfrm>
                        <a:off x="10048489" y="4738487"/>
                        <a:ext cx="115449" cy="0"/>
                      </a:xfrm>
                      <a:prstGeom prst="line">
                        <a:avLst/>
                      </a:prstGeom>
                      <a:ln w="12700">
                        <a:solidFill>
                          <a:schemeClr val="tx1"/>
                        </a:solidFill>
                        <a:tailEnd type="triangle" w="sm" len="sm"/>
                      </a:ln>
                    </p:spPr>
                    <p:style>
                      <a:lnRef idx="2">
                        <a:schemeClr val="accent1"/>
                      </a:lnRef>
                      <a:fillRef idx="0">
                        <a:schemeClr val="accent1"/>
                      </a:fillRef>
                      <a:effectRef idx="1">
                        <a:schemeClr val="accent1"/>
                      </a:effectRef>
                      <a:fontRef idx="minor">
                        <a:schemeClr val="tx1"/>
                      </a:fontRef>
                    </p:style>
                  </p:cxnSp>
                  <p:cxnSp>
                    <p:nvCxnSpPr>
                      <p:cNvPr id="75" name="Straight Connector 40">
                        <a:extLst>
                          <a:ext uri="{FF2B5EF4-FFF2-40B4-BE49-F238E27FC236}">
                            <a16:creationId xmlns:a16="http://schemas.microsoft.com/office/drawing/2014/main" id="{1C400728-84D5-9CA7-90E4-36D1D9CEAD5D}"/>
                          </a:ext>
                        </a:extLst>
                      </p:cNvPr>
                      <p:cNvCxnSpPr>
                        <a:cxnSpLocks/>
                      </p:cNvCxnSpPr>
                      <p:nvPr/>
                    </p:nvCxnSpPr>
                    <p:spPr>
                      <a:xfrm>
                        <a:off x="10049210" y="5008868"/>
                        <a:ext cx="115449" cy="0"/>
                      </a:xfrm>
                      <a:prstGeom prst="line">
                        <a:avLst/>
                      </a:prstGeom>
                      <a:ln w="12700">
                        <a:solidFill>
                          <a:schemeClr val="tx1"/>
                        </a:solidFill>
                        <a:tailEnd type="triangle" w="sm" len="sm"/>
                      </a:ln>
                    </p:spPr>
                    <p:style>
                      <a:lnRef idx="2">
                        <a:schemeClr val="accent1"/>
                      </a:lnRef>
                      <a:fillRef idx="0">
                        <a:schemeClr val="accent1"/>
                      </a:fillRef>
                      <a:effectRef idx="1">
                        <a:schemeClr val="accent1"/>
                      </a:effectRef>
                      <a:fontRef idx="minor">
                        <a:schemeClr val="tx1"/>
                      </a:fontRef>
                    </p:style>
                  </p:cxnSp>
                  <p:cxnSp>
                    <p:nvCxnSpPr>
                      <p:cNvPr id="76" name="Straight Connector 41">
                        <a:extLst>
                          <a:ext uri="{FF2B5EF4-FFF2-40B4-BE49-F238E27FC236}">
                            <a16:creationId xmlns:a16="http://schemas.microsoft.com/office/drawing/2014/main" id="{BC0F701B-D254-7859-A175-9BCCA8DAF2AF}"/>
                          </a:ext>
                        </a:extLst>
                      </p:cNvPr>
                      <p:cNvCxnSpPr>
                        <a:cxnSpLocks/>
                      </p:cNvCxnSpPr>
                      <p:nvPr/>
                    </p:nvCxnSpPr>
                    <p:spPr>
                      <a:xfrm>
                        <a:off x="10055560" y="5283708"/>
                        <a:ext cx="115449" cy="0"/>
                      </a:xfrm>
                      <a:prstGeom prst="line">
                        <a:avLst/>
                      </a:prstGeom>
                      <a:ln w="12700">
                        <a:solidFill>
                          <a:schemeClr val="tx1"/>
                        </a:solidFill>
                        <a:tailEnd type="triangle" w="sm" len="sm"/>
                      </a:ln>
                    </p:spPr>
                    <p:style>
                      <a:lnRef idx="2">
                        <a:schemeClr val="accent1"/>
                      </a:lnRef>
                      <a:fillRef idx="0">
                        <a:schemeClr val="accent1"/>
                      </a:fillRef>
                      <a:effectRef idx="1">
                        <a:schemeClr val="accent1"/>
                      </a:effectRef>
                      <a:fontRef idx="minor">
                        <a:schemeClr val="tx1"/>
                      </a:fontRef>
                    </p:style>
                  </p:cxnSp>
                  <p:cxnSp>
                    <p:nvCxnSpPr>
                      <p:cNvPr id="77" name="Straight Connector 42">
                        <a:extLst>
                          <a:ext uri="{FF2B5EF4-FFF2-40B4-BE49-F238E27FC236}">
                            <a16:creationId xmlns:a16="http://schemas.microsoft.com/office/drawing/2014/main" id="{5850D757-6406-4BE0-44DA-18A73E761ED5}"/>
                          </a:ext>
                        </a:extLst>
                      </p:cNvPr>
                      <p:cNvCxnSpPr>
                        <a:cxnSpLocks/>
                      </p:cNvCxnSpPr>
                      <p:nvPr/>
                    </p:nvCxnSpPr>
                    <p:spPr>
                      <a:xfrm>
                        <a:off x="10055560" y="5559933"/>
                        <a:ext cx="115449" cy="0"/>
                      </a:xfrm>
                      <a:prstGeom prst="line">
                        <a:avLst/>
                      </a:prstGeom>
                      <a:ln w="12700">
                        <a:solidFill>
                          <a:schemeClr val="tx1"/>
                        </a:solidFill>
                        <a:tailEnd type="triangle" w="sm" len="sm"/>
                      </a:ln>
                    </p:spPr>
                    <p:style>
                      <a:lnRef idx="2">
                        <a:schemeClr val="accent1"/>
                      </a:lnRef>
                      <a:fillRef idx="0">
                        <a:schemeClr val="accent1"/>
                      </a:fillRef>
                      <a:effectRef idx="1">
                        <a:schemeClr val="accent1"/>
                      </a:effectRef>
                      <a:fontRef idx="minor">
                        <a:schemeClr val="tx1"/>
                      </a:fontRef>
                    </p:style>
                  </p:cxnSp>
                  <p:cxnSp>
                    <p:nvCxnSpPr>
                      <p:cNvPr id="78" name="Straight Connector 43">
                        <a:extLst>
                          <a:ext uri="{FF2B5EF4-FFF2-40B4-BE49-F238E27FC236}">
                            <a16:creationId xmlns:a16="http://schemas.microsoft.com/office/drawing/2014/main" id="{3A9F7D07-D33A-0EE7-CA1A-F6747E788F3E}"/>
                          </a:ext>
                        </a:extLst>
                      </p:cNvPr>
                      <p:cNvCxnSpPr>
                        <a:cxnSpLocks/>
                      </p:cNvCxnSpPr>
                      <p:nvPr/>
                    </p:nvCxnSpPr>
                    <p:spPr>
                      <a:xfrm>
                        <a:off x="10052385" y="5829808"/>
                        <a:ext cx="115449" cy="0"/>
                      </a:xfrm>
                      <a:prstGeom prst="line">
                        <a:avLst/>
                      </a:prstGeom>
                      <a:ln w="12700">
                        <a:solidFill>
                          <a:schemeClr val="tx1"/>
                        </a:solidFill>
                        <a:tailEnd type="triangle" w="sm" len="sm"/>
                      </a:ln>
                    </p:spPr>
                    <p:style>
                      <a:lnRef idx="2">
                        <a:schemeClr val="accent1"/>
                      </a:lnRef>
                      <a:fillRef idx="0">
                        <a:schemeClr val="accent1"/>
                      </a:fillRef>
                      <a:effectRef idx="1">
                        <a:schemeClr val="accent1"/>
                      </a:effectRef>
                      <a:fontRef idx="minor">
                        <a:schemeClr val="tx1"/>
                      </a:fontRef>
                    </p:style>
                  </p:cxnSp>
                  <p:cxnSp>
                    <p:nvCxnSpPr>
                      <p:cNvPr id="79" name="Straight Connector 44">
                        <a:extLst>
                          <a:ext uri="{FF2B5EF4-FFF2-40B4-BE49-F238E27FC236}">
                            <a16:creationId xmlns:a16="http://schemas.microsoft.com/office/drawing/2014/main" id="{DB111D1B-3720-C19E-9A39-867D081CDBAC}"/>
                          </a:ext>
                        </a:extLst>
                      </p:cNvPr>
                      <p:cNvCxnSpPr>
                        <a:cxnSpLocks/>
                      </p:cNvCxnSpPr>
                      <p:nvPr/>
                    </p:nvCxnSpPr>
                    <p:spPr>
                      <a:xfrm>
                        <a:off x="11025057" y="4727272"/>
                        <a:ext cx="115449" cy="0"/>
                      </a:xfrm>
                      <a:prstGeom prst="line">
                        <a:avLst/>
                      </a:prstGeom>
                      <a:ln w="12700">
                        <a:solidFill>
                          <a:schemeClr val="tx1"/>
                        </a:solidFill>
                        <a:tailEnd type="triangle" w="sm" len="sm"/>
                      </a:ln>
                    </p:spPr>
                    <p:style>
                      <a:lnRef idx="2">
                        <a:schemeClr val="accent1"/>
                      </a:lnRef>
                      <a:fillRef idx="0">
                        <a:schemeClr val="accent1"/>
                      </a:fillRef>
                      <a:effectRef idx="1">
                        <a:schemeClr val="accent1"/>
                      </a:effectRef>
                      <a:fontRef idx="minor">
                        <a:schemeClr val="tx1"/>
                      </a:fontRef>
                    </p:style>
                  </p:cxnSp>
                  <p:cxnSp>
                    <p:nvCxnSpPr>
                      <p:cNvPr id="80" name="Straight Connector 45">
                        <a:extLst>
                          <a:ext uri="{FF2B5EF4-FFF2-40B4-BE49-F238E27FC236}">
                            <a16:creationId xmlns:a16="http://schemas.microsoft.com/office/drawing/2014/main" id="{596F3839-C343-5DA3-C4A5-E6DDBA761BC7}"/>
                          </a:ext>
                        </a:extLst>
                      </p:cNvPr>
                      <p:cNvCxnSpPr>
                        <a:cxnSpLocks/>
                      </p:cNvCxnSpPr>
                      <p:nvPr/>
                    </p:nvCxnSpPr>
                    <p:spPr>
                      <a:xfrm>
                        <a:off x="11025778" y="4997653"/>
                        <a:ext cx="115449" cy="0"/>
                      </a:xfrm>
                      <a:prstGeom prst="line">
                        <a:avLst/>
                      </a:prstGeom>
                      <a:ln w="12700">
                        <a:solidFill>
                          <a:schemeClr val="tx1"/>
                        </a:solidFill>
                        <a:tailEnd type="triangle" w="sm" len="sm"/>
                      </a:ln>
                    </p:spPr>
                    <p:style>
                      <a:lnRef idx="2">
                        <a:schemeClr val="accent1"/>
                      </a:lnRef>
                      <a:fillRef idx="0">
                        <a:schemeClr val="accent1"/>
                      </a:fillRef>
                      <a:effectRef idx="1">
                        <a:schemeClr val="accent1"/>
                      </a:effectRef>
                      <a:fontRef idx="minor">
                        <a:schemeClr val="tx1"/>
                      </a:fontRef>
                    </p:style>
                  </p:cxnSp>
                  <p:cxnSp>
                    <p:nvCxnSpPr>
                      <p:cNvPr id="81" name="Straight Connector 46">
                        <a:extLst>
                          <a:ext uri="{FF2B5EF4-FFF2-40B4-BE49-F238E27FC236}">
                            <a16:creationId xmlns:a16="http://schemas.microsoft.com/office/drawing/2014/main" id="{D193955B-8C02-0C2E-78F9-2D39680867BA}"/>
                          </a:ext>
                        </a:extLst>
                      </p:cNvPr>
                      <p:cNvCxnSpPr>
                        <a:cxnSpLocks/>
                      </p:cNvCxnSpPr>
                      <p:nvPr/>
                    </p:nvCxnSpPr>
                    <p:spPr>
                      <a:xfrm>
                        <a:off x="11032128" y="5272493"/>
                        <a:ext cx="115449" cy="0"/>
                      </a:xfrm>
                      <a:prstGeom prst="line">
                        <a:avLst/>
                      </a:prstGeom>
                      <a:ln w="12700">
                        <a:solidFill>
                          <a:schemeClr val="tx1"/>
                        </a:solidFill>
                        <a:tailEnd type="triangle" w="sm" len="sm"/>
                      </a:ln>
                    </p:spPr>
                    <p:style>
                      <a:lnRef idx="2">
                        <a:schemeClr val="accent1"/>
                      </a:lnRef>
                      <a:fillRef idx="0">
                        <a:schemeClr val="accent1"/>
                      </a:fillRef>
                      <a:effectRef idx="1">
                        <a:schemeClr val="accent1"/>
                      </a:effectRef>
                      <a:fontRef idx="minor">
                        <a:schemeClr val="tx1"/>
                      </a:fontRef>
                    </p:style>
                  </p:cxnSp>
                  <p:cxnSp>
                    <p:nvCxnSpPr>
                      <p:cNvPr id="82" name="Straight Connector 47">
                        <a:extLst>
                          <a:ext uri="{FF2B5EF4-FFF2-40B4-BE49-F238E27FC236}">
                            <a16:creationId xmlns:a16="http://schemas.microsoft.com/office/drawing/2014/main" id="{7A765172-CF6C-D254-99F9-8AD0C46DA1F3}"/>
                          </a:ext>
                        </a:extLst>
                      </p:cNvPr>
                      <p:cNvCxnSpPr>
                        <a:cxnSpLocks/>
                      </p:cNvCxnSpPr>
                      <p:nvPr/>
                    </p:nvCxnSpPr>
                    <p:spPr>
                      <a:xfrm>
                        <a:off x="11032128" y="5548718"/>
                        <a:ext cx="115449" cy="0"/>
                      </a:xfrm>
                      <a:prstGeom prst="line">
                        <a:avLst/>
                      </a:prstGeom>
                      <a:ln w="12700">
                        <a:solidFill>
                          <a:schemeClr val="tx1"/>
                        </a:solidFill>
                        <a:tailEnd type="triangle" w="sm" len="sm"/>
                      </a:ln>
                    </p:spPr>
                    <p:style>
                      <a:lnRef idx="2">
                        <a:schemeClr val="accent1"/>
                      </a:lnRef>
                      <a:fillRef idx="0">
                        <a:schemeClr val="accent1"/>
                      </a:fillRef>
                      <a:effectRef idx="1">
                        <a:schemeClr val="accent1"/>
                      </a:effectRef>
                      <a:fontRef idx="minor">
                        <a:schemeClr val="tx1"/>
                      </a:fontRef>
                    </p:style>
                  </p:cxnSp>
                  <p:cxnSp>
                    <p:nvCxnSpPr>
                      <p:cNvPr id="83" name="Straight Connector 48">
                        <a:extLst>
                          <a:ext uri="{FF2B5EF4-FFF2-40B4-BE49-F238E27FC236}">
                            <a16:creationId xmlns:a16="http://schemas.microsoft.com/office/drawing/2014/main" id="{6367AF29-3286-923F-6683-1D01C28CF6B6}"/>
                          </a:ext>
                        </a:extLst>
                      </p:cNvPr>
                      <p:cNvCxnSpPr>
                        <a:cxnSpLocks/>
                      </p:cNvCxnSpPr>
                      <p:nvPr/>
                    </p:nvCxnSpPr>
                    <p:spPr>
                      <a:xfrm>
                        <a:off x="11028953" y="5818593"/>
                        <a:ext cx="115449" cy="0"/>
                      </a:xfrm>
                      <a:prstGeom prst="line">
                        <a:avLst/>
                      </a:prstGeom>
                      <a:ln w="12700">
                        <a:solidFill>
                          <a:schemeClr val="tx1"/>
                        </a:solidFill>
                        <a:tailEnd type="triangle" w="sm" len="sm"/>
                      </a:ln>
                    </p:spPr>
                    <p:style>
                      <a:lnRef idx="2">
                        <a:schemeClr val="accent1"/>
                      </a:lnRef>
                      <a:fillRef idx="0">
                        <a:schemeClr val="accent1"/>
                      </a:fillRef>
                      <a:effectRef idx="1">
                        <a:schemeClr val="accent1"/>
                      </a:effectRef>
                      <a:fontRef idx="minor">
                        <a:schemeClr val="tx1"/>
                      </a:fontRef>
                    </p:style>
                  </p:cxnSp>
                </p:grpSp>
                <p:sp>
                  <p:nvSpPr>
                    <p:cNvPr id="38" name="矩形 333">
                      <a:extLst>
                        <a:ext uri="{FF2B5EF4-FFF2-40B4-BE49-F238E27FC236}">
                          <a16:creationId xmlns:a16="http://schemas.microsoft.com/office/drawing/2014/main" id="{FC5A734E-A12C-5073-C62E-7F58F53E8D96}"/>
                        </a:ext>
                      </a:extLst>
                    </p:cNvPr>
                    <p:cNvSpPr/>
                    <p:nvPr/>
                  </p:nvSpPr>
                  <p:spPr>
                    <a:xfrm>
                      <a:off x="3576540" y="611793"/>
                      <a:ext cx="2065623" cy="1420938"/>
                    </a:xfrm>
                    <a:prstGeom prst="rect">
                      <a:avLst/>
                    </a:prstGeom>
                    <a:solidFill>
                      <a:schemeClr val="accent5">
                        <a:lumMod val="40000"/>
                        <a:lumOff val="60000"/>
                        <a:alpha val="9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400" dirty="0">
                          <a:solidFill>
                            <a:schemeClr val="tx1"/>
                          </a:solidFill>
                        </a:rPr>
                        <a:t>编码器</a:t>
                      </a:r>
                    </a:p>
                  </p:txBody>
                </p:sp>
              </p:grpSp>
              <p:sp>
                <p:nvSpPr>
                  <p:cNvPr id="27" name="矩形: 圆角 322">
                    <a:extLst>
                      <a:ext uri="{FF2B5EF4-FFF2-40B4-BE49-F238E27FC236}">
                        <a16:creationId xmlns:a16="http://schemas.microsoft.com/office/drawing/2014/main" id="{2A1F7F81-9B59-2337-5656-06D808FCC984}"/>
                      </a:ext>
                    </a:extLst>
                  </p:cNvPr>
                  <p:cNvSpPr/>
                  <p:nvPr/>
                </p:nvSpPr>
                <p:spPr>
                  <a:xfrm>
                    <a:off x="7215059" y="1000227"/>
                    <a:ext cx="387192" cy="163899"/>
                  </a:xfrm>
                  <a:prstGeom prst="roundRect">
                    <a:avLst/>
                  </a:prstGeom>
                  <a:solidFill>
                    <a:schemeClr val="accent6">
                      <a:lumMod val="40000"/>
                      <a:lumOff val="6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000" dirty="0">
                      <a:solidFill>
                        <a:schemeClr val="tx1"/>
                      </a:solidFill>
                    </a:endParaRPr>
                  </a:p>
                </p:txBody>
              </p:sp>
              <p:sp>
                <p:nvSpPr>
                  <p:cNvPr id="28" name="矩形: 圆角 323">
                    <a:extLst>
                      <a:ext uri="{FF2B5EF4-FFF2-40B4-BE49-F238E27FC236}">
                        <a16:creationId xmlns:a16="http://schemas.microsoft.com/office/drawing/2014/main" id="{E24062A1-24BC-4C0E-5872-0A0AA998DD2C}"/>
                      </a:ext>
                    </a:extLst>
                  </p:cNvPr>
                  <p:cNvSpPr/>
                  <p:nvPr/>
                </p:nvSpPr>
                <p:spPr>
                  <a:xfrm>
                    <a:off x="7598930" y="999919"/>
                    <a:ext cx="387192" cy="163899"/>
                  </a:xfrm>
                  <a:prstGeom prst="roundRect">
                    <a:avLst/>
                  </a:prstGeom>
                  <a:solidFill>
                    <a:schemeClr val="accent6">
                      <a:lumMod val="40000"/>
                      <a:lumOff val="6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000" dirty="0">
                      <a:solidFill>
                        <a:schemeClr val="tx1"/>
                      </a:solidFill>
                    </a:endParaRPr>
                  </a:p>
                </p:txBody>
              </p:sp>
              <p:sp>
                <p:nvSpPr>
                  <p:cNvPr id="29" name="矩形: 圆角 324">
                    <a:extLst>
                      <a:ext uri="{FF2B5EF4-FFF2-40B4-BE49-F238E27FC236}">
                        <a16:creationId xmlns:a16="http://schemas.microsoft.com/office/drawing/2014/main" id="{875D3CAA-78FF-8D72-DDD8-698F934503B6}"/>
                      </a:ext>
                    </a:extLst>
                  </p:cNvPr>
                  <p:cNvSpPr/>
                  <p:nvPr/>
                </p:nvSpPr>
                <p:spPr>
                  <a:xfrm>
                    <a:off x="7985112" y="1002023"/>
                    <a:ext cx="387192" cy="163899"/>
                  </a:xfrm>
                  <a:prstGeom prst="roundRect">
                    <a:avLst/>
                  </a:prstGeom>
                  <a:solidFill>
                    <a:schemeClr val="accent6">
                      <a:lumMod val="40000"/>
                      <a:lumOff val="6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000" dirty="0">
                      <a:solidFill>
                        <a:schemeClr val="tx1"/>
                      </a:solidFill>
                    </a:endParaRPr>
                  </a:p>
                </p:txBody>
              </p:sp>
              <p:sp>
                <p:nvSpPr>
                  <p:cNvPr id="30" name="矩形: 圆角 325">
                    <a:extLst>
                      <a:ext uri="{FF2B5EF4-FFF2-40B4-BE49-F238E27FC236}">
                        <a16:creationId xmlns:a16="http://schemas.microsoft.com/office/drawing/2014/main" id="{92750689-9A11-7F6E-2F5D-1B325800D4A0}"/>
                      </a:ext>
                    </a:extLst>
                  </p:cNvPr>
                  <p:cNvSpPr/>
                  <p:nvPr/>
                </p:nvSpPr>
                <p:spPr>
                  <a:xfrm>
                    <a:off x="8776311" y="1007316"/>
                    <a:ext cx="387192" cy="163899"/>
                  </a:xfrm>
                  <a:prstGeom prst="roundRect">
                    <a:avLst/>
                  </a:prstGeom>
                  <a:solidFill>
                    <a:schemeClr val="accent6">
                      <a:lumMod val="40000"/>
                      <a:lumOff val="6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000" dirty="0">
                      <a:solidFill>
                        <a:schemeClr val="tx1"/>
                      </a:solidFill>
                    </a:endParaRPr>
                  </a:p>
                </p:txBody>
              </p:sp>
              <mc:AlternateContent xmlns:mc="http://schemas.openxmlformats.org/markup-compatibility/2006" xmlns:a14="http://schemas.microsoft.com/office/drawing/2010/main">
                <mc:Choice Requires="a14">
                  <p:sp>
                    <p:nvSpPr>
                      <p:cNvPr id="31" name="文本框 326">
                        <a:extLst>
                          <a:ext uri="{FF2B5EF4-FFF2-40B4-BE49-F238E27FC236}">
                            <a16:creationId xmlns:a16="http://schemas.microsoft.com/office/drawing/2014/main" id="{0D0A5455-FF58-2562-723A-BE3BD7BCCF79}"/>
                          </a:ext>
                        </a:extLst>
                      </p:cNvPr>
                      <p:cNvSpPr txBox="1"/>
                      <p:nvPr/>
                    </p:nvSpPr>
                    <p:spPr>
                      <a:xfrm>
                        <a:off x="7162009" y="961415"/>
                        <a:ext cx="2065614" cy="246221"/>
                      </a:xfrm>
                      <a:prstGeom prst="rect">
                        <a:avLst/>
                      </a:prstGeom>
                      <a:noFill/>
                    </p:spPr>
                    <p:txBody>
                      <a:bodyPr wrap="square" rtlCol="0">
                        <a:spAutoFit/>
                      </a:bodyPr>
                      <a:lstStyle/>
                      <a:p>
                        <a:r>
                          <a:rPr lang="en-US" altLang="zh-CN" sz="1000" dirty="0"/>
                          <a:t>   C        </a:t>
                        </a:r>
                        <a14:m>
                          <m:oMath xmlns:m="http://schemas.openxmlformats.org/officeDocument/2006/math">
                            <m:sSub>
                              <m:sSubPr>
                                <m:ctrlPr>
                                  <a:rPr lang="en-US" altLang="zh-CN" sz="1000" i="1" smtClean="0">
                                    <a:latin typeface="Cambria Math" panose="02040503050406030204" pitchFamily="18" charset="0"/>
                                  </a:rPr>
                                </m:ctrlPr>
                              </m:sSubPr>
                              <m:e>
                                <m:r>
                                  <m:rPr>
                                    <m:sty m:val="p"/>
                                  </m:rPr>
                                  <a:rPr lang="en-US" altLang="zh-CN" sz="1000" i="1">
                                    <a:latin typeface="Cambria Math" panose="02040503050406030204" pitchFamily="18" charset="0"/>
                                  </a:rPr>
                                  <m:t>T</m:t>
                                </m:r>
                              </m:e>
                              <m:sub>
                                <m:r>
                                  <a:rPr lang="en-US" altLang="zh-CN" sz="1000" b="0" i="1" smtClean="0">
                                    <a:latin typeface="Cambria Math" panose="02040503050406030204" pitchFamily="18" charset="0"/>
                                  </a:rPr>
                                  <m:t>1</m:t>
                                </m:r>
                              </m:sub>
                            </m:sSub>
                          </m:oMath>
                        </a14:m>
                        <a:r>
                          <a:rPr lang="zh-CN" altLang="en-US" sz="1000" dirty="0"/>
                          <a:t>        </a:t>
                        </a:r>
                        <a14:m>
                          <m:oMath xmlns:m="http://schemas.openxmlformats.org/officeDocument/2006/math">
                            <m:sSub>
                              <m:sSubPr>
                                <m:ctrlPr>
                                  <a:rPr lang="en-US" altLang="zh-CN" sz="1000" i="1">
                                    <a:latin typeface="Cambria Math" panose="02040503050406030204" pitchFamily="18" charset="0"/>
                                  </a:rPr>
                                </m:ctrlPr>
                              </m:sSubPr>
                              <m:e>
                                <m:r>
                                  <m:rPr>
                                    <m:sty m:val="p"/>
                                  </m:rPr>
                                  <a:rPr lang="en-US" altLang="zh-CN" sz="1000" i="1">
                                    <a:latin typeface="Cambria Math" panose="02040503050406030204" pitchFamily="18" charset="0"/>
                                  </a:rPr>
                                  <m:t>T</m:t>
                                </m:r>
                              </m:e>
                              <m:sub>
                                <m:r>
                                  <a:rPr lang="en-US" altLang="zh-CN" sz="1000" b="0" i="1" smtClean="0">
                                    <a:latin typeface="Cambria Math" panose="02040503050406030204" pitchFamily="18" charset="0"/>
                                  </a:rPr>
                                  <m:t>2</m:t>
                                </m:r>
                              </m:sub>
                            </m:sSub>
                          </m:oMath>
                        </a14:m>
                        <a:r>
                          <a:rPr lang="en-US" altLang="zh-CN" sz="1000" dirty="0"/>
                          <a:t> </a:t>
                        </a:r>
                        <a14:m>
                          <m:oMath xmlns:m="http://schemas.openxmlformats.org/officeDocument/2006/math">
                            <m:sSub>
                              <m:sSubPr>
                                <m:ctrlPr>
                                  <a:rPr lang="en-US" altLang="zh-CN" sz="1000" i="1">
                                    <a:latin typeface="Cambria Math" panose="02040503050406030204" pitchFamily="18" charset="0"/>
                                  </a:rPr>
                                </m:ctrlPr>
                              </m:sSubPr>
                              <m:e>
                                <m:r>
                                  <a:rPr lang="en-US" altLang="zh-CN" sz="1000" b="0" i="1" smtClean="0">
                                    <a:latin typeface="Cambria Math" panose="02040503050406030204" pitchFamily="18" charset="0"/>
                                  </a:rPr>
                                  <m:t>         …         </m:t>
                                </m:r>
                                <m:r>
                                  <m:rPr>
                                    <m:sty m:val="p"/>
                                  </m:rPr>
                                  <a:rPr lang="en-US" altLang="zh-CN" sz="1000" i="1">
                                    <a:latin typeface="Cambria Math" panose="02040503050406030204" pitchFamily="18" charset="0"/>
                                  </a:rPr>
                                  <m:t>T</m:t>
                                </m:r>
                              </m:e>
                              <m:sub>
                                <m:r>
                                  <a:rPr lang="en-US" altLang="zh-CN" sz="1000" b="0" i="1" smtClean="0">
                                    <a:latin typeface="Cambria Math" panose="02040503050406030204" pitchFamily="18" charset="0"/>
                                  </a:rPr>
                                  <m:t>𝑁</m:t>
                                </m:r>
                              </m:sub>
                            </m:sSub>
                          </m:oMath>
                        </a14:m>
                        <a:endParaRPr lang="zh-CN" altLang="en-US" sz="1000" dirty="0"/>
                      </a:p>
                    </p:txBody>
                  </p:sp>
                </mc:Choice>
                <mc:Fallback xmlns="">
                  <p:sp>
                    <p:nvSpPr>
                      <p:cNvPr id="327" name="文本框 326">
                        <a:extLst>
                          <a:ext uri="{FF2B5EF4-FFF2-40B4-BE49-F238E27FC236}">
                            <a16:creationId xmlns:a16="http://schemas.microsoft.com/office/drawing/2014/main" id="{64877830-FDE1-4F32-8F73-53AB16199ACC}"/>
                          </a:ext>
                        </a:extLst>
                      </p:cNvPr>
                      <p:cNvSpPr txBox="1">
                        <a:spLocks noRot="1" noChangeAspect="1" noMove="1" noResize="1" noEditPoints="1" noAdjustHandles="1" noChangeArrowheads="1" noChangeShapeType="1" noTextEdit="1"/>
                      </p:cNvSpPr>
                      <p:nvPr/>
                    </p:nvSpPr>
                    <p:spPr>
                      <a:xfrm>
                        <a:off x="7162009" y="961415"/>
                        <a:ext cx="2065614" cy="246221"/>
                      </a:xfrm>
                      <a:prstGeom prst="rect">
                        <a:avLst/>
                      </a:prstGeom>
                      <a:blipFill>
                        <a:blip r:embed="rId4"/>
                        <a:stretch>
                          <a:fillRect t="-2500" b="-10000"/>
                        </a:stretch>
                      </a:blipFill>
                    </p:spPr>
                    <p:txBody>
                      <a:bodyPr/>
                      <a:lstStyle/>
                      <a:p>
                        <a:r>
                          <a:rPr lang="zh-CN" altLang="en-US">
                            <a:noFill/>
                          </a:rPr>
                          <a:t> </a:t>
                        </a:r>
                      </a:p>
                    </p:txBody>
                  </p:sp>
                </mc:Fallback>
              </mc:AlternateContent>
              <p:sp>
                <p:nvSpPr>
                  <p:cNvPr id="32" name="矩形 327">
                    <a:extLst>
                      <a:ext uri="{FF2B5EF4-FFF2-40B4-BE49-F238E27FC236}">
                        <a16:creationId xmlns:a16="http://schemas.microsoft.com/office/drawing/2014/main" id="{E2D46EB9-9A35-712A-AB5E-8F81D51EA2EA}"/>
                      </a:ext>
                    </a:extLst>
                  </p:cNvPr>
                  <p:cNvSpPr/>
                  <p:nvPr/>
                </p:nvSpPr>
                <p:spPr>
                  <a:xfrm>
                    <a:off x="7259505" y="2157143"/>
                    <a:ext cx="347767" cy="186841"/>
                  </a:xfrm>
                  <a:prstGeom prst="rect">
                    <a:avLst/>
                  </a:prstGeom>
                  <a:solidFill>
                    <a:schemeClr val="accent4">
                      <a:lumMod val="60000"/>
                      <a:lumOff val="4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33" name="矩形 328">
                    <a:extLst>
                      <a:ext uri="{FF2B5EF4-FFF2-40B4-BE49-F238E27FC236}">
                        <a16:creationId xmlns:a16="http://schemas.microsoft.com/office/drawing/2014/main" id="{AA3FDA19-DFC5-DD29-3A0E-A16469AD980C}"/>
                      </a:ext>
                    </a:extLst>
                  </p:cNvPr>
                  <p:cNvSpPr/>
                  <p:nvPr/>
                </p:nvSpPr>
                <p:spPr>
                  <a:xfrm>
                    <a:off x="7642613" y="2159796"/>
                    <a:ext cx="347767" cy="186841"/>
                  </a:xfrm>
                  <a:prstGeom prst="rect">
                    <a:avLst/>
                  </a:prstGeom>
                  <a:solidFill>
                    <a:schemeClr val="accent4">
                      <a:lumMod val="60000"/>
                      <a:lumOff val="4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34" name="矩形 329">
                    <a:extLst>
                      <a:ext uri="{FF2B5EF4-FFF2-40B4-BE49-F238E27FC236}">
                        <a16:creationId xmlns:a16="http://schemas.microsoft.com/office/drawing/2014/main" id="{F7338D14-7554-ABC3-3D6B-BCD268743418}"/>
                      </a:ext>
                    </a:extLst>
                  </p:cNvPr>
                  <p:cNvSpPr/>
                  <p:nvPr/>
                </p:nvSpPr>
                <p:spPr>
                  <a:xfrm>
                    <a:off x="8044510" y="2160352"/>
                    <a:ext cx="347767" cy="186841"/>
                  </a:xfrm>
                  <a:prstGeom prst="rect">
                    <a:avLst/>
                  </a:prstGeom>
                  <a:solidFill>
                    <a:schemeClr val="accent4">
                      <a:lumMod val="60000"/>
                      <a:lumOff val="4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35" name="矩形 330">
                    <a:extLst>
                      <a:ext uri="{FF2B5EF4-FFF2-40B4-BE49-F238E27FC236}">
                        <a16:creationId xmlns:a16="http://schemas.microsoft.com/office/drawing/2014/main" id="{AFE778BF-6AD4-3B89-0046-F645D3BF4BD9}"/>
                      </a:ext>
                    </a:extLst>
                  </p:cNvPr>
                  <p:cNvSpPr/>
                  <p:nvPr/>
                </p:nvSpPr>
                <p:spPr>
                  <a:xfrm>
                    <a:off x="8799965" y="2157143"/>
                    <a:ext cx="347767" cy="186841"/>
                  </a:xfrm>
                  <a:prstGeom prst="rect">
                    <a:avLst/>
                  </a:prstGeom>
                  <a:solidFill>
                    <a:schemeClr val="accent4">
                      <a:lumMod val="60000"/>
                      <a:lumOff val="4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mc:AlternateContent xmlns:mc="http://schemas.openxmlformats.org/markup-compatibility/2006" xmlns:a14="http://schemas.microsoft.com/office/drawing/2010/main">
                <mc:Choice Requires="a14">
                  <p:sp>
                    <p:nvSpPr>
                      <p:cNvPr id="36" name="文本框 331">
                        <a:extLst>
                          <a:ext uri="{FF2B5EF4-FFF2-40B4-BE49-F238E27FC236}">
                            <a16:creationId xmlns:a16="http://schemas.microsoft.com/office/drawing/2014/main" id="{DB472717-61D9-A5FD-7932-5B9A3D67969E}"/>
                          </a:ext>
                        </a:extLst>
                      </p:cNvPr>
                      <p:cNvSpPr txBox="1"/>
                      <p:nvPr/>
                    </p:nvSpPr>
                    <p:spPr>
                      <a:xfrm>
                        <a:off x="7184292" y="2121132"/>
                        <a:ext cx="2065614" cy="261290"/>
                      </a:xfrm>
                      <a:prstGeom prst="rect">
                        <a:avLst/>
                      </a:prstGeom>
                      <a:noFill/>
                    </p:spPr>
                    <p:txBody>
                      <a:bodyPr wrap="square" rtlCol="0">
                        <a:spAutoFit/>
                      </a:bodyPr>
                      <a:lstStyle/>
                      <a:p>
                        <a14:m>
                          <m:oMath xmlns:m="http://schemas.openxmlformats.org/officeDocument/2006/math">
                            <m:sSub>
                              <m:sSubPr>
                                <m:ctrlPr>
                                  <a:rPr lang="en-US" altLang="zh-CN" sz="1000" i="1" smtClean="0">
                                    <a:latin typeface="Cambria Math" panose="02040503050406030204" pitchFamily="18" charset="0"/>
                                  </a:rPr>
                                </m:ctrlPr>
                              </m:sSubPr>
                              <m:e>
                                <m:r>
                                  <a:rPr lang="en-US" altLang="zh-CN" sz="1000" b="0" i="1" smtClean="0">
                                    <a:latin typeface="Cambria Math" panose="02040503050406030204" pitchFamily="18" charset="0"/>
                                  </a:rPr>
                                  <m:t>𝐸</m:t>
                                </m:r>
                              </m:e>
                              <m:sub>
                                <m:r>
                                  <a:rPr lang="en-US" altLang="zh-CN" sz="1000" b="0" i="1" smtClean="0">
                                    <a:latin typeface="Cambria Math" panose="02040503050406030204" pitchFamily="18" charset="0"/>
                                  </a:rPr>
                                  <m:t>[</m:t>
                                </m:r>
                                <m:r>
                                  <a:rPr lang="en-US" altLang="zh-CN" sz="1000" b="0" i="1" smtClean="0">
                                    <a:latin typeface="Cambria Math" panose="02040503050406030204" pitchFamily="18" charset="0"/>
                                  </a:rPr>
                                  <m:t>𝐶𝐿𝑆</m:t>
                                </m:r>
                                <m:r>
                                  <a:rPr lang="en-US" altLang="zh-CN" sz="1000" b="0" i="1" smtClean="0">
                                    <a:latin typeface="Cambria Math" panose="02040503050406030204" pitchFamily="18" charset="0"/>
                                  </a:rPr>
                                  <m:t>]</m:t>
                                </m:r>
                              </m:sub>
                            </m:sSub>
                          </m:oMath>
                        </a14:m>
                        <a:r>
                          <a:rPr lang="en-US" altLang="zh-CN" sz="1000" dirty="0"/>
                          <a:t>     </a:t>
                        </a:r>
                        <a14:m>
                          <m:oMath xmlns:m="http://schemas.openxmlformats.org/officeDocument/2006/math">
                            <m:sSub>
                              <m:sSubPr>
                                <m:ctrlPr>
                                  <a:rPr lang="en-US" altLang="zh-CN" sz="1000" i="1" smtClean="0">
                                    <a:latin typeface="Cambria Math" panose="02040503050406030204" pitchFamily="18" charset="0"/>
                                  </a:rPr>
                                </m:ctrlPr>
                              </m:sSubPr>
                              <m:e>
                                <m:r>
                                  <a:rPr lang="en-US" altLang="zh-CN" sz="1000" b="0" i="1" smtClean="0">
                                    <a:latin typeface="Cambria Math" panose="02040503050406030204" pitchFamily="18" charset="0"/>
                                  </a:rPr>
                                  <m:t>𝐸</m:t>
                                </m:r>
                              </m:e>
                              <m:sub>
                                <m:r>
                                  <a:rPr lang="en-US" altLang="zh-CN" sz="1000" b="0" i="1" smtClean="0">
                                    <a:latin typeface="Cambria Math" panose="02040503050406030204" pitchFamily="18" charset="0"/>
                                  </a:rPr>
                                  <m:t>1</m:t>
                                </m:r>
                              </m:sub>
                            </m:sSub>
                          </m:oMath>
                        </a14:m>
                        <a:r>
                          <a:rPr lang="zh-CN" altLang="en-US" sz="1000" dirty="0"/>
                          <a:t>        </a:t>
                        </a:r>
                        <a14:m>
                          <m:oMath xmlns:m="http://schemas.openxmlformats.org/officeDocument/2006/math">
                            <m:sSub>
                              <m:sSubPr>
                                <m:ctrlPr>
                                  <a:rPr lang="en-US" altLang="zh-CN" sz="1000" i="1">
                                    <a:latin typeface="Cambria Math" panose="02040503050406030204" pitchFamily="18" charset="0"/>
                                  </a:rPr>
                                </m:ctrlPr>
                              </m:sSubPr>
                              <m:e>
                                <m:r>
                                  <a:rPr lang="en-US" altLang="zh-CN" sz="1000" b="0" i="1" smtClean="0">
                                    <a:latin typeface="Cambria Math" panose="02040503050406030204" pitchFamily="18" charset="0"/>
                                  </a:rPr>
                                  <m:t>𝐸</m:t>
                                </m:r>
                              </m:e>
                              <m:sub>
                                <m:r>
                                  <a:rPr lang="en-US" altLang="zh-CN" sz="1000" b="0" i="1" smtClean="0">
                                    <a:latin typeface="Cambria Math" panose="02040503050406030204" pitchFamily="18" charset="0"/>
                                  </a:rPr>
                                  <m:t>2</m:t>
                                </m:r>
                              </m:sub>
                            </m:sSub>
                          </m:oMath>
                        </a14:m>
                        <a:r>
                          <a:rPr lang="en-US" altLang="zh-CN" sz="1000" dirty="0"/>
                          <a:t> </a:t>
                        </a:r>
                        <a14:m>
                          <m:oMath xmlns:m="http://schemas.openxmlformats.org/officeDocument/2006/math">
                            <m:sSub>
                              <m:sSubPr>
                                <m:ctrlPr>
                                  <a:rPr lang="en-US" altLang="zh-CN" sz="1000" i="1">
                                    <a:latin typeface="Cambria Math" panose="02040503050406030204" pitchFamily="18" charset="0"/>
                                  </a:rPr>
                                </m:ctrlPr>
                              </m:sSubPr>
                              <m:e>
                                <m:r>
                                  <a:rPr lang="en-US" altLang="zh-CN" sz="1000" b="0" i="1" smtClean="0">
                                    <a:latin typeface="Cambria Math" panose="02040503050406030204" pitchFamily="18" charset="0"/>
                                  </a:rPr>
                                  <m:t>       …         </m:t>
                                </m:r>
                                <m:r>
                                  <a:rPr lang="en-US" altLang="zh-CN" sz="1000" b="0" i="1" smtClean="0">
                                    <a:latin typeface="Cambria Math" panose="02040503050406030204" pitchFamily="18" charset="0"/>
                                  </a:rPr>
                                  <m:t>𝐸</m:t>
                                </m:r>
                              </m:e>
                              <m:sub>
                                <m:r>
                                  <a:rPr lang="en-US" altLang="zh-CN" sz="1000" b="0" i="1" smtClean="0">
                                    <a:latin typeface="Cambria Math" panose="02040503050406030204" pitchFamily="18" charset="0"/>
                                  </a:rPr>
                                  <m:t>𝑁</m:t>
                                </m:r>
                              </m:sub>
                            </m:sSub>
                          </m:oMath>
                        </a14:m>
                        <a:endParaRPr lang="zh-CN" altLang="en-US" sz="1000" dirty="0"/>
                      </a:p>
                    </p:txBody>
                  </p:sp>
                </mc:Choice>
                <mc:Fallback xmlns="">
                  <p:sp>
                    <p:nvSpPr>
                      <p:cNvPr id="332" name="文本框 331">
                        <a:extLst>
                          <a:ext uri="{FF2B5EF4-FFF2-40B4-BE49-F238E27FC236}">
                            <a16:creationId xmlns:a16="http://schemas.microsoft.com/office/drawing/2014/main" id="{3062E8C6-5D96-4B86-A5D8-9D4A4BF48A61}"/>
                          </a:ext>
                        </a:extLst>
                      </p:cNvPr>
                      <p:cNvSpPr txBox="1">
                        <a:spLocks noRot="1" noChangeAspect="1" noMove="1" noResize="1" noEditPoints="1" noAdjustHandles="1" noChangeArrowheads="1" noChangeShapeType="1" noTextEdit="1"/>
                      </p:cNvSpPr>
                      <p:nvPr/>
                    </p:nvSpPr>
                    <p:spPr>
                      <a:xfrm>
                        <a:off x="7184292" y="2121132"/>
                        <a:ext cx="2065614" cy="261290"/>
                      </a:xfrm>
                      <a:prstGeom prst="rect">
                        <a:avLst/>
                      </a:prstGeom>
                      <a:blipFill>
                        <a:blip r:embed="rId5"/>
                        <a:stretch>
                          <a:fillRect/>
                        </a:stretch>
                      </a:blipFill>
                    </p:spPr>
                    <p:txBody>
                      <a:bodyPr/>
                      <a:lstStyle/>
                      <a:p>
                        <a:r>
                          <a:rPr lang="zh-CN" altLang="en-US">
                            <a:noFill/>
                          </a:rPr>
                          <a:t> </a:t>
                        </a:r>
                      </a:p>
                    </p:txBody>
                  </p:sp>
                </mc:Fallback>
              </mc:AlternateContent>
            </p:grpSp>
            <p:grpSp>
              <p:nvGrpSpPr>
                <p:cNvPr id="13" name="组合 307">
                  <a:extLst>
                    <a:ext uri="{FF2B5EF4-FFF2-40B4-BE49-F238E27FC236}">
                      <a16:creationId xmlns:a16="http://schemas.microsoft.com/office/drawing/2014/main" id="{B344A87C-46DC-75E0-886A-2CBF6FEE9DFA}"/>
                    </a:ext>
                  </a:extLst>
                </p:cNvPr>
                <p:cNvGrpSpPr/>
                <p:nvPr/>
              </p:nvGrpSpPr>
              <p:grpSpPr>
                <a:xfrm>
                  <a:off x="7174066" y="2515785"/>
                  <a:ext cx="2065614" cy="246221"/>
                  <a:chOff x="7174066" y="2515785"/>
                  <a:chExt cx="2065614" cy="246221"/>
                </a:xfrm>
              </p:grpSpPr>
              <p:sp>
                <p:nvSpPr>
                  <p:cNvPr id="21" name="矩形: 剪去顶角 316">
                    <a:extLst>
                      <a:ext uri="{FF2B5EF4-FFF2-40B4-BE49-F238E27FC236}">
                        <a16:creationId xmlns:a16="http://schemas.microsoft.com/office/drawing/2014/main" id="{B17EBEB5-94D7-D9FC-BF47-188898B9BE22}"/>
                      </a:ext>
                    </a:extLst>
                  </p:cNvPr>
                  <p:cNvSpPr/>
                  <p:nvPr/>
                </p:nvSpPr>
                <p:spPr>
                  <a:xfrm>
                    <a:off x="7259505" y="2527963"/>
                    <a:ext cx="339425" cy="206683"/>
                  </a:xfrm>
                  <a:prstGeom prst="snip2SameRect">
                    <a:avLst/>
                  </a:prstGeom>
                  <a:solidFill>
                    <a:schemeClr val="accent2">
                      <a:lumMod val="60000"/>
                      <a:lumOff val="4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2" name="矩形: 剪去顶角 317">
                    <a:extLst>
                      <a:ext uri="{FF2B5EF4-FFF2-40B4-BE49-F238E27FC236}">
                        <a16:creationId xmlns:a16="http://schemas.microsoft.com/office/drawing/2014/main" id="{00ACD5CB-F242-2315-DE29-6792E0371727}"/>
                      </a:ext>
                    </a:extLst>
                  </p:cNvPr>
                  <p:cNvSpPr/>
                  <p:nvPr/>
                </p:nvSpPr>
                <p:spPr>
                  <a:xfrm>
                    <a:off x="7652389" y="2527963"/>
                    <a:ext cx="339425" cy="206683"/>
                  </a:xfrm>
                  <a:prstGeom prst="snip2SameRect">
                    <a:avLst/>
                  </a:prstGeom>
                  <a:solidFill>
                    <a:schemeClr val="accent2">
                      <a:lumMod val="60000"/>
                      <a:lumOff val="4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23" name="矩形: 剪去顶角 318">
                    <a:extLst>
                      <a:ext uri="{FF2B5EF4-FFF2-40B4-BE49-F238E27FC236}">
                        <a16:creationId xmlns:a16="http://schemas.microsoft.com/office/drawing/2014/main" id="{C26DF150-EFA2-3E94-A1C3-5C5462C98509}"/>
                      </a:ext>
                    </a:extLst>
                  </p:cNvPr>
                  <p:cNvSpPr/>
                  <p:nvPr/>
                </p:nvSpPr>
                <p:spPr>
                  <a:xfrm>
                    <a:off x="8037161" y="2527963"/>
                    <a:ext cx="339425" cy="206683"/>
                  </a:xfrm>
                  <a:prstGeom prst="snip2SameRect">
                    <a:avLst/>
                  </a:prstGeom>
                  <a:solidFill>
                    <a:schemeClr val="accent2">
                      <a:lumMod val="60000"/>
                      <a:lumOff val="4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4" name="矩形: 剪去顶角 319">
                    <a:extLst>
                      <a:ext uri="{FF2B5EF4-FFF2-40B4-BE49-F238E27FC236}">
                        <a16:creationId xmlns:a16="http://schemas.microsoft.com/office/drawing/2014/main" id="{5782C54B-DCC3-CCC9-6A8E-A8CD1B8DD283}"/>
                      </a:ext>
                    </a:extLst>
                  </p:cNvPr>
                  <p:cNvSpPr/>
                  <p:nvPr/>
                </p:nvSpPr>
                <p:spPr>
                  <a:xfrm>
                    <a:off x="8806667" y="2523073"/>
                    <a:ext cx="339425" cy="206683"/>
                  </a:xfrm>
                  <a:prstGeom prst="snip2SameRect">
                    <a:avLst/>
                  </a:prstGeom>
                  <a:solidFill>
                    <a:schemeClr val="accent2">
                      <a:lumMod val="60000"/>
                      <a:lumOff val="4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5" name="文本框 320">
                    <a:extLst>
                      <a:ext uri="{FF2B5EF4-FFF2-40B4-BE49-F238E27FC236}">
                        <a16:creationId xmlns:a16="http://schemas.microsoft.com/office/drawing/2014/main" id="{26FDBC4D-B5F0-721D-9BD7-F7813BD3EE32}"/>
                      </a:ext>
                    </a:extLst>
                  </p:cNvPr>
                  <p:cNvSpPr txBox="1"/>
                  <p:nvPr/>
                </p:nvSpPr>
                <p:spPr>
                  <a:xfrm>
                    <a:off x="7174066" y="2515785"/>
                    <a:ext cx="2065614" cy="246221"/>
                  </a:xfrm>
                  <a:prstGeom prst="rect">
                    <a:avLst/>
                  </a:prstGeom>
                  <a:noFill/>
                </p:spPr>
                <p:txBody>
                  <a:bodyPr wrap="square" rtlCol="0">
                    <a:spAutoFit/>
                  </a:bodyPr>
                  <a:lstStyle/>
                  <a:p>
                    <a:r>
                      <a:rPr lang="en-US" altLang="zh-CN" sz="1000" dirty="0"/>
                      <a:t>[CLS]   Tok1</a:t>
                    </a:r>
                    <a:r>
                      <a:rPr lang="zh-CN" altLang="en-US" sz="1000" dirty="0"/>
                      <a:t>   </a:t>
                    </a:r>
                    <a:r>
                      <a:rPr lang="en-US" altLang="zh-CN" sz="1000" dirty="0"/>
                      <a:t>Tok2     …     </a:t>
                    </a:r>
                    <a:r>
                      <a:rPr lang="en-US" altLang="zh-CN" sz="1000" dirty="0" err="1"/>
                      <a:t>TokN</a:t>
                    </a:r>
                    <a:endParaRPr lang="zh-CN" altLang="en-US" sz="1000" dirty="0"/>
                  </a:p>
                </p:txBody>
              </p:sp>
            </p:grpSp>
            <p:sp>
              <p:nvSpPr>
                <p:cNvPr id="14" name="箭头: 上 308">
                  <a:extLst>
                    <a:ext uri="{FF2B5EF4-FFF2-40B4-BE49-F238E27FC236}">
                      <a16:creationId xmlns:a16="http://schemas.microsoft.com/office/drawing/2014/main" id="{3D225FA0-E579-89CD-F3DE-C367460BAB9C}"/>
                    </a:ext>
                  </a:extLst>
                </p:cNvPr>
                <p:cNvSpPr/>
                <p:nvPr/>
              </p:nvSpPr>
              <p:spPr>
                <a:xfrm>
                  <a:off x="7367827" y="2382422"/>
                  <a:ext cx="131569" cy="114797"/>
                </a:xfrm>
                <a:prstGeom prst="upArrow">
                  <a:avLst/>
                </a:prstGeom>
                <a:solidFill>
                  <a:schemeClr val="bg2"/>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5" name="箭头: 上 309">
                  <a:extLst>
                    <a:ext uri="{FF2B5EF4-FFF2-40B4-BE49-F238E27FC236}">
                      <a16:creationId xmlns:a16="http://schemas.microsoft.com/office/drawing/2014/main" id="{8273A312-D4E2-C364-E749-ED8CF2E74A5E}"/>
                    </a:ext>
                  </a:extLst>
                </p:cNvPr>
                <p:cNvSpPr/>
                <p:nvPr/>
              </p:nvSpPr>
              <p:spPr>
                <a:xfrm>
                  <a:off x="7754889" y="2382421"/>
                  <a:ext cx="131569" cy="114797"/>
                </a:xfrm>
                <a:prstGeom prst="upArrow">
                  <a:avLst/>
                </a:prstGeom>
                <a:solidFill>
                  <a:schemeClr val="bg2"/>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6" name="箭头: 上 310">
                  <a:extLst>
                    <a:ext uri="{FF2B5EF4-FFF2-40B4-BE49-F238E27FC236}">
                      <a16:creationId xmlns:a16="http://schemas.microsoft.com/office/drawing/2014/main" id="{CF60ABD8-51CF-1D16-895E-95C19A22B30A}"/>
                    </a:ext>
                  </a:extLst>
                </p:cNvPr>
                <p:cNvSpPr/>
                <p:nvPr/>
              </p:nvSpPr>
              <p:spPr>
                <a:xfrm>
                  <a:off x="8141951" y="2392001"/>
                  <a:ext cx="131569" cy="114797"/>
                </a:xfrm>
                <a:prstGeom prst="upArrow">
                  <a:avLst/>
                </a:prstGeom>
                <a:solidFill>
                  <a:schemeClr val="bg2"/>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7" name="箭头: 上 311">
                  <a:extLst>
                    <a:ext uri="{FF2B5EF4-FFF2-40B4-BE49-F238E27FC236}">
                      <a16:creationId xmlns:a16="http://schemas.microsoft.com/office/drawing/2014/main" id="{8AAF8B44-68B5-448E-41FC-9D244BB76ACF}"/>
                    </a:ext>
                  </a:extLst>
                </p:cNvPr>
                <p:cNvSpPr/>
                <p:nvPr/>
              </p:nvSpPr>
              <p:spPr>
                <a:xfrm>
                  <a:off x="8917931" y="2384617"/>
                  <a:ext cx="131569" cy="114797"/>
                </a:xfrm>
                <a:prstGeom prst="upArrow">
                  <a:avLst/>
                </a:prstGeom>
                <a:solidFill>
                  <a:schemeClr val="bg2"/>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18" name="连接符: 肘形 312">
                  <a:extLst>
                    <a:ext uri="{FF2B5EF4-FFF2-40B4-BE49-F238E27FC236}">
                      <a16:creationId xmlns:a16="http://schemas.microsoft.com/office/drawing/2014/main" id="{BAC540F7-1651-0526-FD21-56E37406697C}"/>
                    </a:ext>
                  </a:extLst>
                </p:cNvPr>
                <p:cNvCxnSpPr>
                  <a:stCxn id="22" idx="1"/>
                  <a:endCxn id="10" idx="0"/>
                </p:cNvCxnSpPr>
                <p:nvPr/>
              </p:nvCxnSpPr>
              <p:spPr>
                <a:xfrm rot="16200000" flipH="1">
                  <a:off x="7971074" y="2585674"/>
                  <a:ext cx="258960" cy="556904"/>
                </a:xfrm>
                <a:prstGeom prst="bentConnector3">
                  <a:avLst/>
                </a:prstGeom>
              </p:spPr>
              <p:style>
                <a:lnRef idx="1">
                  <a:schemeClr val="dk1"/>
                </a:lnRef>
                <a:fillRef idx="0">
                  <a:schemeClr val="dk1"/>
                </a:fillRef>
                <a:effectRef idx="0">
                  <a:schemeClr val="dk1"/>
                </a:effectRef>
                <a:fontRef idx="minor">
                  <a:schemeClr val="tx1"/>
                </a:fontRef>
              </p:style>
            </p:cxnSp>
            <p:cxnSp>
              <p:nvCxnSpPr>
                <p:cNvPr id="19" name="连接符: 肘形 313">
                  <a:extLst>
                    <a:ext uri="{FF2B5EF4-FFF2-40B4-BE49-F238E27FC236}">
                      <a16:creationId xmlns:a16="http://schemas.microsoft.com/office/drawing/2014/main" id="{3938AF0C-47E3-28F3-8EB0-72CB8D5E2DC8}"/>
                    </a:ext>
                  </a:extLst>
                </p:cNvPr>
                <p:cNvCxnSpPr>
                  <a:stCxn id="24" idx="1"/>
                  <a:endCxn id="10" idx="0"/>
                </p:cNvCxnSpPr>
                <p:nvPr/>
              </p:nvCxnSpPr>
              <p:spPr>
                <a:xfrm rot="5400000">
                  <a:off x="8545768" y="2562994"/>
                  <a:ext cx="263850" cy="597374"/>
                </a:xfrm>
                <a:prstGeom prst="bentConnector3">
                  <a:avLst>
                    <a:gd name="adj1" fmla="val 52493"/>
                  </a:avLst>
                </a:prstGeom>
              </p:spPr>
              <p:style>
                <a:lnRef idx="1">
                  <a:schemeClr val="dk1"/>
                </a:lnRef>
                <a:fillRef idx="0">
                  <a:schemeClr val="dk1"/>
                </a:fillRef>
                <a:effectRef idx="0">
                  <a:schemeClr val="dk1"/>
                </a:effectRef>
                <a:fontRef idx="minor">
                  <a:schemeClr val="tx1"/>
                </a:fontRef>
              </p:style>
            </p:cxnSp>
            <p:sp>
              <p:nvSpPr>
                <p:cNvPr id="20" name="文本框 315">
                  <a:extLst>
                    <a:ext uri="{FF2B5EF4-FFF2-40B4-BE49-F238E27FC236}">
                      <a16:creationId xmlns:a16="http://schemas.microsoft.com/office/drawing/2014/main" id="{C762779C-6606-78FB-6B5E-0EB3552145B5}"/>
                    </a:ext>
                  </a:extLst>
                </p:cNvPr>
                <p:cNvSpPr txBox="1"/>
                <p:nvPr/>
              </p:nvSpPr>
              <p:spPr>
                <a:xfrm>
                  <a:off x="7587963" y="617757"/>
                  <a:ext cx="1614290" cy="246221"/>
                </a:xfrm>
                <a:prstGeom prst="rect">
                  <a:avLst/>
                </a:prstGeom>
                <a:noFill/>
              </p:spPr>
              <p:txBody>
                <a:bodyPr wrap="square" rtlCol="0">
                  <a:spAutoFit/>
                </a:bodyPr>
                <a:lstStyle/>
                <a:p>
                  <a:r>
                    <a:rPr lang="en-US" altLang="zh-CN" sz="1000" dirty="0"/>
                    <a:t>  O   B-PER     …        O</a:t>
                  </a:r>
                  <a:endParaRPr lang="zh-CN" altLang="en-US" sz="1000" dirty="0"/>
                </a:p>
              </p:txBody>
            </p:sp>
          </p:grpSp>
        </p:grpSp>
        <p:sp>
          <p:nvSpPr>
            <p:cNvPr id="6" name="箭头: 上 379">
              <a:extLst>
                <a:ext uri="{FF2B5EF4-FFF2-40B4-BE49-F238E27FC236}">
                  <a16:creationId xmlns:a16="http://schemas.microsoft.com/office/drawing/2014/main" id="{998805A0-3914-3EDF-A79F-21C6C0034D69}"/>
                </a:ext>
              </a:extLst>
            </p:cNvPr>
            <p:cNvSpPr/>
            <p:nvPr/>
          </p:nvSpPr>
          <p:spPr>
            <a:xfrm>
              <a:off x="10258533" y="4088131"/>
              <a:ext cx="131569" cy="114797"/>
            </a:xfrm>
            <a:prstGeom prst="upArrow">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 name="箭头: 上 380">
              <a:extLst>
                <a:ext uri="{FF2B5EF4-FFF2-40B4-BE49-F238E27FC236}">
                  <a16:creationId xmlns:a16="http://schemas.microsoft.com/office/drawing/2014/main" id="{8E6BE4C4-7F88-177F-9DBF-85F230C52E5E}"/>
                </a:ext>
              </a:extLst>
            </p:cNvPr>
            <p:cNvSpPr/>
            <p:nvPr/>
          </p:nvSpPr>
          <p:spPr>
            <a:xfrm>
              <a:off x="10634246" y="4077078"/>
              <a:ext cx="131569" cy="114797"/>
            </a:xfrm>
            <a:prstGeom prst="upArrow">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 name="箭头: 上 381">
              <a:extLst>
                <a:ext uri="{FF2B5EF4-FFF2-40B4-BE49-F238E27FC236}">
                  <a16:creationId xmlns:a16="http://schemas.microsoft.com/office/drawing/2014/main" id="{EF82DB3A-B9F2-94DD-7131-FFC9A41FA78D}"/>
                </a:ext>
              </a:extLst>
            </p:cNvPr>
            <p:cNvSpPr/>
            <p:nvPr/>
          </p:nvSpPr>
          <p:spPr>
            <a:xfrm>
              <a:off x="11046565" y="4088131"/>
              <a:ext cx="131569" cy="114797"/>
            </a:xfrm>
            <a:prstGeom prst="upArrow">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 name="箭头: 上 382">
              <a:extLst>
                <a:ext uri="{FF2B5EF4-FFF2-40B4-BE49-F238E27FC236}">
                  <a16:creationId xmlns:a16="http://schemas.microsoft.com/office/drawing/2014/main" id="{8E0CFFB1-BD71-5877-72DC-B71BC3A6C27F}"/>
                </a:ext>
              </a:extLst>
            </p:cNvPr>
            <p:cNvSpPr/>
            <p:nvPr/>
          </p:nvSpPr>
          <p:spPr>
            <a:xfrm>
              <a:off x="11427927" y="4068914"/>
              <a:ext cx="131569" cy="114797"/>
            </a:xfrm>
            <a:prstGeom prst="upArrow">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Tree>
    <p:extLst>
      <p:ext uri="{BB962C8B-B14F-4D97-AF65-F5344CB8AC3E}">
        <p14:creationId xmlns:p14="http://schemas.microsoft.com/office/powerpoint/2010/main" val="224683289"/>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3767B7EA-E859-4A88-9EBD-58B530D4E84F}"/>
              </a:ext>
            </a:extLst>
          </p:cNvPr>
          <p:cNvSpPr>
            <a:spLocks noGrp="1"/>
          </p:cNvSpPr>
          <p:nvPr>
            <p:ph type="title"/>
          </p:nvPr>
        </p:nvSpPr>
        <p:spPr/>
        <p:txBody>
          <a:bodyPr/>
          <a:lstStyle/>
          <a:p>
            <a:r>
              <a:rPr lang="en-US" altLang="zh-CN" dirty="0"/>
              <a:t>Transformer</a:t>
            </a:r>
            <a:r>
              <a:rPr lang="zh-CN" altLang="en-US" dirty="0"/>
              <a:t>编码器的序列标注示例：</a:t>
            </a:r>
            <a:r>
              <a:rPr lang="zh-CN" altLang="en-US" dirty="0">
                <a:solidFill>
                  <a:schemeClr val="bg1"/>
                </a:solidFill>
              </a:rPr>
              <a:t>命名实体识别</a:t>
            </a:r>
          </a:p>
        </p:txBody>
      </p:sp>
      <p:sp>
        <p:nvSpPr>
          <p:cNvPr id="3" name="内容占位符 2">
            <a:extLst>
              <a:ext uri="{FF2B5EF4-FFF2-40B4-BE49-F238E27FC236}">
                <a16:creationId xmlns:a16="http://schemas.microsoft.com/office/drawing/2014/main" id="{CF15D0D4-AC9D-459A-9FBB-81F6DC8FE4B0}"/>
              </a:ext>
            </a:extLst>
          </p:cNvPr>
          <p:cNvSpPr>
            <a:spLocks noGrp="1"/>
          </p:cNvSpPr>
          <p:nvPr>
            <p:ph idx="1"/>
          </p:nvPr>
        </p:nvSpPr>
        <p:spPr/>
        <p:txBody>
          <a:bodyPr>
            <a:normAutofit fontScale="85000" lnSpcReduction="20000"/>
          </a:bodyPr>
          <a:lstStyle/>
          <a:p>
            <a:pPr marL="228600" marR="0" lvl="0" indent="-457200" algn="l" defTabSz="914400" rtl="0" eaLnBrk="1" fontAlgn="auto" latinLnBrk="0" hangingPunct="1">
              <a:lnSpc>
                <a:spcPct val="180000"/>
              </a:lnSpc>
              <a:spcBef>
                <a:spcPts val="0"/>
              </a:spcBef>
              <a:spcAft>
                <a:spcPts val="0"/>
              </a:spcAft>
              <a:buClrTx/>
              <a:buSzTx/>
              <a:buFont typeface="Wingdings" panose="05000000000000000000" pitchFamily="2" charset="2"/>
              <a:buChar char="p"/>
              <a:tabLst/>
              <a:defRPr/>
            </a:pPr>
            <a:r>
              <a:rPr kumimoji="0" lang="en-US" altLang="en-US" sz="2400" b="1" i="0" u="none" strike="noStrike" kern="100" cap="none" spc="0" normalizeH="0" baseline="0" noProof="0" dirty="0" err="1">
                <a:ln>
                  <a:noFill/>
                </a:ln>
                <a:solidFill>
                  <a:prstClr val="black"/>
                </a:solidFill>
                <a:effectLst/>
                <a:uLnTx/>
                <a:uFillTx/>
                <a:latin typeface="Arial"/>
                <a:ea typeface="微软雅黑"/>
              </a:rPr>
              <a:t>命名实体识别任务</a:t>
            </a:r>
            <a:r>
              <a:rPr kumimoji="0" lang="zh-CN" altLang="en-US" sz="2400" b="1" i="0" u="none" strike="noStrike" kern="100" cap="none" spc="0" normalizeH="0" baseline="0" noProof="0" dirty="0">
                <a:ln>
                  <a:noFill/>
                </a:ln>
                <a:solidFill>
                  <a:prstClr val="black"/>
                </a:solidFill>
                <a:effectLst/>
                <a:uLnTx/>
                <a:uFillTx/>
                <a:latin typeface="Arial"/>
                <a:ea typeface="微软雅黑"/>
              </a:rPr>
              <a:t>：</a:t>
            </a:r>
            <a:endParaRPr kumimoji="0" lang="en-US" altLang="zh-CN" sz="2400" b="1" i="0" u="none" strike="noStrike" kern="100" cap="none" spc="0" normalizeH="0" baseline="0" noProof="0" dirty="0">
              <a:ln>
                <a:noFill/>
              </a:ln>
              <a:solidFill>
                <a:prstClr val="black"/>
              </a:solidFill>
              <a:effectLst/>
              <a:uLnTx/>
              <a:uFillTx/>
              <a:latin typeface="Arial"/>
              <a:ea typeface="微软雅黑"/>
            </a:endParaRPr>
          </a:p>
          <a:p>
            <a:pPr lvl="2" indent="-457200">
              <a:lnSpc>
                <a:spcPct val="180000"/>
              </a:lnSpc>
              <a:spcBef>
                <a:spcPts val="0"/>
              </a:spcBef>
              <a:buFont typeface="Wingdings" panose="05000000000000000000" pitchFamily="2" charset="2"/>
              <a:buChar char="p"/>
              <a:defRPr/>
            </a:pPr>
            <a:r>
              <a:rPr lang="zh-CN" altLang="en-US" kern="100" dirty="0">
                <a:solidFill>
                  <a:prstClr val="black"/>
                </a:solidFill>
                <a:latin typeface="Arial"/>
                <a:ea typeface="微软雅黑"/>
              </a:rPr>
              <a:t>抽取输入中的命名实体并判断其类别标签（例如人物、地点、</a:t>
            </a:r>
            <a:br>
              <a:rPr lang="en-US" altLang="zh-CN" kern="100" dirty="0">
                <a:solidFill>
                  <a:prstClr val="black"/>
                </a:solidFill>
                <a:latin typeface="Arial"/>
                <a:ea typeface="微软雅黑"/>
              </a:rPr>
            </a:br>
            <a:r>
              <a:rPr lang="zh-CN" altLang="en-US" kern="100" dirty="0">
                <a:solidFill>
                  <a:prstClr val="black"/>
                </a:solidFill>
                <a:latin typeface="Arial"/>
                <a:ea typeface="微软雅黑"/>
              </a:rPr>
              <a:t>组织等）</a:t>
            </a:r>
            <a:endParaRPr lang="en-US" altLang="zh-CN" kern="100" dirty="0">
              <a:solidFill>
                <a:prstClr val="black"/>
              </a:solidFill>
              <a:latin typeface="Arial"/>
              <a:ea typeface="微软雅黑"/>
            </a:endParaRPr>
          </a:p>
          <a:p>
            <a:pPr lvl="2" indent="-457200">
              <a:lnSpc>
                <a:spcPct val="180000"/>
              </a:lnSpc>
              <a:spcBef>
                <a:spcPts val="0"/>
              </a:spcBef>
              <a:buFont typeface="Wingdings" panose="05000000000000000000" pitchFamily="2" charset="2"/>
              <a:buChar char="p"/>
              <a:defRPr/>
            </a:pPr>
            <a:r>
              <a:rPr lang="zh-CN" altLang="en-US" kern="100" dirty="0">
                <a:solidFill>
                  <a:prstClr val="black"/>
                </a:solidFill>
                <a:latin typeface="Arial"/>
                <a:ea typeface="微软雅黑"/>
              </a:rPr>
              <a:t>例子：句子“北京是我国的首都”中，“北京”是“地点”</a:t>
            </a:r>
            <a:endParaRPr lang="en-US" altLang="zh-CN" kern="100" dirty="0">
              <a:solidFill>
                <a:prstClr val="black"/>
              </a:solidFill>
              <a:latin typeface="Arial"/>
              <a:ea typeface="微软雅黑"/>
            </a:endParaRPr>
          </a:p>
          <a:p>
            <a:pPr lvl="1" indent="-457200">
              <a:lnSpc>
                <a:spcPct val="180000"/>
              </a:lnSpc>
              <a:spcBef>
                <a:spcPts val="0"/>
              </a:spcBef>
              <a:buFont typeface="Wingdings" panose="05000000000000000000" pitchFamily="2" charset="2"/>
              <a:buChar char="p"/>
              <a:defRPr/>
            </a:pPr>
            <a:r>
              <a:rPr lang="zh-CN" altLang="en-US" b="1" kern="100" dirty="0">
                <a:solidFill>
                  <a:prstClr val="black"/>
                </a:solidFill>
                <a:latin typeface="Arial"/>
                <a:ea typeface="微软雅黑"/>
              </a:rPr>
              <a:t>命名实体识别是典型的序列标注任务</a:t>
            </a:r>
            <a:endParaRPr lang="en-US" altLang="zh-CN" b="1" kern="100" dirty="0">
              <a:solidFill>
                <a:prstClr val="black"/>
              </a:solidFill>
              <a:latin typeface="Arial"/>
              <a:ea typeface="微软雅黑"/>
            </a:endParaRPr>
          </a:p>
          <a:p>
            <a:pPr lvl="2" indent="-457200">
              <a:lnSpc>
                <a:spcPct val="180000"/>
              </a:lnSpc>
              <a:spcBef>
                <a:spcPts val="0"/>
              </a:spcBef>
              <a:buFont typeface="Wingdings" panose="05000000000000000000" pitchFamily="2" charset="2"/>
              <a:buChar char="p"/>
              <a:defRPr/>
            </a:pPr>
            <a:r>
              <a:rPr lang="zh-CN" altLang="en-US" kern="100" dirty="0">
                <a:solidFill>
                  <a:prstClr val="black"/>
                </a:solidFill>
                <a:latin typeface="Arial"/>
                <a:ea typeface="微软雅黑"/>
              </a:rPr>
              <a:t>给输入中的 </a:t>
            </a:r>
            <a:r>
              <a:rPr lang="en-US" altLang="zh-CN" kern="100" dirty="0">
                <a:solidFill>
                  <a:prstClr val="black"/>
                </a:solidFill>
                <a:latin typeface="Arial"/>
                <a:ea typeface="微软雅黑"/>
              </a:rPr>
              <a:t>token</a:t>
            </a:r>
            <a:r>
              <a:rPr lang="zh-CN" altLang="en-US" kern="100" dirty="0">
                <a:solidFill>
                  <a:prstClr val="black"/>
                </a:solidFill>
                <a:latin typeface="Arial"/>
                <a:ea typeface="微软雅黑"/>
              </a:rPr>
              <a:t> 分配一个标签，表示其是否是实体的一部分</a:t>
            </a:r>
            <a:endParaRPr lang="en-US" altLang="zh-CN" kern="100" dirty="0">
              <a:solidFill>
                <a:prstClr val="black"/>
              </a:solidFill>
              <a:latin typeface="Arial"/>
              <a:ea typeface="微软雅黑"/>
            </a:endParaRPr>
          </a:p>
          <a:p>
            <a:pPr lvl="3" indent="-457200">
              <a:lnSpc>
                <a:spcPct val="180000"/>
              </a:lnSpc>
              <a:spcBef>
                <a:spcPts val="0"/>
              </a:spcBef>
              <a:buFont typeface="Wingdings" panose="05000000000000000000" pitchFamily="2" charset="2"/>
              <a:buChar char="p"/>
              <a:defRPr/>
            </a:pPr>
            <a:r>
              <a:rPr lang="en-US" altLang="zh-CN" kern="100" dirty="0">
                <a:solidFill>
                  <a:prstClr val="black"/>
                </a:solidFill>
                <a:latin typeface="Arial"/>
                <a:ea typeface="微软雅黑"/>
              </a:rPr>
              <a:t>O</a:t>
            </a:r>
            <a:r>
              <a:rPr lang="zh-CN" altLang="en-US" kern="100" dirty="0">
                <a:solidFill>
                  <a:prstClr val="black"/>
                </a:solidFill>
                <a:latin typeface="Arial"/>
                <a:ea typeface="微软雅黑"/>
              </a:rPr>
              <a:t>：不是实体的一部分；</a:t>
            </a:r>
            <a:endParaRPr lang="en-US" altLang="zh-CN" kern="100" dirty="0">
              <a:solidFill>
                <a:prstClr val="black"/>
              </a:solidFill>
              <a:latin typeface="Arial"/>
              <a:ea typeface="微软雅黑"/>
            </a:endParaRPr>
          </a:p>
          <a:p>
            <a:pPr lvl="3" indent="-457200">
              <a:lnSpc>
                <a:spcPct val="180000"/>
              </a:lnSpc>
              <a:spcBef>
                <a:spcPts val="0"/>
              </a:spcBef>
              <a:buFont typeface="Wingdings" panose="05000000000000000000" pitchFamily="2" charset="2"/>
              <a:buChar char="p"/>
              <a:defRPr/>
            </a:pPr>
            <a:r>
              <a:rPr lang="en-US" altLang="zh-CN" kern="100" dirty="0">
                <a:solidFill>
                  <a:prstClr val="black"/>
                </a:solidFill>
                <a:latin typeface="Arial"/>
                <a:ea typeface="微软雅黑"/>
              </a:rPr>
              <a:t>B-[</a:t>
            </a:r>
            <a:r>
              <a:rPr lang="zh-CN" altLang="en-US" kern="100" dirty="0">
                <a:solidFill>
                  <a:prstClr val="black"/>
                </a:solidFill>
                <a:latin typeface="Arial"/>
                <a:ea typeface="微软雅黑"/>
              </a:rPr>
              <a:t>类别</a:t>
            </a:r>
            <a:r>
              <a:rPr lang="en-US" altLang="zh-CN" kern="100" dirty="0">
                <a:solidFill>
                  <a:prstClr val="black"/>
                </a:solidFill>
                <a:latin typeface="Arial"/>
                <a:ea typeface="微软雅黑"/>
              </a:rPr>
              <a:t>]</a:t>
            </a:r>
            <a:r>
              <a:rPr lang="zh-CN" altLang="en-US" kern="100" dirty="0">
                <a:solidFill>
                  <a:prstClr val="black"/>
                </a:solidFill>
                <a:latin typeface="Arial"/>
                <a:ea typeface="微软雅黑"/>
              </a:rPr>
              <a:t>：是某个类别实体的开始词（例如“</a:t>
            </a:r>
            <a:r>
              <a:rPr lang="en-US" altLang="zh-CN" kern="100" dirty="0">
                <a:solidFill>
                  <a:prstClr val="black"/>
                </a:solidFill>
                <a:latin typeface="Arial"/>
                <a:ea typeface="微软雅黑"/>
              </a:rPr>
              <a:t>B-</a:t>
            </a:r>
            <a:r>
              <a:rPr lang="zh-CN" altLang="en-US" kern="100" dirty="0">
                <a:solidFill>
                  <a:prstClr val="black"/>
                </a:solidFill>
                <a:latin typeface="Arial"/>
                <a:ea typeface="微软雅黑"/>
              </a:rPr>
              <a:t>地点”）</a:t>
            </a:r>
            <a:endParaRPr lang="en-US" altLang="zh-CN" kern="100" dirty="0">
              <a:solidFill>
                <a:prstClr val="black"/>
              </a:solidFill>
              <a:latin typeface="Arial"/>
              <a:ea typeface="微软雅黑"/>
            </a:endParaRPr>
          </a:p>
          <a:p>
            <a:pPr lvl="3" indent="-457200">
              <a:lnSpc>
                <a:spcPct val="180000"/>
              </a:lnSpc>
              <a:spcBef>
                <a:spcPts val="0"/>
              </a:spcBef>
              <a:buFont typeface="Wingdings" panose="05000000000000000000" pitchFamily="2" charset="2"/>
              <a:buChar char="p"/>
              <a:defRPr/>
            </a:pPr>
            <a:r>
              <a:rPr lang="en-US" altLang="zh-CN" kern="100" dirty="0">
                <a:solidFill>
                  <a:prstClr val="black"/>
                </a:solidFill>
                <a:latin typeface="Arial"/>
                <a:ea typeface="微软雅黑"/>
              </a:rPr>
              <a:t>I-[</a:t>
            </a:r>
            <a:r>
              <a:rPr lang="zh-CN" altLang="en-US" kern="100" dirty="0">
                <a:solidFill>
                  <a:prstClr val="black"/>
                </a:solidFill>
                <a:latin typeface="Arial"/>
                <a:ea typeface="微软雅黑"/>
              </a:rPr>
              <a:t>类别</a:t>
            </a:r>
            <a:r>
              <a:rPr lang="en-US" altLang="zh-CN" kern="100" dirty="0">
                <a:solidFill>
                  <a:prstClr val="black"/>
                </a:solidFill>
                <a:latin typeface="Arial"/>
                <a:ea typeface="微软雅黑"/>
              </a:rPr>
              <a:t>]</a:t>
            </a:r>
            <a:r>
              <a:rPr lang="zh-CN" altLang="en-US" kern="100" dirty="0">
                <a:solidFill>
                  <a:prstClr val="black"/>
                </a:solidFill>
                <a:latin typeface="Arial"/>
                <a:ea typeface="微软雅黑"/>
              </a:rPr>
              <a:t>：是某个类别实体的非开始词（例如“</a:t>
            </a:r>
            <a:r>
              <a:rPr lang="en-US" altLang="zh-CN" kern="100" dirty="0">
                <a:solidFill>
                  <a:prstClr val="black"/>
                </a:solidFill>
                <a:latin typeface="Arial"/>
                <a:ea typeface="微软雅黑"/>
              </a:rPr>
              <a:t>I-</a:t>
            </a:r>
            <a:r>
              <a:rPr lang="zh-CN" altLang="en-US" kern="100" dirty="0">
                <a:solidFill>
                  <a:prstClr val="black"/>
                </a:solidFill>
                <a:latin typeface="Arial"/>
                <a:ea typeface="微软雅黑"/>
              </a:rPr>
              <a:t>地点”）</a:t>
            </a:r>
            <a:endParaRPr lang="en-US" altLang="zh-CN" kern="100" dirty="0">
              <a:solidFill>
                <a:prstClr val="black"/>
              </a:solidFill>
              <a:latin typeface="Arial"/>
              <a:ea typeface="微软雅黑"/>
            </a:endParaRPr>
          </a:p>
          <a:p>
            <a:pPr lvl="2" indent="-457200">
              <a:lnSpc>
                <a:spcPct val="180000"/>
              </a:lnSpc>
              <a:spcBef>
                <a:spcPts val="0"/>
              </a:spcBef>
              <a:buFont typeface="Wingdings" panose="05000000000000000000" pitchFamily="2" charset="2"/>
              <a:buChar char="p"/>
              <a:defRPr/>
            </a:pPr>
            <a:r>
              <a:rPr lang="zh-CN" altLang="en-US" kern="100" dirty="0">
                <a:solidFill>
                  <a:prstClr val="black"/>
                </a:solidFill>
                <a:latin typeface="Arial"/>
                <a:ea typeface="微软雅黑"/>
              </a:rPr>
              <a:t>例如： “北京是我国的首都”中，“北”、“京”的标签依次是“</a:t>
            </a:r>
            <a:r>
              <a:rPr lang="en-US" altLang="zh-CN" kern="100" dirty="0">
                <a:solidFill>
                  <a:prstClr val="black"/>
                </a:solidFill>
                <a:latin typeface="Arial"/>
                <a:ea typeface="微软雅黑"/>
              </a:rPr>
              <a:t>B-</a:t>
            </a:r>
            <a:r>
              <a:rPr lang="zh-CN" altLang="en-US" kern="100" dirty="0">
                <a:solidFill>
                  <a:prstClr val="black"/>
                </a:solidFill>
                <a:latin typeface="Arial"/>
                <a:ea typeface="微软雅黑"/>
              </a:rPr>
              <a:t>地点”、“</a:t>
            </a:r>
            <a:r>
              <a:rPr lang="en-US" altLang="zh-CN" kern="100" dirty="0">
                <a:solidFill>
                  <a:prstClr val="black"/>
                </a:solidFill>
                <a:latin typeface="Arial"/>
                <a:ea typeface="微软雅黑"/>
              </a:rPr>
              <a:t>I-</a:t>
            </a:r>
            <a:r>
              <a:rPr lang="zh-CN" altLang="en-US" kern="100" dirty="0">
                <a:solidFill>
                  <a:prstClr val="black"/>
                </a:solidFill>
                <a:latin typeface="Arial"/>
                <a:ea typeface="微软雅黑"/>
              </a:rPr>
              <a:t>地点”，其他字的标签为“</a:t>
            </a:r>
            <a:r>
              <a:rPr lang="en-US" altLang="zh-CN" kern="100" dirty="0">
                <a:solidFill>
                  <a:prstClr val="black"/>
                </a:solidFill>
                <a:latin typeface="Arial"/>
                <a:ea typeface="微软雅黑"/>
              </a:rPr>
              <a:t>O</a:t>
            </a:r>
            <a:r>
              <a:rPr lang="zh-CN" altLang="en-US" kern="100" dirty="0">
                <a:solidFill>
                  <a:prstClr val="black"/>
                </a:solidFill>
                <a:latin typeface="Arial"/>
                <a:ea typeface="微软雅黑"/>
              </a:rPr>
              <a:t>”</a:t>
            </a:r>
            <a:endParaRPr lang="en-US" altLang="zh-CN" kern="100" dirty="0">
              <a:solidFill>
                <a:prstClr val="black"/>
              </a:solidFill>
              <a:latin typeface="Arial"/>
              <a:ea typeface="微软雅黑"/>
            </a:endParaRPr>
          </a:p>
          <a:p>
            <a:pPr lvl="1" indent="-457200">
              <a:lnSpc>
                <a:spcPct val="180000"/>
              </a:lnSpc>
              <a:spcBef>
                <a:spcPts val="0"/>
              </a:spcBef>
              <a:buFont typeface="Wingdings" panose="05000000000000000000" pitchFamily="2" charset="2"/>
              <a:buChar char="p"/>
              <a:defRPr/>
            </a:pPr>
            <a:r>
              <a:rPr lang="zh-CN" altLang="en-US" b="1" kern="100" dirty="0">
                <a:solidFill>
                  <a:prstClr val="black"/>
                </a:solidFill>
                <a:latin typeface="Arial"/>
                <a:ea typeface="微软雅黑"/>
              </a:rPr>
              <a:t>右图展示编码器用于实体识别的过程</a:t>
            </a:r>
            <a:endParaRPr lang="en-US" altLang="zh-CN" b="1" kern="100" dirty="0">
              <a:solidFill>
                <a:prstClr val="black"/>
              </a:solidFill>
              <a:latin typeface="Arial"/>
              <a:ea typeface="微软雅黑"/>
            </a:endParaRPr>
          </a:p>
          <a:p>
            <a:pPr lvl="3" indent="-457200">
              <a:lnSpc>
                <a:spcPct val="180000"/>
              </a:lnSpc>
              <a:spcBef>
                <a:spcPts val="0"/>
              </a:spcBef>
              <a:buFont typeface="Wingdings" panose="05000000000000000000" pitchFamily="2" charset="2"/>
              <a:buChar char="p"/>
              <a:defRPr/>
            </a:pPr>
            <a:endParaRPr lang="zh-CN" altLang="en-US" dirty="0"/>
          </a:p>
        </p:txBody>
      </p:sp>
      <p:grpSp>
        <p:nvGrpSpPr>
          <p:cNvPr id="4" name="Group 3">
            <a:extLst>
              <a:ext uri="{FF2B5EF4-FFF2-40B4-BE49-F238E27FC236}">
                <a16:creationId xmlns:a16="http://schemas.microsoft.com/office/drawing/2014/main" id="{CC5F74DE-0A11-D0A4-80C9-3EBDFEDEF0FD}"/>
              </a:ext>
            </a:extLst>
          </p:cNvPr>
          <p:cNvGrpSpPr/>
          <p:nvPr/>
        </p:nvGrpSpPr>
        <p:grpSpPr>
          <a:xfrm>
            <a:off x="8271865" y="987972"/>
            <a:ext cx="3995083" cy="3786711"/>
            <a:chOff x="9659785" y="3865753"/>
            <a:chExt cx="2179319" cy="2288667"/>
          </a:xfrm>
        </p:grpSpPr>
        <p:grpSp>
          <p:nvGrpSpPr>
            <p:cNvPr id="11" name="组合 305">
              <a:extLst>
                <a:ext uri="{FF2B5EF4-FFF2-40B4-BE49-F238E27FC236}">
                  <a16:creationId xmlns:a16="http://schemas.microsoft.com/office/drawing/2014/main" id="{19F905AB-8ABC-D036-2730-D09AFD95618A}"/>
                </a:ext>
              </a:extLst>
            </p:cNvPr>
            <p:cNvGrpSpPr/>
            <p:nvPr/>
          </p:nvGrpSpPr>
          <p:grpSpPr>
            <a:xfrm>
              <a:off x="9659785" y="3865753"/>
              <a:ext cx="2179319" cy="2288667"/>
              <a:chOff x="7168711" y="617757"/>
              <a:chExt cx="2179319" cy="2288667"/>
            </a:xfrm>
          </p:grpSpPr>
          <p:grpSp>
            <p:nvGrpSpPr>
              <p:cNvPr id="12" name="组合 306">
                <a:extLst>
                  <a:ext uri="{FF2B5EF4-FFF2-40B4-BE49-F238E27FC236}">
                    <a16:creationId xmlns:a16="http://schemas.microsoft.com/office/drawing/2014/main" id="{7007948C-3F3A-D5F7-EDE6-ECCA2EF488EE}"/>
                  </a:ext>
                </a:extLst>
              </p:cNvPr>
              <p:cNvGrpSpPr/>
              <p:nvPr/>
            </p:nvGrpSpPr>
            <p:grpSpPr>
              <a:xfrm>
                <a:off x="7168711" y="953790"/>
                <a:ext cx="2179319" cy="1420938"/>
                <a:chOff x="7168711" y="953790"/>
                <a:chExt cx="2179319" cy="1420938"/>
              </a:xfrm>
            </p:grpSpPr>
            <p:grpSp>
              <p:nvGrpSpPr>
                <p:cNvPr id="26" name="组合 321">
                  <a:extLst>
                    <a:ext uri="{FF2B5EF4-FFF2-40B4-BE49-F238E27FC236}">
                      <a16:creationId xmlns:a16="http://schemas.microsoft.com/office/drawing/2014/main" id="{BEB6236B-86AF-F59B-12DF-A298AC509A56}"/>
                    </a:ext>
                  </a:extLst>
                </p:cNvPr>
                <p:cNvGrpSpPr/>
                <p:nvPr/>
              </p:nvGrpSpPr>
              <p:grpSpPr>
                <a:xfrm>
                  <a:off x="7168711" y="953790"/>
                  <a:ext cx="2065623" cy="1420938"/>
                  <a:chOff x="3576540" y="611793"/>
                  <a:chExt cx="2065623" cy="1420938"/>
                </a:xfrm>
              </p:grpSpPr>
              <p:grpSp>
                <p:nvGrpSpPr>
                  <p:cNvPr id="37" name="组合 332">
                    <a:extLst>
                      <a:ext uri="{FF2B5EF4-FFF2-40B4-BE49-F238E27FC236}">
                        <a16:creationId xmlns:a16="http://schemas.microsoft.com/office/drawing/2014/main" id="{C197BFE7-5443-AA1C-27A6-706068DA8D9B}"/>
                      </a:ext>
                    </a:extLst>
                  </p:cNvPr>
                  <p:cNvGrpSpPr/>
                  <p:nvPr/>
                </p:nvGrpSpPr>
                <p:grpSpPr>
                  <a:xfrm rot="16200000">
                    <a:off x="4055349" y="381413"/>
                    <a:ext cx="1099088" cy="1875117"/>
                    <a:chOff x="10048489" y="4615656"/>
                    <a:chExt cx="1099088" cy="1329779"/>
                  </a:xfrm>
                </p:grpSpPr>
                <p:sp>
                  <p:nvSpPr>
                    <p:cNvPr id="39" name="Oval 4">
                      <a:extLst>
                        <a:ext uri="{FF2B5EF4-FFF2-40B4-BE49-F238E27FC236}">
                          <a16:creationId xmlns:a16="http://schemas.microsoft.com/office/drawing/2014/main" id="{88819BF1-7FA4-1E50-E956-F1FE7CD0CA82}"/>
                        </a:ext>
                      </a:extLst>
                    </p:cNvPr>
                    <p:cNvSpPr/>
                    <p:nvPr/>
                  </p:nvSpPr>
                  <p:spPr>
                    <a:xfrm>
                      <a:off x="10171777" y="4620065"/>
                      <a:ext cx="227334" cy="227334"/>
                    </a:xfrm>
                    <a:prstGeom prst="ellipse">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4000">
                        <a:latin typeface="Calibri" panose="020F0502020204030204" pitchFamily="34" charset="0"/>
                        <a:cs typeface="Calibri" panose="020F0502020204030204" pitchFamily="34" charset="0"/>
                      </a:endParaRPr>
                    </a:p>
                  </p:txBody>
                </p:sp>
                <p:sp>
                  <p:nvSpPr>
                    <p:cNvPr id="40" name="Oval 5">
                      <a:extLst>
                        <a:ext uri="{FF2B5EF4-FFF2-40B4-BE49-F238E27FC236}">
                          <a16:creationId xmlns:a16="http://schemas.microsoft.com/office/drawing/2014/main" id="{F6F506D3-061A-8E3D-3FEC-4981B4C3416B}"/>
                        </a:ext>
                      </a:extLst>
                    </p:cNvPr>
                    <p:cNvSpPr/>
                    <p:nvPr/>
                  </p:nvSpPr>
                  <p:spPr>
                    <a:xfrm>
                      <a:off x="10172085" y="4894574"/>
                      <a:ext cx="227334" cy="227334"/>
                    </a:xfrm>
                    <a:prstGeom prst="ellipse">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4000">
                        <a:latin typeface="Calibri" panose="020F0502020204030204" pitchFamily="34" charset="0"/>
                        <a:cs typeface="Calibri" panose="020F0502020204030204" pitchFamily="34" charset="0"/>
                      </a:endParaRPr>
                    </a:p>
                  </p:txBody>
                </p:sp>
                <p:sp>
                  <p:nvSpPr>
                    <p:cNvPr id="41" name="Oval 6">
                      <a:extLst>
                        <a:ext uri="{FF2B5EF4-FFF2-40B4-BE49-F238E27FC236}">
                          <a16:creationId xmlns:a16="http://schemas.microsoft.com/office/drawing/2014/main" id="{E203673E-3DEE-4495-F140-94E2D8CB704D}"/>
                        </a:ext>
                      </a:extLst>
                    </p:cNvPr>
                    <p:cNvSpPr/>
                    <p:nvPr/>
                  </p:nvSpPr>
                  <p:spPr>
                    <a:xfrm>
                      <a:off x="10172393" y="5169083"/>
                      <a:ext cx="227334" cy="227334"/>
                    </a:xfrm>
                    <a:prstGeom prst="ellipse">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4000">
                        <a:latin typeface="Calibri" panose="020F0502020204030204" pitchFamily="34" charset="0"/>
                        <a:cs typeface="Calibri" panose="020F0502020204030204" pitchFamily="34" charset="0"/>
                      </a:endParaRPr>
                    </a:p>
                  </p:txBody>
                </p:sp>
                <p:sp>
                  <p:nvSpPr>
                    <p:cNvPr id="42" name="Oval 7">
                      <a:extLst>
                        <a:ext uri="{FF2B5EF4-FFF2-40B4-BE49-F238E27FC236}">
                          <a16:creationId xmlns:a16="http://schemas.microsoft.com/office/drawing/2014/main" id="{439AC910-C2D2-78FF-DEBA-CB95ED5A01B3}"/>
                        </a:ext>
                      </a:extLst>
                    </p:cNvPr>
                    <p:cNvSpPr/>
                    <p:nvPr/>
                  </p:nvSpPr>
                  <p:spPr>
                    <a:xfrm>
                      <a:off x="10171777" y="5443592"/>
                      <a:ext cx="227334" cy="227334"/>
                    </a:xfrm>
                    <a:prstGeom prst="ellipse">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4000">
                        <a:latin typeface="Calibri" panose="020F0502020204030204" pitchFamily="34" charset="0"/>
                        <a:cs typeface="Calibri" panose="020F0502020204030204" pitchFamily="34" charset="0"/>
                      </a:endParaRPr>
                    </a:p>
                  </p:txBody>
                </p:sp>
                <p:sp>
                  <p:nvSpPr>
                    <p:cNvPr id="43" name="Oval 8">
                      <a:extLst>
                        <a:ext uri="{FF2B5EF4-FFF2-40B4-BE49-F238E27FC236}">
                          <a16:creationId xmlns:a16="http://schemas.microsoft.com/office/drawing/2014/main" id="{17D0E766-7391-7933-49F9-BE0EA9F4A772}"/>
                        </a:ext>
                      </a:extLst>
                    </p:cNvPr>
                    <p:cNvSpPr/>
                    <p:nvPr/>
                  </p:nvSpPr>
                  <p:spPr>
                    <a:xfrm>
                      <a:off x="10167947" y="5718101"/>
                      <a:ext cx="227334" cy="227334"/>
                    </a:xfrm>
                    <a:prstGeom prst="ellipse">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4000">
                        <a:latin typeface="Calibri" panose="020F0502020204030204" pitchFamily="34" charset="0"/>
                        <a:cs typeface="Calibri" panose="020F0502020204030204" pitchFamily="34" charset="0"/>
                      </a:endParaRPr>
                    </a:p>
                  </p:txBody>
                </p:sp>
                <p:sp>
                  <p:nvSpPr>
                    <p:cNvPr id="44" name="Oval 9">
                      <a:extLst>
                        <a:ext uri="{FF2B5EF4-FFF2-40B4-BE49-F238E27FC236}">
                          <a16:creationId xmlns:a16="http://schemas.microsoft.com/office/drawing/2014/main" id="{F94E8CD9-A038-93F1-34CC-FE8C97AAF4B1}"/>
                        </a:ext>
                      </a:extLst>
                    </p:cNvPr>
                    <p:cNvSpPr/>
                    <p:nvPr/>
                  </p:nvSpPr>
                  <p:spPr>
                    <a:xfrm>
                      <a:off x="10806756" y="5164836"/>
                      <a:ext cx="227334" cy="227334"/>
                    </a:xfrm>
                    <a:prstGeom prst="ellipse">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4000">
                        <a:latin typeface="Calibri" panose="020F0502020204030204" pitchFamily="34" charset="0"/>
                        <a:cs typeface="Calibri" panose="020F0502020204030204" pitchFamily="34" charset="0"/>
                      </a:endParaRPr>
                    </a:p>
                  </p:txBody>
                </p:sp>
                <p:sp>
                  <p:nvSpPr>
                    <p:cNvPr id="45" name="Oval 10">
                      <a:extLst>
                        <a:ext uri="{FF2B5EF4-FFF2-40B4-BE49-F238E27FC236}">
                          <a16:creationId xmlns:a16="http://schemas.microsoft.com/office/drawing/2014/main" id="{C3F67F13-4979-2CE5-9025-69D56C3F3419}"/>
                        </a:ext>
                      </a:extLst>
                    </p:cNvPr>
                    <p:cNvSpPr/>
                    <p:nvPr/>
                  </p:nvSpPr>
                  <p:spPr>
                    <a:xfrm>
                      <a:off x="10807064" y="5439426"/>
                      <a:ext cx="227334" cy="227334"/>
                    </a:xfrm>
                    <a:prstGeom prst="ellipse">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4000">
                        <a:latin typeface="Calibri" panose="020F0502020204030204" pitchFamily="34" charset="0"/>
                        <a:cs typeface="Calibri" panose="020F0502020204030204" pitchFamily="34" charset="0"/>
                      </a:endParaRPr>
                    </a:p>
                  </p:txBody>
                </p:sp>
                <p:sp>
                  <p:nvSpPr>
                    <p:cNvPr id="46" name="Oval 11">
                      <a:extLst>
                        <a:ext uri="{FF2B5EF4-FFF2-40B4-BE49-F238E27FC236}">
                          <a16:creationId xmlns:a16="http://schemas.microsoft.com/office/drawing/2014/main" id="{6EBBD67A-FE30-CEB5-1F34-C2F70ABDDA53}"/>
                        </a:ext>
                      </a:extLst>
                    </p:cNvPr>
                    <p:cNvSpPr/>
                    <p:nvPr/>
                  </p:nvSpPr>
                  <p:spPr>
                    <a:xfrm>
                      <a:off x="10807372" y="5714019"/>
                      <a:ext cx="227334" cy="227334"/>
                    </a:xfrm>
                    <a:prstGeom prst="ellipse">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4000" dirty="0">
                        <a:latin typeface="Calibri" panose="020F0502020204030204" pitchFamily="34" charset="0"/>
                        <a:cs typeface="Calibri" panose="020F0502020204030204" pitchFamily="34" charset="0"/>
                      </a:endParaRPr>
                    </a:p>
                  </p:txBody>
                </p:sp>
                <p:cxnSp>
                  <p:nvCxnSpPr>
                    <p:cNvPr id="47" name="Straight Connector 12">
                      <a:extLst>
                        <a:ext uri="{FF2B5EF4-FFF2-40B4-BE49-F238E27FC236}">
                          <a16:creationId xmlns:a16="http://schemas.microsoft.com/office/drawing/2014/main" id="{108F3DDC-EDF1-207C-FB76-0DB2E905B978}"/>
                        </a:ext>
                      </a:extLst>
                    </p:cNvPr>
                    <p:cNvCxnSpPr>
                      <a:cxnSpLocks/>
                      <a:stCxn id="39" idx="6"/>
                      <a:endCxn id="44" idx="2"/>
                    </p:cNvCxnSpPr>
                    <p:nvPr/>
                  </p:nvCxnSpPr>
                  <p:spPr>
                    <a:xfrm>
                      <a:off x="10399111" y="4733732"/>
                      <a:ext cx="407645" cy="544771"/>
                    </a:xfrm>
                    <a:prstGeom prst="line">
                      <a:avLst/>
                    </a:prstGeom>
                    <a:ln w="12700">
                      <a:solidFill>
                        <a:schemeClr val="tx1"/>
                      </a:solidFill>
                    </a:ln>
                  </p:spPr>
                  <p:style>
                    <a:lnRef idx="2">
                      <a:schemeClr val="accent1"/>
                    </a:lnRef>
                    <a:fillRef idx="0">
                      <a:schemeClr val="accent1"/>
                    </a:fillRef>
                    <a:effectRef idx="1">
                      <a:schemeClr val="accent1"/>
                    </a:effectRef>
                    <a:fontRef idx="minor">
                      <a:schemeClr val="tx1"/>
                    </a:fontRef>
                  </p:style>
                </p:cxnSp>
                <p:cxnSp>
                  <p:nvCxnSpPr>
                    <p:cNvPr id="48" name="Straight Connector 13">
                      <a:extLst>
                        <a:ext uri="{FF2B5EF4-FFF2-40B4-BE49-F238E27FC236}">
                          <a16:creationId xmlns:a16="http://schemas.microsoft.com/office/drawing/2014/main" id="{3F88399D-A973-EDC4-31DF-1483E31A8B04}"/>
                        </a:ext>
                      </a:extLst>
                    </p:cNvPr>
                    <p:cNvCxnSpPr>
                      <a:cxnSpLocks/>
                      <a:stCxn id="39" idx="6"/>
                      <a:endCxn id="45" idx="2"/>
                    </p:cNvCxnSpPr>
                    <p:nvPr/>
                  </p:nvCxnSpPr>
                  <p:spPr>
                    <a:xfrm>
                      <a:off x="10399111" y="4733732"/>
                      <a:ext cx="407953" cy="819361"/>
                    </a:xfrm>
                    <a:prstGeom prst="line">
                      <a:avLst/>
                    </a:prstGeom>
                    <a:ln w="12700">
                      <a:solidFill>
                        <a:schemeClr val="tx1"/>
                      </a:solidFill>
                    </a:ln>
                  </p:spPr>
                  <p:style>
                    <a:lnRef idx="2">
                      <a:schemeClr val="accent1"/>
                    </a:lnRef>
                    <a:fillRef idx="0">
                      <a:schemeClr val="accent1"/>
                    </a:fillRef>
                    <a:effectRef idx="1">
                      <a:schemeClr val="accent1"/>
                    </a:effectRef>
                    <a:fontRef idx="minor">
                      <a:schemeClr val="tx1"/>
                    </a:fontRef>
                  </p:style>
                </p:cxnSp>
                <p:cxnSp>
                  <p:nvCxnSpPr>
                    <p:cNvPr id="49" name="Straight Connector 14">
                      <a:extLst>
                        <a:ext uri="{FF2B5EF4-FFF2-40B4-BE49-F238E27FC236}">
                          <a16:creationId xmlns:a16="http://schemas.microsoft.com/office/drawing/2014/main" id="{C2BC8122-F161-CEB8-07E9-C3AFD6ED9AD2}"/>
                        </a:ext>
                      </a:extLst>
                    </p:cNvPr>
                    <p:cNvCxnSpPr>
                      <a:cxnSpLocks/>
                      <a:stCxn id="39" idx="6"/>
                      <a:endCxn id="46" idx="2"/>
                    </p:cNvCxnSpPr>
                    <p:nvPr/>
                  </p:nvCxnSpPr>
                  <p:spPr>
                    <a:xfrm>
                      <a:off x="10399111" y="4733732"/>
                      <a:ext cx="408261" cy="1093952"/>
                    </a:xfrm>
                    <a:prstGeom prst="line">
                      <a:avLst/>
                    </a:prstGeom>
                    <a:ln w="12700">
                      <a:solidFill>
                        <a:schemeClr val="tx1"/>
                      </a:solidFill>
                    </a:ln>
                  </p:spPr>
                  <p:style>
                    <a:lnRef idx="2">
                      <a:schemeClr val="accent1"/>
                    </a:lnRef>
                    <a:fillRef idx="0">
                      <a:schemeClr val="accent1"/>
                    </a:fillRef>
                    <a:effectRef idx="1">
                      <a:schemeClr val="accent1"/>
                    </a:effectRef>
                    <a:fontRef idx="minor">
                      <a:schemeClr val="tx1"/>
                    </a:fontRef>
                  </p:style>
                </p:cxnSp>
                <p:cxnSp>
                  <p:nvCxnSpPr>
                    <p:cNvPr id="50" name="Straight Connector 15">
                      <a:extLst>
                        <a:ext uri="{FF2B5EF4-FFF2-40B4-BE49-F238E27FC236}">
                          <a16:creationId xmlns:a16="http://schemas.microsoft.com/office/drawing/2014/main" id="{1AF65A98-A994-61A2-B374-F0D4F09CD2F5}"/>
                        </a:ext>
                      </a:extLst>
                    </p:cNvPr>
                    <p:cNvCxnSpPr>
                      <a:cxnSpLocks/>
                      <a:stCxn id="40" idx="6"/>
                      <a:endCxn id="44" idx="2"/>
                    </p:cNvCxnSpPr>
                    <p:nvPr/>
                  </p:nvCxnSpPr>
                  <p:spPr>
                    <a:xfrm>
                      <a:off x="10399419" y="5008241"/>
                      <a:ext cx="407337" cy="270262"/>
                    </a:xfrm>
                    <a:prstGeom prst="line">
                      <a:avLst/>
                    </a:prstGeom>
                    <a:ln w="12700">
                      <a:solidFill>
                        <a:schemeClr val="tx1"/>
                      </a:solidFill>
                    </a:ln>
                  </p:spPr>
                  <p:style>
                    <a:lnRef idx="2">
                      <a:schemeClr val="accent1"/>
                    </a:lnRef>
                    <a:fillRef idx="0">
                      <a:schemeClr val="accent1"/>
                    </a:fillRef>
                    <a:effectRef idx="1">
                      <a:schemeClr val="accent1"/>
                    </a:effectRef>
                    <a:fontRef idx="minor">
                      <a:schemeClr val="tx1"/>
                    </a:fontRef>
                  </p:style>
                </p:cxnSp>
                <p:cxnSp>
                  <p:nvCxnSpPr>
                    <p:cNvPr id="51" name="Straight Connector 16">
                      <a:extLst>
                        <a:ext uri="{FF2B5EF4-FFF2-40B4-BE49-F238E27FC236}">
                          <a16:creationId xmlns:a16="http://schemas.microsoft.com/office/drawing/2014/main" id="{54401366-3A9B-697C-12E4-EE5C2A2E0CB7}"/>
                        </a:ext>
                      </a:extLst>
                    </p:cNvPr>
                    <p:cNvCxnSpPr>
                      <a:cxnSpLocks/>
                      <a:stCxn id="41" idx="6"/>
                      <a:endCxn id="44" idx="2"/>
                    </p:cNvCxnSpPr>
                    <p:nvPr/>
                  </p:nvCxnSpPr>
                  <p:spPr>
                    <a:xfrm flipV="1">
                      <a:off x="10399727" y="5278503"/>
                      <a:ext cx="407029" cy="4247"/>
                    </a:xfrm>
                    <a:prstGeom prst="line">
                      <a:avLst/>
                    </a:prstGeom>
                    <a:ln w="12700">
                      <a:solidFill>
                        <a:schemeClr val="tx1"/>
                      </a:solidFill>
                    </a:ln>
                  </p:spPr>
                  <p:style>
                    <a:lnRef idx="2">
                      <a:schemeClr val="accent1"/>
                    </a:lnRef>
                    <a:fillRef idx="0">
                      <a:schemeClr val="accent1"/>
                    </a:fillRef>
                    <a:effectRef idx="1">
                      <a:schemeClr val="accent1"/>
                    </a:effectRef>
                    <a:fontRef idx="minor">
                      <a:schemeClr val="tx1"/>
                    </a:fontRef>
                  </p:style>
                </p:cxnSp>
                <p:cxnSp>
                  <p:nvCxnSpPr>
                    <p:cNvPr id="52" name="Straight Connector 17">
                      <a:extLst>
                        <a:ext uri="{FF2B5EF4-FFF2-40B4-BE49-F238E27FC236}">
                          <a16:creationId xmlns:a16="http://schemas.microsoft.com/office/drawing/2014/main" id="{00229F79-F074-489A-FC30-BC25575D3B1C}"/>
                        </a:ext>
                      </a:extLst>
                    </p:cNvPr>
                    <p:cNvCxnSpPr>
                      <a:cxnSpLocks/>
                      <a:stCxn id="42" idx="6"/>
                      <a:endCxn id="44" idx="2"/>
                    </p:cNvCxnSpPr>
                    <p:nvPr/>
                  </p:nvCxnSpPr>
                  <p:spPr>
                    <a:xfrm flipV="1">
                      <a:off x="10399111" y="5278503"/>
                      <a:ext cx="407645" cy="278756"/>
                    </a:xfrm>
                    <a:prstGeom prst="line">
                      <a:avLst/>
                    </a:prstGeom>
                    <a:ln w="12700">
                      <a:solidFill>
                        <a:schemeClr val="tx1"/>
                      </a:solidFill>
                    </a:ln>
                  </p:spPr>
                  <p:style>
                    <a:lnRef idx="2">
                      <a:schemeClr val="accent1"/>
                    </a:lnRef>
                    <a:fillRef idx="0">
                      <a:schemeClr val="accent1"/>
                    </a:fillRef>
                    <a:effectRef idx="1">
                      <a:schemeClr val="accent1"/>
                    </a:effectRef>
                    <a:fontRef idx="minor">
                      <a:schemeClr val="tx1"/>
                    </a:fontRef>
                  </p:style>
                </p:cxnSp>
                <p:cxnSp>
                  <p:nvCxnSpPr>
                    <p:cNvPr id="53" name="Straight Connector 18">
                      <a:extLst>
                        <a:ext uri="{FF2B5EF4-FFF2-40B4-BE49-F238E27FC236}">
                          <a16:creationId xmlns:a16="http://schemas.microsoft.com/office/drawing/2014/main" id="{6A3B2DC4-7DC7-93F8-B350-A5F958CA556C}"/>
                        </a:ext>
                      </a:extLst>
                    </p:cNvPr>
                    <p:cNvCxnSpPr>
                      <a:cxnSpLocks/>
                      <a:stCxn id="40" idx="6"/>
                      <a:endCxn id="45" idx="2"/>
                    </p:cNvCxnSpPr>
                    <p:nvPr/>
                  </p:nvCxnSpPr>
                  <p:spPr>
                    <a:xfrm>
                      <a:off x="10399419" y="5008241"/>
                      <a:ext cx="407645" cy="544852"/>
                    </a:xfrm>
                    <a:prstGeom prst="line">
                      <a:avLst/>
                    </a:prstGeom>
                    <a:ln w="12700">
                      <a:solidFill>
                        <a:schemeClr val="tx1"/>
                      </a:solidFill>
                    </a:ln>
                  </p:spPr>
                  <p:style>
                    <a:lnRef idx="2">
                      <a:schemeClr val="accent1"/>
                    </a:lnRef>
                    <a:fillRef idx="0">
                      <a:schemeClr val="accent1"/>
                    </a:fillRef>
                    <a:effectRef idx="1">
                      <a:schemeClr val="accent1"/>
                    </a:effectRef>
                    <a:fontRef idx="minor">
                      <a:schemeClr val="tx1"/>
                    </a:fontRef>
                  </p:style>
                </p:cxnSp>
                <p:cxnSp>
                  <p:nvCxnSpPr>
                    <p:cNvPr id="54" name="Straight Connector 19">
                      <a:extLst>
                        <a:ext uri="{FF2B5EF4-FFF2-40B4-BE49-F238E27FC236}">
                          <a16:creationId xmlns:a16="http://schemas.microsoft.com/office/drawing/2014/main" id="{87EF733B-E8D3-F24C-BEEA-7AA2A38C15CA}"/>
                        </a:ext>
                      </a:extLst>
                    </p:cNvPr>
                    <p:cNvCxnSpPr>
                      <a:cxnSpLocks/>
                      <a:stCxn id="40" idx="6"/>
                    </p:cNvCxnSpPr>
                    <p:nvPr/>
                  </p:nvCxnSpPr>
                  <p:spPr>
                    <a:xfrm>
                      <a:off x="10399419" y="5008241"/>
                      <a:ext cx="407953" cy="819443"/>
                    </a:xfrm>
                    <a:prstGeom prst="line">
                      <a:avLst/>
                    </a:prstGeom>
                    <a:ln w="12700">
                      <a:solidFill>
                        <a:schemeClr val="tx1"/>
                      </a:solidFill>
                    </a:ln>
                  </p:spPr>
                  <p:style>
                    <a:lnRef idx="2">
                      <a:schemeClr val="accent1"/>
                    </a:lnRef>
                    <a:fillRef idx="0">
                      <a:schemeClr val="accent1"/>
                    </a:fillRef>
                    <a:effectRef idx="1">
                      <a:schemeClr val="accent1"/>
                    </a:effectRef>
                    <a:fontRef idx="minor">
                      <a:schemeClr val="tx1"/>
                    </a:fontRef>
                  </p:style>
                </p:cxnSp>
                <p:cxnSp>
                  <p:nvCxnSpPr>
                    <p:cNvPr id="55" name="Straight Connector 20">
                      <a:extLst>
                        <a:ext uri="{FF2B5EF4-FFF2-40B4-BE49-F238E27FC236}">
                          <a16:creationId xmlns:a16="http://schemas.microsoft.com/office/drawing/2014/main" id="{B94EE6E8-3887-E153-1124-98EE4B9E8747}"/>
                        </a:ext>
                      </a:extLst>
                    </p:cNvPr>
                    <p:cNvCxnSpPr>
                      <a:cxnSpLocks/>
                      <a:stCxn id="41" idx="6"/>
                      <a:endCxn id="45" idx="2"/>
                    </p:cNvCxnSpPr>
                    <p:nvPr/>
                  </p:nvCxnSpPr>
                  <p:spPr>
                    <a:xfrm>
                      <a:off x="10399727" y="5282750"/>
                      <a:ext cx="407337" cy="270343"/>
                    </a:xfrm>
                    <a:prstGeom prst="line">
                      <a:avLst/>
                    </a:prstGeom>
                    <a:ln w="12700">
                      <a:solidFill>
                        <a:schemeClr val="tx1"/>
                      </a:solidFill>
                    </a:ln>
                  </p:spPr>
                  <p:style>
                    <a:lnRef idx="2">
                      <a:schemeClr val="accent1"/>
                    </a:lnRef>
                    <a:fillRef idx="0">
                      <a:schemeClr val="accent1"/>
                    </a:fillRef>
                    <a:effectRef idx="1">
                      <a:schemeClr val="accent1"/>
                    </a:effectRef>
                    <a:fontRef idx="minor">
                      <a:schemeClr val="tx1"/>
                    </a:fontRef>
                  </p:style>
                </p:cxnSp>
                <p:cxnSp>
                  <p:nvCxnSpPr>
                    <p:cNvPr id="56" name="Straight Connector 21">
                      <a:extLst>
                        <a:ext uri="{FF2B5EF4-FFF2-40B4-BE49-F238E27FC236}">
                          <a16:creationId xmlns:a16="http://schemas.microsoft.com/office/drawing/2014/main" id="{A87A2AF9-0630-B470-116D-A8FA0C98A38E}"/>
                        </a:ext>
                      </a:extLst>
                    </p:cNvPr>
                    <p:cNvCxnSpPr>
                      <a:cxnSpLocks/>
                      <a:stCxn id="41" idx="6"/>
                    </p:cNvCxnSpPr>
                    <p:nvPr/>
                  </p:nvCxnSpPr>
                  <p:spPr>
                    <a:xfrm>
                      <a:off x="10399727" y="5282750"/>
                      <a:ext cx="407645" cy="544934"/>
                    </a:xfrm>
                    <a:prstGeom prst="line">
                      <a:avLst/>
                    </a:prstGeom>
                    <a:ln w="12700">
                      <a:solidFill>
                        <a:schemeClr val="tx1"/>
                      </a:solidFill>
                    </a:ln>
                  </p:spPr>
                  <p:style>
                    <a:lnRef idx="2">
                      <a:schemeClr val="accent1"/>
                    </a:lnRef>
                    <a:fillRef idx="0">
                      <a:schemeClr val="accent1"/>
                    </a:fillRef>
                    <a:effectRef idx="1">
                      <a:schemeClr val="accent1"/>
                    </a:effectRef>
                    <a:fontRef idx="minor">
                      <a:schemeClr val="tx1"/>
                    </a:fontRef>
                  </p:style>
                </p:cxnSp>
                <p:cxnSp>
                  <p:nvCxnSpPr>
                    <p:cNvPr id="57" name="Straight Connector 22">
                      <a:extLst>
                        <a:ext uri="{FF2B5EF4-FFF2-40B4-BE49-F238E27FC236}">
                          <a16:creationId xmlns:a16="http://schemas.microsoft.com/office/drawing/2014/main" id="{5FFA1319-B62D-BA7B-2590-3DBCFA2BA566}"/>
                        </a:ext>
                      </a:extLst>
                    </p:cNvPr>
                    <p:cNvCxnSpPr>
                      <a:cxnSpLocks/>
                      <a:stCxn id="42" idx="6"/>
                      <a:endCxn id="45" idx="2"/>
                    </p:cNvCxnSpPr>
                    <p:nvPr/>
                  </p:nvCxnSpPr>
                  <p:spPr>
                    <a:xfrm flipV="1">
                      <a:off x="10399111" y="5553093"/>
                      <a:ext cx="407953" cy="4166"/>
                    </a:xfrm>
                    <a:prstGeom prst="line">
                      <a:avLst/>
                    </a:prstGeom>
                    <a:ln w="12700">
                      <a:solidFill>
                        <a:schemeClr val="tx1"/>
                      </a:solidFill>
                    </a:ln>
                  </p:spPr>
                  <p:style>
                    <a:lnRef idx="2">
                      <a:schemeClr val="accent1"/>
                    </a:lnRef>
                    <a:fillRef idx="0">
                      <a:schemeClr val="accent1"/>
                    </a:fillRef>
                    <a:effectRef idx="1">
                      <a:schemeClr val="accent1"/>
                    </a:effectRef>
                    <a:fontRef idx="minor">
                      <a:schemeClr val="tx1"/>
                    </a:fontRef>
                  </p:style>
                </p:cxnSp>
                <p:cxnSp>
                  <p:nvCxnSpPr>
                    <p:cNvPr id="58" name="Straight Connector 23">
                      <a:extLst>
                        <a:ext uri="{FF2B5EF4-FFF2-40B4-BE49-F238E27FC236}">
                          <a16:creationId xmlns:a16="http://schemas.microsoft.com/office/drawing/2014/main" id="{C5F1C230-3C59-1D4D-C451-05D5A9C4D3EE}"/>
                        </a:ext>
                      </a:extLst>
                    </p:cNvPr>
                    <p:cNvCxnSpPr>
                      <a:cxnSpLocks/>
                      <a:stCxn id="42" idx="6"/>
                    </p:cNvCxnSpPr>
                    <p:nvPr/>
                  </p:nvCxnSpPr>
                  <p:spPr>
                    <a:xfrm>
                      <a:off x="10399111" y="5557259"/>
                      <a:ext cx="408261" cy="270425"/>
                    </a:xfrm>
                    <a:prstGeom prst="line">
                      <a:avLst/>
                    </a:prstGeom>
                    <a:ln w="12700">
                      <a:solidFill>
                        <a:schemeClr val="tx1"/>
                      </a:solidFill>
                    </a:ln>
                  </p:spPr>
                  <p:style>
                    <a:lnRef idx="2">
                      <a:schemeClr val="accent1"/>
                    </a:lnRef>
                    <a:fillRef idx="0">
                      <a:schemeClr val="accent1"/>
                    </a:fillRef>
                    <a:effectRef idx="1">
                      <a:schemeClr val="accent1"/>
                    </a:effectRef>
                    <a:fontRef idx="minor">
                      <a:schemeClr val="tx1"/>
                    </a:fontRef>
                  </p:style>
                </p:cxnSp>
                <p:cxnSp>
                  <p:nvCxnSpPr>
                    <p:cNvPr id="59" name="Straight Connector 24">
                      <a:extLst>
                        <a:ext uri="{FF2B5EF4-FFF2-40B4-BE49-F238E27FC236}">
                          <a16:creationId xmlns:a16="http://schemas.microsoft.com/office/drawing/2014/main" id="{6E580334-78E3-B862-475C-5717E4C22395}"/>
                        </a:ext>
                      </a:extLst>
                    </p:cNvPr>
                    <p:cNvCxnSpPr>
                      <a:cxnSpLocks/>
                      <a:endCxn id="44" idx="2"/>
                    </p:cNvCxnSpPr>
                    <p:nvPr/>
                  </p:nvCxnSpPr>
                  <p:spPr>
                    <a:xfrm flipV="1">
                      <a:off x="10395281" y="5278503"/>
                      <a:ext cx="411475" cy="553265"/>
                    </a:xfrm>
                    <a:prstGeom prst="line">
                      <a:avLst/>
                    </a:prstGeom>
                    <a:ln w="12700">
                      <a:solidFill>
                        <a:schemeClr val="tx1"/>
                      </a:solidFill>
                    </a:ln>
                  </p:spPr>
                  <p:style>
                    <a:lnRef idx="2">
                      <a:schemeClr val="accent1"/>
                    </a:lnRef>
                    <a:fillRef idx="0">
                      <a:schemeClr val="accent1"/>
                    </a:fillRef>
                    <a:effectRef idx="1">
                      <a:schemeClr val="accent1"/>
                    </a:effectRef>
                    <a:fontRef idx="minor">
                      <a:schemeClr val="tx1"/>
                    </a:fontRef>
                  </p:style>
                </p:cxnSp>
                <p:cxnSp>
                  <p:nvCxnSpPr>
                    <p:cNvPr id="60" name="Straight Connector 25">
                      <a:extLst>
                        <a:ext uri="{FF2B5EF4-FFF2-40B4-BE49-F238E27FC236}">
                          <a16:creationId xmlns:a16="http://schemas.microsoft.com/office/drawing/2014/main" id="{E0CDE649-288C-5641-BFBE-39B2520F8C84}"/>
                        </a:ext>
                      </a:extLst>
                    </p:cNvPr>
                    <p:cNvCxnSpPr>
                      <a:cxnSpLocks/>
                      <a:endCxn id="45" idx="2"/>
                    </p:cNvCxnSpPr>
                    <p:nvPr/>
                  </p:nvCxnSpPr>
                  <p:spPr>
                    <a:xfrm flipV="1">
                      <a:off x="10395281" y="5553093"/>
                      <a:ext cx="411783" cy="278675"/>
                    </a:xfrm>
                    <a:prstGeom prst="line">
                      <a:avLst/>
                    </a:prstGeom>
                    <a:ln w="12700">
                      <a:solidFill>
                        <a:schemeClr val="tx1"/>
                      </a:solidFill>
                    </a:ln>
                  </p:spPr>
                  <p:style>
                    <a:lnRef idx="2">
                      <a:schemeClr val="accent1"/>
                    </a:lnRef>
                    <a:fillRef idx="0">
                      <a:schemeClr val="accent1"/>
                    </a:fillRef>
                    <a:effectRef idx="1">
                      <a:schemeClr val="accent1"/>
                    </a:effectRef>
                    <a:fontRef idx="minor">
                      <a:schemeClr val="tx1"/>
                    </a:fontRef>
                  </p:style>
                </p:cxnSp>
                <p:cxnSp>
                  <p:nvCxnSpPr>
                    <p:cNvPr id="61" name="Straight Connector 26">
                      <a:extLst>
                        <a:ext uri="{FF2B5EF4-FFF2-40B4-BE49-F238E27FC236}">
                          <a16:creationId xmlns:a16="http://schemas.microsoft.com/office/drawing/2014/main" id="{0D800A0F-FFFA-7513-144B-004C5C474B1B}"/>
                        </a:ext>
                      </a:extLst>
                    </p:cNvPr>
                    <p:cNvCxnSpPr>
                      <a:cxnSpLocks/>
                    </p:cNvCxnSpPr>
                    <p:nvPr/>
                  </p:nvCxnSpPr>
                  <p:spPr>
                    <a:xfrm flipV="1">
                      <a:off x="10395281" y="5827684"/>
                      <a:ext cx="412091" cy="4084"/>
                    </a:xfrm>
                    <a:prstGeom prst="line">
                      <a:avLst/>
                    </a:prstGeom>
                    <a:ln w="12700">
                      <a:solidFill>
                        <a:schemeClr val="tx1"/>
                      </a:solidFill>
                    </a:ln>
                  </p:spPr>
                  <p:style>
                    <a:lnRef idx="2">
                      <a:schemeClr val="accent1"/>
                    </a:lnRef>
                    <a:fillRef idx="0">
                      <a:schemeClr val="accent1"/>
                    </a:fillRef>
                    <a:effectRef idx="1">
                      <a:schemeClr val="accent1"/>
                    </a:effectRef>
                    <a:fontRef idx="minor">
                      <a:schemeClr val="tx1"/>
                    </a:fontRef>
                  </p:style>
                </p:cxnSp>
                <p:sp>
                  <p:nvSpPr>
                    <p:cNvPr id="62" name="Oval 27">
                      <a:extLst>
                        <a:ext uri="{FF2B5EF4-FFF2-40B4-BE49-F238E27FC236}">
                          <a16:creationId xmlns:a16="http://schemas.microsoft.com/office/drawing/2014/main" id="{975FFFF2-2DEA-521F-ADE5-117C73DAD2A5}"/>
                        </a:ext>
                      </a:extLst>
                    </p:cNvPr>
                    <p:cNvSpPr/>
                    <p:nvPr/>
                  </p:nvSpPr>
                  <p:spPr>
                    <a:xfrm>
                      <a:off x="10802113" y="4615656"/>
                      <a:ext cx="227334" cy="227334"/>
                    </a:xfrm>
                    <a:prstGeom prst="ellipse">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4000">
                        <a:latin typeface="Calibri" panose="020F0502020204030204" pitchFamily="34" charset="0"/>
                        <a:cs typeface="Calibri" panose="020F0502020204030204" pitchFamily="34" charset="0"/>
                      </a:endParaRPr>
                    </a:p>
                  </p:txBody>
                </p:sp>
                <p:sp>
                  <p:nvSpPr>
                    <p:cNvPr id="63" name="Oval 28">
                      <a:extLst>
                        <a:ext uri="{FF2B5EF4-FFF2-40B4-BE49-F238E27FC236}">
                          <a16:creationId xmlns:a16="http://schemas.microsoft.com/office/drawing/2014/main" id="{620E6CA6-0D2E-BD24-69C0-DFD899E63EE9}"/>
                        </a:ext>
                      </a:extLst>
                    </p:cNvPr>
                    <p:cNvSpPr/>
                    <p:nvPr/>
                  </p:nvSpPr>
                  <p:spPr>
                    <a:xfrm>
                      <a:off x="10802421" y="4890246"/>
                      <a:ext cx="227334" cy="227334"/>
                    </a:xfrm>
                    <a:prstGeom prst="ellipse">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4000">
                        <a:latin typeface="Calibri" panose="020F0502020204030204" pitchFamily="34" charset="0"/>
                        <a:cs typeface="Calibri" panose="020F0502020204030204" pitchFamily="34" charset="0"/>
                      </a:endParaRPr>
                    </a:p>
                  </p:txBody>
                </p:sp>
                <p:cxnSp>
                  <p:nvCxnSpPr>
                    <p:cNvPr id="64" name="Straight Connector 29">
                      <a:extLst>
                        <a:ext uri="{FF2B5EF4-FFF2-40B4-BE49-F238E27FC236}">
                          <a16:creationId xmlns:a16="http://schemas.microsoft.com/office/drawing/2014/main" id="{3A9A7FAE-E8CC-3CDB-6335-04DC65DF6D7A}"/>
                        </a:ext>
                      </a:extLst>
                    </p:cNvPr>
                    <p:cNvCxnSpPr>
                      <a:cxnSpLocks/>
                      <a:stCxn id="39" idx="6"/>
                      <a:endCxn id="62" idx="2"/>
                    </p:cNvCxnSpPr>
                    <p:nvPr/>
                  </p:nvCxnSpPr>
                  <p:spPr>
                    <a:xfrm flipV="1">
                      <a:off x="10399111" y="4729323"/>
                      <a:ext cx="403002" cy="4409"/>
                    </a:xfrm>
                    <a:prstGeom prst="line">
                      <a:avLst/>
                    </a:prstGeom>
                    <a:ln w="12700">
                      <a:solidFill>
                        <a:schemeClr val="tx1"/>
                      </a:solidFill>
                    </a:ln>
                  </p:spPr>
                  <p:style>
                    <a:lnRef idx="2">
                      <a:schemeClr val="accent1"/>
                    </a:lnRef>
                    <a:fillRef idx="0">
                      <a:schemeClr val="accent1"/>
                    </a:fillRef>
                    <a:effectRef idx="1">
                      <a:schemeClr val="accent1"/>
                    </a:effectRef>
                    <a:fontRef idx="minor">
                      <a:schemeClr val="tx1"/>
                    </a:fontRef>
                  </p:style>
                </p:cxnSp>
                <p:cxnSp>
                  <p:nvCxnSpPr>
                    <p:cNvPr id="65" name="Straight Connector 30">
                      <a:extLst>
                        <a:ext uri="{FF2B5EF4-FFF2-40B4-BE49-F238E27FC236}">
                          <a16:creationId xmlns:a16="http://schemas.microsoft.com/office/drawing/2014/main" id="{D42FF329-1EEE-8E48-D290-0C78A2388898}"/>
                        </a:ext>
                      </a:extLst>
                    </p:cNvPr>
                    <p:cNvCxnSpPr>
                      <a:cxnSpLocks/>
                      <a:stCxn id="39" idx="6"/>
                      <a:endCxn id="63" idx="2"/>
                    </p:cNvCxnSpPr>
                    <p:nvPr/>
                  </p:nvCxnSpPr>
                  <p:spPr>
                    <a:xfrm>
                      <a:off x="10399111" y="4733732"/>
                      <a:ext cx="403310" cy="270181"/>
                    </a:xfrm>
                    <a:prstGeom prst="line">
                      <a:avLst/>
                    </a:prstGeom>
                    <a:ln w="12700">
                      <a:solidFill>
                        <a:schemeClr val="tx1"/>
                      </a:solidFill>
                    </a:ln>
                  </p:spPr>
                  <p:style>
                    <a:lnRef idx="2">
                      <a:schemeClr val="accent1"/>
                    </a:lnRef>
                    <a:fillRef idx="0">
                      <a:schemeClr val="accent1"/>
                    </a:fillRef>
                    <a:effectRef idx="1">
                      <a:schemeClr val="accent1"/>
                    </a:effectRef>
                    <a:fontRef idx="minor">
                      <a:schemeClr val="tx1"/>
                    </a:fontRef>
                  </p:style>
                </p:cxnSp>
                <p:cxnSp>
                  <p:nvCxnSpPr>
                    <p:cNvPr id="66" name="Straight Connector 31">
                      <a:extLst>
                        <a:ext uri="{FF2B5EF4-FFF2-40B4-BE49-F238E27FC236}">
                          <a16:creationId xmlns:a16="http://schemas.microsoft.com/office/drawing/2014/main" id="{30BD2B2A-D7F9-4C75-7F76-D4BB3BFB281F}"/>
                        </a:ext>
                      </a:extLst>
                    </p:cNvPr>
                    <p:cNvCxnSpPr>
                      <a:cxnSpLocks/>
                      <a:stCxn id="40" idx="6"/>
                      <a:endCxn id="62" idx="2"/>
                    </p:cNvCxnSpPr>
                    <p:nvPr/>
                  </p:nvCxnSpPr>
                  <p:spPr>
                    <a:xfrm flipV="1">
                      <a:off x="10399419" y="4729323"/>
                      <a:ext cx="402694" cy="278918"/>
                    </a:xfrm>
                    <a:prstGeom prst="line">
                      <a:avLst/>
                    </a:prstGeom>
                    <a:ln w="12700">
                      <a:solidFill>
                        <a:schemeClr val="tx1"/>
                      </a:solidFill>
                    </a:ln>
                  </p:spPr>
                  <p:style>
                    <a:lnRef idx="2">
                      <a:schemeClr val="accent1"/>
                    </a:lnRef>
                    <a:fillRef idx="0">
                      <a:schemeClr val="accent1"/>
                    </a:fillRef>
                    <a:effectRef idx="1">
                      <a:schemeClr val="accent1"/>
                    </a:effectRef>
                    <a:fontRef idx="minor">
                      <a:schemeClr val="tx1"/>
                    </a:fontRef>
                  </p:style>
                </p:cxnSp>
                <p:cxnSp>
                  <p:nvCxnSpPr>
                    <p:cNvPr id="67" name="Straight Connector 32">
                      <a:extLst>
                        <a:ext uri="{FF2B5EF4-FFF2-40B4-BE49-F238E27FC236}">
                          <a16:creationId xmlns:a16="http://schemas.microsoft.com/office/drawing/2014/main" id="{D3E1C4B1-74A7-E51D-0125-5189F3825FF4}"/>
                        </a:ext>
                      </a:extLst>
                    </p:cNvPr>
                    <p:cNvCxnSpPr>
                      <a:cxnSpLocks/>
                      <a:stCxn id="41" idx="6"/>
                      <a:endCxn id="62" idx="2"/>
                    </p:cNvCxnSpPr>
                    <p:nvPr/>
                  </p:nvCxnSpPr>
                  <p:spPr>
                    <a:xfrm flipV="1">
                      <a:off x="10399727" y="4729323"/>
                      <a:ext cx="402386" cy="553427"/>
                    </a:xfrm>
                    <a:prstGeom prst="line">
                      <a:avLst/>
                    </a:prstGeom>
                    <a:ln w="12700">
                      <a:solidFill>
                        <a:schemeClr val="tx1"/>
                      </a:solidFill>
                    </a:ln>
                  </p:spPr>
                  <p:style>
                    <a:lnRef idx="2">
                      <a:schemeClr val="accent1"/>
                    </a:lnRef>
                    <a:fillRef idx="0">
                      <a:schemeClr val="accent1"/>
                    </a:fillRef>
                    <a:effectRef idx="1">
                      <a:schemeClr val="accent1"/>
                    </a:effectRef>
                    <a:fontRef idx="minor">
                      <a:schemeClr val="tx1"/>
                    </a:fontRef>
                  </p:style>
                </p:cxnSp>
                <p:cxnSp>
                  <p:nvCxnSpPr>
                    <p:cNvPr id="68" name="Straight Connector 33">
                      <a:extLst>
                        <a:ext uri="{FF2B5EF4-FFF2-40B4-BE49-F238E27FC236}">
                          <a16:creationId xmlns:a16="http://schemas.microsoft.com/office/drawing/2014/main" id="{ED8D5183-BF88-D142-71FA-820360FE3C26}"/>
                        </a:ext>
                      </a:extLst>
                    </p:cNvPr>
                    <p:cNvCxnSpPr>
                      <a:cxnSpLocks/>
                      <a:stCxn id="42" idx="6"/>
                      <a:endCxn id="62" idx="2"/>
                    </p:cNvCxnSpPr>
                    <p:nvPr/>
                  </p:nvCxnSpPr>
                  <p:spPr>
                    <a:xfrm flipV="1">
                      <a:off x="10399111" y="4729323"/>
                      <a:ext cx="403002" cy="827936"/>
                    </a:xfrm>
                    <a:prstGeom prst="line">
                      <a:avLst/>
                    </a:prstGeom>
                    <a:ln w="12700">
                      <a:solidFill>
                        <a:schemeClr val="tx1"/>
                      </a:solidFill>
                    </a:ln>
                  </p:spPr>
                  <p:style>
                    <a:lnRef idx="2">
                      <a:schemeClr val="accent1"/>
                    </a:lnRef>
                    <a:fillRef idx="0">
                      <a:schemeClr val="accent1"/>
                    </a:fillRef>
                    <a:effectRef idx="1">
                      <a:schemeClr val="accent1"/>
                    </a:effectRef>
                    <a:fontRef idx="minor">
                      <a:schemeClr val="tx1"/>
                    </a:fontRef>
                  </p:style>
                </p:cxnSp>
                <p:cxnSp>
                  <p:nvCxnSpPr>
                    <p:cNvPr id="69" name="Straight Connector 34">
                      <a:extLst>
                        <a:ext uri="{FF2B5EF4-FFF2-40B4-BE49-F238E27FC236}">
                          <a16:creationId xmlns:a16="http://schemas.microsoft.com/office/drawing/2014/main" id="{4902DB94-A19D-DCA2-AEBF-B37677E0DDE3}"/>
                        </a:ext>
                      </a:extLst>
                    </p:cNvPr>
                    <p:cNvCxnSpPr>
                      <a:cxnSpLocks/>
                      <a:stCxn id="43" idx="6"/>
                      <a:endCxn id="62" idx="2"/>
                    </p:cNvCxnSpPr>
                    <p:nvPr/>
                  </p:nvCxnSpPr>
                  <p:spPr>
                    <a:xfrm flipV="1">
                      <a:off x="10395281" y="4729323"/>
                      <a:ext cx="406832" cy="1102445"/>
                    </a:xfrm>
                    <a:prstGeom prst="line">
                      <a:avLst/>
                    </a:prstGeom>
                    <a:ln w="12700">
                      <a:solidFill>
                        <a:schemeClr val="tx1"/>
                      </a:solidFill>
                    </a:ln>
                  </p:spPr>
                  <p:style>
                    <a:lnRef idx="2">
                      <a:schemeClr val="accent1"/>
                    </a:lnRef>
                    <a:fillRef idx="0">
                      <a:schemeClr val="accent1"/>
                    </a:fillRef>
                    <a:effectRef idx="1">
                      <a:schemeClr val="accent1"/>
                    </a:effectRef>
                    <a:fontRef idx="minor">
                      <a:schemeClr val="tx1"/>
                    </a:fontRef>
                  </p:style>
                </p:cxnSp>
                <p:cxnSp>
                  <p:nvCxnSpPr>
                    <p:cNvPr id="70" name="Straight Connector 35">
                      <a:extLst>
                        <a:ext uri="{FF2B5EF4-FFF2-40B4-BE49-F238E27FC236}">
                          <a16:creationId xmlns:a16="http://schemas.microsoft.com/office/drawing/2014/main" id="{A674DE4F-7A4D-82B2-79FF-1B163A641F84}"/>
                        </a:ext>
                      </a:extLst>
                    </p:cNvPr>
                    <p:cNvCxnSpPr>
                      <a:cxnSpLocks/>
                      <a:stCxn id="40" idx="6"/>
                      <a:endCxn id="63" idx="2"/>
                    </p:cNvCxnSpPr>
                    <p:nvPr/>
                  </p:nvCxnSpPr>
                  <p:spPr>
                    <a:xfrm flipV="1">
                      <a:off x="10399419" y="5003913"/>
                      <a:ext cx="403002" cy="4328"/>
                    </a:xfrm>
                    <a:prstGeom prst="line">
                      <a:avLst/>
                    </a:prstGeom>
                    <a:ln w="12700">
                      <a:solidFill>
                        <a:schemeClr val="tx1"/>
                      </a:solidFill>
                    </a:ln>
                  </p:spPr>
                  <p:style>
                    <a:lnRef idx="2">
                      <a:schemeClr val="accent1"/>
                    </a:lnRef>
                    <a:fillRef idx="0">
                      <a:schemeClr val="accent1"/>
                    </a:fillRef>
                    <a:effectRef idx="1">
                      <a:schemeClr val="accent1"/>
                    </a:effectRef>
                    <a:fontRef idx="minor">
                      <a:schemeClr val="tx1"/>
                    </a:fontRef>
                  </p:style>
                </p:cxnSp>
                <p:cxnSp>
                  <p:nvCxnSpPr>
                    <p:cNvPr id="71" name="Straight Connector 36">
                      <a:extLst>
                        <a:ext uri="{FF2B5EF4-FFF2-40B4-BE49-F238E27FC236}">
                          <a16:creationId xmlns:a16="http://schemas.microsoft.com/office/drawing/2014/main" id="{80171122-4CB2-FD00-61BE-1FD4B39039C6}"/>
                        </a:ext>
                      </a:extLst>
                    </p:cNvPr>
                    <p:cNvCxnSpPr>
                      <a:cxnSpLocks/>
                      <a:stCxn id="41" idx="6"/>
                      <a:endCxn id="63" idx="2"/>
                    </p:cNvCxnSpPr>
                    <p:nvPr/>
                  </p:nvCxnSpPr>
                  <p:spPr>
                    <a:xfrm flipV="1">
                      <a:off x="10399727" y="5003913"/>
                      <a:ext cx="402694" cy="278837"/>
                    </a:xfrm>
                    <a:prstGeom prst="line">
                      <a:avLst/>
                    </a:prstGeom>
                    <a:ln w="12700">
                      <a:solidFill>
                        <a:schemeClr val="tx1"/>
                      </a:solidFill>
                    </a:ln>
                  </p:spPr>
                  <p:style>
                    <a:lnRef idx="2">
                      <a:schemeClr val="accent1"/>
                    </a:lnRef>
                    <a:fillRef idx="0">
                      <a:schemeClr val="accent1"/>
                    </a:fillRef>
                    <a:effectRef idx="1">
                      <a:schemeClr val="accent1"/>
                    </a:effectRef>
                    <a:fontRef idx="minor">
                      <a:schemeClr val="tx1"/>
                    </a:fontRef>
                  </p:style>
                </p:cxnSp>
                <p:cxnSp>
                  <p:nvCxnSpPr>
                    <p:cNvPr id="72" name="Straight Connector 37">
                      <a:extLst>
                        <a:ext uri="{FF2B5EF4-FFF2-40B4-BE49-F238E27FC236}">
                          <a16:creationId xmlns:a16="http://schemas.microsoft.com/office/drawing/2014/main" id="{40592495-EFDF-8FF3-6A96-3EA117461350}"/>
                        </a:ext>
                      </a:extLst>
                    </p:cNvPr>
                    <p:cNvCxnSpPr>
                      <a:cxnSpLocks/>
                      <a:stCxn id="42" idx="6"/>
                      <a:endCxn id="63" idx="2"/>
                    </p:cNvCxnSpPr>
                    <p:nvPr/>
                  </p:nvCxnSpPr>
                  <p:spPr>
                    <a:xfrm flipV="1">
                      <a:off x="10399111" y="5003913"/>
                      <a:ext cx="403310" cy="553346"/>
                    </a:xfrm>
                    <a:prstGeom prst="line">
                      <a:avLst/>
                    </a:prstGeom>
                    <a:ln w="12700">
                      <a:solidFill>
                        <a:schemeClr val="tx1"/>
                      </a:solidFill>
                    </a:ln>
                  </p:spPr>
                  <p:style>
                    <a:lnRef idx="2">
                      <a:schemeClr val="accent1"/>
                    </a:lnRef>
                    <a:fillRef idx="0">
                      <a:schemeClr val="accent1"/>
                    </a:fillRef>
                    <a:effectRef idx="1">
                      <a:schemeClr val="accent1"/>
                    </a:effectRef>
                    <a:fontRef idx="minor">
                      <a:schemeClr val="tx1"/>
                    </a:fontRef>
                  </p:style>
                </p:cxnSp>
                <p:cxnSp>
                  <p:nvCxnSpPr>
                    <p:cNvPr id="73" name="Straight Connector 38">
                      <a:extLst>
                        <a:ext uri="{FF2B5EF4-FFF2-40B4-BE49-F238E27FC236}">
                          <a16:creationId xmlns:a16="http://schemas.microsoft.com/office/drawing/2014/main" id="{6C8B780F-F6FF-7A8C-B045-E497D6EEE500}"/>
                        </a:ext>
                      </a:extLst>
                    </p:cNvPr>
                    <p:cNvCxnSpPr>
                      <a:cxnSpLocks/>
                      <a:stCxn id="43" idx="6"/>
                      <a:endCxn id="63" idx="2"/>
                    </p:cNvCxnSpPr>
                    <p:nvPr/>
                  </p:nvCxnSpPr>
                  <p:spPr>
                    <a:xfrm flipV="1">
                      <a:off x="10395281" y="5003913"/>
                      <a:ext cx="407140" cy="827855"/>
                    </a:xfrm>
                    <a:prstGeom prst="line">
                      <a:avLst/>
                    </a:prstGeom>
                    <a:ln w="12700">
                      <a:solidFill>
                        <a:schemeClr val="tx1"/>
                      </a:solidFill>
                    </a:ln>
                  </p:spPr>
                  <p:style>
                    <a:lnRef idx="2">
                      <a:schemeClr val="accent1"/>
                    </a:lnRef>
                    <a:fillRef idx="0">
                      <a:schemeClr val="accent1"/>
                    </a:fillRef>
                    <a:effectRef idx="1">
                      <a:schemeClr val="accent1"/>
                    </a:effectRef>
                    <a:fontRef idx="minor">
                      <a:schemeClr val="tx1"/>
                    </a:fontRef>
                  </p:style>
                </p:cxnSp>
                <p:cxnSp>
                  <p:nvCxnSpPr>
                    <p:cNvPr id="74" name="Straight Connector 39">
                      <a:extLst>
                        <a:ext uri="{FF2B5EF4-FFF2-40B4-BE49-F238E27FC236}">
                          <a16:creationId xmlns:a16="http://schemas.microsoft.com/office/drawing/2014/main" id="{614061DD-59AA-7DD1-82D1-37A34E9013C2}"/>
                        </a:ext>
                      </a:extLst>
                    </p:cNvPr>
                    <p:cNvCxnSpPr>
                      <a:cxnSpLocks/>
                    </p:cNvCxnSpPr>
                    <p:nvPr/>
                  </p:nvCxnSpPr>
                  <p:spPr>
                    <a:xfrm>
                      <a:off x="10048489" y="4738487"/>
                      <a:ext cx="115449" cy="0"/>
                    </a:xfrm>
                    <a:prstGeom prst="line">
                      <a:avLst/>
                    </a:prstGeom>
                    <a:ln w="12700">
                      <a:solidFill>
                        <a:schemeClr val="tx1"/>
                      </a:solidFill>
                      <a:tailEnd type="triangle" w="sm" len="sm"/>
                    </a:ln>
                  </p:spPr>
                  <p:style>
                    <a:lnRef idx="2">
                      <a:schemeClr val="accent1"/>
                    </a:lnRef>
                    <a:fillRef idx="0">
                      <a:schemeClr val="accent1"/>
                    </a:fillRef>
                    <a:effectRef idx="1">
                      <a:schemeClr val="accent1"/>
                    </a:effectRef>
                    <a:fontRef idx="minor">
                      <a:schemeClr val="tx1"/>
                    </a:fontRef>
                  </p:style>
                </p:cxnSp>
                <p:cxnSp>
                  <p:nvCxnSpPr>
                    <p:cNvPr id="75" name="Straight Connector 40">
                      <a:extLst>
                        <a:ext uri="{FF2B5EF4-FFF2-40B4-BE49-F238E27FC236}">
                          <a16:creationId xmlns:a16="http://schemas.microsoft.com/office/drawing/2014/main" id="{0907AF0E-AE9E-4B4D-070C-8592B8D5FFE4}"/>
                        </a:ext>
                      </a:extLst>
                    </p:cNvPr>
                    <p:cNvCxnSpPr>
                      <a:cxnSpLocks/>
                    </p:cNvCxnSpPr>
                    <p:nvPr/>
                  </p:nvCxnSpPr>
                  <p:spPr>
                    <a:xfrm>
                      <a:off x="10049210" y="5008868"/>
                      <a:ext cx="115449" cy="0"/>
                    </a:xfrm>
                    <a:prstGeom prst="line">
                      <a:avLst/>
                    </a:prstGeom>
                    <a:ln w="12700">
                      <a:solidFill>
                        <a:schemeClr val="tx1"/>
                      </a:solidFill>
                      <a:tailEnd type="triangle" w="sm" len="sm"/>
                    </a:ln>
                  </p:spPr>
                  <p:style>
                    <a:lnRef idx="2">
                      <a:schemeClr val="accent1"/>
                    </a:lnRef>
                    <a:fillRef idx="0">
                      <a:schemeClr val="accent1"/>
                    </a:fillRef>
                    <a:effectRef idx="1">
                      <a:schemeClr val="accent1"/>
                    </a:effectRef>
                    <a:fontRef idx="minor">
                      <a:schemeClr val="tx1"/>
                    </a:fontRef>
                  </p:style>
                </p:cxnSp>
                <p:cxnSp>
                  <p:nvCxnSpPr>
                    <p:cNvPr id="76" name="Straight Connector 41">
                      <a:extLst>
                        <a:ext uri="{FF2B5EF4-FFF2-40B4-BE49-F238E27FC236}">
                          <a16:creationId xmlns:a16="http://schemas.microsoft.com/office/drawing/2014/main" id="{2BF7F638-EFD9-ABF3-6547-C37D54C736C8}"/>
                        </a:ext>
                      </a:extLst>
                    </p:cNvPr>
                    <p:cNvCxnSpPr>
                      <a:cxnSpLocks/>
                    </p:cNvCxnSpPr>
                    <p:nvPr/>
                  </p:nvCxnSpPr>
                  <p:spPr>
                    <a:xfrm>
                      <a:off x="10055560" y="5283708"/>
                      <a:ext cx="115449" cy="0"/>
                    </a:xfrm>
                    <a:prstGeom prst="line">
                      <a:avLst/>
                    </a:prstGeom>
                    <a:ln w="12700">
                      <a:solidFill>
                        <a:schemeClr val="tx1"/>
                      </a:solidFill>
                      <a:tailEnd type="triangle" w="sm" len="sm"/>
                    </a:ln>
                  </p:spPr>
                  <p:style>
                    <a:lnRef idx="2">
                      <a:schemeClr val="accent1"/>
                    </a:lnRef>
                    <a:fillRef idx="0">
                      <a:schemeClr val="accent1"/>
                    </a:fillRef>
                    <a:effectRef idx="1">
                      <a:schemeClr val="accent1"/>
                    </a:effectRef>
                    <a:fontRef idx="minor">
                      <a:schemeClr val="tx1"/>
                    </a:fontRef>
                  </p:style>
                </p:cxnSp>
                <p:cxnSp>
                  <p:nvCxnSpPr>
                    <p:cNvPr id="77" name="Straight Connector 42">
                      <a:extLst>
                        <a:ext uri="{FF2B5EF4-FFF2-40B4-BE49-F238E27FC236}">
                          <a16:creationId xmlns:a16="http://schemas.microsoft.com/office/drawing/2014/main" id="{1CA41102-E249-19B0-BC55-E4B00C7D3DDD}"/>
                        </a:ext>
                      </a:extLst>
                    </p:cNvPr>
                    <p:cNvCxnSpPr>
                      <a:cxnSpLocks/>
                    </p:cNvCxnSpPr>
                    <p:nvPr/>
                  </p:nvCxnSpPr>
                  <p:spPr>
                    <a:xfrm>
                      <a:off x="10055560" y="5559933"/>
                      <a:ext cx="115449" cy="0"/>
                    </a:xfrm>
                    <a:prstGeom prst="line">
                      <a:avLst/>
                    </a:prstGeom>
                    <a:ln w="12700">
                      <a:solidFill>
                        <a:schemeClr val="tx1"/>
                      </a:solidFill>
                      <a:tailEnd type="triangle" w="sm" len="sm"/>
                    </a:ln>
                  </p:spPr>
                  <p:style>
                    <a:lnRef idx="2">
                      <a:schemeClr val="accent1"/>
                    </a:lnRef>
                    <a:fillRef idx="0">
                      <a:schemeClr val="accent1"/>
                    </a:fillRef>
                    <a:effectRef idx="1">
                      <a:schemeClr val="accent1"/>
                    </a:effectRef>
                    <a:fontRef idx="minor">
                      <a:schemeClr val="tx1"/>
                    </a:fontRef>
                  </p:style>
                </p:cxnSp>
                <p:cxnSp>
                  <p:nvCxnSpPr>
                    <p:cNvPr id="78" name="Straight Connector 43">
                      <a:extLst>
                        <a:ext uri="{FF2B5EF4-FFF2-40B4-BE49-F238E27FC236}">
                          <a16:creationId xmlns:a16="http://schemas.microsoft.com/office/drawing/2014/main" id="{98F8FC07-EF0E-23E1-5DC4-9A7AA786E60E}"/>
                        </a:ext>
                      </a:extLst>
                    </p:cNvPr>
                    <p:cNvCxnSpPr>
                      <a:cxnSpLocks/>
                    </p:cNvCxnSpPr>
                    <p:nvPr/>
                  </p:nvCxnSpPr>
                  <p:spPr>
                    <a:xfrm>
                      <a:off x="10052385" y="5829808"/>
                      <a:ext cx="115449" cy="0"/>
                    </a:xfrm>
                    <a:prstGeom prst="line">
                      <a:avLst/>
                    </a:prstGeom>
                    <a:ln w="12700">
                      <a:solidFill>
                        <a:schemeClr val="tx1"/>
                      </a:solidFill>
                      <a:tailEnd type="triangle" w="sm" len="sm"/>
                    </a:ln>
                  </p:spPr>
                  <p:style>
                    <a:lnRef idx="2">
                      <a:schemeClr val="accent1"/>
                    </a:lnRef>
                    <a:fillRef idx="0">
                      <a:schemeClr val="accent1"/>
                    </a:fillRef>
                    <a:effectRef idx="1">
                      <a:schemeClr val="accent1"/>
                    </a:effectRef>
                    <a:fontRef idx="minor">
                      <a:schemeClr val="tx1"/>
                    </a:fontRef>
                  </p:style>
                </p:cxnSp>
                <p:cxnSp>
                  <p:nvCxnSpPr>
                    <p:cNvPr id="79" name="Straight Connector 44">
                      <a:extLst>
                        <a:ext uri="{FF2B5EF4-FFF2-40B4-BE49-F238E27FC236}">
                          <a16:creationId xmlns:a16="http://schemas.microsoft.com/office/drawing/2014/main" id="{941240A5-AE16-9121-6EF1-DDE22482D273}"/>
                        </a:ext>
                      </a:extLst>
                    </p:cNvPr>
                    <p:cNvCxnSpPr>
                      <a:cxnSpLocks/>
                    </p:cNvCxnSpPr>
                    <p:nvPr/>
                  </p:nvCxnSpPr>
                  <p:spPr>
                    <a:xfrm>
                      <a:off x="11025057" y="4727272"/>
                      <a:ext cx="115449" cy="0"/>
                    </a:xfrm>
                    <a:prstGeom prst="line">
                      <a:avLst/>
                    </a:prstGeom>
                    <a:ln w="12700">
                      <a:solidFill>
                        <a:schemeClr val="tx1"/>
                      </a:solidFill>
                      <a:tailEnd type="triangle" w="sm" len="sm"/>
                    </a:ln>
                  </p:spPr>
                  <p:style>
                    <a:lnRef idx="2">
                      <a:schemeClr val="accent1"/>
                    </a:lnRef>
                    <a:fillRef idx="0">
                      <a:schemeClr val="accent1"/>
                    </a:fillRef>
                    <a:effectRef idx="1">
                      <a:schemeClr val="accent1"/>
                    </a:effectRef>
                    <a:fontRef idx="minor">
                      <a:schemeClr val="tx1"/>
                    </a:fontRef>
                  </p:style>
                </p:cxnSp>
                <p:cxnSp>
                  <p:nvCxnSpPr>
                    <p:cNvPr id="80" name="Straight Connector 45">
                      <a:extLst>
                        <a:ext uri="{FF2B5EF4-FFF2-40B4-BE49-F238E27FC236}">
                          <a16:creationId xmlns:a16="http://schemas.microsoft.com/office/drawing/2014/main" id="{5460954A-6B36-6A52-DB7F-7CFEB0587483}"/>
                        </a:ext>
                      </a:extLst>
                    </p:cNvPr>
                    <p:cNvCxnSpPr>
                      <a:cxnSpLocks/>
                    </p:cNvCxnSpPr>
                    <p:nvPr/>
                  </p:nvCxnSpPr>
                  <p:spPr>
                    <a:xfrm>
                      <a:off x="11025778" y="4997653"/>
                      <a:ext cx="115449" cy="0"/>
                    </a:xfrm>
                    <a:prstGeom prst="line">
                      <a:avLst/>
                    </a:prstGeom>
                    <a:ln w="12700">
                      <a:solidFill>
                        <a:schemeClr val="tx1"/>
                      </a:solidFill>
                      <a:tailEnd type="triangle" w="sm" len="sm"/>
                    </a:ln>
                  </p:spPr>
                  <p:style>
                    <a:lnRef idx="2">
                      <a:schemeClr val="accent1"/>
                    </a:lnRef>
                    <a:fillRef idx="0">
                      <a:schemeClr val="accent1"/>
                    </a:fillRef>
                    <a:effectRef idx="1">
                      <a:schemeClr val="accent1"/>
                    </a:effectRef>
                    <a:fontRef idx="minor">
                      <a:schemeClr val="tx1"/>
                    </a:fontRef>
                  </p:style>
                </p:cxnSp>
                <p:cxnSp>
                  <p:nvCxnSpPr>
                    <p:cNvPr id="81" name="Straight Connector 46">
                      <a:extLst>
                        <a:ext uri="{FF2B5EF4-FFF2-40B4-BE49-F238E27FC236}">
                          <a16:creationId xmlns:a16="http://schemas.microsoft.com/office/drawing/2014/main" id="{F24C505B-7257-59AE-AE67-C531D22ED704}"/>
                        </a:ext>
                      </a:extLst>
                    </p:cNvPr>
                    <p:cNvCxnSpPr>
                      <a:cxnSpLocks/>
                    </p:cNvCxnSpPr>
                    <p:nvPr/>
                  </p:nvCxnSpPr>
                  <p:spPr>
                    <a:xfrm>
                      <a:off x="11032128" y="5272493"/>
                      <a:ext cx="115449" cy="0"/>
                    </a:xfrm>
                    <a:prstGeom prst="line">
                      <a:avLst/>
                    </a:prstGeom>
                    <a:ln w="12700">
                      <a:solidFill>
                        <a:schemeClr val="tx1"/>
                      </a:solidFill>
                      <a:tailEnd type="triangle" w="sm" len="sm"/>
                    </a:ln>
                  </p:spPr>
                  <p:style>
                    <a:lnRef idx="2">
                      <a:schemeClr val="accent1"/>
                    </a:lnRef>
                    <a:fillRef idx="0">
                      <a:schemeClr val="accent1"/>
                    </a:fillRef>
                    <a:effectRef idx="1">
                      <a:schemeClr val="accent1"/>
                    </a:effectRef>
                    <a:fontRef idx="minor">
                      <a:schemeClr val="tx1"/>
                    </a:fontRef>
                  </p:style>
                </p:cxnSp>
                <p:cxnSp>
                  <p:nvCxnSpPr>
                    <p:cNvPr id="82" name="Straight Connector 47">
                      <a:extLst>
                        <a:ext uri="{FF2B5EF4-FFF2-40B4-BE49-F238E27FC236}">
                          <a16:creationId xmlns:a16="http://schemas.microsoft.com/office/drawing/2014/main" id="{9FBFCE6E-8DEF-AFC0-6EA7-31F856EE440A}"/>
                        </a:ext>
                      </a:extLst>
                    </p:cNvPr>
                    <p:cNvCxnSpPr>
                      <a:cxnSpLocks/>
                    </p:cNvCxnSpPr>
                    <p:nvPr/>
                  </p:nvCxnSpPr>
                  <p:spPr>
                    <a:xfrm>
                      <a:off x="11032128" y="5548718"/>
                      <a:ext cx="115449" cy="0"/>
                    </a:xfrm>
                    <a:prstGeom prst="line">
                      <a:avLst/>
                    </a:prstGeom>
                    <a:ln w="12700">
                      <a:solidFill>
                        <a:schemeClr val="tx1"/>
                      </a:solidFill>
                      <a:tailEnd type="triangle" w="sm" len="sm"/>
                    </a:ln>
                  </p:spPr>
                  <p:style>
                    <a:lnRef idx="2">
                      <a:schemeClr val="accent1"/>
                    </a:lnRef>
                    <a:fillRef idx="0">
                      <a:schemeClr val="accent1"/>
                    </a:fillRef>
                    <a:effectRef idx="1">
                      <a:schemeClr val="accent1"/>
                    </a:effectRef>
                    <a:fontRef idx="minor">
                      <a:schemeClr val="tx1"/>
                    </a:fontRef>
                  </p:style>
                </p:cxnSp>
                <p:cxnSp>
                  <p:nvCxnSpPr>
                    <p:cNvPr id="83" name="Straight Connector 48">
                      <a:extLst>
                        <a:ext uri="{FF2B5EF4-FFF2-40B4-BE49-F238E27FC236}">
                          <a16:creationId xmlns:a16="http://schemas.microsoft.com/office/drawing/2014/main" id="{C831E039-6D52-1000-A960-6A7D82859930}"/>
                        </a:ext>
                      </a:extLst>
                    </p:cNvPr>
                    <p:cNvCxnSpPr>
                      <a:cxnSpLocks/>
                    </p:cNvCxnSpPr>
                    <p:nvPr/>
                  </p:nvCxnSpPr>
                  <p:spPr>
                    <a:xfrm>
                      <a:off x="11028953" y="5818593"/>
                      <a:ext cx="115449" cy="0"/>
                    </a:xfrm>
                    <a:prstGeom prst="line">
                      <a:avLst/>
                    </a:prstGeom>
                    <a:ln w="12700">
                      <a:solidFill>
                        <a:schemeClr val="tx1"/>
                      </a:solidFill>
                      <a:tailEnd type="triangle" w="sm" len="sm"/>
                    </a:ln>
                  </p:spPr>
                  <p:style>
                    <a:lnRef idx="2">
                      <a:schemeClr val="accent1"/>
                    </a:lnRef>
                    <a:fillRef idx="0">
                      <a:schemeClr val="accent1"/>
                    </a:fillRef>
                    <a:effectRef idx="1">
                      <a:schemeClr val="accent1"/>
                    </a:effectRef>
                    <a:fontRef idx="minor">
                      <a:schemeClr val="tx1"/>
                    </a:fontRef>
                  </p:style>
                </p:cxnSp>
              </p:grpSp>
              <p:sp>
                <p:nvSpPr>
                  <p:cNvPr id="38" name="矩形 333">
                    <a:extLst>
                      <a:ext uri="{FF2B5EF4-FFF2-40B4-BE49-F238E27FC236}">
                        <a16:creationId xmlns:a16="http://schemas.microsoft.com/office/drawing/2014/main" id="{EA684BCC-45D6-D5C6-ED83-82F3618CEABF}"/>
                      </a:ext>
                    </a:extLst>
                  </p:cNvPr>
                  <p:cNvSpPr/>
                  <p:nvPr/>
                </p:nvSpPr>
                <p:spPr>
                  <a:xfrm>
                    <a:off x="3576540" y="611793"/>
                    <a:ext cx="2065623" cy="1420938"/>
                  </a:xfrm>
                  <a:prstGeom prst="rect">
                    <a:avLst/>
                  </a:prstGeom>
                  <a:solidFill>
                    <a:schemeClr val="accent5">
                      <a:lumMod val="40000"/>
                      <a:lumOff val="60000"/>
                      <a:alpha val="9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3200" dirty="0">
                        <a:solidFill>
                          <a:schemeClr val="tx1"/>
                        </a:solidFill>
                      </a:rPr>
                      <a:t>编码器</a:t>
                    </a:r>
                  </a:p>
                </p:txBody>
              </p:sp>
            </p:grpSp>
            <p:sp>
              <p:nvSpPr>
                <p:cNvPr id="27" name="矩形: 圆角 322">
                  <a:extLst>
                    <a:ext uri="{FF2B5EF4-FFF2-40B4-BE49-F238E27FC236}">
                      <a16:creationId xmlns:a16="http://schemas.microsoft.com/office/drawing/2014/main" id="{BC7160CB-3359-B70A-0FEF-7A16FD294D39}"/>
                    </a:ext>
                  </a:extLst>
                </p:cNvPr>
                <p:cNvSpPr/>
                <p:nvPr/>
              </p:nvSpPr>
              <p:spPr>
                <a:xfrm>
                  <a:off x="7215059" y="1000227"/>
                  <a:ext cx="387192" cy="163899"/>
                </a:xfrm>
                <a:prstGeom prst="roundRect">
                  <a:avLst/>
                </a:prstGeom>
                <a:solidFill>
                  <a:schemeClr val="accent6">
                    <a:lumMod val="40000"/>
                    <a:lumOff val="6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solidFill>
                      <a:schemeClr val="tx1"/>
                    </a:solidFill>
                  </a:endParaRPr>
                </a:p>
              </p:txBody>
            </p:sp>
            <p:sp>
              <p:nvSpPr>
                <p:cNvPr id="28" name="矩形: 圆角 323">
                  <a:extLst>
                    <a:ext uri="{FF2B5EF4-FFF2-40B4-BE49-F238E27FC236}">
                      <a16:creationId xmlns:a16="http://schemas.microsoft.com/office/drawing/2014/main" id="{6151B6A7-188C-C247-FBEC-D71B3FF08176}"/>
                    </a:ext>
                  </a:extLst>
                </p:cNvPr>
                <p:cNvSpPr/>
                <p:nvPr/>
              </p:nvSpPr>
              <p:spPr>
                <a:xfrm>
                  <a:off x="7598930" y="999919"/>
                  <a:ext cx="387192" cy="163899"/>
                </a:xfrm>
                <a:prstGeom prst="roundRect">
                  <a:avLst/>
                </a:prstGeom>
                <a:solidFill>
                  <a:schemeClr val="accent6">
                    <a:lumMod val="40000"/>
                    <a:lumOff val="6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solidFill>
                      <a:schemeClr val="tx1"/>
                    </a:solidFill>
                  </a:endParaRPr>
                </a:p>
              </p:txBody>
            </p:sp>
            <p:sp>
              <p:nvSpPr>
                <p:cNvPr id="29" name="矩形: 圆角 324">
                  <a:extLst>
                    <a:ext uri="{FF2B5EF4-FFF2-40B4-BE49-F238E27FC236}">
                      <a16:creationId xmlns:a16="http://schemas.microsoft.com/office/drawing/2014/main" id="{901AEB12-2D4D-1AAE-C057-1821083D326D}"/>
                    </a:ext>
                  </a:extLst>
                </p:cNvPr>
                <p:cNvSpPr/>
                <p:nvPr/>
              </p:nvSpPr>
              <p:spPr>
                <a:xfrm>
                  <a:off x="7985112" y="1002023"/>
                  <a:ext cx="387192" cy="163899"/>
                </a:xfrm>
                <a:prstGeom prst="roundRect">
                  <a:avLst/>
                </a:prstGeom>
                <a:solidFill>
                  <a:schemeClr val="accent6">
                    <a:lumMod val="40000"/>
                    <a:lumOff val="6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solidFill>
                      <a:schemeClr val="tx1"/>
                    </a:solidFill>
                  </a:endParaRPr>
                </a:p>
              </p:txBody>
            </p:sp>
            <p:sp>
              <p:nvSpPr>
                <p:cNvPr id="30" name="矩形: 圆角 325">
                  <a:extLst>
                    <a:ext uri="{FF2B5EF4-FFF2-40B4-BE49-F238E27FC236}">
                      <a16:creationId xmlns:a16="http://schemas.microsoft.com/office/drawing/2014/main" id="{7411C458-E3E8-45BA-28DF-8BCB935E425A}"/>
                    </a:ext>
                  </a:extLst>
                </p:cNvPr>
                <p:cNvSpPr/>
                <p:nvPr/>
              </p:nvSpPr>
              <p:spPr>
                <a:xfrm>
                  <a:off x="8776311" y="1007316"/>
                  <a:ext cx="387192" cy="163899"/>
                </a:xfrm>
                <a:prstGeom prst="roundRect">
                  <a:avLst/>
                </a:prstGeom>
                <a:solidFill>
                  <a:schemeClr val="accent6">
                    <a:lumMod val="40000"/>
                    <a:lumOff val="6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solidFill>
                      <a:schemeClr val="tx1"/>
                    </a:solidFill>
                  </a:endParaRPr>
                </a:p>
              </p:txBody>
            </p:sp>
            <mc:AlternateContent xmlns:mc="http://schemas.openxmlformats.org/markup-compatibility/2006" xmlns:a14="http://schemas.microsoft.com/office/drawing/2010/main">
              <mc:Choice Requires="a14">
                <p:sp>
                  <p:nvSpPr>
                    <p:cNvPr id="31" name="文本框 326">
                      <a:extLst>
                        <a:ext uri="{FF2B5EF4-FFF2-40B4-BE49-F238E27FC236}">
                          <a16:creationId xmlns:a16="http://schemas.microsoft.com/office/drawing/2014/main" id="{2256A728-5655-CD86-3ADA-CE818A9C6FF3}"/>
                        </a:ext>
                      </a:extLst>
                    </p:cNvPr>
                    <p:cNvSpPr txBox="1"/>
                    <p:nvPr/>
                  </p:nvSpPr>
                  <p:spPr>
                    <a:xfrm>
                      <a:off x="7202894" y="961415"/>
                      <a:ext cx="2145136" cy="223222"/>
                    </a:xfrm>
                    <a:prstGeom prst="rect">
                      <a:avLst/>
                    </a:prstGeom>
                    <a:noFill/>
                  </p:spPr>
                  <p:txBody>
                    <a:bodyPr wrap="square" rtlCol="0">
                      <a:spAutoFit/>
                    </a:bodyPr>
                    <a:lstStyle/>
                    <a:p>
                      <a:r>
                        <a:rPr lang="en-US" altLang="zh-CN" dirty="0"/>
                        <a:t>   C        </a:t>
                      </a:r>
                      <a14:m>
                        <m:oMath xmlns:m="http://schemas.openxmlformats.org/officeDocument/2006/math">
                          <m:sSub>
                            <m:sSubPr>
                              <m:ctrlPr>
                                <a:rPr lang="en-US" altLang="zh-CN" i="1" smtClean="0">
                                  <a:latin typeface="Cambria Math" panose="02040503050406030204" pitchFamily="18" charset="0"/>
                                </a:rPr>
                              </m:ctrlPr>
                            </m:sSubPr>
                            <m:e>
                              <m:r>
                                <m:rPr>
                                  <m:sty m:val="p"/>
                                </m:rPr>
                                <a:rPr lang="en-US" altLang="zh-CN" i="1">
                                  <a:latin typeface="Cambria Math" panose="02040503050406030204" pitchFamily="18" charset="0"/>
                                </a:rPr>
                                <m:t>T</m:t>
                              </m:r>
                            </m:e>
                            <m:sub>
                              <m:r>
                                <a:rPr lang="en-US" altLang="zh-CN" b="0" i="1" smtClean="0">
                                  <a:latin typeface="Cambria Math" panose="02040503050406030204" pitchFamily="18" charset="0"/>
                                </a:rPr>
                                <m:t>1</m:t>
                              </m:r>
                            </m:sub>
                          </m:sSub>
                        </m:oMath>
                      </a14:m>
                      <a:r>
                        <a:rPr lang="zh-CN" altLang="en-US" dirty="0"/>
                        <a:t>        </a:t>
                      </a:r>
                      <a14:m>
                        <m:oMath xmlns:m="http://schemas.openxmlformats.org/officeDocument/2006/math">
                          <m:sSub>
                            <m:sSubPr>
                              <m:ctrlPr>
                                <a:rPr lang="en-US" altLang="zh-CN" i="1">
                                  <a:latin typeface="Cambria Math" panose="02040503050406030204" pitchFamily="18" charset="0"/>
                                </a:rPr>
                              </m:ctrlPr>
                            </m:sSubPr>
                            <m:e>
                              <m:r>
                                <m:rPr>
                                  <m:sty m:val="p"/>
                                </m:rPr>
                                <a:rPr lang="en-US" altLang="zh-CN" i="1">
                                  <a:latin typeface="Cambria Math" panose="02040503050406030204" pitchFamily="18" charset="0"/>
                                </a:rPr>
                                <m:t>T</m:t>
                              </m:r>
                            </m:e>
                            <m:sub>
                              <m:r>
                                <a:rPr lang="en-US" altLang="zh-CN" b="0" i="1" smtClean="0">
                                  <a:latin typeface="Cambria Math" panose="02040503050406030204" pitchFamily="18" charset="0"/>
                                </a:rPr>
                                <m:t>2</m:t>
                              </m:r>
                            </m:sub>
                          </m:sSub>
                        </m:oMath>
                      </a14:m>
                      <a:r>
                        <a:rPr lang="en-US" altLang="zh-CN" dirty="0"/>
                        <a:t> </a:t>
                      </a:r>
                      <a14:m>
                        <m:oMath xmlns:m="http://schemas.openxmlformats.org/officeDocument/2006/math">
                          <m:sSub>
                            <m:sSubPr>
                              <m:ctrlPr>
                                <a:rPr lang="en-US" altLang="zh-CN" i="1">
                                  <a:latin typeface="Cambria Math" panose="02040503050406030204" pitchFamily="18" charset="0"/>
                                </a:rPr>
                              </m:ctrlPr>
                            </m:sSubPr>
                            <m:e>
                              <m:r>
                                <a:rPr lang="en-US" altLang="zh-CN" b="0" i="1" smtClean="0">
                                  <a:latin typeface="Cambria Math" panose="02040503050406030204" pitchFamily="18" charset="0"/>
                                </a:rPr>
                                <m:t>         …         </m:t>
                              </m:r>
                              <m:r>
                                <m:rPr>
                                  <m:sty m:val="p"/>
                                </m:rPr>
                                <a:rPr lang="en-US" altLang="zh-CN" i="1">
                                  <a:latin typeface="Cambria Math" panose="02040503050406030204" pitchFamily="18" charset="0"/>
                                </a:rPr>
                                <m:t>T</m:t>
                              </m:r>
                            </m:e>
                            <m:sub>
                              <m:r>
                                <a:rPr lang="en-US" altLang="zh-CN" b="0" i="1" smtClean="0">
                                  <a:latin typeface="Cambria Math" panose="02040503050406030204" pitchFamily="18" charset="0"/>
                                </a:rPr>
                                <m:t>𝑁</m:t>
                              </m:r>
                            </m:sub>
                          </m:sSub>
                        </m:oMath>
                      </a14:m>
                      <a:endParaRPr lang="zh-CN" altLang="en-US" dirty="0"/>
                    </a:p>
                  </p:txBody>
                </p:sp>
              </mc:Choice>
              <mc:Fallback xmlns="">
                <p:sp>
                  <p:nvSpPr>
                    <p:cNvPr id="31" name="文本框 326">
                      <a:extLst>
                        <a:ext uri="{FF2B5EF4-FFF2-40B4-BE49-F238E27FC236}">
                          <a16:creationId xmlns:a16="http://schemas.microsoft.com/office/drawing/2014/main" id="{2256A728-5655-CD86-3ADA-CE818A9C6FF3}"/>
                        </a:ext>
                      </a:extLst>
                    </p:cNvPr>
                    <p:cNvSpPr txBox="1">
                      <a:spLocks noRot="1" noChangeAspect="1" noMove="1" noResize="1" noEditPoints="1" noAdjustHandles="1" noChangeArrowheads="1" noChangeShapeType="1" noTextEdit="1"/>
                    </p:cNvSpPr>
                    <p:nvPr/>
                  </p:nvSpPr>
                  <p:spPr>
                    <a:xfrm>
                      <a:off x="7202894" y="961415"/>
                      <a:ext cx="2145136" cy="223222"/>
                    </a:xfrm>
                    <a:prstGeom prst="rect">
                      <a:avLst/>
                    </a:prstGeom>
                    <a:blipFill>
                      <a:blip r:embed="rId3"/>
                      <a:stretch>
                        <a:fillRect t="-6667" b="-26667"/>
                      </a:stretch>
                    </a:blipFill>
                  </p:spPr>
                  <p:txBody>
                    <a:bodyPr/>
                    <a:lstStyle/>
                    <a:p>
                      <a:r>
                        <a:rPr lang="en-US">
                          <a:noFill/>
                        </a:rPr>
                        <a:t> </a:t>
                      </a:r>
                    </a:p>
                  </p:txBody>
                </p:sp>
              </mc:Fallback>
            </mc:AlternateContent>
            <p:sp>
              <p:nvSpPr>
                <p:cNvPr id="32" name="矩形 327">
                  <a:extLst>
                    <a:ext uri="{FF2B5EF4-FFF2-40B4-BE49-F238E27FC236}">
                      <a16:creationId xmlns:a16="http://schemas.microsoft.com/office/drawing/2014/main" id="{D3F0555B-575F-8426-643D-8CA51CCCD976}"/>
                    </a:ext>
                  </a:extLst>
                </p:cNvPr>
                <p:cNvSpPr/>
                <p:nvPr/>
              </p:nvSpPr>
              <p:spPr>
                <a:xfrm>
                  <a:off x="7259505" y="2157143"/>
                  <a:ext cx="347767" cy="186841"/>
                </a:xfrm>
                <a:prstGeom prst="rect">
                  <a:avLst/>
                </a:prstGeom>
                <a:solidFill>
                  <a:schemeClr val="accent4">
                    <a:lumMod val="60000"/>
                    <a:lumOff val="4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4000" dirty="0"/>
                </a:p>
              </p:txBody>
            </p:sp>
            <p:sp>
              <p:nvSpPr>
                <p:cNvPr id="33" name="矩形 328">
                  <a:extLst>
                    <a:ext uri="{FF2B5EF4-FFF2-40B4-BE49-F238E27FC236}">
                      <a16:creationId xmlns:a16="http://schemas.microsoft.com/office/drawing/2014/main" id="{50719C93-FD39-D632-AD2F-3C0CDD0B1771}"/>
                    </a:ext>
                  </a:extLst>
                </p:cNvPr>
                <p:cNvSpPr/>
                <p:nvPr/>
              </p:nvSpPr>
              <p:spPr>
                <a:xfrm>
                  <a:off x="7642613" y="2159796"/>
                  <a:ext cx="347767" cy="186841"/>
                </a:xfrm>
                <a:prstGeom prst="rect">
                  <a:avLst/>
                </a:prstGeom>
                <a:solidFill>
                  <a:schemeClr val="accent4">
                    <a:lumMod val="60000"/>
                    <a:lumOff val="4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4000" dirty="0"/>
                </a:p>
              </p:txBody>
            </p:sp>
            <p:sp>
              <p:nvSpPr>
                <p:cNvPr id="34" name="矩形 329">
                  <a:extLst>
                    <a:ext uri="{FF2B5EF4-FFF2-40B4-BE49-F238E27FC236}">
                      <a16:creationId xmlns:a16="http://schemas.microsoft.com/office/drawing/2014/main" id="{115AB0ED-CDC8-6B6A-0C21-48293168ABD9}"/>
                    </a:ext>
                  </a:extLst>
                </p:cNvPr>
                <p:cNvSpPr/>
                <p:nvPr/>
              </p:nvSpPr>
              <p:spPr>
                <a:xfrm>
                  <a:off x="8044510" y="2160352"/>
                  <a:ext cx="347767" cy="186841"/>
                </a:xfrm>
                <a:prstGeom prst="rect">
                  <a:avLst/>
                </a:prstGeom>
                <a:solidFill>
                  <a:schemeClr val="accent4">
                    <a:lumMod val="60000"/>
                    <a:lumOff val="4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4000" dirty="0"/>
                </a:p>
              </p:txBody>
            </p:sp>
            <p:sp>
              <p:nvSpPr>
                <p:cNvPr id="35" name="矩形 330">
                  <a:extLst>
                    <a:ext uri="{FF2B5EF4-FFF2-40B4-BE49-F238E27FC236}">
                      <a16:creationId xmlns:a16="http://schemas.microsoft.com/office/drawing/2014/main" id="{39F3D812-C014-00F0-8C88-C0D298A31242}"/>
                    </a:ext>
                  </a:extLst>
                </p:cNvPr>
                <p:cNvSpPr/>
                <p:nvPr/>
              </p:nvSpPr>
              <p:spPr>
                <a:xfrm>
                  <a:off x="8799965" y="2157143"/>
                  <a:ext cx="347767" cy="186841"/>
                </a:xfrm>
                <a:prstGeom prst="rect">
                  <a:avLst/>
                </a:prstGeom>
                <a:solidFill>
                  <a:schemeClr val="accent4">
                    <a:lumMod val="60000"/>
                    <a:lumOff val="4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4000" dirty="0"/>
                </a:p>
              </p:txBody>
            </p:sp>
            <mc:AlternateContent xmlns:mc="http://schemas.openxmlformats.org/markup-compatibility/2006" xmlns:a14="http://schemas.microsoft.com/office/drawing/2010/main">
              <mc:Choice Requires="a14">
                <p:sp>
                  <p:nvSpPr>
                    <p:cNvPr id="36" name="文本框 331">
                      <a:extLst>
                        <a:ext uri="{FF2B5EF4-FFF2-40B4-BE49-F238E27FC236}">
                          <a16:creationId xmlns:a16="http://schemas.microsoft.com/office/drawing/2014/main" id="{45E60CC4-E217-C861-0FF7-844180F4CF58}"/>
                        </a:ext>
                      </a:extLst>
                    </p:cNvPr>
                    <p:cNvSpPr txBox="1"/>
                    <p:nvPr/>
                  </p:nvSpPr>
                  <p:spPr>
                    <a:xfrm>
                      <a:off x="7241531" y="2121132"/>
                      <a:ext cx="2065614" cy="239654"/>
                    </a:xfrm>
                    <a:prstGeom prst="rect">
                      <a:avLst/>
                    </a:prstGeom>
                    <a:noFill/>
                  </p:spPr>
                  <p:txBody>
                    <a:bodyPr wrap="square" rtlCol="0">
                      <a:spAutoFit/>
                    </a:bodyPr>
                    <a:lstStyle/>
                    <a:p>
                      <a14:m>
                        <m:oMath xmlns:m="http://schemas.openxmlformats.org/officeDocument/2006/math">
                          <m:sSub>
                            <m:sSubPr>
                              <m:ctrlPr>
                                <a:rPr lang="en-US" altLang="zh-CN" i="1" smtClean="0">
                                  <a:latin typeface="Cambria Math" panose="02040503050406030204" pitchFamily="18" charset="0"/>
                                </a:rPr>
                              </m:ctrlPr>
                            </m:sSubPr>
                            <m:e>
                              <m:r>
                                <a:rPr lang="en-US" altLang="zh-CN" b="0" i="1" smtClean="0">
                                  <a:latin typeface="Cambria Math" panose="02040503050406030204" pitchFamily="18" charset="0"/>
                                </a:rPr>
                                <m:t>𝐸</m:t>
                              </m:r>
                            </m:e>
                            <m:sub>
                              <m:r>
                                <a:rPr lang="en-US" altLang="zh-CN" b="0" i="1" smtClean="0">
                                  <a:latin typeface="Cambria Math" panose="02040503050406030204" pitchFamily="18" charset="0"/>
                                </a:rPr>
                                <m:t>[</m:t>
                              </m:r>
                              <m:r>
                                <a:rPr lang="en-US" altLang="zh-CN" b="0" i="1" smtClean="0">
                                  <a:latin typeface="Cambria Math" panose="02040503050406030204" pitchFamily="18" charset="0"/>
                                </a:rPr>
                                <m:t>𝐶𝐿𝑆</m:t>
                              </m:r>
                              <m:r>
                                <a:rPr lang="en-US" altLang="zh-CN" b="0" i="1" smtClean="0">
                                  <a:latin typeface="Cambria Math" panose="02040503050406030204" pitchFamily="18" charset="0"/>
                                </a:rPr>
                                <m:t>]</m:t>
                              </m:r>
                            </m:sub>
                          </m:sSub>
                        </m:oMath>
                      </a14:m>
                      <a:r>
                        <a:rPr lang="en-US" altLang="zh-CN" dirty="0"/>
                        <a:t>     </a:t>
                      </a:r>
                      <a14:m>
                        <m:oMath xmlns:m="http://schemas.openxmlformats.org/officeDocument/2006/math">
                          <m:sSub>
                            <m:sSubPr>
                              <m:ctrlPr>
                                <a:rPr lang="en-US" altLang="zh-CN" i="1" smtClean="0">
                                  <a:latin typeface="Cambria Math" panose="02040503050406030204" pitchFamily="18" charset="0"/>
                                </a:rPr>
                              </m:ctrlPr>
                            </m:sSubPr>
                            <m:e>
                              <m:r>
                                <a:rPr lang="en-US" altLang="zh-CN" b="0" i="1" smtClean="0">
                                  <a:latin typeface="Cambria Math" panose="02040503050406030204" pitchFamily="18" charset="0"/>
                                </a:rPr>
                                <m:t>𝐸</m:t>
                              </m:r>
                            </m:e>
                            <m:sub>
                              <m:r>
                                <a:rPr lang="en-US" altLang="zh-CN" b="0" i="1" smtClean="0">
                                  <a:latin typeface="Cambria Math" panose="02040503050406030204" pitchFamily="18" charset="0"/>
                                </a:rPr>
                                <m:t>1</m:t>
                              </m:r>
                            </m:sub>
                          </m:sSub>
                        </m:oMath>
                      </a14:m>
                      <a:r>
                        <a:rPr lang="zh-CN" altLang="en-US" dirty="0"/>
                        <a:t>        </a:t>
                      </a:r>
                      <a14:m>
                        <m:oMath xmlns:m="http://schemas.openxmlformats.org/officeDocument/2006/math">
                          <m:sSub>
                            <m:sSubPr>
                              <m:ctrlPr>
                                <a:rPr lang="en-US" altLang="zh-CN" i="1">
                                  <a:latin typeface="Cambria Math" panose="02040503050406030204" pitchFamily="18" charset="0"/>
                                </a:rPr>
                              </m:ctrlPr>
                            </m:sSubPr>
                            <m:e>
                              <m:r>
                                <a:rPr lang="en-US" altLang="zh-CN" b="0" i="1" smtClean="0">
                                  <a:latin typeface="Cambria Math" panose="02040503050406030204" pitchFamily="18" charset="0"/>
                                </a:rPr>
                                <m:t>𝐸</m:t>
                              </m:r>
                            </m:e>
                            <m:sub>
                              <m:r>
                                <a:rPr lang="en-US" altLang="zh-CN" b="0" i="1" smtClean="0">
                                  <a:latin typeface="Cambria Math" panose="02040503050406030204" pitchFamily="18" charset="0"/>
                                </a:rPr>
                                <m:t>2</m:t>
                              </m:r>
                            </m:sub>
                          </m:sSub>
                        </m:oMath>
                      </a14:m>
                      <a:r>
                        <a:rPr lang="en-US" altLang="zh-CN" dirty="0"/>
                        <a:t> </a:t>
                      </a:r>
                      <a14:m>
                        <m:oMath xmlns:m="http://schemas.openxmlformats.org/officeDocument/2006/math">
                          <m:sSub>
                            <m:sSubPr>
                              <m:ctrlPr>
                                <a:rPr lang="en-US" altLang="zh-CN" i="1">
                                  <a:latin typeface="Cambria Math" panose="02040503050406030204" pitchFamily="18" charset="0"/>
                                </a:rPr>
                              </m:ctrlPr>
                            </m:sSubPr>
                            <m:e>
                              <m:r>
                                <a:rPr lang="en-US" altLang="zh-CN" b="0" i="1" smtClean="0">
                                  <a:latin typeface="Cambria Math" panose="02040503050406030204" pitchFamily="18" charset="0"/>
                                </a:rPr>
                                <m:t>       …         </m:t>
                              </m:r>
                              <m:r>
                                <a:rPr lang="en-US" altLang="zh-CN" b="0" i="1" smtClean="0">
                                  <a:latin typeface="Cambria Math" panose="02040503050406030204" pitchFamily="18" charset="0"/>
                                </a:rPr>
                                <m:t>𝐸</m:t>
                              </m:r>
                            </m:e>
                            <m:sub>
                              <m:r>
                                <a:rPr lang="en-US" altLang="zh-CN" b="0" i="1" smtClean="0">
                                  <a:latin typeface="Cambria Math" panose="02040503050406030204" pitchFamily="18" charset="0"/>
                                </a:rPr>
                                <m:t>𝑁</m:t>
                              </m:r>
                            </m:sub>
                          </m:sSub>
                        </m:oMath>
                      </a14:m>
                      <a:endParaRPr lang="zh-CN" altLang="en-US" dirty="0"/>
                    </a:p>
                  </p:txBody>
                </p:sp>
              </mc:Choice>
              <mc:Fallback xmlns="">
                <p:sp>
                  <p:nvSpPr>
                    <p:cNvPr id="36" name="文本框 331">
                      <a:extLst>
                        <a:ext uri="{FF2B5EF4-FFF2-40B4-BE49-F238E27FC236}">
                          <a16:creationId xmlns:a16="http://schemas.microsoft.com/office/drawing/2014/main" id="{45E60CC4-E217-C861-0FF7-844180F4CF58}"/>
                        </a:ext>
                      </a:extLst>
                    </p:cNvPr>
                    <p:cNvSpPr txBox="1">
                      <a:spLocks noRot="1" noChangeAspect="1" noMove="1" noResize="1" noEditPoints="1" noAdjustHandles="1" noChangeArrowheads="1" noChangeShapeType="1" noTextEdit="1"/>
                    </p:cNvSpPr>
                    <p:nvPr/>
                  </p:nvSpPr>
                  <p:spPr>
                    <a:xfrm>
                      <a:off x="7241531" y="2121132"/>
                      <a:ext cx="2065614" cy="239654"/>
                    </a:xfrm>
                    <a:prstGeom prst="rect">
                      <a:avLst/>
                    </a:prstGeom>
                    <a:blipFill>
                      <a:blip r:embed="rId4"/>
                      <a:stretch>
                        <a:fillRect b="-9375"/>
                      </a:stretch>
                    </a:blipFill>
                  </p:spPr>
                  <p:txBody>
                    <a:bodyPr/>
                    <a:lstStyle/>
                    <a:p>
                      <a:r>
                        <a:rPr lang="en-US">
                          <a:noFill/>
                        </a:rPr>
                        <a:t> </a:t>
                      </a:r>
                    </a:p>
                  </p:txBody>
                </p:sp>
              </mc:Fallback>
            </mc:AlternateContent>
          </p:grpSp>
          <p:grpSp>
            <p:nvGrpSpPr>
              <p:cNvPr id="13" name="组合 307">
                <a:extLst>
                  <a:ext uri="{FF2B5EF4-FFF2-40B4-BE49-F238E27FC236}">
                    <a16:creationId xmlns:a16="http://schemas.microsoft.com/office/drawing/2014/main" id="{A7413B8E-C3A1-6323-BBE4-9DCB3D38DAFA}"/>
                  </a:ext>
                </a:extLst>
              </p:cNvPr>
              <p:cNvGrpSpPr/>
              <p:nvPr/>
            </p:nvGrpSpPr>
            <p:grpSpPr>
              <a:xfrm>
                <a:off x="7231305" y="2515785"/>
                <a:ext cx="2065614" cy="390639"/>
                <a:chOff x="7231305" y="2515785"/>
                <a:chExt cx="2065614" cy="390639"/>
              </a:xfrm>
            </p:grpSpPr>
            <p:sp>
              <p:nvSpPr>
                <p:cNvPr id="21" name="矩形: 剪去顶角 316">
                  <a:extLst>
                    <a:ext uri="{FF2B5EF4-FFF2-40B4-BE49-F238E27FC236}">
                      <a16:creationId xmlns:a16="http://schemas.microsoft.com/office/drawing/2014/main" id="{878BAC76-C200-DFF7-40CB-1E2C337C9AFC}"/>
                    </a:ext>
                  </a:extLst>
                </p:cNvPr>
                <p:cNvSpPr/>
                <p:nvPr/>
              </p:nvSpPr>
              <p:spPr>
                <a:xfrm>
                  <a:off x="7259505" y="2527963"/>
                  <a:ext cx="339425" cy="206683"/>
                </a:xfrm>
                <a:prstGeom prst="snip2SameRect">
                  <a:avLst/>
                </a:prstGeom>
                <a:solidFill>
                  <a:schemeClr val="accent2">
                    <a:lumMod val="60000"/>
                    <a:lumOff val="4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4000"/>
                </a:p>
              </p:txBody>
            </p:sp>
            <p:sp>
              <p:nvSpPr>
                <p:cNvPr id="22" name="矩形: 剪去顶角 317">
                  <a:extLst>
                    <a:ext uri="{FF2B5EF4-FFF2-40B4-BE49-F238E27FC236}">
                      <a16:creationId xmlns:a16="http://schemas.microsoft.com/office/drawing/2014/main" id="{0D4C2CB6-4252-2BC2-162C-D6E514B1B669}"/>
                    </a:ext>
                  </a:extLst>
                </p:cNvPr>
                <p:cNvSpPr/>
                <p:nvPr/>
              </p:nvSpPr>
              <p:spPr>
                <a:xfrm>
                  <a:off x="7652389" y="2527963"/>
                  <a:ext cx="339425" cy="206683"/>
                </a:xfrm>
                <a:prstGeom prst="snip2SameRect">
                  <a:avLst/>
                </a:prstGeom>
                <a:solidFill>
                  <a:schemeClr val="accent2">
                    <a:lumMod val="60000"/>
                    <a:lumOff val="4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4000" dirty="0"/>
                </a:p>
              </p:txBody>
            </p:sp>
            <p:sp>
              <p:nvSpPr>
                <p:cNvPr id="23" name="矩形: 剪去顶角 318">
                  <a:extLst>
                    <a:ext uri="{FF2B5EF4-FFF2-40B4-BE49-F238E27FC236}">
                      <a16:creationId xmlns:a16="http://schemas.microsoft.com/office/drawing/2014/main" id="{BE144545-6F1D-0AEA-DA27-8653BFCB2473}"/>
                    </a:ext>
                  </a:extLst>
                </p:cNvPr>
                <p:cNvSpPr/>
                <p:nvPr/>
              </p:nvSpPr>
              <p:spPr>
                <a:xfrm>
                  <a:off x="8037161" y="2527963"/>
                  <a:ext cx="339425" cy="206683"/>
                </a:xfrm>
                <a:prstGeom prst="snip2SameRect">
                  <a:avLst/>
                </a:prstGeom>
                <a:solidFill>
                  <a:schemeClr val="accent2">
                    <a:lumMod val="60000"/>
                    <a:lumOff val="4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4000"/>
                </a:p>
              </p:txBody>
            </p:sp>
            <p:sp>
              <p:nvSpPr>
                <p:cNvPr id="24" name="矩形: 剪去顶角 319">
                  <a:extLst>
                    <a:ext uri="{FF2B5EF4-FFF2-40B4-BE49-F238E27FC236}">
                      <a16:creationId xmlns:a16="http://schemas.microsoft.com/office/drawing/2014/main" id="{E79BCB32-93E4-A6D6-9723-96CBEFCC522F}"/>
                    </a:ext>
                  </a:extLst>
                </p:cNvPr>
                <p:cNvSpPr/>
                <p:nvPr/>
              </p:nvSpPr>
              <p:spPr>
                <a:xfrm>
                  <a:off x="8806667" y="2523073"/>
                  <a:ext cx="339425" cy="206683"/>
                </a:xfrm>
                <a:prstGeom prst="snip2SameRect">
                  <a:avLst/>
                </a:prstGeom>
                <a:solidFill>
                  <a:schemeClr val="accent2">
                    <a:lumMod val="60000"/>
                    <a:lumOff val="4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4000"/>
                </a:p>
              </p:txBody>
            </p:sp>
            <p:sp>
              <p:nvSpPr>
                <p:cNvPr id="25" name="文本框 320">
                  <a:extLst>
                    <a:ext uri="{FF2B5EF4-FFF2-40B4-BE49-F238E27FC236}">
                      <a16:creationId xmlns:a16="http://schemas.microsoft.com/office/drawing/2014/main" id="{D74CB638-D84C-7569-BB30-B9A2FB4C3007}"/>
                    </a:ext>
                  </a:extLst>
                </p:cNvPr>
                <p:cNvSpPr txBox="1"/>
                <p:nvPr/>
              </p:nvSpPr>
              <p:spPr>
                <a:xfrm>
                  <a:off x="7231305" y="2515785"/>
                  <a:ext cx="2065614" cy="390639"/>
                </a:xfrm>
                <a:prstGeom prst="rect">
                  <a:avLst/>
                </a:prstGeom>
                <a:noFill/>
              </p:spPr>
              <p:txBody>
                <a:bodyPr wrap="square" rtlCol="0">
                  <a:spAutoFit/>
                </a:bodyPr>
                <a:lstStyle/>
                <a:p>
                  <a:r>
                    <a:rPr lang="en-US" altLang="zh-CN" dirty="0"/>
                    <a:t>[CLS]   </a:t>
                  </a:r>
                  <a:r>
                    <a:rPr lang="zh-CN" altLang="en-US" dirty="0"/>
                    <a:t>  北       京</a:t>
                  </a:r>
                  <a:r>
                    <a:rPr lang="en-US" altLang="zh-CN" dirty="0"/>
                    <a:t>     …     </a:t>
                  </a:r>
                  <a:r>
                    <a:rPr lang="zh-CN" altLang="en-US" dirty="0"/>
                    <a:t>      都</a:t>
                  </a:r>
                </a:p>
              </p:txBody>
            </p:sp>
          </p:grpSp>
          <p:sp>
            <p:nvSpPr>
              <p:cNvPr id="14" name="箭头: 上 308">
                <a:extLst>
                  <a:ext uri="{FF2B5EF4-FFF2-40B4-BE49-F238E27FC236}">
                    <a16:creationId xmlns:a16="http://schemas.microsoft.com/office/drawing/2014/main" id="{FCB428AD-C278-F143-9703-A73274461CE2}"/>
                  </a:ext>
                </a:extLst>
              </p:cNvPr>
              <p:cNvSpPr/>
              <p:nvPr/>
            </p:nvSpPr>
            <p:spPr>
              <a:xfrm>
                <a:off x="7367827" y="2382422"/>
                <a:ext cx="131569" cy="114797"/>
              </a:xfrm>
              <a:prstGeom prst="upArrow">
                <a:avLst/>
              </a:prstGeom>
              <a:solidFill>
                <a:schemeClr val="bg2"/>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4000"/>
              </a:p>
            </p:txBody>
          </p:sp>
          <p:sp>
            <p:nvSpPr>
              <p:cNvPr id="15" name="箭头: 上 309">
                <a:extLst>
                  <a:ext uri="{FF2B5EF4-FFF2-40B4-BE49-F238E27FC236}">
                    <a16:creationId xmlns:a16="http://schemas.microsoft.com/office/drawing/2014/main" id="{FED6C1EE-5BF4-96FA-5A75-91EDA4EAF022}"/>
                  </a:ext>
                </a:extLst>
              </p:cNvPr>
              <p:cNvSpPr/>
              <p:nvPr/>
            </p:nvSpPr>
            <p:spPr>
              <a:xfrm>
                <a:off x="7754889" y="2382421"/>
                <a:ext cx="131569" cy="114797"/>
              </a:xfrm>
              <a:prstGeom prst="upArrow">
                <a:avLst/>
              </a:prstGeom>
              <a:solidFill>
                <a:schemeClr val="bg2"/>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4000"/>
              </a:p>
            </p:txBody>
          </p:sp>
          <p:sp>
            <p:nvSpPr>
              <p:cNvPr id="16" name="箭头: 上 310">
                <a:extLst>
                  <a:ext uri="{FF2B5EF4-FFF2-40B4-BE49-F238E27FC236}">
                    <a16:creationId xmlns:a16="http://schemas.microsoft.com/office/drawing/2014/main" id="{C7DAE696-2BC1-AF56-2DA5-D0B212CFDFBA}"/>
                  </a:ext>
                </a:extLst>
              </p:cNvPr>
              <p:cNvSpPr/>
              <p:nvPr/>
            </p:nvSpPr>
            <p:spPr>
              <a:xfrm>
                <a:off x="8141951" y="2392001"/>
                <a:ext cx="131569" cy="114797"/>
              </a:xfrm>
              <a:prstGeom prst="upArrow">
                <a:avLst/>
              </a:prstGeom>
              <a:solidFill>
                <a:schemeClr val="bg2"/>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4000"/>
              </a:p>
            </p:txBody>
          </p:sp>
          <p:sp>
            <p:nvSpPr>
              <p:cNvPr id="17" name="箭头: 上 311">
                <a:extLst>
                  <a:ext uri="{FF2B5EF4-FFF2-40B4-BE49-F238E27FC236}">
                    <a16:creationId xmlns:a16="http://schemas.microsoft.com/office/drawing/2014/main" id="{375D621C-5162-D421-5107-F83E5CE87B1B}"/>
                  </a:ext>
                </a:extLst>
              </p:cNvPr>
              <p:cNvSpPr/>
              <p:nvPr/>
            </p:nvSpPr>
            <p:spPr>
              <a:xfrm>
                <a:off x="8917931" y="2384617"/>
                <a:ext cx="131569" cy="114797"/>
              </a:xfrm>
              <a:prstGeom prst="upArrow">
                <a:avLst/>
              </a:prstGeom>
              <a:solidFill>
                <a:schemeClr val="bg2"/>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4000"/>
              </a:p>
            </p:txBody>
          </p:sp>
          <p:sp>
            <p:nvSpPr>
              <p:cNvPr id="20" name="文本框 315">
                <a:extLst>
                  <a:ext uri="{FF2B5EF4-FFF2-40B4-BE49-F238E27FC236}">
                    <a16:creationId xmlns:a16="http://schemas.microsoft.com/office/drawing/2014/main" id="{9111F04B-2D4A-A6A1-0E96-C41D99AD0F01}"/>
                  </a:ext>
                </a:extLst>
              </p:cNvPr>
              <p:cNvSpPr txBox="1"/>
              <p:nvPr/>
            </p:nvSpPr>
            <p:spPr>
              <a:xfrm>
                <a:off x="7416894" y="617757"/>
                <a:ext cx="1785359" cy="390639"/>
              </a:xfrm>
              <a:prstGeom prst="rect">
                <a:avLst/>
              </a:prstGeom>
              <a:noFill/>
            </p:spPr>
            <p:txBody>
              <a:bodyPr wrap="square" rtlCol="0">
                <a:spAutoFit/>
              </a:bodyPr>
              <a:lstStyle/>
              <a:p>
                <a:r>
                  <a:rPr lang="en-US" altLang="zh-CN" dirty="0"/>
                  <a:t>  B-</a:t>
                </a:r>
                <a:r>
                  <a:rPr lang="zh-CN" altLang="en-US" dirty="0"/>
                  <a:t>地点</a:t>
                </a:r>
                <a:r>
                  <a:rPr lang="en-US" altLang="zh-CN" dirty="0"/>
                  <a:t>   I-</a:t>
                </a:r>
                <a:r>
                  <a:rPr lang="zh-CN" altLang="en-US" dirty="0"/>
                  <a:t>地点</a:t>
                </a:r>
                <a:r>
                  <a:rPr lang="en-US" altLang="zh-CN" dirty="0"/>
                  <a:t>     …        O</a:t>
                </a:r>
                <a:endParaRPr lang="zh-CN" altLang="en-US" dirty="0"/>
              </a:p>
            </p:txBody>
          </p:sp>
        </p:grpSp>
        <p:sp>
          <p:nvSpPr>
            <p:cNvPr id="6" name="箭头: 上 379">
              <a:extLst>
                <a:ext uri="{FF2B5EF4-FFF2-40B4-BE49-F238E27FC236}">
                  <a16:creationId xmlns:a16="http://schemas.microsoft.com/office/drawing/2014/main" id="{2B21C7D5-9CBF-7A3B-0127-67844768B13B}"/>
                </a:ext>
              </a:extLst>
            </p:cNvPr>
            <p:cNvSpPr/>
            <p:nvPr/>
          </p:nvSpPr>
          <p:spPr>
            <a:xfrm>
              <a:off x="10258533" y="4088131"/>
              <a:ext cx="131569" cy="114797"/>
            </a:xfrm>
            <a:prstGeom prst="upArrow">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4000"/>
            </a:p>
          </p:txBody>
        </p:sp>
        <p:sp>
          <p:nvSpPr>
            <p:cNvPr id="7" name="箭头: 上 380">
              <a:extLst>
                <a:ext uri="{FF2B5EF4-FFF2-40B4-BE49-F238E27FC236}">
                  <a16:creationId xmlns:a16="http://schemas.microsoft.com/office/drawing/2014/main" id="{D73DA529-6619-7D34-31D0-4DEC6A774474}"/>
                </a:ext>
              </a:extLst>
            </p:cNvPr>
            <p:cNvSpPr/>
            <p:nvPr/>
          </p:nvSpPr>
          <p:spPr>
            <a:xfrm>
              <a:off x="10634246" y="4077078"/>
              <a:ext cx="131569" cy="114797"/>
            </a:xfrm>
            <a:prstGeom prst="upArrow">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4000"/>
            </a:p>
          </p:txBody>
        </p:sp>
        <p:sp>
          <p:nvSpPr>
            <p:cNvPr id="8" name="箭头: 上 381">
              <a:extLst>
                <a:ext uri="{FF2B5EF4-FFF2-40B4-BE49-F238E27FC236}">
                  <a16:creationId xmlns:a16="http://schemas.microsoft.com/office/drawing/2014/main" id="{B454A5DB-7D99-1A33-7B84-DDE5804B1732}"/>
                </a:ext>
              </a:extLst>
            </p:cNvPr>
            <p:cNvSpPr/>
            <p:nvPr/>
          </p:nvSpPr>
          <p:spPr>
            <a:xfrm>
              <a:off x="11046565" y="4088131"/>
              <a:ext cx="131569" cy="114797"/>
            </a:xfrm>
            <a:prstGeom prst="upArrow">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4000"/>
            </a:p>
          </p:txBody>
        </p:sp>
        <p:sp>
          <p:nvSpPr>
            <p:cNvPr id="9" name="箭头: 上 382">
              <a:extLst>
                <a:ext uri="{FF2B5EF4-FFF2-40B4-BE49-F238E27FC236}">
                  <a16:creationId xmlns:a16="http://schemas.microsoft.com/office/drawing/2014/main" id="{12519DD7-C391-0AB3-0A07-4B546E714228}"/>
                </a:ext>
              </a:extLst>
            </p:cNvPr>
            <p:cNvSpPr/>
            <p:nvPr/>
          </p:nvSpPr>
          <p:spPr>
            <a:xfrm>
              <a:off x="11427927" y="4068914"/>
              <a:ext cx="131569" cy="114797"/>
            </a:xfrm>
            <a:prstGeom prst="upArrow">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4000"/>
            </a:p>
          </p:txBody>
        </p:sp>
      </p:grpSp>
    </p:spTree>
    <p:extLst>
      <p:ext uri="{BB962C8B-B14F-4D97-AF65-F5344CB8AC3E}">
        <p14:creationId xmlns:p14="http://schemas.microsoft.com/office/powerpoint/2010/main" val="3531267461"/>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44C6A71C-6573-4F3D-ABFF-2A069B4E9B0F}"/>
              </a:ext>
            </a:extLst>
          </p:cNvPr>
          <p:cNvSpPr>
            <a:spLocks noGrp="1"/>
          </p:cNvSpPr>
          <p:nvPr>
            <p:ph type="title"/>
          </p:nvPr>
        </p:nvSpPr>
        <p:spPr/>
        <p:txBody>
          <a:bodyPr/>
          <a:lstStyle/>
          <a:p>
            <a:r>
              <a:rPr lang="en-US" altLang="zh-CN" dirty="0"/>
              <a:t>Transformer</a:t>
            </a:r>
            <a:r>
              <a:rPr lang="zh-CN" altLang="en-US" dirty="0"/>
              <a:t>编码器应用于文本分类任务</a:t>
            </a:r>
          </a:p>
        </p:txBody>
      </p:sp>
      <mc:AlternateContent xmlns:mc="http://schemas.openxmlformats.org/markup-compatibility/2006" xmlns:a14="http://schemas.microsoft.com/office/drawing/2010/main">
        <mc:Choice Requires="a14">
          <p:sp>
            <p:nvSpPr>
              <p:cNvPr id="3" name="内容占位符 2">
                <a:extLst>
                  <a:ext uri="{FF2B5EF4-FFF2-40B4-BE49-F238E27FC236}">
                    <a16:creationId xmlns:a16="http://schemas.microsoft.com/office/drawing/2014/main" id="{DD8E656A-6757-4982-9C3A-C74284BBEB19}"/>
                  </a:ext>
                </a:extLst>
              </p:cNvPr>
              <p:cNvSpPr>
                <a:spLocks noGrp="1"/>
              </p:cNvSpPr>
              <p:nvPr>
                <p:ph idx="1"/>
              </p:nvPr>
            </p:nvSpPr>
            <p:spPr/>
            <p:txBody>
              <a:bodyPr>
                <a:normAutofit fontScale="92500" lnSpcReduction="20000"/>
              </a:bodyPr>
              <a:lstStyle/>
              <a:p>
                <a:pPr marL="228600" marR="0" lvl="0" indent="-457200" algn="l" defTabSz="914400" rtl="0" eaLnBrk="1" fontAlgn="auto" latinLnBrk="0" hangingPunct="1">
                  <a:lnSpc>
                    <a:spcPct val="180000"/>
                  </a:lnSpc>
                  <a:spcBef>
                    <a:spcPts val="0"/>
                  </a:spcBef>
                  <a:spcAft>
                    <a:spcPts val="0"/>
                  </a:spcAft>
                  <a:buClrTx/>
                  <a:buSzTx/>
                  <a:buFont typeface="Wingdings" panose="05000000000000000000" pitchFamily="2" charset="2"/>
                  <a:buChar char="p"/>
                  <a:tabLst/>
                  <a:defRPr/>
                </a:pPr>
                <a:r>
                  <a:rPr kumimoji="0" lang="en-US" altLang="en-US" sz="2400" b="1" i="0" u="none" strike="noStrike" kern="100" cap="none" spc="0" normalizeH="0" baseline="0" noProof="0" dirty="0">
                    <a:ln>
                      <a:noFill/>
                    </a:ln>
                    <a:solidFill>
                      <a:prstClr val="black"/>
                    </a:solidFill>
                    <a:effectLst/>
                    <a:uLnTx/>
                    <a:uFillTx/>
                    <a:latin typeface="Arial"/>
                    <a:ea typeface="微软雅黑"/>
                  </a:rPr>
                  <a:t>文本分类任务</a:t>
                </a:r>
                <a:endParaRPr lang="en-US" altLang="en-US" dirty="0">
                  <a:latin typeface="Arial"/>
                  <a:ea typeface="微软雅黑"/>
                </a:endParaRPr>
              </a:p>
              <a:p>
                <a:pPr lvl="2" indent="-457200">
                  <a:lnSpc>
                    <a:spcPct val="180000"/>
                  </a:lnSpc>
                  <a:spcBef>
                    <a:spcPts val="0"/>
                  </a:spcBef>
                  <a:buFont typeface="Wingdings" panose="05000000000000000000" pitchFamily="2" charset="2"/>
                  <a:buChar char="p"/>
                  <a:defRPr/>
                </a:pPr>
                <a:r>
                  <a:rPr lang="zh-CN" altLang="en-US" dirty="0"/>
                  <a:t>对整段文本进行类别预测</a:t>
                </a:r>
                <a:endParaRPr lang="en-US" altLang="zh-CN" dirty="0"/>
              </a:p>
              <a:p>
                <a:pPr lvl="2" indent="-457200">
                  <a:lnSpc>
                    <a:spcPct val="180000"/>
                  </a:lnSpc>
                  <a:spcBef>
                    <a:spcPts val="0"/>
                  </a:spcBef>
                  <a:buFont typeface="Wingdings" panose="05000000000000000000" pitchFamily="2" charset="2"/>
                  <a:buChar char="p"/>
                  <a:defRPr/>
                </a:pPr>
                <a:r>
                  <a:rPr kumimoji="0" lang="zh-CN" altLang="en-US" i="0" u="none" strike="noStrike" kern="100" cap="none" spc="0" normalizeH="0" baseline="0" noProof="0" dirty="0">
                    <a:ln>
                      <a:noFill/>
                    </a:ln>
                    <a:solidFill>
                      <a:prstClr val="black"/>
                    </a:solidFill>
                    <a:effectLst/>
                    <a:uLnTx/>
                    <a:uFillTx/>
                    <a:latin typeface="Arial"/>
                    <a:ea typeface="微软雅黑"/>
                  </a:rPr>
                  <a:t>即对输入</a:t>
                </a:r>
                <a14:m>
                  <m:oMath xmlns:m="http://schemas.openxmlformats.org/officeDocument/2006/math">
                    <m:sSub>
                      <m:sSubPr>
                        <m:ctrlPr>
                          <a:rPr lang="en-US" altLang="zh-CN" b="0" i="1" smtClean="0">
                            <a:latin typeface="Cambria Math" panose="02040503050406030204" pitchFamily="18" charset="0"/>
                          </a:rPr>
                        </m:ctrlPr>
                      </m:sSubPr>
                      <m:e>
                        <m:r>
                          <a:rPr lang="en-US" altLang="zh-CN" b="0" i="1" smtClean="0">
                            <a:latin typeface="Cambria Math" panose="02040503050406030204" pitchFamily="18" charset="0"/>
                          </a:rPr>
                          <m:t>𝑥</m:t>
                        </m:r>
                      </m:e>
                      <m:sub>
                        <m:r>
                          <a:rPr lang="en-US" altLang="zh-CN" b="0" i="0" smtClean="0">
                            <a:latin typeface="Cambria Math" panose="02040503050406030204" pitchFamily="18" charset="0"/>
                          </a:rPr>
                          <m:t>1</m:t>
                        </m:r>
                      </m:sub>
                    </m:sSub>
                    <m:r>
                      <a:rPr lang="en-US" altLang="zh-CN" b="0" i="1" smtClean="0">
                        <a:latin typeface="Cambria Math" panose="02040503050406030204" pitchFamily="18" charset="0"/>
                      </a:rPr>
                      <m:t>⋯</m:t>
                    </m:r>
                    <m:sSub>
                      <m:sSubPr>
                        <m:ctrlPr>
                          <a:rPr lang="en-US" altLang="zh-CN" b="0" i="1" smtClean="0">
                            <a:latin typeface="Cambria Math" panose="02040503050406030204" pitchFamily="18" charset="0"/>
                          </a:rPr>
                        </m:ctrlPr>
                      </m:sSubPr>
                      <m:e>
                        <m:r>
                          <a:rPr lang="en-US" altLang="zh-CN" b="0" i="1" smtClean="0">
                            <a:latin typeface="Cambria Math" panose="02040503050406030204" pitchFamily="18" charset="0"/>
                          </a:rPr>
                          <m:t>𝑥</m:t>
                        </m:r>
                      </m:e>
                      <m:sub>
                        <m:r>
                          <a:rPr lang="en-US" altLang="zh-CN" b="0" i="1" smtClean="0">
                            <a:latin typeface="Cambria Math" panose="02040503050406030204" pitchFamily="18" charset="0"/>
                          </a:rPr>
                          <m:t>𝑁</m:t>
                        </m:r>
                      </m:sub>
                    </m:sSub>
                  </m:oMath>
                </a14:m>
                <a:r>
                  <a:rPr kumimoji="0" lang="zh-CN" altLang="en-US" i="0" u="none" strike="noStrike" kern="100" cap="none" spc="0" normalizeH="0" baseline="0" noProof="0" dirty="0">
                    <a:ln>
                      <a:noFill/>
                    </a:ln>
                    <a:solidFill>
                      <a:prstClr val="black"/>
                    </a:solidFill>
                    <a:effectLst/>
                    <a:uLnTx/>
                    <a:uFillTx/>
                    <a:latin typeface="Arial"/>
                    <a:ea typeface="微软雅黑"/>
                  </a:rPr>
                  <a:t>，需要预测一个类别标签</a:t>
                </a:r>
                <a14:m>
                  <m:oMath xmlns:m="http://schemas.openxmlformats.org/officeDocument/2006/math">
                    <m:acc>
                      <m:accPr>
                        <m:chr m:val="̂"/>
                        <m:ctrlPr>
                          <a:rPr lang="en-US" altLang="zh-CN" i="1">
                            <a:latin typeface="Cambria Math" panose="02040503050406030204" pitchFamily="18" charset="0"/>
                          </a:rPr>
                        </m:ctrlPr>
                      </m:accPr>
                      <m:e>
                        <m:r>
                          <a:rPr lang="en-US" altLang="zh-CN" i="1">
                            <a:latin typeface="Cambria Math" panose="02040503050406030204" pitchFamily="18" charset="0"/>
                          </a:rPr>
                          <m:t>𝑦</m:t>
                        </m:r>
                      </m:e>
                    </m:acc>
                  </m:oMath>
                </a14:m>
                <a:endParaRPr kumimoji="0" lang="en-US" altLang="en-US" i="0" u="none" strike="noStrike" kern="100" cap="none" spc="0" normalizeH="0" baseline="0" noProof="0" dirty="0">
                  <a:ln>
                    <a:noFill/>
                  </a:ln>
                  <a:solidFill>
                    <a:prstClr val="black"/>
                  </a:solidFill>
                  <a:effectLst/>
                  <a:uLnTx/>
                  <a:uFillTx/>
                  <a:latin typeface="Arial"/>
                  <a:ea typeface="微软雅黑"/>
                </a:endParaRPr>
              </a:p>
              <a:p>
                <a:pPr lvl="1" indent="-457200">
                  <a:lnSpc>
                    <a:spcPct val="180000"/>
                  </a:lnSpc>
                  <a:spcBef>
                    <a:spcPts val="0"/>
                  </a:spcBef>
                  <a:buFont typeface="Wingdings" panose="05000000000000000000" pitchFamily="2" charset="2"/>
                  <a:buChar char="p"/>
                  <a:defRPr/>
                </a:pPr>
                <a:r>
                  <a:rPr lang="en-US" altLang="zh-CN" b="1" kern="100" dirty="0">
                    <a:solidFill>
                      <a:prstClr val="black"/>
                    </a:solidFill>
                    <a:latin typeface="Arial"/>
                    <a:ea typeface="微软雅黑"/>
                  </a:rPr>
                  <a:t>Transformer</a:t>
                </a:r>
                <a:r>
                  <a:rPr lang="zh-CN" altLang="en-US" b="1" kern="100" dirty="0">
                    <a:solidFill>
                      <a:prstClr val="black"/>
                    </a:solidFill>
                    <a:latin typeface="Arial"/>
                    <a:ea typeface="微软雅黑"/>
                  </a:rPr>
                  <a:t>编码器的应用</a:t>
                </a:r>
                <a:endParaRPr kumimoji="0" lang="en-US" altLang="en-US" i="0" u="none" strike="noStrike" kern="100" cap="none" spc="0" normalizeH="0" baseline="0" noProof="0" dirty="0">
                  <a:ln>
                    <a:noFill/>
                  </a:ln>
                  <a:solidFill>
                    <a:prstClr val="black"/>
                  </a:solidFill>
                  <a:effectLst/>
                  <a:uLnTx/>
                  <a:uFillTx/>
                  <a:latin typeface="Arial"/>
                  <a:ea typeface="微软雅黑"/>
                </a:endParaRPr>
              </a:p>
              <a:p>
                <a:pPr lvl="2" indent="-457200">
                  <a:lnSpc>
                    <a:spcPct val="180000"/>
                  </a:lnSpc>
                  <a:spcBef>
                    <a:spcPts val="0"/>
                  </a:spcBef>
                  <a:buFont typeface="Wingdings" panose="05000000000000000000" pitchFamily="2" charset="2"/>
                  <a:buChar char="p"/>
                </a:pPr>
                <a:r>
                  <a:rPr lang="en-US" altLang="en-US" dirty="0" err="1"/>
                  <a:t>对文本进行预处理</a:t>
                </a:r>
                <a:r>
                  <a:rPr lang="zh-CN" altLang="en-US" dirty="0"/>
                  <a:t>，</a:t>
                </a:r>
                <a:r>
                  <a:rPr lang="en-US" altLang="en-US" dirty="0" err="1"/>
                  <a:t>将文本切分为Token序列</a:t>
                </a:r>
                <a:r>
                  <a:rPr lang="zh-CN" altLang="en-US" dirty="0"/>
                  <a:t>，并在前后加上表示文本开始与结束的特殊字符“</a:t>
                </a:r>
                <a:r>
                  <a:rPr lang="en-US" altLang="zh-CN" dirty="0"/>
                  <a:t>[CLS]</a:t>
                </a:r>
                <a:r>
                  <a:rPr lang="zh-CN" altLang="en-US" dirty="0"/>
                  <a:t>”和“</a:t>
                </a:r>
                <a:r>
                  <a:rPr lang="en-US" altLang="zh-CN" dirty="0"/>
                  <a:t>[SEP]</a:t>
                </a:r>
                <a:r>
                  <a:rPr lang="zh-CN" altLang="en-US" dirty="0"/>
                  <a:t>”，其中“</a:t>
                </a:r>
                <a:r>
                  <a:rPr lang="en-US" altLang="zh-CN" dirty="0"/>
                  <a:t>[CLS]</a:t>
                </a:r>
                <a:r>
                  <a:rPr lang="zh-CN" altLang="en-US" dirty="0"/>
                  <a:t>”记为</a:t>
                </a:r>
                <a14:m>
                  <m:oMath xmlns:m="http://schemas.openxmlformats.org/officeDocument/2006/math">
                    <m:sSub>
                      <m:sSubPr>
                        <m:ctrlPr>
                          <a:rPr lang="en-US" altLang="zh-CN" b="0" i="1" smtClean="0">
                            <a:latin typeface="Cambria Math" panose="02040503050406030204" pitchFamily="18" charset="0"/>
                          </a:rPr>
                        </m:ctrlPr>
                      </m:sSubPr>
                      <m:e>
                        <m:r>
                          <a:rPr lang="en-US" altLang="zh-CN" b="0" i="1" smtClean="0">
                            <a:latin typeface="Cambria Math" panose="02040503050406030204" pitchFamily="18" charset="0"/>
                          </a:rPr>
                          <m:t>𝑥</m:t>
                        </m:r>
                      </m:e>
                      <m:sub>
                        <m:r>
                          <a:rPr lang="en-US" altLang="zh-CN" b="0" i="0" smtClean="0">
                            <a:latin typeface="Cambria Math" panose="02040503050406030204" pitchFamily="18" charset="0"/>
                          </a:rPr>
                          <m:t>[</m:t>
                        </m:r>
                        <m:r>
                          <m:rPr>
                            <m:sty m:val="p"/>
                          </m:rPr>
                          <a:rPr lang="en-US" altLang="zh-CN" b="0" i="0" smtClean="0">
                            <a:latin typeface="Cambria Math" panose="02040503050406030204" pitchFamily="18" charset="0"/>
                          </a:rPr>
                          <m:t>CLS</m:t>
                        </m:r>
                        <m:r>
                          <a:rPr lang="en-US" altLang="zh-CN" b="0" i="0" smtClean="0">
                            <a:latin typeface="Cambria Math" panose="02040503050406030204" pitchFamily="18" charset="0"/>
                          </a:rPr>
                          <m:t>]</m:t>
                        </m:r>
                      </m:sub>
                    </m:sSub>
                  </m:oMath>
                </a14:m>
                <a:endParaRPr lang="en-US" altLang="zh-CN" dirty="0"/>
              </a:p>
              <a:p>
                <a:pPr lvl="2" indent="-457200">
                  <a:lnSpc>
                    <a:spcPct val="180000"/>
                  </a:lnSpc>
                  <a:spcBef>
                    <a:spcPts val="0"/>
                  </a:spcBef>
                  <a:buFont typeface="Wingdings" panose="05000000000000000000" pitchFamily="2" charset="2"/>
                  <a:buChar char="p"/>
                </a:pPr>
                <a:r>
                  <a:rPr lang="zh-CN" altLang="en-US" dirty="0"/>
                  <a:t>使用</a:t>
                </a:r>
                <a:r>
                  <a:rPr lang="en-US" altLang="zh-CN" dirty="0"/>
                  <a:t>Transformer</a:t>
                </a:r>
                <a:r>
                  <a:rPr lang="zh-CN" altLang="en-US" dirty="0"/>
                  <a:t>处理</a:t>
                </a:r>
                <a:r>
                  <a:rPr lang="en-US" altLang="zh-CN" dirty="0"/>
                  <a:t>Token</a:t>
                </a:r>
                <a:r>
                  <a:rPr lang="zh-CN" altLang="en-US" dirty="0"/>
                  <a:t>序列，得到每个</a:t>
                </a:r>
                <a:r>
                  <a:rPr lang="en-US" altLang="zh-CN" dirty="0"/>
                  <a:t>Token</a:t>
                </a:r>
                <a:r>
                  <a:rPr lang="zh-CN" altLang="en-US" dirty="0"/>
                  <a:t>的表征向量</a:t>
                </a:r>
                <a:endParaRPr lang="en-US" altLang="zh-CN" b="0" i="1" dirty="0">
                  <a:latin typeface="Cambria Math" panose="02040503050406030204" pitchFamily="18" charset="0"/>
                </a:endParaRPr>
              </a:p>
              <a:p>
                <a:pPr marL="457200" lvl="2">
                  <a:lnSpc>
                    <a:spcPct val="180000"/>
                  </a:lnSpc>
                  <a:spcBef>
                    <a:spcPts val="0"/>
                  </a:spcBef>
                </a:pPr>
                <a14:m>
                  <m:oMathPara xmlns:m="http://schemas.openxmlformats.org/officeDocument/2006/math">
                    <m:oMathParaPr>
                      <m:jc m:val="centerGroup"/>
                    </m:oMathParaPr>
                    <m:oMath xmlns:m="http://schemas.openxmlformats.org/officeDocument/2006/math">
                      <m:sSub>
                        <m:sSubPr>
                          <m:ctrlPr>
                            <a:rPr lang="en-US" altLang="zh-CN" b="1" i="1" smtClean="0">
                              <a:latin typeface="Cambria Math" panose="02040503050406030204" pitchFamily="18" charset="0"/>
                            </a:rPr>
                          </m:ctrlPr>
                        </m:sSubPr>
                        <m:e>
                          <m:r>
                            <a:rPr lang="en-US" altLang="zh-CN" b="1" i="1" smtClean="0">
                              <a:latin typeface="Cambria Math" panose="02040503050406030204" pitchFamily="18" charset="0"/>
                            </a:rPr>
                            <m:t>𝒉</m:t>
                          </m:r>
                        </m:e>
                        <m:sub>
                          <m:r>
                            <a:rPr lang="en-US" altLang="zh-CN" b="1" i="1" smtClean="0">
                              <a:latin typeface="Cambria Math" panose="02040503050406030204" pitchFamily="18" charset="0"/>
                            </a:rPr>
                            <m:t>[</m:t>
                          </m:r>
                          <m:r>
                            <a:rPr lang="en-US" altLang="zh-CN" b="1" i="1" smtClean="0">
                              <a:latin typeface="Cambria Math" panose="02040503050406030204" pitchFamily="18" charset="0"/>
                            </a:rPr>
                            <m:t>𝑪𝑳𝑺</m:t>
                          </m:r>
                          <m:r>
                            <a:rPr lang="en-US" altLang="zh-CN" b="1" i="1" smtClean="0">
                              <a:latin typeface="Cambria Math" panose="02040503050406030204" pitchFamily="18" charset="0"/>
                            </a:rPr>
                            <m:t>]</m:t>
                          </m:r>
                        </m:sub>
                      </m:sSub>
                      <m:r>
                        <a:rPr lang="en-US" altLang="zh-CN" b="0" i="1" smtClean="0">
                          <a:latin typeface="Cambria Math" panose="02040503050406030204" pitchFamily="18" charset="0"/>
                        </a:rPr>
                        <m:t>,</m:t>
                      </m:r>
                      <m:sSub>
                        <m:sSubPr>
                          <m:ctrlPr>
                            <a:rPr lang="en-US" altLang="zh-CN" b="0" i="1" smtClean="0">
                              <a:latin typeface="Cambria Math" panose="02040503050406030204" pitchFamily="18" charset="0"/>
                            </a:rPr>
                          </m:ctrlPr>
                        </m:sSubPr>
                        <m:e>
                          <m:r>
                            <a:rPr lang="en-US" altLang="zh-CN" b="1" i="1" smtClean="0">
                              <a:latin typeface="Cambria Math" panose="02040503050406030204" pitchFamily="18" charset="0"/>
                            </a:rPr>
                            <m:t>𝒉</m:t>
                          </m:r>
                        </m:e>
                        <m:sub>
                          <m:r>
                            <a:rPr lang="en-US" altLang="zh-CN" b="0" i="1" smtClean="0">
                              <a:latin typeface="Cambria Math" panose="02040503050406030204" pitchFamily="18" charset="0"/>
                            </a:rPr>
                            <m:t>1</m:t>
                          </m:r>
                        </m:sub>
                      </m:sSub>
                      <m:r>
                        <a:rPr lang="en-US" altLang="zh-CN" b="0" i="1" smtClean="0">
                          <a:latin typeface="Cambria Math" panose="02040503050406030204" pitchFamily="18" charset="0"/>
                        </a:rPr>
                        <m:t>⋯</m:t>
                      </m:r>
                      <m:sSub>
                        <m:sSubPr>
                          <m:ctrlPr>
                            <a:rPr lang="en-US" altLang="zh-CN" b="0" i="1" smtClean="0">
                              <a:latin typeface="Cambria Math" panose="02040503050406030204" pitchFamily="18" charset="0"/>
                            </a:rPr>
                          </m:ctrlPr>
                        </m:sSubPr>
                        <m:e>
                          <m:r>
                            <a:rPr lang="en-US" altLang="zh-CN" b="1" i="1" smtClean="0">
                              <a:latin typeface="Cambria Math" panose="02040503050406030204" pitchFamily="18" charset="0"/>
                            </a:rPr>
                            <m:t>𝒉</m:t>
                          </m:r>
                        </m:e>
                        <m:sub>
                          <m:r>
                            <a:rPr lang="en-US" altLang="zh-CN" b="0" i="1" smtClean="0">
                              <a:latin typeface="Cambria Math" panose="02040503050406030204" pitchFamily="18" charset="0"/>
                            </a:rPr>
                            <m:t>𝑁</m:t>
                          </m:r>
                        </m:sub>
                      </m:sSub>
                      <m:r>
                        <a:rPr lang="en-US" altLang="zh-CN" b="0" i="1" smtClean="0">
                          <a:latin typeface="Cambria Math" panose="02040503050406030204" pitchFamily="18" charset="0"/>
                        </a:rPr>
                        <m:t>=</m:t>
                      </m:r>
                      <m:sSub>
                        <m:sSubPr>
                          <m:ctrlPr>
                            <a:rPr lang="en-US" altLang="zh-CN" b="0" i="1" smtClean="0">
                              <a:latin typeface="Cambria Math" panose="02040503050406030204" pitchFamily="18" charset="0"/>
                            </a:rPr>
                          </m:ctrlPr>
                        </m:sSubPr>
                        <m:e>
                          <m:r>
                            <m:rPr>
                              <m:sty m:val="p"/>
                            </m:rPr>
                            <a:rPr lang="en-US" altLang="zh-CN" b="0" i="0" smtClean="0">
                              <a:latin typeface="Cambria Math" panose="02040503050406030204" pitchFamily="18" charset="0"/>
                            </a:rPr>
                            <m:t>Transformer</m:t>
                          </m:r>
                        </m:e>
                        <m:sub>
                          <m:r>
                            <a:rPr lang="en-US" altLang="zh-CN" b="0" i="1" smtClean="0">
                              <a:latin typeface="Cambria Math" panose="02040503050406030204" pitchFamily="18" charset="0"/>
                            </a:rPr>
                            <m:t>𝑒𝑛𝑐𝑜𝑑𝑒𝑟</m:t>
                          </m:r>
                        </m:sub>
                      </m:sSub>
                      <m:d>
                        <m:dPr>
                          <m:ctrlPr>
                            <a:rPr lang="en-US" altLang="zh-CN" b="0" i="1" smtClean="0">
                              <a:latin typeface="Cambria Math" panose="02040503050406030204" pitchFamily="18" charset="0"/>
                            </a:rPr>
                          </m:ctrlPr>
                        </m:dPr>
                        <m:e>
                          <m:sSub>
                            <m:sSubPr>
                              <m:ctrlPr>
                                <a:rPr lang="en-US" altLang="zh-CN" b="0" i="1" smtClean="0">
                                  <a:latin typeface="Cambria Math" panose="02040503050406030204" pitchFamily="18" charset="0"/>
                                </a:rPr>
                              </m:ctrlPr>
                            </m:sSubPr>
                            <m:e>
                              <m:r>
                                <a:rPr lang="en-US" altLang="zh-CN" b="0" i="1" smtClean="0">
                                  <a:latin typeface="Cambria Math" panose="02040503050406030204" pitchFamily="18" charset="0"/>
                                </a:rPr>
                                <m:t>𝑥</m:t>
                              </m:r>
                            </m:e>
                            <m:sub>
                              <m:r>
                                <a:rPr lang="en-US" altLang="zh-CN" b="0" i="0" smtClean="0">
                                  <a:latin typeface="Cambria Math" panose="02040503050406030204" pitchFamily="18" charset="0"/>
                                </a:rPr>
                                <m:t>[</m:t>
                              </m:r>
                              <m:r>
                                <m:rPr>
                                  <m:sty m:val="p"/>
                                </m:rPr>
                                <a:rPr lang="en-US" altLang="zh-CN" b="0" i="0" smtClean="0">
                                  <a:latin typeface="Cambria Math" panose="02040503050406030204" pitchFamily="18" charset="0"/>
                                </a:rPr>
                                <m:t>CLS</m:t>
                              </m:r>
                              <m:r>
                                <a:rPr lang="en-US" altLang="zh-CN" b="0" i="0" smtClean="0">
                                  <a:latin typeface="Cambria Math" panose="02040503050406030204" pitchFamily="18" charset="0"/>
                                </a:rPr>
                                <m:t>]</m:t>
                              </m:r>
                            </m:sub>
                          </m:sSub>
                          <m:r>
                            <a:rPr lang="en-US" altLang="zh-CN" b="0" i="1" smtClean="0">
                              <a:latin typeface="Cambria Math" panose="02040503050406030204" pitchFamily="18" charset="0"/>
                            </a:rPr>
                            <m:t>,</m:t>
                          </m:r>
                          <m:sSub>
                            <m:sSubPr>
                              <m:ctrlPr>
                                <a:rPr lang="en-US" altLang="zh-CN" b="0" i="1" smtClean="0">
                                  <a:latin typeface="Cambria Math" panose="02040503050406030204" pitchFamily="18" charset="0"/>
                                </a:rPr>
                              </m:ctrlPr>
                            </m:sSubPr>
                            <m:e>
                              <m:r>
                                <a:rPr lang="en-US" altLang="zh-CN" b="0" i="1" smtClean="0">
                                  <a:latin typeface="Cambria Math" panose="02040503050406030204" pitchFamily="18" charset="0"/>
                                </a:rPr>
                                <m:t>𝑥</m:t>
                              </m:r>
                            </m:e>
                            <m:sub>
                              <m:r>
                                <a:rPr lang="en-US" altLang="zh-CN" b="0" i="1" smtClean="0">
                                  <a:latin typeface="Cambria Math" panose="02040503050406030204" pitchFamily="18" charset="0"/>
                                </a:rPr>
                                <m:t>1</m:t>
                              </m:r>
                            </m:sub>
                          </m:sSub>
                          <m:r>
                            <a:rPr lang="en-US" altLang="zh-CN" b="0" i="1" smtClean="0">
                              <a:latin typeface="Cambria Math" panose="02040503050406030204" pitchFamily="18" charset="0"/>
                            </a:rPr>
                            <m:t>⋯</m:t>
                          </m:r>
                          <m:sSub>
                            <m:sSubPr>
                              <m:ctrlPr>
                                <a:rPr lang="en-US" altLang="zh-CN" b="0" i="1" smtClean="0">
                                  <a:latin typeface="Cambria Math" panose="02040503050406030204" pitchFamily="18" charset="0"/>
                                </a:rPr>
                              </m:ctrlPr>
                            </m:sSubPr>
                            <m:e>
                              <m:r>
                                <a:rPr lang="en-US" altLang="zh-CN" b="0" i="1" smtClean="0">
                                  <a:latin typeface="Cambria Math" panose="02040503050406030204" pitchFamily="18" charset="0"/>
                                </a:rPr>
                                <m:t>𝑥</m:t>
                              </m:r>
                            </m:e>
                            <m:sub>
                              <m:r>
                                <a:rPr lang="en-US" altLang="zh-CN" b="0" i="1" smtClean="0">
                                  <a:latin typeface="Cambria Math" panose="02040503050406030204" pitchFamily="18" charset="0"/>
                                </a:rPr>
                                <m:t>𝑁</m:t>
                              </m:r>
                            </m:sub>
                          </m:sSub>
                        </m:e>
                      </m:d>
                    </m:oMath>
                  </m:oMathPara>
                </a14:m>
                <a:endParaRPr lang="en-US" altLang="zh-CN" b="0" dirty="0"/>
              </a:p>
              <a:p>
                <a:pPr lvl="2" indent="-457200">
                  <a:lnSpc>
                    <a:spcPct val="180000"/>
                  </a:lnSpc>
                  <a:spcBef>
                    <a:spcPts val="0"/>
                  </a:spcBef>
                  <a:buFont typeface="Wingdings" panose="05000000000000000000" pitchFamily="2" charset="2"/>
                  <a:buChar char="p"/>
                </a:pPr>
                <a:r>
                  <a:rPr lang="zh-CN" altLang="en-US" dirty="0"/>
                  <a:t>使用全连接层以及</a:t>
                </a:r>
                <a:r>
                  <a:rPr lang="en-US" altLang="zh-CN" dirty="0" err="1"/>
                  <a:t>softmax</a:t>
                </a:r>
                <a:r>
                  <a:rPr lang="zh-CN" altLang="en-US" dirty="0"/>
                  <a:t>函数预测整个文本对应的标签</a:t>
                </a:r>
                <a:endParaRPr lang="en-US" altLang="zh-CN" b="0" i="1" dirty="0">
                  <a:latin typeface="Cambria Math" panose="02040503050406030204" pitchFamily="18" charset="0"/>
                </a:endParaRPr>
              </a:p>
              <a:p>
                <a:pPr marL="457200" lvl="2">
                  <a:lnSpc>
                    <a:spcPct val="180000"/>
                  </a:lnSpc>
                  <a:spcBef>
                    <a:spcPts val="0"/>
                  </a:spcBef>
                </a:pPr>
                <a14:m>
                  <m:oMathPara xmlns:m="http://schemas.openxmlformats.org/officeDocument/2006/math">
                    <m:oMathParaPr>
                      <m:jc m:val="centerGroup"/>
                    </m:oMathParaPr>
                    <m:oMath xmlns:m="http://schemas.openxmlformats.org/officeDocument/2006/math">
                      <m:acc>
                        <m:accPr>
                          <m:chr m:val="̂"/>
                          <m:ctrlPr>
                            <a:rPr lang="en-US" altLang="zh-CN" b="0" i="1" smtClean="0">
                              <a:latin typeface="Cambria Math" panose="02040503050406030204" pitchFamily="18" charset="0"/>
                            </a:rPr>
                          </m:ctrlPr>
                        </m:accPr>
                        <m:e>
                          <m:r>
                            <a:rPr lang="en-US" altLang="zh-CN" b="0" i="1" smtClean="0">
                              <a:latin typeface="Cambria Math" panose="02040503050406030204" pitchFamily="18" charset="0"/>
                            </a:rPr>
                            <m:t>𝑦</m:t>
                          </m:r>
                        </m:e>
                      </m:acc>
                      <m:r>
                        <a:rPr lang="en-US" altLang="zh-CN" b="0" i="1" smtClean="0">
                          <a:latin typeface="Cambria Math" panose="02040503050406030204" pitchFamily="18" charset="0"/>
                        </a:rPr>
                        <m:t>=</m:t>
                      </m:r>
                      <m:r>
                        <a:rPr lang="en-US" altLang="zh-CN" b="0" i="1" smtClean="0">
                          <a:latin typeface="Cambria Math" panose="02040503050406030204" pitchFamily="18" charset="0"/>
                        </a:rPr>
                        <m:t>𝑠𝑜𝑓𝑡𝑚𝑎𝑥</m:t>
                      </m:r>
                      <m:r>
                        <a:rPr lang="en-US" altLang="zh-CN" b="0" i="1" smtClean="0">
                          <a:latin typeface="Cambria Math" panose="02040503050406030204" pitchFamily="18" charset="0"/>
                        </a:rPr>
                        <m:t>(</m:t>
                      </m:r>
                      <m:r>
                        <a:rPr lang="en-US" altLang="zh-CN" b="1" i="1" smtClean="0">
                          <a:latin typeface="Cambria Math" panose="02040503050406030204" pitchFamily="18" charset="0"/>
                        </a:rPr>
                        <m:t>𝑾</m:t>
                      </m:r>
                      <m:sSub>
                        <m:sSubPr>
                          <m:ctrlPr>
                            <a:rPr lang="en-US" altLang="zh-CN" b="1" i="1" smtClean="0">
                              <a:latin typeface="Cambria Math" panose="02040503050406030204" pitchFamily="18" charset="0"/>
                            </a:rPr>
                          </m:ctrlPr>
                        </m:sSubPr>
                        <m:e>
                          <m:r>
                            <a:rPr lang="en-US" altLang="zh-CN" b="1" i="1" smtClean="0">
                              <a:latin typeface="Cambria Math" panose="02040503050406030204" pitchFamily="18" charset="0"/>
                            </a:rPr>
                            <m:t>𝒉</m:t>
                          </m:r>
                        </m:e>
                        <m:sub>
                          <m:r>
                            <a:rPr lang="en-US" altLang="zh-CN" b="1" i="1" smtClean="0">
                              <a:latin typeface="Cambria Math" panose="02040503050406030204" pitchFamily="18" charset="0"/>
                            </a:rPr>
                            <m:t>[</m:t>
                          </m:r>
                          <m:r>
                            <a:rPr lang="en-US" altLang="zh-CN" b="1" i="1" smtClean="0">
                              <a:latin typeface="Cambria Math" panose="02040503050406030204" pitchFamily="18" charset="0"/>
                            </a:rPr>
                            <m:t>𝑪𝑳𝑺</m:t>
                          </m:r>
                          <m:r>
                            <a:rPr lang="en-US" altLang="zh-CN" b="1" i="1" smtClean="0">
                              <a:latin typeface="Cambria Math" panose="02040503050406030204" pitchFamily="18" charset="0"/>
                            </a:rPr>
                            <m:t>]</m:t>
                          </m:r>
                        </m:sub>
                      </m:sSub>
                      <m:r>
                        <a:rPr lang="en-US" altLang="zh-CN" b="0" i="1" smtClean="0">
                          <a:latin typeface="Cambria Math" panose="02040503050406030204" pitchFamily="18" charset="0"/>
                        </a:rPr>
                        <m:t>+</m:t>
                      </m:r>
                      <m:r>
                        <a:rPr lang="en-US" altLang="zh-CN" b="1" i="1" smtClean="0">
                          <a:latin typeface="Cambria Math" panose="02040503050406030204" pitchFamily="18" charset="0"/>
                        </a:rPr>
                        <m:t>𝒃</m:t>
                      </m:r>
                      <m:r>
                        <a:rPr lang="en-US" altLang="zh-CN" b="0" i="1" smtClean="0">
                          <a:latin typeface="Cambria Math" panose="02040503050406030204" pitchFamily="18" charset="0"/>
                        </a:rPr>
                        <m:t>)</m:t>
                      </m:r>
                    </m:oMath>
                  </m:oMathPara>
                </a14:m>
                <a:endParaRPr lang="en-US" altLang="zh-CN" dirty="0"/>
              </a:p>
            </p:txBody>
          </p:sp>
        </mc:Choice>
        <mc:Fallback xmlns="">
          <p:sp>
            <p:nvSpPr>
              <p:cNvPr id="3" name="内容占位符 2">
                <a:extLst>
                  <a:ext uri="{FF2B5EF4-FFF2-40B4-BE49-F238E27FC236}">
                    <a16:creationId xmlns:a16="http://schemas.microsoft.com/office/drawing/2014/main" id="{DD8E656A-6757-4982-9C3A-C74284BBEB19}"/>
                  </a:ext>
                </a:extLst>
              </p:cNvPr>
              <p:cNvSpPr>
                <a:spLocks noGrp="1" noRot="1" noChangeAspect="1" noMove="1" noResize="1" noEditPoints="1" noAdjustHandles="1" noChangeArrowheads="1" noChangeShapeType="1" noTextEdit="1"/>
              </p:cNvSpPr>
              <p:nvPr>
                <p:ph idx="1"/>
              </p:nvPr>
            </p:nvSpPr>
            <p:spPr>
              <a:blipFill>
                <a:blip r:embed="rId3"/>
                <a:stretch>
                  <a:fillRect l="-592" r="-237"/>
                </a:stretch>
              </a:blipFill>
            </p:spPr>
            <p:txBody>
              <a:bodyPr/>
              <a:lstStyle/>
              <a:p>
                <a:r>
                  <a:rPr lang="en-US">
                    <a:noFill/>
                  </a:rPr>
                  <a:t> </a:t>
                </a:r>
              </a:p>
            </p:txBody>
          </p:sp>
        </mc:Fallback>
      </mc:AlternateContent>
      <p:grpSp>
        <p:nvGrpSpPr>
          <p:cNvPr id="4" name="组合 302">
            <a:extLst>
              <a:ext uri="{FF2B5EF4-FFF2-40B4-BE49-F238E27FC236}">
                <a16:creationId xmlns:a16="http://schemas.microsoft.com/office/drawing/2014/main" id="{3B786918-0538-9B2C-E4EF-34395D0A9C40}"/>
              </a:ext>
            </a:extLst>
          </p:cNvPr>
          <p:cNvGrpSpPr/>
          <p:nvPr/>
        </p:nvGrpSpPr>
        <p:grpSpPr>
          <a:xfrm>
            <a:off x="9156403" y="3536805"/>
            <a:ext cx="2087897" cy="2710586"/>
            <a:chOff x="7162009" y="529241"/>
            <a:chExt cx="2087897" cy="2710586"/>
          </a:xfrm>
        </p:grpSpPr>
        <p:sp>
          <p:nvSpPr>
            <p:cNvPr id="5" name="文本框 285">
              <a:extLst>
                <a:ext uri="{FF2B5EF4-FFF2-40B4-BE49-F238E27FC236}">
                  <a16:creationId xmlns:a16="http://schemas.microsoft.com/office/drawing/2014/main" id="{41C754F4-2BD5-5287-97F5-DB6F36FB4EF1}"/>
                </a:ext>
              </a:extLst>
            </p:cNvPr>
            <p:cNvSpPr txBox="1"/>
            <p:nvPr/>
          </p:nvSpPr>
          <p:spPr>
            <a:xfrm>
              <a:off x="7815508" y="2993606"/>
              <a:ext cx="1126996" cy="246221"/>
            </a:xfrm>
            <a:prstGeom prst="rect">
              <a:avLst/>
            </a:prstGeom>
            <a:noFill/>
          </p:spPr>
          <p:txBody>
            <a:bodyPr wrap="square" rtlCol="0">
              <a:spAutoFit/>
            </a:bodyPr>
            <a:lstStyle/>
            <a:p>
              <a:r>
                <a:rPr lang="en-US" altLang="zh-CN" sz="1000" dirty="0"/>
                <a:t>Single Sentence</a:t>
              </a:r>
              <a:endParaRPr lang="zh-CN" altLang="en-US" sz="1000" dirty="0"/>
            </a:p>
          </p:txBody>
        </p:sp>
        <p:grpSp>
          <p:nvGrpSpPr>
            <p:cNvPr id="6" name="组合 301">
              <a:extLst>
                <a:ext uri="{FF2B5EF4-FFF2-40B4-BE49-F238E27FC236}">
                  <a16:creationId xmlns:a16="http://schemas.microsoft.com/office/drawing/2014/main" id="{12419D83-A530-83B4-D549-C6B489F867A1}"/>
                </a:ext>
              </a:extLst>
            </p:cNvPr>
            <p:cNvGrpSpPr/>
            <p:nvPr/>
          </p:nvGrpSpPr>
          <p:grpSpPr>
            <a:xfrm>
              <a:off x="7162009" y="529241"/>
              <a:ext cx="2087897" cy="2464365"/>
              <a:chOff x="7162009" y="529241"/>
              <a:chExt cx="2087897" cy="2464365"/>
            </a:xfrm>
          </p:grpSpPr>
          <p:grpSp>
            <p:nvGrpSpPr>
              <p:cNvPr id="7" name="组合 205">
                <a:extLst>
                  <a:ext uri="{FF2B5EF4-FFF2-40B4-BE49-F238E27FC236}">
                    <a16:creationId xmlns:a16="http://schemas.microsoft.com/office/drawing/2014/main" id="{C7B56765-BBA7-8417-D977-E6B70432A1DD}"/>
                  </a:ext>
                </a:extLst>
              </p:cNvPr>
              <p:cNvGrpSpPr/>
              <p:nvPr/>
            </p:nvGrpSpPr>
            <p:grpSpPr>
              <a:xfrm>
                <a:off x="7162009" y="953790"/>
                <a:ext cx="2087897" cy="1428632"/>
                <a:chOff x="7162009" y="953790"/>
                <a:chExt cx="2087897" cy="1428632"/>
              </a:xfrm>
            </p:grpSpPr>
            <p:grpSp>
              <p:nvGrpSpPr>
                <p:cNvPr id="22" name="组合 50">
                  <a:extLst>
                    <a:ext uri="{FF2B5EF4-FFF2-40B4-BE49-F238E27FC236}">
                      <a16:creationId xmlns:a16="http://schemas.microsoft.com/office/drawing/2014/main" id="{EF0691F2-E265-15F4-52E9-26B3E5F3E132}"/>
                    </a:ext>
                  </a:extLst>
                </p:cNvPr>
                <p:cNvGrpSpPr/>
                <p:nvPr/>
              </p:nvGrpSpPr>
              <p:grpSpPr>
                <a:xfrm>
                  <a:off x="7168711" y="953790"/>
                  <a:ext cx="2065623" cy="1420938"/>
                  <a:chOff x="3576540" y="611793"/>
                  <a:chExt cx="2065623" cy="1420938"/>
                </a:xfrm>
              </p:grpSpPr>
              <p:grpSp>
                <p:nvGrpSpPr>
                  <p:cNvPr id="33" name="组合 1">
                    <a:extLst>
                      <a:ext uri="{FF2B5EF4-FFF2-40B4-BE49-F238E27FC236}">
                        <a16:creationId xmlns:a16="http://schemas.microsoft.com/office/drawing/2014/main" id="{0260BE50-024D-B5E4-1B7E-F96CD71B29C6}"/>
                      </a:ext>
                    </a:extLst>
                  </p:cNvPr>
                  <p:cNvGrpSpPr/>
                  <p:nvPr/>
                </p:nvGrpSpPr>
                <p:grpSpPr>
                  <a:xfrm rot="16200000">
                    <a:off x="4055349" y="381413"/>
                    <a:ext cx="1099088" cy="1875117"/>
                    <a:chOff x="10048489" y="4615656"/>
                    <a:chExt cx="1099088" cy="1329779"/>
                  </a:xfrm>
                </p:grpSpPr>
                <p:sp>
                  <p:nvSpPr>
                    <p:cNvPr id="35" name="Oval 4">
                      <a:extLst>
                        <a:ext uri="{FF2B5EF4-FFF2-40B4-BE49-F238E27FC236}">
                          <a16:creationId xmlns:a16="http://schemas.microsoft.com/office/drawing/2014/main" id="{AC770149-BB82-8EB4-0874-F2D97E57B0C2}"/>
                        </a:ext>
                      </a:extLst>
                    </p:cNvPr>
                    <p:cNvSpPr/>
                    <p:nvPr/>
                  </p:nvSpPr>
                  <p:spPr>
                    <a:xfrm>
                      <a:off x="10171777" y="4620065"/>
                      <a:ext cx="227334" cy="227334"/>
                    </a:xfrm>
                    <a:prstGeom prst="ellipse">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latin typeface="Calibri" panose="020F0502020204030204" pitchFamily="34" charset="0"/>
                        <a:cs typeface="Calibri" panose="020F0502020204030204" pitchFamily="34" charset="0"/>
                      </a:endParaRPr>
                    </a:p>
                  </p:txBody>
                </p:sp>
                <p:sp>
                  <p:nvSpPr>
                    <p:cNvPr id="36" name="Oval 5">
                      <a:extLst>
                        <a:ext uri="{FF2B5EF4-FFF2-40B4-BE49-F238E27FC236}">
                          <a16:creationId xmlns:a16="http://schemas.microsoft.com/office/drawing/2014/main" id="{54D0000D-D3AA-D3E4-6D0A-E6B624A4D113}"/>
                        </a:ext>
                      </a:extLst>
                    </p:cNvPr>
                    <p:cNvSpPr/>
                    <p:nvPr/>
                  </p:nvSpPr>
                  <p:spPr>
                    <a:xfrm>
                      <a:off x="10172085" y="4894574"/>
                      <a:ext cx="227334" cy="227334"/>
                    </a:xfrm>
                    <a:prstGeom prst="ellipse">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latin typeface="Calibri" panose="020F0502020204030204" pitchFamily="34" charset="0"/>
                        <a:cs typeface="Calibri" panose="020F0502020204030204" pitchFamily="34" charset="0"/>
                      </a:endParaRPr>
                    </a:p>
                  </p:txBody>
                </p:sp>
                <p:sp>
                  <p:nvSpPr>
                    <p:cNvPr id="37" name="Oval 6">
                      <a:extLst>
                        <a:ext uri="{FF2B5EF4-FFF2-40B4-BE49-F238E27FC236}">
                          <a16:creationId xmlns:a16="http://schemas.microsoft.com/office/drawing/2014/main" id="{7AE9B6E7-A715-2307-F0B2-D0A524E7F8D0}"/>
                        </a:ext>
                      </a:extLst>
                    </p:cNvPr>
                    <p:cNvSpPr/>
                    <p:nvPr/>
                  </p:nvSpPr>
                  <p:spPr>
                    <a:xfrm>
                      <a:off x="10172393" y="5169083"/>
                      <a:ext cx="227334" cy="227334"/>
                    </a:xfrm>
                    <a:prstGeom prst="ellipse">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latin typeface="Calibri" panose="020F0502020204030204" pitchFamily="34" charset="0"/>
                        <a:cs typeface="Calibri" panose="020F0502020204030204" pitchFamily="34" charset="0"/>
                      </a:endParaRPr>
                    </a:p>
                  </p:txBody>
                </p:sp>
                <p:sp>
                  <p:nvSpPr>
                    <p:cNvPr id="38" name="Oval 7">
                      <a:extLst>
                        <a:ext uri="{FF2B5EF4-FFF2-40B4-BE49-F238E27FC236}">
                          <a16:creationId xmlns:a16="http://schemas.microsoft.com/office/drawing/2014/main" id="{52BD3F6F-CFA6-383A-57C3-7150DED3C67B}"/>
                        </a:ext>
                      </a:extLst>
                    </p:cNvPr>
                    <p:cNvSpPr/>
                    <p:nvPr/>
                  </p:nvSpPr>
                  <p:spPr>
                    <a:xfrm>
                      <a:off x="10171777" y="5443592"/>
                      <a:ext cx="227334" cy="227334"/>
                    </a:xfrm>
                    <a:prstGeom prst="ellipse">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latin typeface="Calibri" panose="020F0502020204030204" pitchFamily="34" charset="0"/>
                        <a:cs typeface="Calibri" panose="020F0502020204030204" pitchFamily="34" charset="0"/>
                      </a:endParaRPr>
                    </a:p>
                  </p:txBody>
                </p:sp>
                <p:sp>
                  <p:nvSpPr>
                    <p:cNvPr id="39" name="Oval 8">
                      <a:extLst>
                        <a:ext uri="{FF2B5EF4-FFF2-40B4-BE49-F238E27FC236}">
                          <a16:creationId xmlns:a16="http://schemas.microsoft.com/office/drawing/2014/main" id="{8BAFB1CC-F888-7063-6FFF-A48663341CCD}"/>
                        </a:ext>
                      </a:extLst>
                    </p:cNvPr>
                    <p:cNvSpPr/>
                    <p:nvPr/>
                  </p:nvSpPr>
                  <p:spPr>
                    <a:xfrm>
                      <a:off x="10167947" y="5718101"/>
                      <a:ext cx="227334" cy="227334"/>
                    </a:xfrm>
                    <a:prstGeom prst="ellipse">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latin typeface="Calibri" panose="020F0502020204030204" pitchFamily="34" charset="0"/>
                        <a:cs typeface="Calibri" panose="020F0502020204030204" pitchFamily="34" charset="0"/>
                      </a:endParaRPr>
                    </a:p>
                  </p:txBody>
                </p:sp>
                <p:sp>
                  <p:nvSpPr>
                    <p:cNvPr id="40" name="Oval 9">
                      <a:extLst>
                        <a:ext uri="{FF2B5EF4-FFF2-40B4-BE49-F238E27FC236}">
                          <a16:creationId xmlns:a16="http://schemas.microsoft.com/office/drawing/2014/main" id="{DC5DEB46-8DB9-DB95-092D-2FD51A41FA43}"/>
                        </a:ext>
                      </a:extLst>
                    </p:cNvPr>
                    <p:cNvSpPr/>
                    <p:nvPr/>
                  </p:nvSpPr>
                  <p:spPr>
                    <a:xfrm>
                      <a:off x="10806756" y="5164836"/>
                      <a:ext cx="227334" cy="227334"/>
                    </a:xfrm>
                    <a:prstGeom prst="ellipse">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latin typeface="Calibri" panose="020F0502020204030204" pitchFamily="34" charset="0"/>
                        <a:cs typeface="Calibri" panose="020F0502020204030204" pitchFamily="34" charset="0"/>
                      </a:endParaRPr>
                    </a:p>
                  </p:txBody>
                </p:sp>
                <p:sp>
                  <p:nvSpPr>
                    <p:cNvPr id="41" name="Oval 10">
                      <a:extLst>
                        <a:ext uri="{FF2B5EF4-FFF2-40B4-BE49-F238E27FC236}">
                          <a16:creationId xmlns:a16="http://schemas.microsoft.com/office/drawing/2014/main" id="{EFB2205E-C750-DDAC-E957-FC706BE97A52}"/>
                        </a:ext>
                      </a:extLst>
                    </p:cNvPr>
                    <p:cNvSpPr/>
                    <p:nvPr/>
                  </p:nvSpPr>
                  <p:spPr>
                    <a:xfrm>
                      <a:off x="10807064" y="5439426"/>
                      <a:ext cx="227334" cy="227334"/>
                    </a:xfrm>
                    <a:prstGeom prst="ellipse">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latin typeface="Calibri" panose="020F0502020204030204" pitchFamily="34" charset="0"/>
                        <a:cs typeface="Calibri" panose="020F0502020204030204" pitchFamily="34" charset="0"/>
                      </a:endParaRPr>
                    </a:p>
                  </p:txBody>
                </p:sp>
                <p:sp>
                  <p:nvSpPr>
                    <p:cNvPr id="42" name="Oval 11">
                      <a:extLst>
                        <a:ext uri="{FF2B5EF4-FFF2-40B4-BE49-F238E27FC236}">
                          <a16:creationId xmlns:a16="http://schemas.microsoft.com/office/drawing/2014/main" id="{3DE45E94-9778-A912-D759-D96A978D9728}"/>
                        </a:ext>
                      </a:extLst>
                    </p:cNvPr>
                    <p:cNvSpPr/>
                    <p:nvPr/>
                  </p:nvSpPr>
                  <p:spPr>
                    <a:xfrm>
                      <a:off x="10807372" y="5714019"/>
                      <a:ext cx="227334" cy="227334"/>
                    </a:xfrm>
                    <a:prstGeom prst="ellipse">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latin typeface="Calibri" panose="020F0502020204030204" pitchFamily="34" charset="0"/>
                        <a:cs typeface="Calibri" panose="020F0502020204030204" pitchFamily="34" charset="0"/>
                      </a:endParaRPr>
                    </a:p>
                  </p:txBody>
                </p:sp>
                <p:cxnSp>
                  <p:nvCxnSpPr>
                    <p:cNvPr id="43" name="Straight Connector 12">
                      <a:extLst>
                        <a:ext uri="{FF2B5EF4-FFF2-40B4-BE49-F238E27FC236}">
                          <a16:creationId xmlns:a16="http://schemas.microsoft.com/office/drawing/2014/main" id="{817E5445-EF9B-227B-71F2-C9D6AF285D4B}"/>
                        </a:ext>
                      </a:extLst>
                    </p:cNvPr>
                    <p:cNvCxnSpPr>
                      <a:cxnSpLocks/>
                      <a:stCxn id="35" idx="6"/>
                      <a:endCxn id="40" idx="2"/>
                    </p:cNvCxnSpPr>
                    <p:nvPr/>
                  </p:nvCxnSpPr>
                  <p:spPr>
                    <a:xfrm>
                      <a:off x="10399111" y="4733732"/>
                      <a:ext cx="407645" cy="544771"/>
                    </a:xfrm>
                    <a:prstGeom prst="line">
                      <a:avLst/>
                    </a:prstGeom>
                    <a:ln w="12700">
                      <a:solidFill>
                        <a:schemeClr val="tx1"/>
                      </a:solidFill>
                    </a:ln>
                  </p:spPr>
                  <p:style>
                    <a:lnRef idx="2">
                      <a:schemeClr val="accent1"/>
                    </a:lnRef>
                    <a:fillRef idx="0">
                      <a:schemeClr val="accent1"/>
                    </a:fillRef>
                    <a:effectRef idx="1">
                      <a:schemeClr val="accent1"/>
                    </a:effectRef>
                    <a:fontRef idx="minor">
                      <a:schemeClr val="tx1"/>
                    </a:fontRef>
                  </p:style>
                </p:cxnSp>
                <p:cxnSp>
                  <p:nvCxnSpPr>
                    <p:cNvPr id="44" name="Straight Connector 13">
                      <a:extLst>
                        <a:ext uri="{FF2B5EF4-FFF2-40B4-BE49-F238E27FC236}">
                          <a16:creationId xmlns:a16="http://schemas.microsoft.com/office/drawing/2014/main" id="{8B5D4A3B-B6A2-08A4-46AE-F0EBCAE0C022}"/>
                        </a:ext>
                      </a:extLst>
                    </p:cNvPr>
                    <p:cNvCxnSpPr>
                      <a:cxnSpLocks/>
                      <a:stCxn id="35" idx="6"/>
                      <a:endCxn id="41" idx="2"/>
                    </p:cNvCxnSpPr>
                    <p:nvPr/>
                  </p:nvCxnSpPr>
                  <p:spPr>
                    <a:xfrm>
                      <a:off x="10399111" y="4733732"/>
                      <a:ext cx="407953" cy="819361"/>
                    </a:xfrm>
                    <a:prstGeom prst="line">
                      <a:avLst/>
                    </a:prstGeom>
                    <a:ln w="12700">
                      <a:solidFill>
                        <a:schemeClr val="tx1"/>
                      </a:solidFill>
                    </a:ln>
                  </p:spPr>
                  <p:style>
                    <a:lnRef idx="2">
                      <a:schemeClr val="accent1"/>
                    </a:lnRef>
                    <a:fillRef idx="0">
                      <a:schemeClr val="accent1"/>
                    </a:fillRef>
                    <a:effectRef idx="1">
                      <a:schemeClr val="accent1"/>
                    </a:effectRef>
                    <a:fontRef idx="minor">
                      <a:schemeClr val="tx1"/>
                    </a:fontRef>
                  </p:style>
                </p:cxnSp>
                <p:cxnSp>
                  <p:nvCxnSpPr>
                    <p:cNvPr id="45" name="Straight Connector 14">
                      <a:extLst>
                        <a:ext uri="{FF2B5EF4-FFF2-40B4-BE49-F238E27FC236}">
                          <a16:creationId xmlns:a16="http://schemas.microsoft.com/office/drawing/2014/main" id="{7B55EA02-C706-BCA8-728A-1E032C10CC15}"/>
                        </a:ext>
                      </a:extLst>
                    </p:cNvPr>
                    <p:cNvCxnSpPr>
                      <a:cxnSpLocks/>
                      <a:stCxn id="35" idx="6"/>
                      <a:endCxn id="42" idx="2"/>
                    </p:cNvCxnSpPr>
                    <p:nvPr/>
                  </p:nvCxnSpPr>
                  <p:spPr>
                    <a:xfrm>
                      <a:off x="10399111" y="4733732"/>
                      <a:ext cx="408261" cy="1093952"/>
                    </a:xfrm>
                    <a:prstGeom prst="line">
                      <a:avLst/>
                    </a:prstGeom>
                    <a:ln w="12700">
                      <a:solidFill>
                        <a:schemeClr val="tx1"/>
                      </a:solidFill>
                    </a:ln>
                  </p:spPr>
                  <p:style>
                    <a:lnRef idx="2">
                      <a:schemeClr val="accent1"/>
                    </a:lnRef>
                    <a:fillRef idx="0">
                      <a:schemeClr val="accent1"/>
                    </a:fillRef>
                    <a:effectRef idx="1">
                      <a:schemeClr val="accent1"/>
                    </a:effectRef>
                    <a:fontRef idx="minor">
                      <a:schemeClr val="tx1"/>
                    </a:fontRef>
                  </p:style>
                </p:cxnSp>
                <p:cxnSp>
                  <p:nvCxnSpPr>
                    <p:cNvPr id="46" name="Straight Connector 15">
                      <a:extLst>
                        <a:ext uri="{FF2B5EF4-FFF2-40B4-BE49-F238E27FC236}">
                          <a16:creationId xmlns:a16="http://schemas.microsoft.com/office/drawing/2014/main" id="{80F4F9F4-7090-26B6-5347-D9C408F9F9FC}"/>
                        </a:ext>
                      </a:extLst>
                    </p:cNvPr>
                    <p:cNvCxnSpPr>
                      <a:cxnSpLocks/>
                      <a:stCxn id="36" idx="6"/>
                      <a:endCxn id="40" idx="2"/>
                    </p:cNvCxnSpPr>
                    <p:nvPr/>
                  </p:nvCxnSpPr>
                  <p:spPr>
                    <a:xfrm>
                      <a:off x="10399419" y="5008241"/>
                      <a:ext cx="407337" cy="270262"/>
                    </a:xfrm>
                    <a:prstGeom prst="line">
                      <a:avLst/>
                    </a:prstGeom>
                    <a:ln w="12700">
                      <a:solidFill>
                        <a:schemeClr val="tx1"/>
                      </a:solidFill>
                    </a:ln>
                  </p:spPr>
                  <p:style>
                    <a:lnRef idx="2">
                      <a:schemeClr val="accent1"/>
                    </a:lnRef>
                    <a:fillRef idx="0">
                      <a:schemeClr val="accent1"/>
                    </a:fillRef>
                    <a:effectRef idx="1">
                      <a:schemeClr val="accent1"/>
                    </a:effectRef>
                    <a:fontRef idx="minor">
                      <a:schemeClr val="tx1"/>
                    </a:fontRef>
                  </p:style>
                </p:cxnSp>
                <p:cxnSp>
                  <p:nvCxnSpPr>
                    <p:cNvPr id="47" name="Straight Connector 16">
                      <a:extLst>
                        <a:ext uri="{FF2B5EF4-FFF2-40B4-BE49-F238E27FC236}">
                          <a16:creationId xmlns:a16="http://schemas.microsoft.com/office/drawing/2014/main" id="{3C6FA940-278B-137E-64AB-7A59CE9541A4}"/>
                        </a:ext>
                      </a:extLst>
                    </p:cNvPr>
                    <p:cNvCxnSpPr>
                      <a:cxnSpLocks/>
                      <a:stCxn id="37" idx="6"/>
                      <a:endCxn id="40" idx="2"/>
                    </p:cNvCxnSpPr>
                    <p:nvPr/>
                  </p:nvCxnSpPr>
                  <p:spPr>
                    <a:xfrm flipV="1">
                      <a:off x="10399727" y="5278503"/>
                      <a:ext cx="407029" cy="4247"/>
                    </a:xfrm>
                    <a:prstGeom prst="line">
                      <a:avLst/>
                    </a:prstGeom>
                    <a:ln w="12700">
                      <a:solidFill>
                        <a:schemeClr val="tx1"/>
                      </a:solidFill>
                    </a:ln>
                  </p:spPr>
                  <p:style>
                    <a:lnRef idx="2">
                      <a:schemeClr val="accent1"/>
                    </a:lnRef>
                    <a:fillRef idx="0">
                      <a:schemeClr val="accent1"/>
                    </a:fillRef>
                    <a:effectRef idx="1">
                      <a:schemeClr val="accent1"/>
                    </a:effectRef>
                    <a:fontRef idx="minor">
                      <a:schemeClr val="tx1"/>
                    </a:fontRef>
                  </p:style>
                </p:cxnSp>
                <p:cxnSp>
                  <p:nvCxnSpPr>
                    <p:cNvPr id="48" name="Straight Connector 17">
                      <a:extLst>
                        <a:ext uri="{FF2B5EF4-FFF2-40B4-BE49-F238E27FC236}">
                          <a16:creationId xmlns:a16="http://schemas.microsoft.com/office/drawing/2014/main" id="{088BC4EC-9987-0DE9-D9D9-A097137A2548}"/>
                        </a:ext>
                      </a:extLst>
                    </p:cNvPr>
                    <p:cNvCxnSpPr>
                      <a:cxnSpLocks/>
                      <a:stCxn id="38" idx="6"/>
                      <a:endCxn id="40" idx="2"/>
                    </p:cNvCxnSpPr>
                    <p:nvPr/>
                  </p:nvCxnSpPr>
                  <p:spPr>
                    <a:xfrm flipV="1">
                      <a:off x="10399111" y="5278503"/>
                      <a:ext cx="407645" cy="278756"/>
                    </a:xfrm>
                    <a:prstGeom prst="line">
                      <a:avLst/>
                    </a:prstGeom>
                    <a:ln w="12700">
                      <a:solidFill>
                        <a:schemeClr val="tx1"/>
                      </a:solidFill>
                    </a:ln>
                  </p:spPr>
                  <p:style>
                    <a:lnRef idx="2">
                      <a:schemeClr val="accent1"/>
                    </a:lnRef>
                    <a:fillRef idx="0">
                      <a:schemeClr val="accent1"/>
                    </a:fillRef>
                    <a:effectRef idx="1">
                      <a:schemeClr val="accent1"/>
                    </a:effectRef>
                    <a:fontRef idx="minor">
                      <a:schemeClr val="tx1"/>
                    </a:fontRef>
                  </p:style>
                </p:cxnSp>
                <p:cxnSp>
                  <p:nvCxnSpPr>
                    <p:cNvPr id="49" name="Straight Connector 18">
                      <a:extLst>
                        <a:ext uri="{FF2B5EF4-FFF2-40B4-BE49-F238E27FC236}">
                          <a16:creationId xmlns:a16="http://schemas.microsoft.com/office/drawing/2014/main" id="{ABBEDF34-B1F4-2956-7811-A282226F7959}"/>
                        </a:ext>
                      </a:extLst>
                    </p:cNvPr>
                    <p:cNvCxnSpPr>
                      <a:cxnSpLocks/>
                      <a:stCxn id="36" idx="6"/>
                      <a:endCxn id="41" idx="2"/>
                    </p:cNvCxnSpPr>
                    <p:nvPr/>
                  </p:nvCxnSpPr>
                  <p:spPr>
                    <a:xfrm>
                      <a:off x="10399419" y="5008241"/>
                      <a:ext cx="407645" cy="544852"/>
                    </a:xfrm>
                    <a:prstGeom prst="line">
                      <a:avLst/>
                    </a:prstGeom>
                    <a:ln w="12700">
                      <a:solidFill>
                        <a:schemeClr val="tx1"/>
                      </a:solidFill>
                    </a:ln>
                  </p:spPr>
                  <p:style>
                    <a:lnRef idx="2">
                      <a:schemeClr val="accent1"/>
                    </a:lnRef>
                    <a:fillRef idx="0">
                      <a:schemeClr val="accent1"/>
                    </a:fillRef>
                    <a:effectRef idx="1">
                      <a:schemeClr val="accent1"/>
                    </a:effectRef>
                    <a:fontRef idx="minor">
                      <a:schemeClr val="tx1"/>
                    </a:fontRef>
                  </p:style>
                </p:cxnSp>
                <p:cxnSp>
                  <p:nvCxnSpPr>
                    <p:cNvPr id="50" name="Straight Connector 19">
                      <a:extLst>
                        <a:ext uri="{FF2B5EF4-FFF2-40B4-BE49-F238E27FC236}">
                          <a16:creationId xmlns:a16="http://schemas.microsoft.com/office/drawing/2014/main" id="{D1B140FC-800D-671E-F3C3-C728BA289E6A}"/>
                        </a:ext>
                      </a:extLst>
                    </p:cNvPr>
                    <p:cNvCxnSpPr>
                      <a:cxnSpLocks/>
                      <a:stCxn id="36" idx="6"/>
                    </p:cNvCxnSpPr>
                    <p:nvPr/>
                  </p:nvCxnSpPr>
                  <p:spPr>
                    <a:xfrm>
                      <a:off x="10399419" y="5008241"/>
                      <a:ext cx="407953" cy="819443"/>
                    </a:xfrm>
                    <a:prstGeom prst="line">
                      <a:avLst/>
                    </a:prstGeom>
                    <a:ln w="12700">
                      <a:solidFill>
                        <a:schemeClr val="tx1"/>
                      </a:solidFill>
                    </a:ln>
                  </p:spPr>
                  <p:style>
                    <a:lnRef idx="2">
                      <a:schemeClr val="accent1"/>
                    </a:lnRef>
                    <a:fillRef idx="0">
                      <a:schemeClr val="accent1"/>
                    </a:fillRef>
                    <a:effectRef idx="1">
                      <a:schemeClr val="accent1"/>
                    </a:effectRef>
                    <a:fontRef idx="minor">
                      <a:schemeClr val="tx1"/>
                    </a:fontRef>
                  </p:style>
                </p:cxnSp>
                <p:cxnSp>
                  <p:nvCxnSpPr>
                    <p:cNvPr id="51" name="Straight Connector 20">
                      <a:extLst>
                        <a:ext uri="{FF2B5EF4-FFF2-40B4-BE49-F238E27FC236}">
                          <a16:creationId xmlns:a16="http://schemas.microsoft.com/office/drawing/2014/main" id="{9DC3FE09-A0E6-DD7C-4D2A-DB7440AEA26E}"/>
                        </a:ext>
                      </a:extLst>
                    </p:cNvPr>
                    <p:cNvCxnSpPr>
                      <a:cxnSpLocks/>
                      <a:stCxn id="37" idx="6"/>
                      <a:endCxn id="41" idx="2"/>
                    </p:cNvCxnSpPr>
                    <p:nvPr/>
                  </p:nvCxnSpPr>
                  <p:spPr>
                    <a:xfrm>
                      <a:off x="10399727" y="5282750"/>
                      <a:ext cx="407337" cy="270343"/>
                    </a:xfrm>
                    <a:prstGeom prst="line">
                      <a:avLst/>
                    </a:prstGeom>
                    <a:ln w="12700">
                      <a:solidFill>
                        <a:schemeClr val="tx1"/>
                      </a:solidFill>
                    </a:ln>
                  </p:spPr>
                  <p:style>
                    <a:lnRef idx="2">
                      <a:schemeClr val="accent1"/>
                    </a:lnRef>
                    <a:fillRef idx="0">
                      <a:schemeClr val="accent1"/>
                    </a:fillRef>
                    <a:effectRef idx="1">
                      <a:schemeClr val="accent1"/>
                    </a:effectRef>
                    <a:fontRef idx="minor">
                      <a:schemeClr val="tx1"/>
                    </a:fontRef>
                  </p:style>
                </p:cxnSp>
                <p:cxnSp>
                  <p:nvCxnSpPr>
                    <p:cNvPr id="52" name="Straight Connector 21">
                      <a:extLst>
                        <a:ext uri="{FF2B5EF4-FFF2-40B4-BE49-F238E27FC236}">
                          <a16:creationId xmlns:a16="http://schemas.microsoft.com/office/drawing/2014/main" id="{AE419869-7E02-7262-5F0E-5936CBFCA8EF}"/>
                        </a:ext>
                      </a:extLst>
                    </p:cNvPr>
                    <p:cNvCxnSpPr>
                      <a:cxnSpLocks/>
                      <a:stCxn id="37" idx="6"/>
                    </p:cNvCxnSpPr>
                    <p:nvPr/>
                  </p:nvCxnSpPr>
                  <p:spPr>
                    <a:xfrm>
                      <a:off x="10399727" y="5282750"/>
                      <a:ext cx="407645" cy="544934"/>
                    </a:xfrm>
                    <a:prstGeom prst="line">
                      <a:avLst/>
                    </a:prstGeom>
                    <a:ln w="12700">
                      <a:solidFill>
                        <a:schemeClr val="tx1"/>
                      </a:solidFill>
                    </a:ln>
                  </p:spPr>
                  <p:style>
                    <a:lnRef idx="2">
                      <a:schemeClr val="accent1"/>
                    </a:lnRef>
                    <a:fillRef idx="0">
                      <a:schemeClr val="accent1"/>
                    </a:fillRef>
                    <a:effectRef idx="1">
                      <a:schemeClr val="accent1"/>
                    </a:effectRef>
                    <a:fontRef idx="minor">
                      <a:schemeClr val="tx1"/>
                    </a:fontRef>
                  </p:style>
                </p:cxnSp>
                <p:cxnSp>
                  <p:nvCxnSpPr>
                    <p:cNvPr id="53" name="Straight Connector 22">
                      <a:extLst>
                        <a:ext uri="{FF2B5EF4-FFF2-40B4-BE49-F238E27FC236}">
                          <a16:creationId xmlns:a16="http://schemas.microsoft.com/office/drawing/2014/main" id="{F4713EEC-D296-9620-08B2-332542B1A9F4}"/>
                        </a:ext>
                      </a:extLst>
                    </p:cNvPr>
                    <p:cNvCxnSpPr>
                      <a:cxnSpLocks/>
                      <a:stCxn id="38" idx="6"/>
                      <a:endCxn id="41" idx="2"/>
                    </p:cNvCxnSpPr>
                    <p:nvPr/>
                  </p:nvCxnSpPr>
                  <p:spPr>
                    <a:xfrm flipV="1">
                      <a:off x="10399111" y="5553093"/>
                      <a:ext cx="407953" cy="4166"/>
                    </a:xfrm>
                    <a:prstGeom prst="line">
                      <a:avLst/>
                    </a:prstGeom>
                    <a:ln w="12700">
                      <a:solidFill>
                        <a:schemeClr val="tx1"/>
                      </a:solidFill>
                    </a:ln>
                  </p:spPr>
                  <p:style>
                    <a:lnRef idx="2">
                      <a:schemeClr val="accent1"/>
                    </a:lnRef>
                    <a:fillRef idx="0">
                      <a:schemeClr val="accent1"/>
                    </a:fillRef>
                    <a:effectRef idx="1">
                      <a:schemeClr val="accent1"/>
                    </a:effectRef>
                    <a:fontRef idx="minor">
                      <a:schemeClr val="tx1"/>
                    </a:fontRef>
                  </p:style>
                </p:cxnSp>
                <p:cxnSp>
                  <p:nvCxnSpPr>
                    <p:cNvPr id="54" name="Straight Connector 23">
                      <a:extLst>
                        <a:ext uri="{FF2B5EF4-FFF2-40B4-BE49-F238E27FC236}">
                          <a16:creationId xmlns:a16="http://schemas.microsoft.com/office/drawing/2014/main" id="{AC30A491-201E-69FF-E9D4-CAAD76544F53}"/>
                        </a:ext>
                      </a:extLst>
                    </p:cNvPr>
                    <p:cNvCxnSpPr>
                      <a:cxnSpLocks/>
                      <a:stCxn id="38" idx="6"/>
                    </p:cNvCxnSpPr>
                    <p:nvPr/>
                  </p:nvCxnSpPr>
                  <p:spPr>
                    <a:xfrm>
                      <a:off x="10399111" y="5557259"/>
                      <a:ext cx="408261" cy="270425"/>
                    </a:xfrm>
                    <a:prstGeom prst="line">
                      <a:avLst/>
                    </a:prstGeom>
                    <a:ln w="12700">
                      <a:solidFill>
                        <a:schemeClr val="tx1"/>
                      </a:solidFill>
                    </a:ln>
                  </p:spPr>
                  <p:style>
                    <a:lnRef idx="2">
                      <a:schemeClr val="accent1"/>
                    </a:lnRef>
                    <a:fillRef idx="0">
                      <a:schemeClr val="accent1"/>
                    </a:fillRef>
                    <a:effectRef idx="1">
                      <a:schemeClr val="accent1"/>
                    </a:effectRef>
                    <a:fontRef idx="minor">
                      <a:schemeClr val="tx1"/>
                    </a:fontRef>
                  </p:style>
                </p:cxnSp>
                <p:cxnSp>
                  <p:nvCxnSpPr>
                    <p:cNvPr id="55" name="Straight Connector 24">
                      <a:extLst>
                        <a:ext uri="{FF2B5EF4-FFF2-40B4-BE49-F238E27FC236}">
                          <a16:creationId xmlns:a16="http://schemas.microsoft.com/office/drawing/2014/main" id="{C82E7547-3135-81E5-FCBD-001E7D441079}"/>
                        </a:ext>
                      </a:extLst>
                    </p:cNvPr>
                    <p:cNvCxnSpPr>
                      <a:cxnSpLocks/>
                      <a:endCxn id="40" idx="2"/>
                    </p:cNvCxnSpPr>
                    <p:nvPr/>
                  </p:nvCxnSpPr>
                  <p:spPr>
                    <a:xfrm flipV="1">
                      <a:off x="10395281" y="5278503"/>
                      <a:ext cx="411475" cy="553265"/>
                    </a:xfrm>
                    <a:prstGeom prst="line">
                      <a:avLst/>
                    </a:prstGeom>
                    <a:ln w="12700">
                      <a:solidFill>
                        <a:schemeClr val="tx1"/>
                      </a:solidFill>
                    </a:ln>
                  </p:spPr>
                  <p:style>
                    <a:lnRef idx="2">
                      <a:schemeClr val="accent1"/>
                    </a:lnRef>
                    <a:fillRef idx="0">
                      <a:schemeClr val="accent1"/>
                    </a:fillRef>
                    <a:effectRef idx="1">
                      <a:schemeClr val="accent1"/>
                    </a:effectRef>
                    <a:fontRef idx="minor">
                      <a:schemeClr val="tx1"/>
                    </a:fontRef>
                  </p:style>
                </p:cxnSp>
                <p:cxnSp>
                  <p:nvCxnSpPr>
                    <p:cNvPr id="56" name="Straight Connector 25">
                      <a:extLst>
                        <a:ext uri="{FF2B5EF4-FFF2-40B4-BE49-F238E27FC236}">
                          <a16:creationId xmlns:a16="http://schemas.microsoft.com/office/drawing/2014/main" id="{BFF62253-A64B-F62E-205C-AFAC437657EA}"/>
                        </a:ext>
                      </a:extLst>
                    </p:cNvPr>
                    <p:cNvCxnSpPr>
                      <a:cxnSpLocks/>
                      <a:endCxn id="41" idx="2"/>
                    </p:cNvCxnSpPr>
                    <p:nvPr/>
                  </p:nvCxnSpPr>
                  <p:spPr>
                    <a:xfrm flipV="1">
                      <a:off x="10395281" y="5553093"/>
                      <a:ext cx="411783" cy="278675"/>
                    </a:xfrm>
                    <a:prstGeom prst="line">
                      <a:avLst/>
                    </a:prstGeom>
                    <a:ln w="12700">
                      <a:solidFill>
                        <a:schemeClr val="tx1"/>
                      </a:solidFill>
                    </a:ln>
                  </p:spPr>
                  <p:style>
                    <a:lnRef idx="2">
                      <a:schemeClr val="accent1"/>
                    </a:lnRef>
                    <a:fillRef idx="0">
                      <a:schemeClr val="accent1"/>
                    </a:fillRef>
                    <a:effectRef idx="1">
                      <a:schemeClr val="accent1"/>
                    </a:effectRef>
                    <a:fontRef idx="minor">
                      <a:schemeClr val="tx1"/>
                    </a:fontRef>
                  </p:style>
                </p:cxnSp>
                <p:cxnSp>
                  <p:nvCxnSpPr>
                    <p:cNvPr id="57" name="Straight Connector 26">
                      <a:extLst>
                        <a:ext uri="{FF2B5EF4-FFF2-40B4-BE49-F238E27FC236}">
                          <a16:creationId xmlns:a16="http://schemas.microsoft.com/office/drawing/2014/main" id="{23BDACBF-3E7D-CBE7-A12A-2E754B9963B3}"/>
                        </a:ext>
                      </a:extLst>
                    </p:cNvPr>
                    <p:cNvCxnSpPr>
                      <a:cxnSpLocks/>
                    </p:cNvCxnSpPr>
                    <p:nvPr/>
                  </p:nvCxnSpPr>
                  <p:spPr>
                    <a:xfrm flipV="1">
                      <a:off x="10395281" y="5827684"/>
                      <a:ext cx="412091" cy="4084"/>
                    </a:xfrm>
                    <a:prstGeom prst="line">
                      <a:avLst/>
                    </a:prstGeom>
                    <a:ln w="12700">
                      <a:solidFill>
                        <a:schemeClr val="tx1"/>
                      </a:solidFill>
                    </a:ln>
                  </p:spPr>
                  <p:style>
                    <a:lnRef idx="2">
                      <a:schemeClr val="accent1"/>
                    </a:lnRef>
                    <a:fillRef idx="0">
                      <a:schemeClr val="accent1"/>
                    </a:fillRef>
                    <a:effectRef idx="1">
                      <a:schemeClr val="accent1"/>
                    </a:effectRef>
                    <a:fontRef idx="minor">
                      <a:schemeClr val="tx1"/>
                    </a:fontRef>
                  </p:style>
                </p:cxnSp>
                <p:sp>
                  <p:nvSpPr>
                    <p:cNvPr id="58" name="Oval 27">
                      <a:extLst>
                        <a:ext uri="{FF2B5EF4-FFF2-40B4-BE49-F238E27FC236}">
                          <a16:creationId xmlns:a16="http://schemas.microsoft.com/office/drawing/2014/main" id="{1BE49387-119C-2FC5-C11A-5B6A82A5A9A6}"/>
                        </a:ext>
                      </a:extLst>
                    </p:cNvPr>
                    <p:cNvSpPr/>
                    <p:nvPr/>
                  </p:nvSpPr>
                  <p:spPr>
                    <a:xfrm>
                      <a:off x="10802113" y="4615656"/>
                      <a:ext cx="227334" cy="227334"/>
                    </a:xfrm>
                    <a:prstGeom prst="ellipse">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latin typeface="Calibri" panose="020F0502020204030204" pitchFamily="34" charset="0"/>
                        <a:cs typeface="Calibri" panose="020F0502020204030204" pitchFamily="34" charset="0"/>
                      </a:endParaRPr>
                    </a:p>
                  </p:txBody>
                </p:sp>
                <p:sp>
                  <p:nvSpPr>
                    <p:cNvPr id="59" name="Oval 28">
                      <a:extLst>
                        <a:ext uri="{FF2B5EF4-FFF2-40B4-BE49-F238E27FC236}">
                          <a16:creationId xmlns:a16="http://schemas.microsoft.com/office/drawing/2014/main" id="{527E445A-F3AE-B51D-08B8-227BBFC50DC6}"/>
                        </a:ext>
                      </a:extLst>
                    </p:cNvPr>
                    <p:cNvSpPr/>
                    <p:nvPr/>
                  </p:nvSpPr>
                  <p:spPr>
                    <a:xfrm>
                      <a:off x="10802421" y="4890246"/>
                      <a:ext cx="227334" cy="227334"/>
                    </a:xfrm>
                    <a:prstGeom prst="ellipse">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latin typeface="Calibri" panose="020F0502020204030204" pitchFamily="34" charset="0"/>
                        <a:cs typeface="Calibri" panose="020F0502020204030204" pitchFamily="34" charset="0"/>
                      </a:endParaRPr>
                    </a:p>
                  </p:txBody>
                </p:sp>
                <p:cxnSp>
                  <p:nvCxnSpPr>
                    <p:cNvPr id="60" name="Straight Connector 29">
                      <a:extLst>
                        <a:ext uri="{FF2B5EF4-FFF2-40B4-BE49-F238E27FC236}">
                          <a16:creationId xmlns:a16="http://schemas.microsoft.com/office/drawing/2014/main" id="{0BF2FF5A-BD32-C326-96E8-420D0EFBFA66}"/>
                        </a:ext>
                      </a:extLst>
                    </p:cNvPr>
                    <p:cNvCxnSpPr>
                      <a:cxnSpLocks/>
                      <a:stCxn id="35" idx="6"/>
                      <a:endCxn id="58" idx="2"/>
                    </p:cNvCxnSpPr>
                    <p:nvPr/>
                  </p:nvCxnSpPr>
                  <p:spPr>
                    <a:xfrm flipV="1">
                      <a:off x="10399111" y="4729323"/>
                      <a:ext cx="403002" cy="4409"/>
                    </a:xfrm>
                    <a:prstGeom prst="line">
                      <a:avLst/>
                    </a:prstGeom>
                    <a:ln w="12700">
                      <a:solidFill>
                        <a:schemeClr val="tx1"/>
                      </a:solidFill>
                    </a:ln>
                  </p:spPr>
                  <p:style>
                    <a:lnRef idx="2">
                      <a:schemeClr val="accent1"/>
                    </a:lnRef>
                    <a:fillRef idx="0">
                      <a:schemeClr val="accent1"/>
                    </a:fillRef>
                    <a:effectRef idx="1">
                      <a:schemeClr val="accent1"/>
                    </a:effectRef>
                    <a:fontRef idx="minor">
                      <a:schemeClr val="tx1"/>
                    </a:fontRef>
                  </p:style>
                </p:cxnSp>
                <p:cxnSp>
                  <p:nvCxnSpPr>
                    <p:cNvPr id="61" name="Straight Connector 30">
                      <a:extLst>
                        <a:ext uri="{FF2B5EF4-FFF2-40B4-BE49-F238E27FC236}">
                          <a16:creationId xmlns:a16="http://schemas.microsoft.com/office/drawing/2014/main" id="{6621F523-D25F-4A3A-C6D3-4AD97DD58529}"/>
                        </a:ext>
                      </a:extLst>
                    </p:cNvPr>
                    <p:cNvCxnSpPr>
                      <a:cxnSpLocks/>
                      <a:stCxn id="35" idx="6"/>
                      <a:endCxn id="59" idx="2"/>
                    </p:cNvCxnSpPr>
                    <p:nvPr/>
                  </p:nvCxnSpPr>
                  <p:spPr>
                    <a:xfrm>
                      <a:off x="10399111" y="4733732"/>
                      <a:ext cx="403310" cy="270181"/>
                    </a:xfrm>
                    <a:prstGeom prst="line">
                      <a:avLst/>
                    </a:prstGeom>
                    <a:ln w="12700">
                      <a:solidFill>
                        <a:schemeClr val="tx1"/>
                      </a:solidFill>
                    </a:ln>
                  </p:spPr>
                  <p:style>
                    <a:lnRef idx="2">
                      <a:schemeClr val="accent1"/>
                    </a:lnRef>
                    <a:fillRef idx="0">
                      <a:schemeClr val="accent1"/>
                    </a:fillRef>
                    <a:effectRef idx="1">
                      <a:schemeClr val="accent1"/>
                    </a:effectRef>
                    <a:fontRef idx="minor">
                      <a:schemeClr val="tx1"/>
                    </a:fontRef>
                  </p:style>
                </p:cxnSp>
                <p:cxnSp>
                  <p:nvCxnSpPr>
                    <p:cNvPr id="62" name="Straight Connector 31">
                      <a:extLst>
                        <a:ext uri="{FF2B5EF4-FFF2-40B4-BE49-F238E27FC236}">
                          <a16:creationId xmlns:a16="http://schemas.microsoft.com/office/drawing/2014/main" id="{8DDB6C4A-32A1-F7EF-9CD2-693C4C7DEFDC}"/>
                        </a:ext>
                      </a:extLst>
                    </p:cNvPr>
                    <p:cNvCxnSpPr>
                      <a:cxnSpLocks/>
                      <a:stCxn id="36" idx="6"/>
                      <a:endCxn id="58" idx="2"/>
                    </p:cNvCxnSpPr>
                    <p:nvPr/>
                  </p:nvCxnSpPr>
                  <p:spPr>
                    <a:xfrm flipV="1">
                      <a:off x="10399419" y="4729323"/>
                      <a:ext cx="402694" cy="278918"/>
                    </a:xfrm>
                    <a:prstGeom prst="line">
                      <a:avLst/>
                    </a:prstGeom>
                    <a:ln w="12700">
                      <a:solidFill>
                        <a:schemeClr val="tx1"/>
                      </a:solidFill>
                    </a:ln>
                  </p:spPr>
                  <p:style>
                    <a:lnRef idx="2">
                      <a:schemeClr val="accent1"/>
                    </a:lnRef>
                    <a:fillRef idx="0">
                      <a:schemeClr val="accent1"/>
                    </a:fillRef>
                    <a:effectRef idx="1">
                      <a:schemeClr val="accent1"/>
                    </a:effectRef>
                    <a:fontRef idx="minor">
                      <a:schemeClr val="tx1"/>
                    </a:fontRef>
                  </p:style>
                </p:cxnSp>
                <p:cxnSp>
                  <p:nvCxnSpPr>
                    <p:cNvPr id="63" name="Straight Connector 32">
                      <a:extLst>
                        <a:ext uri="{FF2B5EF4-FFF2-40B4-BE49-F238E27FC236}">
                          <a16:creationId xmlns:a16="http://schemas.microsoft.com/office/drawing/2014/main" id="{7F55B172-430B-AD54-F232-D2594A1D6E4D}"/>
                        </a:ext>
                      </a:extLst>
                    </p:cNvPr>
                    <p:cNvCxnSpPr>
                      <a:cxnSpLocks/>
                      <a:stCxn id="37" idx="6"/>
                      <a:endCxn id="58" idx="2"/>
                    </p:cNvCxnSpPr>
                    <p:nvPr/>
                  </p:nvCxnSpPr>
                  <p:spPr>
                    <a:xfrm flipV="1">
                      <a:off x="10399727" y="4729323"/>
                      <a:ext cx="402386" cy="553427"/>
                    </a:xfrm>
                    <a:prstGeom prst="line">
                      <a:avLst/>
                    </a:prstGeom>
                    <a:ln w="12700">
                      <a:solidFill>
                        <a:schemeClr val="tx1"/>
                      </a:solidFill>
                    </a:ln>
                  </p:spPr>
                  <p:style>
                    <a:lnRef idx="2">
                      <a:schemeClr val="accent1"/>
                    </a:lnRef>
                    <a:fillRef idx="0">
                      <a:schemeClr val="accent1"/>
                    </a:fillRef>
                    <a:effectRef idx="1">
                      <a:schemeClr val="accent1"/>
                    </a:effectRef>
                    <a:fontRef idx="minor">
                      <a:schemeClr val="tx1"/>
                    </a:fontRef>
                  </p:style>
                </p:cxnSp>
                <p:cxnSp>
                  <p:nvCxnSpPr>
                    <p:cNvPr id="64" name="Straight Connector 33">
                      <a:extLst>
                        <a:ext uri="{FF2B5EF4-FFF2-40B4-BE49-F238E27FC236}">
                          <a16:creationId xmlns:a16="http://schemas.microsoft.com/office/drawing/2014/main" id="{38D8BCB6-C48F-0B02-F92B-1F444C3022ED}"/>
                        </a:ext>
                      </a:extLst>
                    </p:cNvPr>
                    <p:cNvCxnSpPr>
                      <a:cxnSpLocks/>
                      <a:stCxn id="38" idx="6"/>
                      <a:endCxn id="58" idx="2"/>
                    </p:cNvCxnSpPr>
                    <p:nvPr/>
                  </p:nvCxnSpPr>
                  <p:spPr>
                    <a:xfrm flipV="1">
                      <a:off x="10399111" y="4729323"/>
                      <a:ext cx="403002" cy="827936"/>
                    </a:xfrm>
                    <a:prstGeom prst="line">
                      <a:avLst/>
                    </a:prstGeom>
                    <a:ln w="12700">
                      <a:solidFill>
                        <a:schemeClr val="tx1"/>
                      </a:solidFill>
                    </a:ln>
                  </p:spPr>
                  <p:style>
                    <a:lnRef idx="2">
                      <a:schemeClr val="accent1"/>
                    </a:lnRef>
                    <a:fillRef idx="0">
                      <a:schemeClr val="accent1"/>
                    </a:fillRef>
                    <a:effectRef idx="1">
                      <a:schemeClr val="accent1"/>
                    </a:effectRef>
                    <a:fontRef idx="minor">
                      <a:schemeClr val="tx1"/>
                    </a:fontRef>
                  </p:style>
                </p:cxnSp>
                <p:cxnSp>
                  <p:nvCxnSpPr>
                    <p:cNvPr id="65" name="Straight Connector 34">
                      <a:extLst>
                        <a:ext uri="{FF2B5EF4-FFF2-40B4-BE49-F238E27FC236}">
                          <a16:creationId xmlns:a16="http://schemas.microsoft.com/office/drawing/2014/main" id="{8B0620D9-1E64-D29F-3898-1128221DB777}"/>
                        </a:ext>
                      </a:extLst>
                    </p:cNvPr>
                    <p:cNvCxnSpPr>
                      <a:cxnSpLocks/>
                      <a:stCxn id="39" idx="6"/>
                      <a:endCxn id="58" idx="2"/>
                    </p:cNvCxnSpPr>
                    <p:nvPr/>
                  </p:nvCxnSpPr>
                  <p:spPr>
                    <a:xfrm flipV="1">
                      <a:off x="10395281" y="4729323"/>
                      <a:ext cx="406832" cy="1102445"/>
                    </a:xfrm>
                    <a:prstGeom prst="line">
                      <a:avLst/>
                    </a:prstGeom>
                    <a:ln w="12700">
                      <a:solidFill>
                        <a:schemeClr val="tx1"/>
                      </a:solidFill>
                    </a:ln>
                  </p:spPr>
                  <p:style>
                    <a:lnRef idx="2">
                      <a:schemeClr val="accent1"/>
                    </a:lnRef>
                    <a:fillRef idx="0">
                      <a:schemeClr val="accent1"/>
                    </a:fillRef>
                    <a:effectRef idx="1">
                      <a:schemeClr val="accent1"/>
                    </a:effectRef>
                    <a:fontRef idx="minor">
                      <a:schemeClr val="tx1"/>
                    </a:fontRef>
                  </p:style>
                </p:cxnSp>
                <p:cxnSp>
                  <p:nvCxnSpPr>
                    <p:cNvPr id="66" name="Straight Connector 35">
                      <a:extLst>
                        <a:ext uri="{FF2B5EF4-FFF2-40B4-BE49-F238E27FC236}">
                          <a16:creationId xmlns:a16="http://schemas.microsoft.com/office/drawing/2014/main" id="{EEF05D83-580A-F841-A94E-649E91153756}"/>
                        </a:ext>
                      </a:extLst>
                    </p:cNvPr>
                    <p:cNvCxnSpPr>
                      <a:cxnSpLocks/>
                      <a:stCxn id="36" idx="6"/>
                      <a:endCxn id="59" idx="2"/>
                    </p:cNvCxnSpPr>
                    <p:nvPr/>
                  </p:nvCxnSpPr>
                  <p:spPr>
                    <a:xfrm flipV="1">
                      <a:off x="10399419" y="5003913"/>
                      <a:ext cx="403002" cy="4328"/>
                    </a:xfrm>
                    <a:prstGeom prst="line">
                      <a:avLst/>
                    </a:prstGeom>
                    <a:ln w="12700">
                      <a:solidFill>
                        <a:schemeClr val="tx1"/>
                      </a:solidFill>
                    </a:ln>
                  </p:spPr>
                  <p:style>
                    <a:lnRef idx="2">
                      <a:schemeClr val="accent1"/>
                    </a:lnRef>
                    <a:fillRef idx="0">
                      <a:schemeClr val="accent1"/>
                    </a:fillRef>
                    <a:effectRef idx="1">
                      <a:schemeClr val="accent1"/>
                    </a:effectRef>
                    <a:fontRef idx="minor">
                      <a:schemeClr val="tx1"/>
                    </a:fontRef>
                  </p:style>
                </p:cxnSp>
                <p:cxnSp>
                  <p:nvCxnSpPr>
                    <p:cNvPr id="67" name="Straight Connector 36">
                      <a:extLst>
                        <a:ext uri="{FF2B5EF4-FFF2-40B4-BE49-F238E27FC236}">
                          <a16:creationId xmlns:a16="http://schemas.microsoft.com/office/drawing/2014/main" id="{FDD47125-B28D-55B5-F594-06253B061B69}"/>
                        </a:ext>
                      </a:extLst>
                    </p:cNvPr>
                    <p:cNvCxnSpPr>
                      <a:cxnSpLocks/>
                      <a:stCxn id="37" idx="6"/>
                      <a:endCxn id="59" idx="2"/>
                    </p:cNvCxnSpPr>
                    <p:nvPr/>
                  </p:nvCxnSpPr>
                  <p:spPr>
                    <a:xfrm flipV="1">
                      <a:off x="10399727" y="5003913"/>
                      <a:ext cx="402694" cy="278837"/>
                    </a:xfrm>
                    <a:prstGeom prst="line">
                      <a:avLst/>
                    </a:prstGeom>
                    <a:ln w="12700">
                      <a:solidFill>
                        <a:schemeClr val="tx1"/>
                      </a:solidFill>
                    </a:ln>
                  </p:spPr>
                  <p:style>
                    <a:lnRef idx="2">
                      <a:schemeClr val="accent1"/>
                    </a:lnRef>
                    <a:fillRef idx="0">
                      <a:schemeClr val="accent1"/>
                    </a:fillRef>
                    <a:effectRef idx="1">
                      <a:schemeClr val="accent1"/>
                    </a:effectRef>
                    <a:fontRef idx="minor">
                      <a:schemeClr val="tx1"/>
                    </a:fontRef>
                  </p:style>
                </p:cxnSp>
                <p:cxnSp>
                  <p:nvCxnSpPr>
                    <p:cNvPr id="68" name="Straight Connector 37">
                      <a:extLst>
                        <a:ext uri="{FF2B5EF4-FFF2-40B4-BE49-F238E27FC236}">
                          <a16:creationId xmlns:a16="http://schemas.microsoft.com/office/drawing/2014/main" id="{1F03E028-BB1B-7E15-99DA-A7AA0B153EEE}"/>
                        </a:ext>
                      </a:extLst>
                    </p:cNvPr>
                    <p:cNvCxnSpPr>
                      <a:cxnSpLocks/>
                      <a:stCxn id="38" idx="6"/>
                      <a:endCxn id="59" idx="2"/>
                    </p:cNvCxnSpPr>
                    <p:nvPr/>
                  </p:nvCxnSpPr>
                  <p:spPr>
                    <a:xfrm flipV="1">
                      <a:off x="10399111" y="5003913"/>
                      <a:ext cx="403310" cy="553346"/>
                    </a:xfrm>
                    <a:prstGeom prst="line">
                      <a:avLst/>
                    </a:prstGeom>
                    <a:ln w="12700">
                      <a:solidFill>
                        <a:schemeClr val="tx1"/>
                      </a:solidFill>
                    </a:ln>
                  </p:spPr>
                  <p:style>
                    <a:lnRef idx="2">
                      <a:schemeClr val="accent1"/>
                    </a:lnRef>
                    <a:fillRef idx="0">
                      <a:schemeClr val="accent1"/>
                    </a:fillRef>
                    <a:effectRef idx="1">
                      <a:schemeClr val="accent1"/>
                    </a:effectRef>
                    <a:fontRef idx="minor">
                      <a:schemeClr val="tx1"/>
                    </a:fontRef>
                  </p:style>
                </p:cxnSp>
                <p:cxnSp>
                  <p:nvCxnSpPr>
                    <p:cNvPr id="69" name="Straight Connector 38">
                      <a:extLst>
                        <a:ext uri="{FF2B5EF4-FFF2-40B4-BE49-F238E27FC236}">
                          <a16:creationId xmlns:a16="http://schemas.microsoft.com/office/drawing/2014/main" id="{841BDA7C-06A7-3296-D79F-DB1D606DC643}"/>
                        </a:ext>
                      </a:extLst>
                    </p:cNvPr>
                    <p:cNvCxnSpPr>
                      <a:cxnSpLocks/>
                      <a:stCxn id="39" idx="6"/>
                      <a:endCxn id="59" idx="2"/>
                    </p:cNvCxnSpPr>
                    <p:nvPr/>
                  </p:nvCxnSpPr>
                  <p:spPr>
                    <a:xfrm flipV="1">
                      <a:off x="10395281" y="5003913"/>
                      <a:ext cx="407140" cy="827855"/>
                    </a:xfrm>
                    <a:prstGeom prst="line">
                      <a:avLst/>
                    </a:prstGeom>
                    <a:ln w="12700">
                      <a:solidFill>
                        <a:schemeClr val="tx1"/>
                      </a:solidFill>
                    </a:ln>
                  </p:spPr>
                  <p:style>
                    <a:lnRef idx="2">
                      <a:schemeClr val="accent1"/>
                    </a:lnRef>
                    <a:fillRef idx="0">
                      <a:schemeClr val="accent1"/>
                    </a:fillRef>
                    <a:effectRef idx="1">
                      <a:schemeClr val="accent1"/>
                    </a:effectRef>
                    <a:fontRef idx="minor">
                      <a:schemeClr val="tx1"/>
                    </a:fontRef>
                  </p:style>
                </p:cxnSp>
                <p:cxnSp>
                  <p:nvCxnSpPr>
                    <p:cNvPr id="70" name="Straight Connector 39">
                      <a:extLst>
                        <a:ext uri="{FF2B5EF4-FFF2-40B4-BE49-F238E27FC236}">
                          <a16:creationId xmlns:a16="http://schemas.microsoft.com/office/drawing/2014/main" id="{6DB87C24-BCE2-F676-3CFF-D9D969BCD874}"/>
                        </a:ext>
                      </a:extLst>
                    </p:cNvPr>
                    <p:cNvCxnSpPr>
                      <a:cxnSpLocks/>
                    </p:cNvCxnSpPr>
                    <p:nvPr/>
                  </p:nvCxnSpPr>
                  <p:spPr>
                    <a:xfrm>
                      <a:off x="10048489" y="4738487"/>
                      <a:ext cx="115449" cy="0"/>
                    </a:xfrm>
                    <a:prstGeom prst="line">
                      <a:avLst/>
                    </a:prstGeom>
                    <a:ln w="12700">
                      <a:solidFill>
                        <a:schemeClr val="tx1"/>
                      </a:solidFill>
                      <a:tailEnd type="triangle" w="sm" len="sm"/>
                    </a:ln>
                  </p:spPr>
                  <p:style>
                    <a:lnRef idx="2">
                      <a:schemeClr val="accent1"/>
                    </a:lnRef>
                    <a:fillRef idx="0">
                      <a:schemeClr val="accent1"/>
                    </a:fillRef>
                    <a:effectRef idx="1">
                      <a:schemeClr val="accent1"/>
                    </a:effectRef>
                    <a:fontRef idx="minor">
                      <a:schemeClr val="tx1"/>
                    </a:fontRef>
                  </p:style>
                </p:cxnSp>
                <p:cxnSp>
                  <p:nvCxnSpPr>
                    <p:cNvPr id="71" name="Straight Connector 40">
                      <a:extLst>
                        <a:ext uri="{FF2B5EF4-FFF2-40B4-BE49-F238E27FC236}">
                          <a16:creationId xmlns:a16="http://schemas.microsoft.com/office/drawing/2014/main" id="{1F4E83F9-3B8B-3CBF-F526-371A386C9E5C}"/>
                        </a:ext>
                      </a:extLst>
                    </p:cNvPr>
                    <p:cNvCxnSpPr>
                      <a:cxnSpLocks/>
                    </p:cNvCxnSpPr>
                    <p:nvPr/>
                  </p:nvCxnSpPr>
                  <p:spPr>
                    <a:xfrm>
                      <a:off x="10049210" y="5008868"/>
                      <a:ext cx="115449" cy="0"/>
                    </a:xfrm>
                    <a:prstGeom prst="line">
                      <a:avLst/>
                    </a:prstGeom>
                    <a:ln w="12700">
                      <a:solidFill>
                        <a:schemeClr val="tx1"/>
                      </a:solidFill>
                      <a:tailEnd type="triangle" w="sm" len="sm"/>
                    </a:ln>
                  </p:spPr>
                  <p:style>
                    <a:lnRef idx="2">
                      <a:schemeClr val="accent1"/>
                    </a:lnRef>
                    <a:fillRef idx="0">
                      <a:schemeClr val="accent1"/>
                    </a:fillRef>
                    <a:effectRef idx="1">
                      <a:schemeClr val="accent1"/>
                    </a:effectRef>
                    <a:fontRef idx="minor">
                      <a:schemeClr val="tx1"/>
                    </a:fontRef>
                  </p:style>
                </p:cxnSp>
                <p:cxnSp>
                  <p:nvCxnSpPr>
                    <p:cNvPr id="72" name="Straight Connector 41">
                      <a:extLst>
                        <a:ext uri="{FF2B5EF4-FFF2-40B4-BE49-F238E27FC236}">
                          <a16:creationId xmlns:a16="http://schemas.microsoft.com/office/drawing/2014/main" id="{02E509B1-3373-1CAA-057C-FB8931ABA291}"/>
                        </a:ext>
                      </a:extLst>
                    </p:cNvPr>
                    <p:cNvCxnSpPr>
                      <a:cxnSpLocks/>
                    </p:cNvCxnSpPr>
                    <p:nvPr/>
                  </p:nvCxnSpPr>
                  <p:spPr>
                    <a:xfrm>
                      <a:off x="10055560" y="5283708"/>
                      <a:ext cx="115449" cy="0"/>
                    </a:xfrm>
                    <a:prstGeom prst="line">
                      <a:avLst/>
                    </a:prstGeom>
                    <a:ln w="12700">
                      <a:solidFill>
                        <a:schemeClr val="tx1"/>
                      </a:solidFill>
                      <a:tailEnd type="triangle" w="sm" len="sm"/>
                    </a:ln>
                  </p:spPr>
                  <p:style>
                    <a:lnRef idx="2">
                      <a:schemeClr val="accent1"/>
                    </a:lnRef>
                    <a:fillRef idx="0">
                      <a:schemeClr val="accent1"/>
                    </a:fillRef>
                    <a:effectRef idx="1">
                      <a:schemeClr val="accent1"/>
                    </a:effectRef>
                    <a:fontRef idx="minor">
                      <a:schemeClr val="tx1"/>
                    </a:fontRef>
                  </p:style>
                </p:cxnSp>
                <p:cxnSp>
                  <p:nvCxnSpPr>
                    <p:cNvPr id="73" name="Straight Connector 42">
                      <a:extLst>
                        <a:ext uri="{FF2B5EF4-FFF2-40B4-BE49-F238E27FC236}">
                          <a16:creationId xmlns:a16="http://schemas.microsoft.com/office/drawing/2014/main" id="{8675F3DA-D8CF-D083-CC7F-FD756822420C}"/>
                        </a:ext>
                      </a:extLst>
                    </p:cNvPr>
                    <p:cNvCxnSpPr>
                      <a:cxnSpLocks/>
                    </p:cNvCxnSpPr>
                    <p:nvPr/>
                  </p:nvCxnSpPr>
                  <p:spPr>
                    <a:xfrm>
                      <a:off x="10055560" y="5559933"/>
                      <a:ext cx="115449" cy="0"/>
                    </a:xfrm>
                    <a:prstGeom prst="line">
                      <a:avLst/>
                    </a:prstGeom>
                    <a:ln w="12700">
                      <a:solidFill>
                        <a:schemeClr val="tx1"/>
                      </a:solidFill>
                      <a:tailEnd type="triangle" w="sm" len="sm"/>
                    </a:ln>
                  </p:spPr>
                  <p:style>
                    <a:lnRef idx="2">
                      <a:schemeClr val="accent1"/>
                    </a:lnRef>
                    <a:fillRef idx="0">
                      <a:schemeClr val="accent1"/>
                    </a:fillRef>
                    <a:effectRef idx="1">
                      <a:schemeClr val="accent1"/>
                    </a:effectRef>
                    <a:fontRef idx="minor">
                      <a:schemeClr val="tx1"/>
                    </a:fontRef>
                  </p:style>
                </p:cxnSp>
                <p:cxnSp>
                  <p:nvCxnSpPr>
                    <p:cNvPr id="74" name="Straight Connector 43">
                      <a:extLst>
                        <a:ext uri="{FF2B5EF4-FFF2-40B4-BE49-F238E27FC236}">
                          <a16:creationId xmlns:a16="http://schemas.microsoft.com/office/drawing/2014/main" id="{F817FFA8-A996-F954-5F5B-674142CCB365}"/>
                        </a:ext>
                      </a:extLst>
                    </p:cNvPr>
                    <p:cNvCxnSpPr>
                      <a:cxnSpLocks/>
                    </p:cNvCxnSpPr>
                    <p:nvPr/>
                  </p:nvCxnSpPr>
                  <p:spPr>
                    <a:xfrm>
                      <a:off x="10052385" y="5829808"/>
                      <a:ext cx="115449" cy="0"/>
                    </a:xfrm>
                    <a:prstGeom prst="line">
                      <a:avLst/>
                    </a:prstGeom>
                    <a:ln w="12700">
                      <a:solidFill>
                        <a:schemeClr val="tx1"/>
                      </a:solidFill>
                      <a:tailEnd type="triangle" w="sm" len="sm"/>
                    </a:ln>
                  </p:spPr>
                  <p:style>
                    <a:lnRef idx="2">
                      <a:schemeClr val="accent1"/>
                    </a:lnRef>
                    <a:fillRef idx="0">
                      <a:schemeClr val="accent1"/>
                    </a:fillRef>
                    <a:effectRef idx="1">
                      <a:schemeClr val="accent1"/>
                    </a:effectRef>
                    <a:fontRef idx="minor">
                      <a:schemeClr val="tx1"/>
                    </a:fontRef>
                  </p:style>
                </p:cxnSp>
                <p:cxnSp>
                  <p:nvCxnSpPr>
                    <p:cNvPr id="75" name="Straight Connector 44">
                      <a:extLst>
                        <a:ext uri="{FF2B5EF4-FFF2-40B4-BE49-F238E27FC236}">
                          <a16:creationId xmlns:a16="http://schemas.microsoft.com/office/drawing/2014/main" id="{4B8608AF-65FF-9D3F-567B-9102E8BD7099}"/>
                        </a:ext>
                      </a:extLst>
                    </p:cNvPr>
                    <p:cNvCxnSpPr>
                      <a:cxnSpLocks/>
                    </p:cNvCxnSpPr>
                    <p:nvPr/>
                  </p:nvCxnSpPr>
                  <p:spPr>
                    <a:xfrm>
                      <a:off x="11025057" y="4727272"/>
                      <a:ext cx="115449" cy="0"/>
                    </a:xfrm>
                    <a:prstGeom prst="line">
                      <a:avLst/>
                    </a:prstGeom>
                    <a:ln w="12700">
                      <a:solidFill>
                        <a:schemeClr val="tx1"/>
                      </a:solidFill>
                      <a:tailEnd type="triangle" w="sm" len="sm"/>
                    </a:ln>
                  </p:spPr>
                  <p:style>
                    <a:lnRef idx="2">
                      <a:schemeClr val="accent1"/>
                    </a:lnRef>
                    <a:fillRef idx="0">
                      <a:schemeClr val="accent1"/>
                    </a:fillRef>
                    <a:effectRef idx="1">
                      <a:schemeClr val="accent1"/>
                    </a:effectRef>
                    <a:fontRef idx="minor">
                      <a:schemeClr val="tx1"/>
                    </a:fontRef>
                  </p:style>
                </p:cxnSp>
                <p:cxnSp>
                  <p:nvCxnSpPr>
                    <p:cNvPr id="76" name="Straight Connector 45">
                      <a:extLst>
                        <a:ext uri="{FF2B5EF4-FFF2-40B4-BE49-F238E27FC236}">
                          <a16:creationId xmlns:a16="http://schemas.microsoft.com/office/drawing/2014/main" id="{28C2390E-73BB-B3F8-2279-14B26F0D57A7}"/>
                        </a:ext>
                      </a:extLst>
                    </p:cNvPr>
                    <p:cNvCxnSpPr>
                      <a:cxnSpLocks/>
                    </p:cNvCxnSpPr>
                    <p:nvPr/>
                  </p:nvCxnSpPr>
                  <p:spPr>
                    <a:xfrm>
                      <a:off x="11025778" y="4997653"/>
                      <a:ext cx="115449" cy="0"/>
                    </a:xfrm>
                    <a:prstGeom prst="line">
                      <a:avLst/>
                    </a:prstGeom>
                    <a:ln w="12700">
                      <a:solidFill>
                        <a:schemeClr val="tx1"/>
                      </a:solidFill>
                      <a:tailEnd type="triangle" w="sm" len="sm"/>
                    </a:ln>
                  </p:spPr>
                  <p:style>
                    <a:lnRef idx="2">
                      <a:schemeClr val="accent1"/>
                    </a:lnRef>
                    <a:fillRef idx="0">
                      <a:schemeClr val="accent1"/>
                    </a:fillRef>
                    <a:effectRef idx="1">
                      <a:schemeClr val="accent1"/>
                    </a:effectRef>
                    <a:fontRef idx="minor">
                      <a:schemeClr val="tx1"/>
                    </a:fontRef>
                  </p:style>
                </p:cxnSp>
                <p:cxnSp>
                  <p:nvCxnSpPr>
                    <p:cNvPr id="77" name="Straight Connector 46">
                      <a:extLst>
                        <a:ext uri="{FF2B5EF4-FFF2-40B4-BE49-F238E27FC236}">
                          <a16:creationId xmlns:a16="http://schemas.microsoft.com/office/drawing/2014/main" id="{96073D49-B1ED-9F7C-B3A0-D35EAB7E976C}"/>
                        </a:ext>
                      </a:extLst>
                    </p:cNvPr>
                    <p:cNvCxnSpPr>
                      <a:cxnSpLocks/>
                    </p:cNvCxnSpPr>
                    <p:nvPr/>
                  </p:nvCxnSpPr>
                  <p:spPr>
                    <a:xfrm>
                      <a:off x="11032128" y="5272493"/>
                      <a:ext cx="115449" cy="0"/>
                    </a:xfrm>
                    <a:prstGeom prst="line">
                      <a:avLst/>
                    </a:prstGeom>
                    <a:ln w="12700">
                      <a:solidFill>
                        <a:schemeClr val="tx1"/>
                      </a:solidFill>
                      <a:tailEnd type="triangle" w="sm" len="sm"/>
                    </a:ln>
                  </p:spPr>
                  <p:style>
                    <a:lnRef idx="2">
                      <a:schemeClr val="accent1"/>
                    </a:lnRef>
                    <a:fillRef idx="0">
                      <a:schemeClr val="accent1"/>
                    </a:fillRef>
                    <a:effectRef idx="1">
                      <a:schemeClr val="accent1"/>
                    </a:effectRef>
                    <a:fontRef idx="minor">
                      <a:schemeClr val="tx1"/>
                    </a:fontRef>
                  </p:style>
                </p:cxnSp>
                <p:cxnSp>
                  <p:nvCxnSpPr>
                    <p:cNvPr id="78" name="Straight Connector 47">
                      <a:extLst>
                        <a:ext uri="{FF2B5EF4-FFF2-40B4-BE49-F238E27FC236}">
                          <a16:creationId xmlns:a16="http://schemas.microsoft.com/office/drawing/2014/main" id="{E2B759B0-83AC-1211-9D78-2B0E09F85C27}"/>
                        </a:ext>
                      </a:extLst>
                    </p:cNvPr>
                    <p:cNvCxnSpPr>
                      <a:cxnSpLocks/>
                    </p:cNvCxnSpPr>
                    <p:nvPr/>
                  </p:nvCxnSpPr>
                  <p:spPr>
                    <a:xfrm>
                      <a:off x="11032128" y="5548718"/>
                      <a:ext cx="115449" cy="0"/>
                    </a:xfrm>
                    <a:prstGeom prst="line">
                      <a:avLst/>
                    </a:prstGeom>
                    <a:ln w="12700">
                      <a:solidFill>
                        <a:schemeClr val="tx1"/>
                      </a:solidFill>
                      <a:tailEnd type="triangle" w="sm" len="sm"/>
                    </a:ln>
                  </p:spPr>
                  <p:style>
                    <a:lnRef idx="2">
                      <a:schemeClr val="accent1"/>
                    </a:lnRef>
                    <a:fillRef idx="0">
                      <a:schemeClr val="accent1"/>
                    </a:fillRef>
                    <a:effectRef idx="1">
                      <a:schemeClr val="accent1"/>
                    </a:effectRef>
                    <a:fontRef idx="minor">
                      <a:schemeClr val="tx1"/>
                    </a:fontRef>
                  </p:style>
                </p:cxnSp>
                <p:cxnSp>
                  <p:nvCxnSpPr>
                    <p:cNvPr id="79" name="Straight Connector 48">
                      <a:extLst>
                        <a:ext uri="{FF2B5EF4-FFF2-40B4-BE49-F238E27FC236}">
                          <a16:creationId xmlns:a16="http://schemas.microsoft.com/office/drawing/2014/main" id="{89E63ED0-0C23-9174-28B4-4E83F8BD9F3A}"/>
                        </a:ext>
                      </a:extLst>
                    </p:cNvPr>
                    <p:cNvCxnSpPr>
                      <a:cxnSpLocks/>
                    </p:cNvCxnSpPr>
                    <p:nvPr/>
                  </p:nvCxnSpPr>
                  <p:spPr>
                    <a:xfrm>
                      <a:off x="11028953" y="5818593"/>
                      <a:ext cx="115449" cy="0"/>
                    </a:xfrm>
                    <a:prstGeom prst="line">
                      <a:avLst/>
                    </a:prstGeom>
                    <a:ln w="12700">
                      <a:solidFill>
                        <a:schemeClr val="tx1"/>
                      </a:solidFill>
                      <a:tailEnd type="triangle" w="sm" len="sm"/>
                    </a:ln>
                  </p:spPr>
                  <p:style>
                    <a:lnRef idx="2">
                      <a:schemeClr val="accent1"/>
                    </a:lnRef>
                    <a:fillRef idx="0">
                      <a:schemeClr val="accent1"/>
                    </a:fillRef>
                    <a:effectRef idx="1">
                      <a:schemeClr val="accent1"/>
                    </a:effectRef>
                    <a:fontRef idx="minor">
                      <a:schemeClr val="tx1"/>
                    </a:fontRef>
                  </p:style>
                </p:cxnSp>
              </p:grpSp>
              <p:sp>
                <p:nvSpPr>
                  <p:cNvPr id="34" name="矩形 49">
                    <a:extLst>
                      <a:ext uri="{FF2B5EF4-FFF2-40B4-BE49-F238E27FC236}">
                        <a16:creationId xmlns:a16="http://schemas.microsoft.com/office/drawing/2014/main" id="{B8593BE0-C7E6-4DC4-90D7-B970DAE6A4E3}"/>
                      </a:ext>
                    </a:extLst>
                  </p:cNvPr>
                  <p:cNvSpPr/>
                  <p:nvPr/>
                </p:nvSpPr>
                <p:spPr>
                  <a:xfrm>
                    <a:off x="3576540" y="611793"/>
                    <a:ext cx="2065623" cy="1420938"/>
                  </a:xfrm>
                  <a:prstGeom prst="rect">
                    <a:avLst/>
                  </a:prstGeom>
                  <a:solidFill>
                    <a:schemeClr val="accent5">
                      <a:lumMod val="40000"/>
                      <a:lumOff val="60000"/>
                      <a:alpha val="9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400" dirty="0">
                        <a:solidFill>
                          <a:schemeClr val="tx1"/>
                        </a:solidFill>
                      </a:rPr>
                      <a:t>编码器</a:t>
                    </a:r>
                  </a:p>
                </p:txBody>
              </p:sp>
            </p:grpSp>
            <p:sp>
              <p:nvSpPr>
                <p:cNvPr id="23" name="矩形: 圆角 195">
                  <a:extLst>
                    <a:ext uri="{FF2B5EF4-FFF2-40B4-BE49-F238E27FC236}">
                      <a16:creationId xmlns:a16="http://schemas.microsoft.com/office/drawing/2014/main" id="{1D261FCF-9710-5A9E-1680-0E3568114CB0}"/>
                    </a:ext>
                  </a:extLst>
                </p:cNvPr>
                <p:cNvSpPr/>
                <p:nvPr/>
              </p:nvSpPr>
              <p:spPr>
                <a:xfrm>
                  <a:off x="7215059" y="1000227"/>
                  <a:ext cx="387192" cy="163899"/>
                </a:xfrm>
                <a:prstGeom prst="roundRect">
                  <a:avLst/>
                </a:prstGeom>
                <a:solidFill>
                  <a:schemeClr val="accent6">
                    <a:lumMod val="40000"/>
                    <a:lumOff val="6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000" dirty="0">
                    <a:solidFill>
                      <a:schemeClr val="tx1"/>
                    </a:solidFill>
                  </a:endParaRPr>
                </a:p>
              </p:txBody>
            </p:sp>
            <p:sp>
              <p:nvSpPr>
                <p:cNvPr id="24" name="矩形: 圆角 196">
                  <a:extLst>
                    <a:ext uri="{FF2B5EF4-FFF2-40B4-BE49-F238E27FC236}">
                      <a16:creationId xmlns:a16="http://schemas.microsoft.com/office/drawing/2014/main" id="{57D1DE35-FDAA-0CD4-CDD7-357C706EFCF1}"/>
                    </a:ext>
                  </a:extLst>
                </p:cNvPr>
                <p:cNvSpPr/>
                <p:nvPr/>
              </p:nvSpPr>
              <p:spPr>
                <a:xfrm>
                  <a:off x="7598930" y="999919"/>
                  <a:ext cx="387192" cy="163899"/>
                </a:xfrm>
                <a:prstGeom prst="roundRect">
                  <a:avLst/>
                </a:prstGeom>
                <a:solidFill>
                  <a:schemeClr val="accent6">
                    <a:lumMod val="40000"/>
                    <a:lumOff val="6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000" dirty="0">
                    <a:solidFill>
                      <a:schemeClr val="tx1"/>
                    </a:solidFill>
                  </a:endParaRPr>
                </a:p>
              </p:txBody>
            </p:sp>
            <p:sp>
              <p:nvSpPr>
                <p:cNvPr id="25" name="矩形: 圆角 197">
                  <a:extLst>
                    <a:ext uri="{FF2B5EF4-FFF2-40B4-BE49-F238E27FC236}">
                      <a16:creationId xmlns:a16="http://schemas.microsoft.com/office/drawing/2014/main" id="{03FE59C8-09D3-0189-321D-8D3BB85D9A3F}"/>
                    </a:ext>
                  </a:extLst>
                </p:cNvPr>
                <p:cNvSpPr/>
                <p:nvPr/>
              </p:nvSpPr>
              <p:spPr>
                <a:xfrm>
                  <a:off x="7985112" y="1002023"/>
                  <a:ext cx="387192" cy="163899"/>
                </a:xfrm>
                <a:prstGeom prst="roundRect">
                  <a:avLst/>
                </a:prstGeom>
                <a:solidFill>
                  <a:schemeClr val="accent6">
                    <a:lumMod val="40000"/>
                    <a:lumOff val="6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000" dirty="0">
                    <a:solidFill>
                      <a:schemeClr val="tx1"/>
                    </a:solidFill>
                  </a:endParaRPr>
                </a:p>
              </p:txBody>
            </p:sp>
            <p:sp>
              <p:nvSpPr>
                <p:cNvPr id="26" name="矩形: 圆角 198">
                  <a:extLst>
                    <a:ext uri="{FF2B5EF4-FFF2-40B4-BE49-F238E27FC236}">
                      <a16:creationId xmlns:a16="http://schemas.microsoft.com/office/drawing/2014/main" id="{360C9A97-0D0F-1771-F5E6-7A805ED7CFAF}"/>
                    </a:ext>
                  </a:extLst>
                </p:cNvPr>
                <p:cNvSpPr/>
                <p:nvPr/>
              </p:nvSpPr>
              <p:spPr>
                <a:xfrm>
                  <a:off x="8776311" y="1007316"/>
                  <a:ext cx="387192" cy="163899"/>
                </a:xfrm>
                <a:prstGeom prst="roundRect">
                  <a:avLst/>
                </a:prstGeom>
                <a:solidFill>
                  <a:schemeClr val="accent6">
                    <a:lumMod val="40000"/>
                    <a:lumOff val="6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000" dirty="0">
                    <a:solidFill>
                      <a:schemeClr val="tx1"/>
                    </a:solidFill>
                  </a:endParaRPr>
                </a:p>
              </p:txBody>
            </p:sp>
            <mc:AlternateContent xmlns:mc="http://schemas.openxmlformats.org/markup-compatibility/2006" xmlns:a14="http://schemas.microsoft.com/office/drawing/2010/main">
              <mc:Choice Requires="a14">
                <p:sp>
                  <p:nvSpPr>
                    <p:cNvPr id="27" name="文本框 199">
                      <a:extLst>
                        <a:ext uri="{FF2B5EF4-FFF2-40B4-BE49-F238E27FC236}">
                          <a16:creationId xmlns:a16="http://schemas.microsoft.com/office/drawing/2014/main" id="{066BCD1F-864F-782C-EDBE-68A48480BD08}"/>
                        </a:ext>
                      </a:extLst>
                    </p:cNvPr>
                    <p:cNvSpPr txBox="1"/>
                    <p:nvPr/>
                  </p:nvSpPr>
                  <p:spPr>
                    <a:xfrm>
                      <a:off x="7162009" y="961415"/>
                      <a:ext cx="2065614" cy="246221"/>
                    </a:xfrm>
                    <a:prstGeom prst="rect">
                      <a:avLst/>
                    </a:prstGeom>
                    <a:noFill/>
                  </p:spPr>
                  <p:txBody>
                    <a:bodyPr wrap="square" rtlCol="0">
                      <a:spAutoFit/>
                    </a:bodyPr>
                    <a:lstStyle/>
                    <a:p>
                      <a:r>
                        <a:rPr lang="en-US" altLang="zh-CN" sz="1000" dirty="0"/>
                        <a:t>   C        </a:t>
                      </a:r>
                      <a14:m>
                        <m:oMath xmlns:m="http://schemas.openxmlformats.org/officeDocument/2006/math">
                          <m:sSub>
                            <m:sSubPr>
                              <m:ctrlPr>
                                <a:rPr lang="en-US" altLang="zh-CN" sz="1000" i="1" smtClean="0">
                                  <a:latin typeface="Cambria Math" panose="02040503050406030204" pitchFamily="18" charset="0"/>
                                </a:rPr>
                              </m:ctrlPr>
                            </m:sSubPr>
                            <m:e>
                              <m:r>
                                <m:rPr>
                                  <m:sty m:val="p"/>
                                </m:rPr>
                                <a:rPr lang="en-US" altLang="zh-CN" sz="1000" i="1">
                                  <a:latin typeface="Cambria Math" panose="02040503050406030204" pitchFamily="18" charset="0"/>
                                </a:rPr>
                                <m:t>T</m:t>
                              </m:r>
                            </m:e>
                            <m:sub>
                              <m:r>
                                <a:rPr lang="en-US" altLang="zh-CN" sz="1000" b="0" i="1" smtClean="0">
                                  <a:latin typeface="Cambria Math" panose="02040503050406030204" pitchFamily="18" charset="0"/>
                                </a:rPr>
                                <m:t>1</m:t>
                              </m:r>
                            </m:sub>
                          </m:sSub>
                        </m:oMath>
                      </a14:m>
                      <a:r>
                        <a:rPr lang="zh-CN" altLang="en-US" sz="1000" dirty="0"/>
                        <a:t>        </a:t>
                      </a:r>
                      <a14:m>
                        <m:oMath xmlns:m="http://schemas.openxmlformats.org/officeDocument/2006/math">
                          <m:sSub>
                            <m:sSubPr>
                              <m:ctrlPr>
                                <a:rPr lang="en-US" altLang="zh-CN" sz="1000" i="1">
                                  <a:latin typeface="Cambria Math" panose="02040503050406030204" pitchFamily="18" charset="0"/>
                                </a:rPr>
                              </m:ctrlPr>
                            </m:sSubPr>
                            <m:e>
                              <m:r>
                                <m:rPr>
                                  <m:sty m:val="p"/>
                                </m:rPr>
                                <a:rPr lang="en-US" altLang="zh-CN" sz="1000" i="1">
                                  <a:latin typeface="Cambria Math" panose="02040503050406030204" pitchFamily="18" charset="0"/>
                                </a:rPr>
                                <m:t>T</m:t>
                              </m:r>
                            </m:e>
                            <m:sub>
                              <m:r>
                                <a:rPr lang="en-US" altLang="zh-CN" sz="1000" b="0" i="1" smtClean="0">
                                  <a:latin typeface="Cambria Math" panose="02040503050406030204" pitchFamily="18" charset="0"/>
                                </a:rPr>
                                <m:t>2</m:t>
                              </m:r>
                            </m:sub>
                          </m:sSub>
                        </m:oMath>
                      </a14:m>
                      <a:r>
                        <a:rPr lang="en-US" altLang="zh-CN" sz="1000" dirty="0"/>
                        <a:t> </a:t>
                      </a:r>
                      <a14:m>
                        <m:oMath xmlns:m="http://schemas.openxmlformats.org/officeDocument/2006/math">
                          <m:sSub>
                            <m:sSubPr>
                              <m:ctrlPr>
                                <a:rPr lang="en-US" altLang="zh-CN" sz="1000" i="1">
                                  <a:latin typeface="Cambria Math" panose="02040503050406030204" pitchFamily="18" charset="0"/>
                                </a:rPr>
                              </m:ctrlPr>
                            </m:sSubPr>
                            <m:e>
                              <m:r>
                                <a:rPr lang="en-US" altLang="zh-CN" sz="1000" b="0" i="1" smtClean="0">
                                  <a:latin typeface="Cambria Math" panose="02040503050406030204" pitchFamily="18" charset="0"/>
                                </a:rPr>
                                <m:t>         …         </m:t>
                              </m:r>
                              <m:r>
                                <m:rPr>
                                  <m:sty m:val="p"/>
                                </m:rPr>
                                <a:rPr lang="en-US" altLang="zh-CN" sz="1000" i="1">
                                  <a:latin typeface="Cambria Math" panose="02040503050406030204" pitchFamily="18" charset="0"/>
                                </a:rPr>
                                <m:t>T</m:t>
                              </m:r>
                            </m:e>
                            <m:sub>
                              <m:r>
                                <a:rPr lang="en-US" altLang="zh-CN" sz="1000" b="0" i="1" smtClean="0">
                                  <a:latin typeface="Cambria Math" panose="02040503050406030204" pitchFamily="18" charset="0"/>
                                </a:rPr>
                                <m:t>𝑁</m:t>
                              </m:r>
                            </m:sub>
                          </m:sSub>
                        </m:oMath>
                      </a14:m>
                      <a:endParaRPr lang="zh-CN" altLang="en-US" sz="1000" dirty="0"/>
                    </a:p>
                  </p:txBody>
                </p:sp>
              </mc:Choice>
              <mc:Fallback xmlns="">
                <p:sp>
                  <p:nvSpPr>
                    <p:cNvPr id="200" name="文本框 199">
                      <a:extLst>
                        <a:ext uri="{FF2B5EF4-FFF2-40B4-BE49-F238E27FC236}">
                          <a16:creationId xmlns:a16="http://schemas.microsoft.com/office/drawing/2014/main" id="{DA2DBAE1-A277-41EA-9417-5267B3D2B3E0}"/>
                        </a:ext>
                      </a:extLst>
                    </p:cNvPr>
                    <p:cNvSpPr txBox="1">
                      <a:spLocks noRot="1" noChangeAspect="1" noMove="1" noResize="1" noEditPoints="1" noAdjustHandles="1" noChangeArrowheads="1" noChangeShapeType="1" noTextEdit="1"/>
                    </p:cNvSpPr>
                    <p:nvPr/>
                  </p:nvSpPr>
                  <p:spPr>
                    <a:xfrm>
                      <a:off x="7162009" y="961415"/>
                      <a:ext cx="2065614" cy="246221"/>
                    </a:xfrm>
                    <a:prstGeom prst="rect">
                      <a:avLst/>
                    </a:prstGeom>
                    <a:blipFill>
                      <a:blip r:embed="rId4"/>
                      <a:stretch>
                        <a:fillRect b="-9756"/>
                      </a:stretch>
                    </a:blipFill>
                  </p:spPr>
                  <p:txBody>
                    <a:bodyPr/>
                    <a:lstStyle/>
                    <a:p>
                      <a:r>
                        <a:rPr lang="zh-CN" altLang="en-US">
                          <a:noFill/>
                        </a:rPr>
                        <a:t> </a:t>
                      </a:r>
                    </a:p>
                  </p:txBody>
                </p:sp>
              </mc:Fallback>
            </mc:AlternateContent>
            <p:sp>
              <p:nvSpPr>
                <p:cNvPr id="28" name="矩形 200">
                  <a:extLst>
                    <a:ext uri="{FF2B5EF4-FFF2-40B4-BE49-F238E27FC236}">
                      <a16:creationId xmlns:a16="http://schemas.microsoft.com/office/drawing/2014/main" id="{42AEF4A3-2E61-C8C0-E84E-A4F54B5C0140}"/>
                    </a:ext>
                  </a:extLst>
                </p:cNvPr>
                <p:cNvSpPr/>
                <p:nvPr/>
              </p:nvSpPr>
              <p:spPr>
                <a:xfrm>
                  <a:off x="7259505" y="2157143"/>
                  <a:ext cx="347767" cy="186841"/>
                </a:xfrm>
                <a:prstGeom prst="rect">
                  <a:avLst/>
                </a:prstGeom>
                <a:solidFill>
                  <a:schemeClr val="accent4">
                    <a:lumMod val="60000"/>
                    <a:lumOff val="4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29" name="矩形 201">
                  <a:extLst>
                    <a:ext uri="{FF2B5EF4-FFF2-40B4-BE49-F238E27FC236}">
                      <a16:creationId xmlns:a16="http://schemas.microsoft.com/office/drawing/2014/main" id="{229F76B3-1EB4-C32A-A698-E5E3741AD844}"/>
                    </a:ext>
                  </a:extLst>
                </p:cNvPr>
                <p:cNvSpPr/>
                <p:nvPr/>
              </p:nvSpPr>
              <p:spPr>
                <a:xfrm>
                  <a:off x="7642613" y="2159796"/>
                  <a:ext cx="347767" cy="186841"/>
                </a:xfrm>
                <a:prstGeom prst="rect">
                  <a:avLst/>
                </a:prstGeom>
                <a:solidFill>
                  <a:schemeClr val="accent4">
                    <a:lumMod val="60000"/>
                    <a:lumOff val="4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30" name="矩形 202">
                  <a:extLst>
                    <a:ext uri="{FF2B5EF4-FFF2-40B4-BE49-F238E27FC236}">
                      <a16:creationId xmlns:a16="http://schemas.microsoft.com/office/drawing/2014/main" id="{F81328AD-CAFE-9EBE-2F14-AE49B8C414BF}"/>
                    </a:ext>
                  </a:extLst>
                </p:cNvPr>
                <p:cNvSpPr/>
                <p:nvPr/>
              </p:nvSpPr>
              <p:spPr>
                <a:xfrm>
                  <a:off x="8044510" y="2160352"/>
                  <a:ext cx="347767" cy="186841"/>
                </a:xfrm>
                <a:prstGeom prst="rect">
                  <a:avLst/>
                </a:prstGeom>
                <a:solidFill>
                  <a:schemeClr val="accent4">
                    <a:lumMod val="60000"/>
                    <a:lumOff val="4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31" name="矩形 203">
                  <a:extLst>
                    <a:ext uri="{FF2B5EF4-FFF2-40B4-BE49-F238E27FC236}">
                      <a16:creationId xmlns:a16="http://schemas.microsoft.com/office/drawing/2014/main" id="{64754298-64F2-39B3-9138-59F159ADBFE3}"/>
                    </a:ext>
                  </a:extLst>
                </p:cNvPr>
                <p:cNvSpPr/>
                <p:nvPr/>
              </p:nvSpPr>
              <p:spPr>
                <a:xfrm>
                  <a:off x="8799965" y="2157143"/>
                  <a:ext cx="347767" cy="186841"/>
                </a:xfrm>
                <a:prstGeom prst="rect">
                  <a:avLst/>
                </a:prstGeom>
                <a:solidFill>
                  <a:schemeClr val="accent4">
                    <a:lumMod val="60000"/>
                    <a:lumOff val="4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mc:AlternateContent xmlns:mc="http://schemas.openxmlformats.org/markup-compatibility/2006" xmlns:a14="http://schemas.microsoft.com/office/drawing/2010/main">
              <mc:Choice Requires="a14">
                <p:sp>
                  <p:nvSpPr>
                    <p:cNvPr id="32" name="文本框 204">
                      <a:extLst>
                        <a:ext uri="{FF2B5EF4-FFF2-40B4-BE49-F238E27FC236}">
                          <a16:creationId xmlns:a16="http://schemas.microsoft.com/office/drawing/2014/main" id="{3C1E4EA6-8A36-7215-CEA7-D167A56E37B5}"/>
                        </a:ext>
                      </a:extLst>
                    </p:cNvPr>
                    <p:cNvSpPr txBox="1"/>
                    <p:nvPr/>
                  </p:nvSpPr>
                  <p:spPr>
                    <a:xfrm>
                      <a:off x="7184292" y="2121132"/>
                      <a:ext cx="2065614" cy="261290"/>
                    </a:xfrm>
                    <a:prstGeom prst="rect">
                      <a:avLst/>
                    </a:prstGeom>
                    <a:noFill/>
                  </p:spPr>
                  <p:txBody>
                    <a:bodyPr wrap="square" rtlCol="0">
                      <a:spAutoFit/>
                    </a:bodyPr>
                    <a:lstStyle/>
                    <a:p>
                      <a14:m>
                        <m:oMath xmlns:m="http://schemas.openxmlformats.org/officeDocument/2006/math">
                          <m:sSub>
                            <m:sSubPr>
                              <m:ctrlPr>
                                <a:rPr lang="en-US" altLang="zh-CN" sz="1000" i="1" smtClean="0">
                                  <a:latin typeface="Cambria Math" panose="02040503050406030204" pitchFamily="18" charset="0"/>
                                </a:rPr>
                              </m:ctrlPr>
                            </m:sSubPr>
                            <m:e>
                              <m:r>
                                <a:rPr lang="en-US" altLang="zh-CN" sz="1000" b="0" i="1" smtClean="0">
                                  <a:latin typeface="Cambria Math" panose="02040503050406030204" pitchFamily="18" charset="0"/>
                                </a:rPr>
                                <m:t>𝐸</m:t>
                              </m:r>
                            </m:e>
                            <m:sub>
                              <m:r>
                                <a:rPr lang="en-US" altLang="zh-CN" sz="1000" b="0" i="1" smtClean="0">
                                  <a:latin typeface="Cambria Math" panose="02040503050406030204" pitchFamily="18" charset="0"/>
                                </a:rPr>
                                <m:t>[</m:t>
                              </m:r>
                              <m:r>
                                <a:rPr lang="en-US" altLang="zh-CN" sz="1000" b="0" i="1" smtClean="0">
                                  <a:latin typeface="Cambria Math" panose="02040503050406030204" pitchFamily="18" charset="0"/>
                                </a:rPr>
                                <m:t>𝐶𝐿𝑆</m:t>
                              </m:r>
                              <m:r>
                                <a:rPr lang="en-US" altLang="zh-CN" sz="1000" b="0" i="1" smtClean="0">
                                  <a:latin typeface="Cambria Math" panose="02040503050406030204" pitchFamily="18" charset="0"/>
                                </a:rPr>
                                <m:t>]</m:t>
                              </m:r>
                            </m:sub>
                          </m:sSub>
                        </m:oMath>
                      </a14:m>
                      <a:r>
                        <a:rPr lang="en-US" altLang="zh-CN" sz="1000" dirty="0"/>
                        <a:t>     </a:t>
                      </a:r>
                      <a14:m>
                        <m:oMath xmlns:m="http://schemas.openxmlformats.org/officeDocument/2006/math">
                          <m:sSub>
                            <m:sSubPr>
                              <m:ctrlPr>
                                <a:rPr lang="en-US" altLang="zh-CN" sz="1000" i="1" smtClean="0">
                                  <a:latin typeface="Cambria Math" panose="02040503050406030204" pitchFamily="18" charset="0"/>
                                </a:rPr>
                              </m:ctrlPr>
                            </m:sSubPr>
                            <m:e>
                              <m:r>
                                <a:rPr lang="en-US" altLang="zh-CN" sz="1000" b="0" i="1" smtClean="0">
                                  <a:latin typeface="Cambria Math" panose="02040503050406030204" pitchFamily="18" charset="0"/>
                                </a:rPr>
                                <m:t>𝐸</m:t>
                              </m:r>
                            </m:e>
                            <m:sub>
                              <m:r>
                                <a:rPr lang="en-US" altLang="zh-CN" sz="1000" b="0" i="1" smtClean="0">
                                  <a:latin typeface="Cambria Math" panose="02040503050406030204" pitchFamily="18" charset="0"/>
                                </a:rPr>
                                <m:t>1</m:t>
                              </m:r>
                            </m:sub>
                          </m:sSub>
                        </m:oMath>
                      </a14:m>
                      <a:r>
                        <a:rPr lang="zh-CN" altLang="en-US" sz="1000" dirty="0"/>
                        <a:t>        </a:t>
                      </a:r>
                      <a14:m>
                        <m:oMath xmlns:m="http://schemas.openxmlformats.org/officeDocument/2006/math">
                          <m:sSub>
                            <m:sSubPr>
                              <m:ctrlPr>
                                <a:rPr lang="en-US" altLang="zh-CN" sz="1000" i="1">
                                  <a:latin typeface="Cambria Math" panose="02040503050406030204" pitchFamily="18" charset="0"/>
                                </a:rPr>
                              </m:ctrlPr>
                            </m:sSubPr>
                            <m:e>
                              <m:r>
                                <a:rPr lang="en-US" altLang="zh-CN" sz="1000" b="0" i="1" smtClean="0">
                                  <a:latin typeface="Cambria Math" panose="02040503050406030204" pitchFamily="18" charset="0"/>
                                </a:rPr>
                                <m:t>𝐸</m:t>
                              </m:r>
                            </m:e>
                            <m:sub>
                              <m:r>
                                <a:rPr lang="en-US" altLang="zh-CN" sz="1000" b="0" i="1" smtClean="0">
                                  <a:latin typeface="Cambria Math" panose="02040503050406030204" pitchFamily="18" charset="0"/>
                                </a:rPr>
                                <m:t>2</m:t>
                              </m:r>
                            </m:sub>
                          </m:sSub>
                        </m:oMath>
                      </a14:m>
                      <a:r>
                        <a:rPr lang="en-US" altLang="zh-CN" sz="1000" dirty="0"/>
                        <a:t> </a:t>
                      </a:r>
                      <a14:m>
                        <m:oMath xmlns:m="http://schemas.openxmlformats.org/officeDocument/2006/math">
                          <m:sSub>
                            <m:sSubPr>
                              <m:ctrlPr>
                                <a:rPr lang="en-US" altLang="zh-CN" sz="1000" i="1">
                                  <a:latin typeface="Cambria Math" panose="02040503050406030204" pitchFamily="18" charset="0"/>
                                </a:rPr>
                              </m:ctrlPr>
                            </m:sSubPr>
                            <m:e>
                              <m:r>
                                <a:rPr lang="en-US" altLang="zh-CN" sz="1000" b="0" i="1" smtClean="0">
                                  <a:latin typeface="Cambria Math" panose="02040503050406030204" pitchFamily="18" charset="0"/>
                                </a:rPr>
                                <m:t>       …         </m:t>
                              </m:r>
                              <m:r>
                                <a:rPr lang="en-US" altLang="zh-CN" sz="1000" b="0" i="1" smtClean="0">
                                  <a:latin typeface="Cambria Math" panose="02040503050406030204" pitchFamily="18" charset="0"/>
                                </a:rPr>
                                <m:t>𝐸</m:t>
                              </m:r>
                            </m:e>
                            <m:sub>
                              <m:r>
                                <a:rPr lang="en-US" altLang="zh-CN" sz="1000" b="0" i="1" smtClean="0">
                                  <a:latin typeface="Cambria Math" panose="02040503050406030204" pitchFamily="18" charset="0"/>
                                </a:rPr>
                                <m:t>𝑁</m:t>
                              </m:r>
                            </m:sub>
                          </m:sSub>
                        </m:oMath>
                      </a14:m>
                      <a:endParaRPr lang="zh-CN" altLang="en-US" sz="1000" dirty="0"/>
                    </a:p>
                  </p:txBody>
                </p:sp>
              </mc:Choice>
              <mc:Fallback xmlns="">
                <p:sp>
                  <p:nvSpPr>
                    <p:cNvPr id="205" name="文本框 204">
                      <a:extLst>
                        <a:ext uri="{FF2B5EF4-FFF2-40B4-BE49-F238E27FC236}">
                          <a16:creationId xmlns:a16="http://schemas.microsoft.com/office/drawing/2014/main" id="{C41DF85F-EEB4-46EC-B166-136CAC8A725C}"/>
                        </a:ext>
                      </a:extLst>
                    </p:cNvPr>
                    <p:cNvSpPr txBox="1">
                      <a:spLocks noRot="1" noChangeAspect="1" noMove="1" noResize="1" noEditPoints="1" noAdjustHandles="1" noChangeArrowheads="1" noChangeShapeType="1" noTextEdit="1"/>
                    </p:cNvSpPr>
                    <p:nvPr/>
                  </p:nvSpPr>
                  <p:spPr>
                    <a:xfrm>
                      <a:off x="7184292" y="2121132"/>
                      <a:ext cx="2065614" cy="261290"/>
                    </a:xfrm>
                    <a:prstGeom prst="rect">
                      <a:avLst/>
                    </a:prstGeom>
                    <a:blipFill>
                      <a:blip r:embed="rId5"/>
                      <a:stretch>
                        <a:fillRect/>
                      </a:stretch>
                    </a:blipFill>
                  </p:spPr>
                  <p:txBody>
                    <a:bodyPr/>
                    <a:lstStyle/>
                    <a:p>
                      <a:r>
                        <a:rPr lang="zh-CN" altLang="en-US">
                          <a:noFill/>
                        </a:rPr>
                        <a:t> </a:t>
                      </a:r>
                    </a:p>
                  </p:txBody>
                </p:sp>
              </mc:Fallback>
            </mc:AlternateContent>
          </p:grpSp>
          <p:grpSp>
            <p:nvGrpSpPr>
              <p:cNvPr id="8" name="组合 274">
                <a:extLst>
                  <a:ext uri="{FF2B5EF4-FFF2-40B4-BE49-F238E27FC236}">
                    <a16:creationId xmlns:a16="http://schemas.microsoft.com/office/drawing/2014/main" id="{DDEE8536-C933-1B7F-0D57-BAF562C0A334}"/>
                  </a:ext>
                </a:extLst>
              </p:cNvPr>
              <p:cNvGrpSpPr/>
              <p:nvPr/>
            </p:nvGrpSpPr>
            <p:grpSpPr>
              <a:xfrm>
                <a:off x="7174066" y="2515785"/>
                <a:ext cx="2065614" cy="246221"/>
                <a:chOff x="7174066" y="2515785"/>
                <a:chExt cx="2065614" cy="246221"/>
              </a:xfrm>
            </p:grpSpPr>
            <p:sp>
              <p:nvSpPr>
                <p:cNvPr id="17" name="矩形: 剪去顶角 265">
                  <a:extLst>
                    <a:ext uri="{FF2B5EF4-FFF2-40B4-BE49-F238E27FC236}">
                      <a16:creationId xmlns:a16="http://schemas.microsoft.com/office/drawing/2014/main" id="{6B04FCFD-B688-442E-7910-49BF27EF59A1}"/>
                    </a:ext>
                  </a:extLst>
                </p:cNvPr>
                <p:cNvSpPr/>
                <p:nvPr/>
              </p:nvSpPr>
              <p:spPr>
                <a:xfrm>
                  <a:off x="7259505" y="2527963"/>
                  <a:ext cx="339425" cy="206683"/>
                </a:xfrm>
                <a:prstGeom prst="snip2SameRect">
                  <a:avLst/>
                </a:prstGeom>
                <a:solidFill>
                  <a:schemeClr val="accent2">
                    <a:lumMod val="60000"/>
                    <a:lumOff val="4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8" name="矩形: 剪去顶角 266">
                  <a:extLst>
                    <a:ext uri="{FF2B5EF4-FFF2-40B4-BE49-F238E27FC236}">
                      <a16:creationId xmlns:a16="http://schemas.microsoft.com/office/drawing/2014/main" id="{C636E3F6-25E6-1454-1161-AE7A96E2E645}"/>
                    </a:ext>
                  </a:extLst>
                </p:cNvPr>
                <p:cNvSpPr/>
                <p:nvPr/>
              </p:nvSpPr>
              <p:spPr>
                <a:xfrm>
                  <a:off x="7652389" y="2527963"/>
                  <a:ext cx="339425" cy="206683"/>
                </a:xfrm>
                <a:prstGeom prst="snip2SameRect">
                  <a:avLst/>
                </a:prstGeom>
                <a:solidFill>
                  <a:schemeClr val="accent2">
                    <a:lumMod val="60000"/>
                    <a:lumOff val="4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19" name="矩形: 剪去顶角 267">
                  <a:extLst>
                    <a:ext uri="{FF2B5EF4-FFF2-40B4-BE49-F238E27FC236}">
                      <a16:creationId xmlns:a16="http://schemas.microsoft.com/office/drawing/2014/main" id="{6BCBFAE4-BDCA-1C89-49F8-5449BA6C739A}"/>
                    </a:ext>
                  </a:extLst>
                </p:cNvPr>
                <p:cNvSpPr/>
                <p:nvPr/>
              </p:nvSpPr>
              <p:spPr>
                <a:xfrm>
                  <a:off x="8037161" y="2527963"/>
                  <a:ext cx="339425" cy="206683"/>
                </a:xfrm>
                <a:prstGeom prst="snip2SameRect">
                  <a:avLst/>
                </a:prstGeom>
                <a:solidFill>
                  <a:schemeClr val="accent2">
                    <a:lumMod val="60000"/>
                    <a:lumOff val="4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0" name="矩形: 剪去顶角 268">
                  <a:extLst>
                    <a:ext uri="{FF2B5EF4-FFF2-40B4-BE49-F238E27FC236}">
                      <a16:creationId xmlns:a16="http://schemas.microsoft.com/office/drawing/2014/main" id="{BEF79801-D3DB-170D-98E4-0B75CBC6E588}"/>
                    </a:ext>
                  </a:extLst>
                </p:cNvPr>
                <p:cNvSpPr/>
                <p:nvPr/>
              </p:nvSpPr>
              <p:spPr>
                <a:xfrm>
                  <a:off x="8806667" y="2523073"/>
                  <a:ext cx="339425" cy="206683"/>
                </a:xfrm>
                <a:prstGeom prst="snip2SameRect">
                  <a:avLst/>
                </a:prstGeom>
                <a:solidFill>
                  <a:schemeClr val="accent2">
                    <a:lumMod val="60000"/>
                    <a:lumOff val="4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1" name="文本框 269">
                  <a:extLst>
                    <a:ext uri="{FF2B5EF4-FFF2-40B4-BE49-F238E27FC236}">
                      <a16:creationId xmlns:a16="http://schemas.microsoft.com/office/drawing/2014/main" id="{84528755-EC50-9DCE-C3FF-9977AA221E74}"/>
                    </a:ext>
                  </a:extLst>
                </p:cNvPr>
                <p:cNvSpPr txBox="1"/>
                <p:nvPr/>
              </p:nvSpPr>
              <p:spPr>
                <a:xfrm>
                  <a:off x="7174066" y="2515785"/>
                  <a:ext cx="2065614" cy="246221"/>
                </a:xfrm>
                <a:prstGeom prst="rect">
                  <a:avLst/>
                </a:prstGeom>
                <a:noFill/>
              </p:spPr>
              <p:txBody>
                <a:bodyPr wrap="square" rtlCol="0">
                  <a:spAutoFit/>
                </a:bodyPr>
                <a:lstStyle/>
                <a:p>
                  <a:r>
                    <a:rPr lang="en-US" altLang="zh-CN" sz="1000" dirty="0"/>
                    <a:t>[CLS]   Tok1</a:t>
                  </a:r>
                  <a:r>
                    <a:rPr lang="zh-CN" altLang="en-US" sz="1000" dirty="0"/>
                    <a:t>   </a:t>
                  </a:r>
                  <a:r>
                    <a:rPr lang="en-US" altLang="zh-CN" sz="1000" dirty="0"/>
                    <a:t>Tok2     …     </a:t>
                  </a:r>
                  <a:r>
                    <a:rPr lang="en-US" altLang="zh-CN" sz="1000" dirty="0" err="1"/>
                    <a:t>TokN</a:t>
                  </a:r>
                  <a:endParaRPr lang="zh-CN" altLang="en-US" sz="1000" dirty="0"/>
                </a:p>
              </p:txBody>
            </p:sp>
          </p:grpSp>
          <p:sp>
            <p:nvSpPr>
              <p:cNvPr id="9" name="箭头: 上 270">
                <a:extLst>
                  <a:ext uri="{FF2B5EF4-FFF2-40B4-BE49-F238E27FC236}">
                    <a16:creationId xmlns:a16="http://schemas.microsoft.com/office/drawing/2014/main" id="{A8F93783-0789-63D6-1EC1-CC65DDC69904}"/>
                  </a:ext>
                </a:extLst>
              </p:cNvPr>
              <p:cNvSpPr/>
              <p:nvPr/>
            </p:nvSpPr>
            <p:spPr>
              <a:xfrm>
                <a:off x="7367827" y="2382422"/>
                <a:ext cx="131569" cy="114797"/>
              </a:xfrm>
              <a:prstGeom prst="upArrow">
                <a:avLst/>
              </a:prstGeom>
              <a:solidFill>
                <a:schemeClr val="bg2"/>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 name="箭头: 上 271">
                <a:extLst>
                  <a:ext uri="{FF2B5EF4-FFF2-40B4-BE49-F238E27FC236}">
                    <a16:creationId xmlns:a16="http://schemas.microsoft.com/office/drawing/2014/main" id="{4D646A46-7C0B-2AC5-49E6-47023C740BFC}"/>
                  </a:ext>
                </a:extLst>
              </p:cNvPr>
              <p:cNvSpPr/>
              <p:nvPr/>
            </p:nvSpPr>
            <p:spPr>
              <a:xfrm>
                <a:off x="7754889" y="2382421"/>
                <a:ext cx="131569" cy="114797"/>
              </a:xfrm>
              <a:prstGeom prst="upArrow">
                <a:avLst/>
              </a:prstGeom>
              <a:solidFill>
                <a:schemeClr val="bg2"/>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1" name="箭头: 上 272">
                <a:extLst>
                  <a:ext uri="{FF2B5EF4-FFF2-40B4-BE49-F238E27FC236}">
                    <a16:creationId xmlns:a16="http://schemas.microsoft.com/office/drawing/2014/main" id="{3D808A65-63FB-376F-A6B7-372ADBB56425}"/>
                  </a:ext>
                </a:extLst>
              </p:cNvPr>
              <p:cNvSpPr/>
              <p:nvPr/>
            </p:nvSpPr>
            <p:spPr>
              <a:xfrm>
                <a:off x="8141951" y="2392001"/>
                <a:ext cx="131569" cy="114797"/>
              </a:xfrm>
              <a:prstGeom prst="upArrow">
                <a:avLst/>
              </a:prstGeom>
              <a:solidFill>
                <a:schemeClr val="bg2"/>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2" name="箭头: 上 273">
                <a:extLst>
                  <a:ext uri="{FF2B5EF4-FFF2-40B4-BE49-F238E27FC236}">
                    <a16:creationId xmlns:a16="http://schemas.microsoft.com/office/drawing/2014/main" id="{F43C1EAA-0E10-21AB-8E43-AD1AC7589A33}"/>
                  </a:ext>
                </a:extLst>
              </p:cNvPr>
              <p:cNvSpPr/>
              <p:nvPr/>
            </p:nvSpPr>
            <p:spPr>
              <a:xfrm>
                <a:off x="8917931" y="2384617"/>
                <a:ext cx="131569" cy="114797"/>
              </a:xfrm>
              <a:prstGeom prst="upArrow">
                <a:avLst/>
              </a:prstGeom>
              <a:solidFill>
                <a:schemeClr val="bg2"/>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13" name="连接符: 肘形 289">
                <a:extLst>
                  <a:ext uri="{FF2B5EF4-FFF2-40B4-BE49-F238E27FC236}">
                    <a16:creationId xmlns:a16="http://schemas.microsoft.com/office/drawing/2014/main" id="{7678C79B-FACC-DCA1-9B56-CA6C1352D98D}"/>
                  </a:ext>
                </a:extLst>
              </p:cNvPr>
              <p:cNvCxnSpPr>
                <a:stCxn id="18" idx="1"/>
                <a:endCxn id="5" idx="0"/>
              </p:cNvCxnSpPr>
              <p:nvPr/>
            </p:nvCxnSpPr>
            <p:spPr>
              <a:xfrm rot="16200000" flipH="1">
                <a:off x="7971074" y="2585674"/>
                <a:ext cx="258960" cy="556904"/>
              </a:xfrm>
              <a:prstGeom prst="bentConnector3">
                <a:avLst/>
              </a:prstGeom>
            </p:spPr>
            <p:style>
              <a:lnRef idx="1">
                <a:schemeClr val="dk1"/>
              </a:lnRef>
              <a:fillRef idx="0">
                <a:schemeClr val="dk1"/>
              </a:fillRef>
              <a:effectRef idx="0">
                <a:schemeClr val="dk1"/>
              </a:effectRef>
              <a:fontRef idx="minor">
                <a:schemeClr val="tx1"/>
              </a:fontRef>
            </p:style>
          </p:cxnSp>
          <p:cxnSp>
            <p:nvCxnSpPr>
              <p:cNvPr id="14" name="连接符: 肘形 291">
                <a:extLst>
                  <a:ext uri="{FF2B5EF4-FFF2-40B4-BE49-F238E27FC236}">
                    <a16:creationId xmlns:a16="http://schemas.microsoft.com/office/drawing/2014/main" id="{DB08390E-E2DF-2A85-A031-AFB7F2C3A98B}"/>
                  </a:ext>
                </a:extLst>
              </p:cNvPr>
              <p:cNvCxnSpPr>
                <a:stCxn id="20" idx="1"/>
                <a:endCxn id="5" idx="0"/>
              </p:cNvCxnSpPr>
              <p:nvPr/>
            </p:nvCxnSpPr>
            <p:spPr>
              <a:xfrm rot="5400000">
                <a:off x="8545768" y="2562994"/>
                <a:ext cx="263850" cy="597374"/>
              </a:xfrm>
              <a:prstGeom prst="bentConnector3">
                <a:avLst>
                  <a:gd name="adj1" fmla="val 52493"/>
                </a:avLst>
              </a:prstGeom>
            </p:spPr>
            <p:style>
              <a:lnRef idx="1">
                <a:schemeClr val="dk1"/>
              </a:lnRef>
              <a:fillRef idx="0">
                <a:schemeClr val="dk1"/>
              </a:fillRef>
              <a:effectRef idx="0">
                <a:schemeClr val="dk1"/>
              </a:effectRef>
              <a:fontRef idx="minor">
                <a:schemeClr val="tx1"/>
              </a:fontRef>
            </p:style>
          </p:cxnSp>
          <p:sp>
            <p:nvSpPr>
              <p:cNvPr id="15" name="箭头: 上 299">
                <a:extLst>
                  <a:ext uri="{FF2B5EF4-FFF2-40B4-BE49-F238E27FC236}">
                    <a16:creationId xmlns:a16="http://schemas.microsoft.com/office/drawing/2014/main" id="{13B98CB3-C355-63DF-5192-B7D048D75180}"/>
                  </a:ext>
                </a:extLst>
              </p:cNvPr>
              <p:cNvSpPr/>
              <p:nvPr/>
            </p:nvSpPr>
            <p:spPr>
              <a:xfrm>
                <a:off x="7342870" y="858070"/>
                <a:ext cx="131569" cy="114797"/>
              </a:xfrm>
              <a:prstGeom prst="upArrow">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6" name="文本框 300">
                <a:extLst>
                  <a:ext uri="{FF2B5EF4-FFF2-40B4-BE49-F238E27FC236}">
                    <a16:creationId xmlns:a16="http://schemas.microsoft.com/office/drawing/2014/main" id="{98DAAD40-C550-7366-7682-242DE3FE2670}"/>
                  </a:ext>
                </a:extLst>
              </p:cNvPr>
              <p:cNvSpPr txBox="1"/>
              <p:nvPr/>
            </p:nvSpPr>
            <p:spPr>
              <a:xfrm>
                <a:off x="7168711" y="529241"/>
                <a:ext cx="515547" cy="400110"/>
              </a:xfrm>
              <a:prstGeom prst="rect">
                <a:avLst/>
              </a:prstGeom>
              <a:noFill/>
            </p:spPr>
            <p:txBody>
              <a:bodyPr wrap="square" rtlCol="0">
                <a:spAutoFit/>
              </a:bodyPr>
              <a:lstStyle/>
              <a:p>
                <a:r>
                  <a:rPr lang="en-US" altLang="zh-CN" sz="1000" dirty="0"/>
                  <a:t>Class </a:t>
                </a:r>
                <a:r>
                  <a:rPr lang="en-US" altLang="zh-CN" sz="1000" dirty="0" err="1"/>
                  <a:t>Lable</a:t>
                </a:r>
                <a:endParaRPr lang="zh-CN" altLang="en-US" sz="1000" dirty="0"/>
              </a:p>
            </p:txBody>
          </p:sp>
        </p:grpSp>
      </p:grpSp>
    </p:spTree>
    <p:extLst>
      <p:ext uri="{BB962C8B-B14F-4D97-AF65-F5344CB8AC3E}">
        <p14:creationId xmlns:p14="http://schemas.microsoft.com/office/powerpoint/2010/main" val="1664649621"/>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E375718-EBB3-7C00-48F0-C2857CF506CF}"/>
            </a:ext>
          </a:extLst>
        </p:cNvPr>
        <p:cNvGrpSpPr/>
        <p:nvPr/>
      </p:nvGrpSpPr>
      <p:grpSpPr>
        <a:xfrm>
          <a:off x="0" y="0"/>
          <a:ext cx="0" cy="0"/>
          <a:chOff x="0" y="0"/>
          <a:chExt cx="0" cy="0"/>
        </a:xfrm>
      </p:grpSpPr>
      <p:sp>
        <p:nvSpPr>
          <p:cNvPr id="2" name="标题 1">
            <a:extLst>
              <a:ext uri="{FF2B5EF4-FFF2-40B4-BE49-F238E27FC236}">
                <a16:creationId xmlns:a16="http://schemas.microsoft.com/office/drawing/2014/main" id="{D27C2B63-BFC6-6FC7-480F-B6FEA7324863}"/>
              </a:ext>
            </a:extLst>
          </p:cNvPr>
          <p:cNvSpPr>
            <a:spLocks noGrp="1"/>
          </p:cNvSpPr>
          <p:nvPr>
            <p:ph type="title"/>
          </p:nvPr>
        </p:nvSpPr>
        <p:spPr/>
        <p:txBody>
          <a:bodyPr/>
          <a:lstStyle/>
          <a:p>
            <a:r>
              <a:rPr lang="en-US" altLang="zh-CN" dirty="0"/>
              <a:t>Transformer</a:t>
            </a:r>
            <a:r>
              <a:rPr lang="zh-CN" altLang="en-US" dirty="0"/>
              <a:t>编码器的文本分类示例：情感分析</a:t>
            </a:r>
          </a:p>
        </p:txBody>
      </p:sp>
      <p:sp>
        <p:nvSpPr>
          <p:cNvPr id="4" name="Content Placeholder 3">
            <a:extLst>
              <a:ext uri="{FF2B5EF4-FFF2-40B4-BE49-F238E27FC236}">
                <a16:creationId xmlns:a16="http://schemas.microsoft.com/office/drawing/2014/main" id="{256CDD95-82DF-81E5-CCB6-AFA16B6ABBF0}"/>
              </a:ext>
            </a:extLst>
          </p:cNvPr>
          <p:cNvSpPr>
            <a:spLocks noGrp="1"/>
          </p:cNvSpPr>
          <p:nvPr>
            <p:ph idx="1"/>
          </p:nvPr>
        </p:nvSpPr>
        <p:spPr>
          <a:xfrm>
            <a:off x="626302" y="1033670"/>
            <a:ext cx="7499375" cy="5143293"/>
          </a:xfrm>
        </p:spPr>
        <p:txBody>
          <a:bodyPr>
            <a:normAutofit/>
          </a:bodyPr>
          <a:lstStyle/>
          <a:p>
            <a:pPr indent="-457200">
              <a:lnSpc>
                <a:spcPct val="180000"/>
              </a:lnSpc>
              <a:spcBef>
                <a:spcPts val="0"/>
              </a:spcBef>
              <a:buFont typeface="Wingdings" panose="05000000000000000000" pitchFamily="2" charset="2"/>
              <a:buChar char="p"/>
            </a:pPr>
            <a:r>
              <a:rPr lang="en-US" altLang="en-US" dirty="0" err="1"/>
              <a:t>情感分析任务</a:t>
            </a:r>
            <a:r>
              <a:rPr lang="zh-CN" altLang="en-US" dirty="0"/>
              <a:t>：</a:t>
            </a:r>
            <a:endParaRPr lang="en-US" altLang="zh-CN" dirty="0"/>
          </a:p>
          <a:p>
            <a:pPr lvl="2" indent="-457200">
              <a:lnSpc>
                <a:spcPct val="180000"/>
              </a:lnSpc>
              <a:spcBef>
                <a:spcPts val="0"/>
              </a:spcBef>
              <a:buFont typeface="Wingdings" panose="05000000000000000000" pitchFamily="2" charset="2"/>
              <a:buChar char="p"/>
            </a:pPr>
            <a:r>
              <a:rPr lang="zh-CN" altLang="en-US" dirty="0"/>
              <a:t>对文本进行分类，判断其情感类别（积极、中性、消极）</a:t>
            </a:r>
            <a:endParaRPr lang="en-US" altLang="zh-CN" dirty="0"/>
          </a:p>
          <a:p>
            <a:pPr lvl="2" indent="-457200">
              <a:lnSpc>
                <a:spcPct val="180000"/>
              </a:lnSpc>
              <a:spcBef>
                <a:spcPts val="0"/>
              </a:spcBef>
              <a:buFont typeface="Wingdings" panose="05000000000000000000" pitchFamily="2" charset="2"/>
              <a:buChar char="p"/>
            </a:pPr>
            <a:r>
              <a:rPr lang="zh-CN" altLang="en-US" dirty="0"/>
              <a:t>例子：“我喜欢这道菜”的情感类别是“积极”</a:t>
            </a:r>
            <a:endParaRPr lang="en-US" altLang="zh-CN" dirty="0"/>
          </a:p>
          <a:p>
            <a:pPr indent="-457200">
              <a:lnSpc>
                <a:spcPct val="180000"/>
              </a:lnSpc>
              <a:spcBef>
                <a:spcPts val="0"/>
              </a:spcBef>
              <a:buFont typeface="Wingdings" panose="05000000000000000000" pitchFamily="2" charset="2"/>
              <a:buChar char="p"/>
            </a:pPr>
            <a:r>
              <a:rPr lang="en-US" altLang="en-US" dirty="0" err="1"/>
              <a:t>Transformer编码器的处理流程</a:t>
            </a:r>
            <a:endParaRPr lang="en-US" altLang="en-US" dirty="0"/>
          </a:p>
          <a:p>
            <a:pPr lvl="2" indent="-457200">
              <a:lnSpc>
                <a:spcPct val="180000"/>
              </a:lnSpc>
              <a:spcBef>
                <a:spcPts val="0"/>
              </a:spcBef>
              <a:buFont typeface="Wingdings" panose="05000000000000000000" pitchFamily="2" charset="2"/>
              <a:buChar char="p"/>
            </a:pPr>
            <a:r>
              <a:rPr lang="zh-CN" altLang="en-US" dirty="0"/>
              <a:t>使用</a:t>
            </a:r>
            <a:r>
              <a:rPr lang="en-US" altLang="zh-CN" dirty="0"/>
              <a:t>Transformer</a:t>
            </a:r>
            <a:r>
              <a:rPr lang="zh-CN" altLang="en-US" dirty="0"/>
              <a:t>编码器对输入序列进行编码</a:t>
            </a:r>
            <a:endParaRPr lang="en-US" altLang="zh-CN" b="0" dirty="0"/>
          </a:p>
          <a:p>
            <a:pPr lvl="2" indent="-457200">
              <a:lnSpc>
                <a:spcPct val="180000"/>
              </a:lnSpc>
              <a:spcBef>
                <a:spcPts val="0"/>
              </a:spcBef>
              <a:buFont typeface="Wingdings" panose="05000000000000000000" pitchFamily="2" charset="2"/>
              <a:buChar char="p"/>
            </a:pPr>
            <a:r>
              <a:rPr lang="zh-CN" altLang="en-US" dirty="0"/>
              <a:t>将</a:t>
            </a:r>
            <a:r>
              <a:rPr lang="en-US" altLang="zh-CN" dirty="0"/>
              <a:t>Transformer</a:t>
            </a:r>
            <a:r>
              <a:rPr lang="zh-CN" altLang="en-US" dirty="0"/>
              <a:t>最后一层得到的，特殊字符“</a:t>
            </a:r>
            <a:r>
              <a:rPr lang="en-US" altLang="zh-CN" dirty="0"/>
              <a:t>[CLS]</a:t>
            </a:r>
            <a:r>
              <a:rPr lang="zh-CN" altLang="en-US" dirty="0"/>
              <a:t>”对应的表征输入全连接层，并通过</a:t>
            </a:r>
            <a:r>
              <a:rPr lang="en-US" altLang="zh-CN" dirty="0" err="1"/>
              <a:t>softmax</a:t>
            </a:r>
            <a:r>
              <a:rPr lang="zh-CN" altLang="en-US" dirty="0"/>
              <a:t>激活函数得到情感概率分布，选取概率最高的情感标签作为模型输出</a:t>
            </a:r>
            <a:endParaRPr lang="en-US" altLang="zh-CN" dirty="0"/>
          </a:p>
        </p:txBody>
      </p:sp>
      <p:grpSp>
        <p:nvGrpSpPr>
          <p:cNvPr id="6" name="组合 301">
            <a:extLst>
              <a:ext uri="{FF2B5EF4-FFF2-40B4-BE49-F238E27FC236}">
                <a16:creationId xmlns:a16="http://schemas.microsoft.com/office/drawing/2014/main" id="{BB3F8B8F-DA2C-1311-8B6E-98D90C0E2E95}"/>
              </a:ext>
            </a:extLst>
          </p:cNvPr>
          <p:cNvGrpSpPr/>
          <p:nvPr/>
        </p:nvGrpSpPr>
        <p:grpSpPr>
          <a:xfrm>
            <a:off x="8409482" y="1123514"/>
            <a:ext cx="3530970" cy="3596267"/>
            <a:chOff x="7162009" y="583052"/>
            <a:chExt cx="2114831" cy="2153940"/>
          </a:xfrm>
        </p:grpSpPr>
        <p:grpSp>
          <p:nvGrpSpPr>
            <p:cNvPr id="7" name="组合 205">
              <a:extLst>
                <a:ext uri="{FF2B5EF4-FFF2-40B4-BE49-F238E27FC236}">
                  <a16:creationId xmlns:a16="http://schemas.microsoft.com/office/drawing/2014/main" id="{851187E9-7362-E3E8-50F2-9A4655D0B537}"/>
                </a:ext>
              </a:extLst>
            </p:cNvPr>
            <p:cNvGrpSpPr/>
            <p:nvPr/>
          </p:nvGrpSpPr>
          <p:grpSpPr>
            <a:xfrm>
              <a:off x="7162009" y="953790"/>
              <a:ext cx="2114831" cy="1420938"/>
              <a:chOff x="7162009" y="953790"/>
              <a:chExt cx="2114831" cy="1420938"/>
            </a:xfrm>
          </p:grpSpPr>
          <p:grpSp>
            <p:nvGrpSpPr>
              <p:cNvPr id="22" name="组合 50">
                <a:extLst>
                  <a:ext uri="{FF2B5EF4-FFF2-40B4-BE49-F238E27FC236}">
                    <a16:creationId xmlns:a16="http://schemas.microsoft.com/office/drawing/2014/main" id="{6B35ADFA-25B5-811A-77A9-6F61CEFEED4D}"/>
                  </a:ext>
                </a:extLst>
              </p:cNvPr>
              <p:cNvGrpSpPr/>
              <p:nvPr/>
            </p:nvGrpSpPr>
            <p:grpSpPr>
              <a:xfrm>
                <a:off x="7168711" y="953790"/>
                <a:ext cx="2065623" cy="1420938"/>
                <a:chOff x="3576540" y="611793"/>
                <a:chExt cx="2065623" cy="1420938"/>
              </a:xfrm>
            </p:grpSpPr>
            <p:grpSp>
              <p:nvGrpSpPr>
                <p:cNvPr id="33" name="组合 1">
                  <a:extLst>
                    <a:ext uri="{FF2B5EF4-FFF2-40B4-BE49-F238E27FC236}">
                      <a16:creationId xmlns:a16="http://schemas.microsoft.com/office/drawing/2014/main" id="{CFD12D8B-1159-FD35-6F2E-46BB1BA13865}"/>
                    </a:ext>
                  </a:extLst>
                </p:cNvPr>
                <p:cNvGrpSpPr/>
                <p:nvPr/>
              </p:nvGrpSpPr>
              <p:grpSpPr>
                <a:xfrm rot="16200000">
                  <a:off x="4055349" y="381413"/>
                  <a:ext cx="1099088" cy="1875117"/>
                  <a:chOff x="10048489" y="4615656"/>
                  <a:chExt cx="1099088" cy="1329779"/>
                </a:xfrm>
              </p:grpSpPr>
              <p:sp>
                <p:nvSpPr>
                  <p:cNvPr id="35" name="Oval 4">
                    <a:extLst>
                      <a:ext uri="{FF2B5EF4-FFF2-40B4-BE49-F238E27FC236}">
                        <a16:creationId xmlns:a16="http://schemas.microsoft.com/office/drawing/2014/main" id="{C4D10F4E-1420-6B77-4536-E1166A5E4ADA}"/>
                      </a:ext>
                    </a:extLst>
                  </p:cNvPr>
                  <p:cNvSpPr/>
                  <p:nvPr/>
                </p:nvSpPr>
                <p:spPr>
                  <a:xfrm>
                    <a:off x="10171777" y="4620065"/>
                    <a:ext cx="227334" cy="227334"/>
                  </a:xfrm>
                  <a:prstGeom prst="ellipse">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4000">
                      <a:latin typeface="Calibri" panose="020F0502020204030204" pitchFamily="34" charset="0"/>
                      <a:cs typeface="Calibri" panose="020F0502020204030204" pitchFamily="34" charset="0"/>
                    </a:endParaRPr>
                  </a:p>
                </p:txBody>
              </p:sp>
              <p:sp>
                <p:nvSpPr>
                  <p:cNvPr id="36" name="Oval 5">
                    <a:extLst>
                      <a:ext uri="{FF2B5EF4-FFF2-40B4-BE49-F238E27FC236}">
                        <a16:creationId xmlns:a16="http://schemas.microsoft.com/office/drawing/2014/main" id="{2A50E886-353C-2A20-0371-C45213ACA8E9}"/>
                      </a:ext>
                    </a:extLst>
                  </p:cNvPr>
                  <p:cNvSpPr/>
                  <p:nvPr/>
                </p:nvSpPr>
                <p:spPr>
                  <a:xfrm>
                    <a:off x="10172085" y="4894574"/>
                    <a:ext cx="227334" cy="227334"/>
                  </a:xfrm>
                  <a:prstGeom prst="ellipse">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4000">
                      <a:latin typeface="Calibri" panose="020F0502020204030204" pitchFamily="34" charset="0"/>
                      <a:cs typeface="Calibri" panose="020F0502020204030204" pitchFamily="34" charset="0"/>
                    </a:endParaRPr>
                  </a:p>
                </p:txBody>
              </p:sp>
              <p:sp>
                <p:nvSpPr>
                  <p:cNvPr id="37" name="Oval 6">
                    <a:extLst>
                      <a:ext uri="{FF2B5EF4-FFF2-40B4-BE49-F238E27FC236}">
                        <a16:creationId xmlns:a16="http://schemas.microsoft.com/office/drawing/2014/main" id="{C25AD02A-B18F-51ED-5179-FF6A764BF6F1}"/>
                      </a:ext>
                    </a:extLst>
                  </p:cNvPr>
                  <p:cNvSpPr/>
                  <p:nvPr/>
                </p:nvSpPr>
                <p:spPr>
                  <a:xfrm>
                    <a:off x="10172393" y="5169083"/>
                    <a:ext cx="227334" cy="227334"/>
                  </a:xfrm>
                  <a:prstGeom prst="ellipse">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4000">
                      <a:latin typeface="Calibri" panose="020F0502020204030204" pitchFamily="34" charset="0"/>
                      <a:cs typeface="Calibri" panose="020F0502020204030204" pitchFamily="34" charset="0"/>
                    </a:endParaRPr>
                  </a:p>
                </p:txBody>
              </p:sp>
              <p:sp>
                <p:nvSpPr>
                  <p:cNvPr id="38" name="Oval 7">
                    <a:extLst>
                      <a:ext uri="{FF2B5EF4-FFF2-40B4-BE49-F238E27FC236}">
                        <a16:creationId xmlns:a16="http://schemas.microsoft.com/office/drawing/2014/main" id="{07EE122E-8D75-D611-5A95-AC48F2C6CCA3}"/>
                      </a:ext>
                    </a:extLst>
                  </p:cNvPr>
                  <p:cNvSpPr/>
                  <p:nvPr/>
                </p:nvSpPr>
                <p:spPr>
                  <a:xfrm>
                    <a:off x="10171777" y="5443592"/>
                    <a:ext cx="227334" cy="227334"/>
                  </a:xfrm>
                  <a:prstGeom prst="ellipse">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4000">
                      <a:latin typeface="Calibri" panose="020F0502020204030204" pitchFamily="34" charset="0"/>
                      <a:cs typeface="Calibri" panose="020F0502020204030204" pitchFamily="34" charset="0"/>
                    </a:endParaRPr>
                  </a:p>
                </p:txBody>
              </p:sp>
              <p:sp>
                <p:nvSpPr>
                  <p:cNvPr id="39" name="Oval 8">
                    <a:extLst>
                      <a:ext uri="{FF2B5EF4-FFF2-40B4-BE49-F238E27FC236}">
                        <a16:creationId xmlns:a16="http://schemas.microsoft.com/office/drawing/2014/main" id="{D08578F0-157B-5AE2-8A4E-D56D182DF3EB}"/>
                      </a:ext>
                    </a:extLst>
                  </p:cNvPr>
                  <p:cNvSpPr/>
                  <p:nvPr/>
                </p:nvSpPr>
                <p:spPr>
                  <a:xfrm>
                    <a:off x="10167947" y="5718101"/>
                    <a:ext cx="227334" cy="227334"/>
                  </a:xfrm>
                  <a:prstGeom prst="ellipse">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4000">
                      <a:latin typeface="Calibri" panose="020F0502020204030204" pitchFamily="34" charset="0"/>
                      <a:cs typeface="Calibri" panose="020F0502020204030204" pitchFamily="34" charset="0"/>
                    </a:endParaRPr>
                  </a:p>
                </p:txBody>
              </p:sp>
              <p:sp>
                <p:nvSpPr>
                  <p:cNvPr id="40" name="Oval 9">
                    <a:extLst>
                      <a:ext uri="{FF2B5EF4-FFF2-40B4-BE49-F238E27FC236}">
                        <a16:creationId xmlns:a16="http://schemas.microsoft.com/office/drawing/2014/main" id="{24B68F76-60D4-71BF-0AB5-884B55F39F4F}"/>
                      </a:ext>
                    </a:extLst>
                  </p:cNvPr>
                  <p:cNvSpPr/>
                  <p:nvPr/>
                </p:nvSpPr>
                <p:spPr>
                  <a:xfrm>
                    <a:off x="10806756" y="5164836"/>
                    <a:ext cx="227334" cy="227334"/>
                  </a:xfrm>
                  <a:prstGeom prst="ellipse">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4000">
                      <a:latin typeface="Calibri" panose="020F0502020204030204" pitchFamily="34" charset="0"/>
                      <a:cs typeface="Calibri" panose="020F0502020204030204" pitchFamily="34" charset="0"/>
                    </a:endParaRPr>
                  </a:p>
                </p:txBody>
              </p:sp>
              <p:sp>
                <p:nvSpPr>
                  <p:cNvPr id="41" name="Oval 10">
                    <a:extLst>
                      <a:ext uri="{FF2B5EF4-FFF2-40B4-BE49-F238E27FC236}">
                        <a16:creationId xmlns:a16="http://schemas.microsoft.com/office/drawing/2014/main" id="{D3B6EBAC-57F5-E792-07FC-4B35FC480147}"/>
                      </a:ext>
                    </a:extLst>
                  </p:cNvPr>
                  <p:cNvSpPr/>
                  <p:nvPr/>
                </p:nvSpPr>
                <p:spPr>
                  <a:xfrm>
                    <a:off x="10807064" y="5439426"/>
                    <a:ext cx="227334" cy="227334"/>
                  </a:xfrm>
                  <a:prstGeom prst="ellipse">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4000">
                      <a:latin typeface="Calibri" panose="020F0502020204030204" pitchFamily="34" charset="0"/>
                      <a:cs typeface="Calibri" panose="020F0502020204030204" pitchFamily="34" charset="0"/>
                    </a:endParaRPr>
                  </a:p>
                </p:txBody>
              </p:sp>
              <p:sp>
                <p:nvSpPr>
                  <p:cNvPr id="42" name="Oval 11">
                    <a:extLst>
                      <a:ext uri="{FF2B5EF4-FFF2-40B4-BE49-F238E27FC236}">
                        <a16:creationId xmlns:a16="http://schemas.microsoft.com/office/drawing/2014/main" id="{F02BA24A-1DCC-16F6-AE89-C3C8B48A8581}"/>
                      </a:ext>
                    </a:extLst>
                  </p:cNvPr>
                  <p:cNvSpPr/>
                  <p:nvPr/>
                </p:nvSpPr>
                <p:spPr>
                  <a:xfrm>
                    <a:off x="10807372" y="5714019"/>
                    <a:ext cx="227334" cy="227334"/>
                  </a:xfrm>
                  <a:prstGeom prst="ellipse">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4000" dirty="0">
                      <a:latin typeface="Calibri" panose="020F0502020204030204" pitchFamily="34" charset="0"/>
                      <a:cs typeface="Calibri" panose="020F0502020204030204" pitchFamily="34" charset="0"/>
                    </a:endParaRPr>
                  </a:p>
                </p:txBody>
              </p:sp>
              <p:cxnSp>
                <p:nvCxnSpPr>
                  <p:cNvPr id="43" name="Straight Connector 12">
                    <a:extLst>
                      <a:ext uri="{FF2B5EF4-FFF2-40B4-BE49-F238E27FC236}">
                        <a16:creationId xmlns:a16="http://schemas.microsoft.com/office/drawing/2014/main" id="{5F04ED55-5EFB-F8F3-B1D1-097F826609F2}"/>
                      </a:ext>
                    </a:extLst>
                  </p:cNvPr>
                  <p:cNvCxnSpPr>
                    <a:cxnSpLocks/>
                    <a:stCxn id="35" idx="6"/>
                    <a:endCxn id="40" idx="2"/>
                  </p:cNvCxnSpPr>
                  <p:nvPr/>
                </p:nvCxnSpPr>
                <p:spPr>
                  <a:xfrm>
                    <a:off x="10399111" y="4733732"/>
                    <a:ext cx="407645" cy="544771"/>
                  </a:xfrm>
                  <a:prstGeom prst="line">
                    <a:avLst/>
                  </a:prstGeom>
                  <a:ln w="12700">
                    <a:solidFill>
                      <a:schemeClr val="tx1"/>
                    </a:solidFill>
                  </a:ln>
                </p:spPr>
                <p:style>
                  <a:lnRef idx="2">
                    <a:schemeClr val="accent1"/>
                  </a:lnRef>
                  <a:fillRef idx="0">
                    <a:schemeClr val="accent1"/>
                  </a:fillRef>
                  <a:effectRef idx="1">
                    <a:schemeClr val="accent1"/>
                  </a:effectRef>
                  <a:fontRef idx="minor">
                    <a:schemeClr val="tx1"/>
                  </a:fontRef>
                </p:style>
              </p:cxnSp>
              <p:cxnSp>
                <p:nvCxnSpPr>
                  <p:cNvPr id="44" name="Straight Connector 13">
                    <a:extLst>
                      <a:ext uri="{FF2B5EF4-FFF2-40B4-BE49-F238E27FC236}">
                        <a16:creationId xmlns:a16="http://schemas.microsoft.com/office/drawing/2014/main" id="{A3850DB6-78BB-6B1A-E58C-A01A52AB1142}"/>
                      </a:ext>
                    </a:extLst>
                  </p:cNvPr>
                  <p:cNvCxnSpPr>
                    <a:cxnSpLocks/>
                    <a:stCxn id="35" idx="6"/>
                    <a:endCxn id="41" idx="2"/>
                  </p:cNvCxnSpPr>
                  <p:nvPr/>
                </p:nvCxnSpPr>
                <p:spPr>
                  <a:xfrm>
                    <a:off x="10399111" y="4733732"/>
                    <a:ext cx="407953" cy="819361"/>
                  </a:xfrm>
                  <a:prstGeom prst="line">
                    <a:avLst/>
                  </a:prstGeom>
                  <a:ln w="12700">
                    <a:solidFill>
                      <a:schemeClr val="tx1"/>
                    </a:solidFill>
                  </a:ln>
                </p:spPr>
                <p:style>
                  <a:lnRef idx="2">
                    <a:schemeClr val="accent1"/>
                  </a:lnRef>
                  <a:fillRef idx="0">
                    <a:schemeClr val="accent1"/>
                  </a:fillRef>
                  <a:effectRef idx="1">
                    <a:schemeClr val="accent1"/>
                  </a:effectRef>
                  <a:fontRef idx="minor">
                    <a:schemeClr val="tx1"/>
                  </a:fontRef>
                </p:style>
              </p:cxnSp>
              <p:cxnSp>
                <p:nvCxnSpPr>
                  <p:cNvPr id="45" name="Straight Connector 14">
                    <a:extLst>
                      <a:ext uri="{FF2B5EF4-FFF2-40B4-BE49-F238E27FC236}">
                        <a16:creationId xmlns:a16="http://schemas.microsoft.com/office/drawing/2014/main" id="{80B9AF68-9B3E-D3C7-3AC7-D479E73F3CB5}"/>
                      </a:ext>
                    </a:extLst>
                  </p:cNvPr>
                  <p:cNvCxnSpPr>
                    <a:cxnSpLocks/>
                    <a:stCxn id="35" idx="6"/>
                    <a:endCxn id="42" idx="2"/>
                  </p:cNvCxnSpPr>
                  <p:nvPr/>
                </p:nvCxnSpPr>
                <p:spPr>
                  <a:xfrm>
                    <a:off x="10399111" y="4733732"/>
                    <a:ext cx="408261" cy="1093952"/>
                  </a:xfrm>
                  <a:prstGeom prst="line">
                    <a:avLst/>
                  </a:prstGeom>
                  <a:ln w="12700">
                    <a:solidFill>
                      <a:schemeClr val="tx1"/>
                    </a:solidFill>
                  </a:ln>
                </p:spPr>
                <p:style>
                  <a:lnRef idx="2">
                    <a:schemeClr val="accent1"/>
                  </a:lnRef>
                  <a:fillRef idx="0">
                    <a:schemeClr val="accent1"/>
                  </a:fillRef>
                  <a:effectRef idx="1">
                    <a:schemeClr val="accent1"/>
                  </a:effectRef>
                  <a:fontRef idx="minor">
                    <a:schemeClr val="tx1"/>
                  </a:fontRef>
                </p:style>
              </p:cxnSp>
              <p:cxnSp>
                <p:nvCxnSpPr>
                  <p:cNvPr id="46" name="Straight Connector 15">
                    <a:extLst>
                      <a:ext uri="{FF2B5EF4-FFF2-40B4-BE49-F238E27FC236}">
                        <a16:creationId xmlns:a16="http://schemas.microsoft.com/office/drawing/2014/main" id="{B2F7CCB9-B3C8-2A16-02DB-9D0718A07431}"/>
                      </a:ext>
                    </a:extLst>
                  </p:cNvPr>
                  <p:cNvCxnSpPr>
                    <a:cxnSpLocks/>
                    <a:stCxn id="36" idx="6"/>
                    <a:endCxn id="40" idx="2"/>
                  </p:cNvCxnSpPr>
                  <p:nvPr/>
                </p:nvCxnSpPr>
                <p:spPr>
                  <a:xfrm>
                    <a:off x="10399419" y="5008241"/>
                    <a:ext cx="407337" cy="270262"/>
                  </a:xfrm>
                  <a:prstGeom prst="line">
                    <a:avLst/>
                  </a:prstGeom>
                  <a:ln w="12700">
                    <a:solidFill>
                      <a:schemeClr val="tx1"/>
                    </a:solidFill>
                  </a:ln>
                </p:spPr>
                <p:style>
                  <a:lnRef idx="2">
                    <a:schemeClr val="accent1"/>
                  </a:lnRef>
                  <a:fillRef idx="0">
                    <a:schemeClr val="accent1"/>
                  </a:fillRef>
                  <a:effectRef idx="1">
                    <a:schemeClr val="accent1"/>
                  </a:effectRef>
                  <a:fontRef idx="minor">
                    <a:schemeClr val="tx1"/>
                  </a:fontRef>
                </p:style>
              </p:cxnSp>
              <p:cxnSp>
                <p:nvCxnSpPr>
                  <p:cNvPr id="47" name="Straight Connector 16">
                    <a:extLst>
                      <a:ext uri="{FF2B5EF4-FFF2-40B4-BE49-F238E27FC236}">
                        <a16:creationId xmlns:a16="http://schemas.microsoft.com/office/drawing/2014/main" id="{0BDA6D09-298E-CAEF-92E5-582D74E94294}"/>
                      </a:ext>
                    </a:extLst>
                  </p:cNvPr>
                  <p:cNvCxnSpPr>
                    <a:cxnSpLocks/>
                    <a:stCxn id="37" idx="6"/>
                    <a:endCxn id="40" idx="2"/>
                  </p:cNvCxnSpPr>
                  <p:nvPr/>
                </p:nvCxnSpPr>
                <p:spPr>
                  <a:xfrm flipV="1">
                    <a:off x="10399727" y="5278503"/>
                    <a:ext cx="407029" cy="4247"/>
                  </a:xfrm>
                  <a:prstGeom prst="line">
                    <a:avLst/>
                  </a:prstGeom>
                  <a:ln w="12700">
                    <a:solidFill>
                      <a:schemeClr val="tx1"/>
                    </a:solidFill>
                  </a:ln>
                </p:spPr>
                <p:style>
                  <a:lnRef idx="2">
                    <a:schemeClr val="accent1"/>
                  </a:lnRef>
                  <a:fillRef idx="0">
                    <a:schemeClr val="accent1"/>
                  </a:fillRef>
                  <a:effectRef idx="1">
                    <a:schemeClr val="accent1"/>
                  </a:effectRef>
                  <a:fontRef idx="minor">
                    <a:schemeClr val="tx1"/>
                  </a:fontRef>
                </p:style>
              </p:cxnSp>
              <p:cxnSp>
                <p:nvCxnSpPr>
                  <p:cNvPr id="48" name="Straight Connector 17">
                    <a:extLst>
                      <a:ext uri="{FF2B5EF4-FFF2-40B4-BE49-F238E27FC236}">
                        <a16:creationId xmlns:a16="http://schemas.microsoft.com/office/drawing/2014/main" id="{C3F26655-CE9C-8B91-5542-F9CED70F5DE6}"/>
                      </a:ext>
                    </a:extLst>
                  </p:cNvPr>
                  <p:cNvCxnSpPr>
                    <a:cxnSpLocks/>
                    <a:stCxn id="38" idx="6"/>
                    <a:endCxn id="40" idx="2"/>
                  </p:cNvCxnSpPr>
                  <p:nvPr/>
                </p:nvCxnSpPr>
                <p:spPr>
                  <a:xfrm flipV="1">
                    <a:off x="10399111" y="5278503"/>
                    <a:ext cx="407645" cy="278756"/>
                  </a:xfrm>
                  <a:prstGeom prst="line">
                    <a:avLst/>
                  </a:prstGeom>
                  <a:ln w="12700">
                    <a:solidFill>
                      <a:schemeClr val="tx1"/>
                    </a:solidFill>
                  </a:ln>
                </p:spPr>
                <p:style>
                  <a:lnRef idx="2">
                    <a:schemeClr val="accent1"/>
                  </a:lnRef>
                  <a:fillRef idx="0">
                    <a:schemeClr val="accent1"/>
                  </a:fillRef>
                  <a:effectRef idx="1">
                    <a:schemeClr val="accent1"/>
                  </a:effectRef>
                  <a:fontRef idx="minor">
                    <a:schemeClr val="tx1"/>
                  </a:fontRef>
                </p:style>
              </p:cxnSp>
              <p:cxnSp>
                <p:nvCxnSpPr>
                  <p:cNvPr id="49" name="Straight Connector 18">
                    <a:extLst>
                      <a:ext uri="{FF2B5EF4-FFF2-40B4-BE49-F238E27FC236}">
                        <a16:creationId xmlns:a16="http://schemas.microsoft.com/office/drawing/2014/main" id="{4AE6BAC9-83CE-C45A-6720-EDFB54A17FF7}"/>
                      </a:ext>
                    </a:extLst>
                  </p:cNvPr>
                  <p:cNvCxnSpPr>
                    <a:cxnSpLocks/>
                    <a:stCxn id="36" idx="6"/>
                    <a:endCxn id="41" idx="2"/>
                  </p:cNvCxnSpPr>
                  <p:nvPr/>
                </p:nvCxnSpPr>
                <p:spPr>
                  <a:xfrm>
                    <a:off x="10399419" y="5008241"/>
                    <a:ext cx="407645" cy="544852"/>
                  </a:xfrm>
                  <a:prstGeom prst="line">
                    <a:avLst/>
                  </a:prstGeom>
                  <a:ln w="12700">
                    <a:solidFill>
                      <a:schemeClr val="tx1"/>
                    </a:solidFill>
                  </a:ln>
                </p:spPr>
                <p:style>
                  <a:lnRef idx="2">
                    <a:schemeClr val="accent1"/>
                  </a:lnRef>
                  <a:fillRef idx="0">
                    <a:schemeClr val="accent1"/>
                  </a:fillRef>
                  <a:effectRef idx="1">
                    <a:schemeClr val="accent1"/>
                  </a:effectRef>
                  <a:fontRef idx="minor">
                    <a:schemeClr val="tx1"/>
                  </a:fontRef>
                </p:style>
              </p:cxnSp>
              <p:cxnSp>
                <p:nvCxnSpPr>
                  <p:cNvPr id="50" name="Straight Connector 19">
                    <a:extLst>
                      <a:ext uri="{FF2B5EF4-FFF2-40B4-BE49-F238E27FC236}">
                        <a16:creationId xmlns:a16="http://schemas.microsoft.com/office/drawing/2014/main" id="{975B2AA9-5BAB-0F0B-443F-A7B6104A38DA}"/>
                      </a:ext>
                    </a:extLst>
                  </p:cNvPr>
                  <p:cNvCxnSpPr>
                    <a:cxnSpLocks/>
                    <a:stCxn id="36" idx="6"/>
                  </p:cNvCxnSpPr>
                  <p:nvPr/>
                </p:nvCxnSpPr>
                <p:spPr>
                  <a:xfrm>
                    <a:off x="10399419" y="5008241"/>
                    <a:ext cx="407953" cy="819443"/>
                  </a:xfrm>
                  <a:prstGeom prst="line">
                    <a:avLst/>
                  </a:prstGeom>
                  <a:ln w="12700">
                    <a:solidFill>
                      <a:schemeClr val="tx1"/>
                    </a:solidFill>
                  </a:ln>
                </p:spPr>
                <p:style>
                  <a:lnRef idx="2">
                    <a:schemeClr val="accent1"/>
                  </a:lnRef>
                  <a:fillRef idx="0">
                    <a:schemeClr val="accent1"/>
                  </a:fillRef>
                  <a:effectRef idx="1">
                    <a:schemeClr val="accent1"/>
                  </a:effectRef>
                  <a:fontRef idx="minor">
                    <a:schemeClr val="tx1"/>
                  </a:fontRef>
                </p:style>
              </p:cxnSp>
              <p:cxnSp>
                <p:nvCxnSpPr>
                  <p:cNvPr id="51" name="Straight Connector 20">
                    <a:extLst>
                      <a:ext uri="{FF2B5EF4-FFF2-40B4-BE49-F238E27FC236}">
                        <a16:creationId xmlns:a16="http://schemas.microsoft.com/office/drawing/2014/main" id="{4687ED24-9F2F-AA3E-F6B2-39E5A65DA7C1}"/>
                      </a:ext>
                    </a:extLst>
                  </p:cNvPr>
                  <p:cNvCxnSpPr>
                    <a:cxnSpLocks/>
                    <a:stCxn id="37" idx="6"/>
                    <a:endCxn id="41" idx="2"/>
                  </p:cNvCxnSpPr>
                  <p:nvPr/>
                </p:nvCxnSpPr>
                <p:spPr>
                  <a:xfrm>
                    <a:off x="10399727" y="5282750"/>
                    <a:ext cx="407337" cy="270343"/>
                  </a:xfrm>
                  <a:prstGeom prst="line">
                    <a:avLst/>
                  </a:prstGeom>
                  <a:ln w="12700">
                    <a:solidFill>
                      <a:schemeClr val="tx1"/>
                    </a:solidFill>
                  </a:ln>
                </p:spPr>
                <p:style>
                  <a:lnRef idx="2">
                    <a:schemeClr val="accent1"/>
                  </a:lnRef>
                  <a:fillRef idx="0">
                    <a:schemeClr val="accent1"/>
                  </a:fillRef>
                  <a:effectRef idx="1">
                    <a:schemeClr val="accent1"/>
                  </a:effectRef>
                  <a:fontRef idx="minor">
                    <a:schemeClr val="tx1"/>
                  </a:fontRef>
                </p:style>
              </p:cxnSp>
              <p:cxnSp>
                <p:nvCxnSpPr>
                  <p:cNvPr id="52" name="Straight Connector 21">
                    <a:extLst>
                      <a:ext uri="{FF2B5EF4-FFF2-40B4-BE49-F238E27FC236}">
                        <a16:creationId xmlns:a16="http://schemas.microsoft.com/office/drawing/2014/main" id="{7B18331F-A518-5090-8F5A-6F61BAA7D473}"/>
                      </a:ext>
                    </a:extLst>
                  </p:cNvPr>
                  <p:cNvCxnSpPr>
                    <a:cxnSpLocks/>
                    <a:stCxn id="37" idx="6"/>
                  </p:cNvCxnSpPr>
                  <p:nvPr/>
                </p:nvCxnSpPr>
                <p:spPr>
                  <a:xfrm>
                    <a:off x="10399727" y="5282750"/>
                    <a:ext cx="407645" cy="544934"/>
                  </a:xfrm>
                  <a:prstGeom prst="line">
                    <a:avLst/>
                  </a:prstGeom>
                  <a:ln w="12700">
                    <a:solidFill>
                      <a:schemeClr val="tx1"/>
                    </a:solidFill>
                  </a:ln>
                </p:spPr>
                <p:style>
                  <a:lnRef idx="2">
                    <a:schemeClr val="accent1"/>
                  </a:lnRef>
                  <a:fillRef idx="0">
                    <a:schemeClr val="accent1"/>
                  </a:fillRef>
                  <a:effectRef idx="1">
                    <a:schemeClr val="accent1"/>
                  </a:effectRef>
                  <a:fontRef idx="minor">
                    <a:schemeClr val="tx1"/>
                  </a:fontRef>
                </p:style>
              </p:cxnSp>
              <p:cxnSp>
                <p:nvCxnSpPr>
                  <p:cNvPr id="53" name="Straight Connector 22">
                    <a:extLst>
                      <a:ext uri="{FF2B5EF4-FFF2-40B4-BE49-F238E27FC236}">
                        <a16:creationId xmlns:a16="http://schemas.microsoft.com/office/drawing/2014/main" id="{E9125733-2832-36C4-CA7F-51D013BD0B93}"/>
                      </a:ext>
                    </a:extLst>
                  </p:cNvPr>
                  <p:cNvCxnSpPr>
                    <a:cxnSpLocks/>
                    <a:stCxn id="38" idx="6"/>
                    <a:endCxn id="41" idx="2"/>
                  </p:cNvCxnSpPr>
                  <p:nvPr/>
                </p:nvCxnSpPr>
                <p:spPr>
                  <a:xfrm flipV="1">
                    <a:off x="10399111" y="5553093"/>
                    <a:ext cx="407953" cy="4166"/>
                  </a:xfrm>
                  <a:prstGeom prst="line">
                    <a:avLst/>
                  </a:prstGeom>
                  <a:ln w="12700">
                    <a:solidFill>
                      <a:schemeClr val="tx1"/>
                    </a:solidFill>
                  </a:ln>
                </p:spPr>
                <p:style>
                  <a:lnRef idx="2">
                    <a:schemeClr val="accent1"/>
                  </a:lnRef>
                  <a:fillRef idx="0">
                    <a:schemeClr val="accent1"/>
                  </a:fillRef>
                  <a:effectRef idx="1">
                    <a:schemeClr val="accent1"/>
                  </a:effectRef>
                  <a:fontRef idx="minor">
                    <a:schemeClr val="tx1"/>
                  </a:fontRef>
                </p:style>
              </p:cxnSp>
              <p:cxnSp>
                <p:nvCxnSpPr>
                  <p:cNvPr id="54" name="Straight Connector 23">
                    <a:extLst>
                      <a:ext uri="{FF2B5EF4-FFF2-40B4-BE49-F238E27FC236}">
                        <a16:creationId xmlns:a16="http://schemas.microsoft.com/office/drawing/2014/main" id="{77E7F789-B2A9-E264-B346-68C596326967}"/>
                      </a:ext>
                    </a:extLst>
                  </p:cNvPr>
                  <p:cNvCxnSpPr>
                    <a:cxnSpLocks/>
                    <a:stCxn id="38" idx="6"/>
                  </p:cNvCxnSpPr>
                  <p:nvPr/>
                </p:nvCxnSpPr>
                <p:spPr>
                  <a:xfrm>
                    <a:off x="10399111" y="5557259"/>
                    <a:ext cx="408261" cy="270425"/>
                  </a:xfrm>
                  <a:prstGeom prst="line">
                    <a:avLst/>
                  </a:prstGeom>
                  <a:ln w="12700">
                    <a:solidFill>
                      <a:schemeClr val="tx1"/>
                    </a:solidFill>
                  </a:ln>
                </p:spPr>
                <p:style>
                  <a:lnRef idx="2">
                    <a:schemeClr val="accent1"/>
                  </a:lnRef>
                  <a:fillRef idx="0">
                    <a:schemeClr val="accent1"/>
                  </a:fillRef>
                  <a:effectRef idx="1">
                    <a:schemeClr val="accent1"/>
                  </a:effectRef>
                  <a:fontRef idx="minor">
                    <a:schemeClr val="tx1"/>
                  </a:fontRef>
                </p:style>
              </p:cxnSp>
              <p:cxnSp>
                <p:nvCxnSpPr>
                  <p:cNvPr id="55" name="Straight Connector 24">
                    <a:extLst>
                      <a:ext uri="{FF2B5EF4-FFF2-40B4-BE49-F238E27FC236}">
                        <a16:creationId xmlns:a16="http://schemas.microsoft.com/office/drawing/2014/main" id="{635548F6-CCC5-8830-2B6F-9BDE1D443CA3}"/>
                      </a:ext>
                    </a:extLst>
                  </p:cNvPr>
                  <p:cNvCxnSpPr>
                    <a:cxnSpLocks/>
                    <a:endCxn id="40" idx="2"/>
                  </p:cNvCxnSpPr>
                  <p:nvPr/>
                </p:nvCxnSpPr>
                <p:spPr>
                  <a:xfrm flipV="1">
                    <a:off x="10395281" y="5278503"/>
                    <a:ext cx="411475" cy="553265"/>
                  </a:xfrm>
                  <a:prstGeom prst="line">
                    <a:avLst/>
                  </a:prstGeom>
                  <a:ln w="12700">
                    <a:solidFill>
                      <a:schemeClr val="tx1"/>
                    </a:solidFill>
                  </a:ln>
                </p:spPr>
                <p:style>
                  <a:lnRef idx="2">
                    <a:schemeClr val="accent1"/>
                  </a:lnRef>
                  <a:fillRef idx="0">
                    <a:schemeClr val="accent1"/>
                  </a:fillRef>
                  <a:effectRef idx="1">
                    <a:schemeClr val="accent1"/>
                  </a:effectRef>
                  <a:fontRef idx="minor">
                    <a:schemeClr val="tx1"/>
                  </a:fontRef>
                </p:style>
              </p:cxnSp>
              <p:cxnSp>
                <p:nvCxnSpPr>
                  <p:cNvPr id="56" name="Straight Connector 25">
                    <a:extLst>
                      <a:ext uri="{FF2B5EF4-FFF2-40B4-BE49-F238E27FC236}">
                        <a16:creationId xmlns:a16="http://schemas.microsoft.com/office/drawing/2014/main" id="{7E538149-F5C2-1FD3-25FF-C82A42CD9E0E}"/>
                      </a:ext>
                    </a:extLst>
                  </p:cNvPr>
                  <p:cNvCxnSpPr>
                    <a:cxnSpLocks/>
                    <a:endCxn id="41" idx="2"/>
                  </p:cNvCxnSpPr>
                  <p:nvPr/>
                </p:nvCxnSpPr>
                <p:spPr>
                  <a:xfrm flipV="1">
                    <a:off x="10395281" y="5553093"/>
                    <a:ext cx="411783" cy="278675"/>
                  </a:xfrm>
                  <a:prstGeom prst="line">
                    <a:avLst/>
                  </a:prstGeom>
                  <a:ln w="12700">
                    <a:solidFill>
                      <a:schemeClr val="tx1"/>
                    </a:solidFill>
                  </a:ln>
                </p:spPr>
                <p:style>
                  <a:lnRef idx="2">
                    <a:schemeClr val="accent1"/>
                  </a:lnRef>
                  <a:fillRef idx="0">
                    <a:schemeClr val="accent1"/>
                  </a:fillRef>
                  <a:effectRef idx="1">
                    <a:schemeClr val="accent1"/>
                  </a:effectRef>
                  <a:fontRef idx="minor">
                    <a:schemeClr val="tx1"/>
                  </a:fontRef>
                </p:style>
              </p:cxnSp>
              <p:cxnSp>
                <p:nvCxnSpPr>
                  <p:cNvPr id="57" name="Straight Connector 26">
                    <a:extLst>
                      <a:ext uri="{FF2B5EF4-FFF2-40B4-BE49-F238E27FC236}">
                        <a16:creationId xmlns:a16="http://schemas.microsoft.com/office/drawing/2014/main" id="{0537805E-48AB-94A8-AA56-AE7D167AA32F}"/>
                      </a:ext>
                    </a:extLst>
                  </p:cNvPr>
                  <p:cNvCxnSpPr>
                    <a:cxnSpLocks/>
                  </p:cNvCxnSpPr>
                  <p:nvPr/>
                </p:nvCxnSpPr>
                <p:spPr>
                  <a:xfrm flipV="1">
                    <a:off x="10395281" y="5827684"/>
                    <a:ext cx="412091" cy="4084"/>
                  </a:xfrm>
                  <a:prstGeom prst="line">
                    <a:avLst/>
                  </a:prstGeom>
                  <a:ln w="12700">
                    <a:solidFill>
                      <a:schemeClr val="tx1"/>
                    </a:solidFill>
                  </a:ln>
                </p:spPr>
                <p:style>
                  <a:lnRef idx="2">
                    <a:schemeClr val="accent1"/>
                  </a:lnRef>
                  <a:fillRef idx="0">
                    <a:schemeClr val="accent1"/>
                  </a:fillRef>
                  <a:effectRef idx="1">
                    <a:schemeClr val="accent1"/>
                  </a:effectRef>
                  <a:fontRef idx="minor">
                    <a:schemeClr val="tx1"/>
                  </a:fontRef>
                </p:style>
              </p:cxnSp>
              <p:sp>
                <p:nvSpPr>
                  <p:cNvPr id="58" name="Oval 27">
                    <a:extLst>
                      <a:ext uri="{FF2B5EF4-FFF2-40B4-BE49-F238E27FC236}">
                        <a16:creationId xmlns:a16="http://schemas.microsoft.com/office/drawing/2014/main" id="{AA17C4B6-F6F7-3810-47DF-97A61891703F}"/>
                      </a:ext>
                    </a:extLst>
                  </p:cNvPr>
                  <p:cNvSpPr/>
                  <p:nvPr/>
                </p:nvSpPr>
                <p:spPr>
                  <a:xfrm>
                    <a:off x="10802113" y="4615656"/>
                    <a:ext cx="227334" cy="227334"/>
                  </a:xfrm>
                  <a:prstGeom prst="ellipse">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4000">
                      <a:latin typeface="Calibri" panose="020F0502020204030204" pitchFamily="34" charset="0"/>
                      <a:cs typeface="Calibri" panose="020F0502020204030204" pitchFamily="34" charset="0"/>
                    </a:endParaRPr>
                  </a:p>
                </p:txBody>
              </p:sp>
              <p:sp>
                <p:nvSpPr>
                  <p:cNvPr id="59" name="Oval 28">
                    <a:extLst>
                      <a:ext uri="{FF2B5EF4-FFF2-40B4-BE49-F238E27FC236}">
                        <a16:creationId xmlns:a16="http://schemas.microsoft.com/office/drawing/2014/main" id="{870DE2E1-D328-A10D-E4CB-121398DF4F64}"/>
                      </a:ext>
                    </a:extLst>
                  </p:cNvPr>
                  <p:cNvSpPr/>
                  <p:nvPr/>
                </p:nvSpPr>
                <p:spPr>
                  <a:xfrm>
                    <a:off x="10802421" y="4890246"/>
                    <a:ext cx="227334" cy="227334"/>
                  </a:xfrm>
                  <a:prstGeom prst="ellipse">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4000">
                      <a:latin typeface="Calibri" panose="020F0502020204030204" pitchFamily="34" charset="0"/>
                      <a:cs typeface="Calibri" panose="020F0502020204030204" pitchFamily="34" charset="0"/>
                    </a:endParaRPr>
                  </a:p>
                </p:txBody>
              </p:sp>
              <p:cxnSp>
                <p:nvCxnSpPr>
                  <p:cNvPr id="60" name="Straight Connector 29">
                    <a:extLst>
                      <a:ext uri="{FF2B5EF4-FFF2-40B4-BE49-F238E27FC236}">
                        <a16:creationId xmlns:a16="http://schemas.microsoft.com/office/drawing/2014/main" id="{B1A5047C-0AFC-95AF-FAED-4ACC807D4E12}"/>
                      </a:ext>
                    </a:extLst>
                  </p:cNvPr>
                  <p:cNvCxnSpPr>
                    <a:cxnSpLocks/>
                    <a:stCxn id="35" idx="6"/>
                    <a:endCxn id="58" idx="2"/>
                  </p:cNvCxnSpPr>
                  <p:nvPr/>
                </p:nvCxnSpPr>
                <p:spPr>
                  <a:xfrm flipV="1">
                    <a:off x="10399111" y="4729323"/>
                    <a:ext cx="403002" cy="4409"/>
                  </a:xfrm>
                  <a:prstGeom prst="line">
                    <a:avLst/>
                  </a:prstGeom>
                  <a:ln w="12700">
                    <a:solidFill>
                      <a:schemeClr val="tx1"/>
                    </a:solidFill>
                  </a:ln>
                </p:spPr>
                <p:style>
                  <a:lnRef idx="2">
                    <a:schemeClr val="accent1"/>
                  </a:lnRef>
                  <a:fillRef idx="0">
                    <a:schemeClr val="accent1"/>
                  </a:fillRef>
                  <a:effectRef idx="1">
                    <a:schemeClr val="accent1"/>
                  </a:effectRef>
                  <a:fontRef idx="minor">
                    <a:schemeClr val="tx1"/>
                  </a:fontRef>
                </p:style>
              </p:cxnSp>
              <p:cxnSp>
                <p:nvCxnSpPr>
                  <p:cNvPr id="61" name="Straight Connector 30">
                    <a:extLst>
                      <a:ext uri="{FF2B5EF4-FFF2-40B4-BE49-F238E27FC236}">
                        <a16:creationId xmlns:a16="http://schemas.microsoft.com/office/drawing/2014/main" id="{04BC19A2-127F-0FFE-B3E4-82CBCD363117}"/>
                      </a:ext>
                    </a:extLst>
                  </p:cNvPr>
                  <p:cNvCxnSpPr>
                    <a:cxnSpLocks/>
                    <a:stCxn id="35" idx="6"/>
                    <a:endCxn id="59" idx="2"/>
                  </p:cNvCxnSpPr>
                  <p:nvPr/>
                </p:nvCxnSpPr>
                <p:spPr>
                  <a:xfrm>
                    <a:off x="10399111" y="4733732"/>
                    <a:ext cx="403310" cy="270181"/>
                  </a:xfrm>
                  <a:prstGeom prst="line">
                    <a:avLst/>
                  </a:prstGeom>
                  <a:ln w="12700">
                    <a:solidFill>
                      <a:schemeClr val="tx1"/>
                    </a:solidFill>
                  </a:ln>
                </p:spPr>
                <p:style>
                  <a:lnRef idx="2">
                    <a:schemeClr val="accent1"/>
                  </a:lnRef>
                  <a:fillRef idx="0">
                    <a:schemeClr val="accent1"/>
                  </a:fillRef>
                  <a:effectRef idx="1">
                    <a:schemeClr val="accent1"/>
                  </a:effectRef>
                  <a:fontRef idx="minor">
                    <a:schemeClr val="tx1"/>
                  </a:fontRef>
                </p:style>
              </p:cxnSp>
              <p:cxnSp>
                <p:nvCxnSpPr>
                  <p:cNvPr id="62" name="Straight Connector 31">
                    <a:extLst>
                      <a:ext uri="{FF2B5EF4-FFF2-40B4-BE49-F238E27FC236}">
                        <a16:creationId xmlns:a16="http://schemas.microsoft.com/office/drawing/2014/main" id="{6BD84075-F99A-B1BC-25AD-D81BECBABC09}"/>
                      </a:ext>
                    </a:extLst>
                  </p:cNvPr>
                  <p:cNvCxnSpPr>
                    <a:cxnSpLocks/>
                    <a:stCxn id="36" idx="6"/>
                    <a:endCxn id="58" idx="2"/>
                  </p:cNvCxnSpPr>
                  <p:nvPr/>
                </p:nvCxnSpPr>
                <p:spPr>
                  <a:xfrm flipV="1">
                    <a:off x="10399419" y="4729323"/>
                    <a:ext cx="402694" cy="278918"/>
                  </a:xfrm>
                  <a:prstGeom prst="line">
                    <a:avLst/>
                  </a:prstGeom>
                  <a:ln w="12700">
                    <a:solidFill>
                      <a:schemeClr val="tx1"/>
                    </a:solidFill>
                  </a:ln>
                </p:spPr>
                <p:style>
                  <a:lnRef idx="2">
                    <a:schemeClr val="accent1"/>
                  </a:lnRef>
                  <a:fillRef idx="0">
                    <a:schemeClr val="accent1"/>
                  </a:fillRef>
                  <a:effectRef idx="1">
                    <a:schemeClr val="accent1"/>
                  </a:effectRef>
                  <a:fontRef idx="minor">
                    <a:schemeClr val="tx1"/>
                  </a:fontRef>
                </p:style>
              </p:cxnSp>
              <p:cxnSp>
                <p:nvCxnSpPr>
                  <p:cNvPr id="63" name="Straight Connector 32">
                    <a:extLst>
                      <a:ext uri="{FF2B5EF4-FFF2-40B4-BE49-F238E27FC236}">
                        <a16:creationId xmlns:a16="http://schemas.microsoft.com/office/drawing/2014/main" id="{CF7AE6DB-C3D5-2580-4282-B4E058BC7FB4}"/>
                      </a:ext>
                    </a:extLst>
                  </p:cNvPr>
                  <p:cNvCxnSpPr>
                    <a:cxnSpLocks/>
                    <a:stCxn id="37" idx="6"/>
                    <a:endCxn id="58" idx="2"/>
                  </p:cNvCxnSpPr>
                  <p:nvPr/>
                </p:nvCxnSpPr>
                <p:spPr>
                  <a:xfrm flipV="1">
                    <a:off x="10399727" y="4729323"/>
                    <a:ext cx="402386" cy="553427"/>
                  </a:xfrm>
                  <a:prstGeom prst="line">
                    <a:avLst/>
                  </a:prstGeom>
                  <a:ln w="12700">
                    <a:solidFill>
                      <a:schemeClr val="tx1"/>
                    </a:solidFill>
                  </a:ln>
                </p:spPr>
                <p:style>
                  <a:lnRef idx="2">
                    <a:schemeClr val="accent1"/>
                  </a:lnRef>
                  <a:fillRef idx="0">
                    <a:schemeClr val="accent1"/>
                  </a:fillRef>
                  <a:effectRef idx="1">
                    <a:schemeClr val="accent1"/>
                  </a:effectRef>
                  <a:fontRef idx="minor">
                    <a:schemeClr val="tx1"/>
                  </a:fontRef>
                </p:style>
              </p:cxnSp>
              <p:cxnSp>
                <p:nvCxnSpPr>
                  <p:cNvPr id="64" name="Straight Connector 33">
                    <a:extLst>
                      <a:ext uri="{FF2B5EF4-FFF2-40B4-BE49-F238E27FC236}">
                        <a16:creationId xmlns:a16="http://schemas.microsoft.com/office/drawing/2014/main" id="{B3BCC780-3039-9E5D-BB28-B8FCAF74B581}"/>
                      </a:ext>
                    </a:extLst>
                  </p:cNvPr>
                  <p:cNvCxnSpPr>
                    <a:cxnSpLocks/>
                    <a:stCxn id="38" idx="6"/>
                    <a:endCxn id="58" idx="2"/>
                  </p:cNvCxnSpPr>
                  <p:nvPr/>
                </p:nvCxnSpPr>
                <p:spPr>
                  <a:xfrm flipV="1">
                    <a:off x="10399111" y="4729323"/>
                    <a:ext cx="403002" cy="827936"/>
                  </a:xfrm>
                  <a:prstGeom prst="line">
                    <a:avLst/>
                  </a:prstGeom>
                  <a:ln w="12700">
                    <a:solidFill>
                      <a:schemeClr val="tx1"/>
                    </a:solidFill>
                  </a:ln>
                </p:spPr>
                <p:style>
                  <a:lnRef idx="2">
                    <a:schemeClr val="accent1"/>
                  </a:lnRef>
                  <a:fillRef idx="0">
                    <a:schemeClr val="accent1"/>
                  </a:fillRef>
                  <a:effectRef idx="1">
                    <a:schemeClr val="accent1"/>
                  </a:effectRef>
                  <a:fontRef idx="minor">
                    <a:schemeClr val="tx1"/>
                  </a:fontRef>
                </p:style>
              </p:cxnSp>
              <p:cxnSp>
                <p:nvCxnSpPr>
                  <p:cNvPr id="65" name="Straight Connector 34">
                    <a:extLst>
                      <a:ext uri="{FF2B5EF4-FFF2-40B4-BE49-F238E27FC236}">
                        <a16:creationId xmlns:a16="http://schemas.microsoft.com/office/drawing/2014/main" id="{5AD510E4-0CB3-D48A-35D2-89D539205E53}"/>
                      </a:ext>
                    </a:extLst>
                  </p:cNvPr>
                  <p:cNvCxnSpPr>
                    <a:cxnSpLocks/>
                    <a:stCxn id="39" idx="6"/>
                    <a:endCxn id="58" idx="2"/>
                  </p:cNvCxnSpPr>
                  <p:nvPr/>
                </p:nvCxnSpPr>
                <p:spPr>
                  <a:xfrm flipV="1">
                    <a:off x="10395281" y="4729323"/>
                    <a:ext cx="406832" cy="1102445"/>
                  </a:xfrm>
                  <a:prstGeom prst="line">
                    <a:avLst/>
                  </a:prstGeom>
                  <a:ln w="12700">
                    <a:solidFill>
                      <a:schemeClr val="tx1"/>
                    </a:solidFill>
                  </a:ln>
                </p:spPr>
                <p:style>
                  <a:lnRef idx="2">
                    <a:schemeClr val="accent1"/>
                  </a:lnRef>
                  <a:fillRef idx="0">
                    <a:schemeClr val="accent1"/>
                  </a:fillRef>
                  <a:effectRef idx="1">
                    <a:schemeClr val="accent1"/>
                  </a:effectRef>
                  <a:fontRef idx="minor">
                    <a:schemeClr val="tx1"/>
                  </a:fontRef>
                </p:style>
              </p:cxnSp>
              <p:cxnSp>
                <p:nvCxnSpPr>
                  <p:cNvPr id="66" name="Straight Connector 35">
                    <a:extLst>
                      <a:ext uri="{FF2B5EF4-FFF2-40B4-BE49-F238E27FC236}">
                        <a16:creationId xmlns:a16="http://schemas.microsoft.com/office/drawing/2014/main" id="{36395247-0E2F-9D62-804F-600AA4DFC1DF}"/>
                      </a:ext>
                    </a:extLst>
                  </p:cNvPr>
                  <p:cNvCxnSpPr>
                    <a:cxnSpLocks/>
                    <a:stCxn id="36" idx="6"/>
                    <a:endCxn id="59" idx="2"/>
                  </p:cNvCxnSpPr>
                  <p:nvPr/>
                </p:nvCxnSpPr>
                <p:spPr>
                  <a:xfrm flipV="1">
                    <a:off x="10399419" y="5003913"/>
                    <a:ext cx="403002" cy="4328"/>
                  </a:xfrm>
                  <a:prstGeom prst="line">
                    <a:avLst/>
                  </a:prstGeom>
                  <a:ln w="12700">
                    <a:solidFill>
                      <a:schemeClr val="tx1"/>
                    </a:solidFill>
                  </a:ln>
                </p:spPr>
                <p:style>
                  <a:lnRef idx="2">
                    <a:schemeClr val="accent1"/>
                  </a:lnRef>
                  <a:fillRef idx="0">
                    <a:schemeClr val="accent1"/>
                  </a:fillRef>
                  <a:effectRef idx="1">
                    <a:schemeClr val="accent1"/>
                  </a:effectRef>
                  <a:fontRef idx="minor">
                    <a:schemeClr val="tx1"/>
                  </a:fontRef>
                </p:style>
              </p:cxnSp>
              <p:cxnSp>
                <p:nvCxnSpPr>
                  <p:cNvPr id="67" name="Straight Connector 36">
                    <a:extLst>
                      <a:ext uri="{FF2B5EF4-FFF2-40B4-BE49-F238E27FC236}">
                        <a16:creationId xmlns:a16="http://schemas.microsoft.com/office/drawing/2014/main" id="{22A4F65A-7677-8335-2B98-C867C812A2EF}"/>
                      </a:ext>
                    </a:extLst>
                  </p:cNvPr>
                  <p:cNvCxnSpPr>
                    <a:cxnSpLocks/>
                    <a:stCxn id="37" idx="6"/>
                    <a:endCxn id="59" idx="2"/>
                  </p:cNvCxnSpPr>
                  <p:nvPr/>
                </p:nvCxnSpPr>
                <p:spPr>
                  <a:xfrm flipV="1">
                    <a:off x="10399727" y="5003913"/>
                    <a:ext cx="402694" cy="278837"/>
                  </a:xfrm>
                  <a:prstGeom prst="line">
                    <a:avLst/>
                  </a:prstGeom>
                  <a:ln w="12700">
                    <a:solidFill>
                      <a:schemeClr val="tx1"/>
                    </a:solidFill>
                  </a:ln>
                </p:spPr>
                <p:style>
                  <a:lnRef idx="2">
                    <a:schemeClr val="accent1"/>
                  </a:lnRef>
                  <a:fillRef idx="0">
                    <a:schemeClr val="accent1"/>
                  </a:fillRef>
                  <a:effectRef idx="1">
                    <a:schemeClr val="accent1"/>
                  </a:effectRef>
                  <a:fontRef idx="minor">
                    <a:schemeClr val="tx1"/>
                  </a:fontRef>
                </p:style>
              </p:cxnSp>
              <p:cxnSp>
                <p:nvCxnSpPr>
                  <p:cNvPr id="68" name="Straight Connector 37">
                    <a:extLst>
                      <a:ext uri="{FF2B5EF4-FFF2-40B4-BE49-F238E27FC236}">
                        <a16:creationId xmlns:a16="http://schemas.microsoft.com/office/drawing/2014/main" id="{990B0B6F-5E9E-9E45-77A3-E24CCAD85C83}"/>
                      </a:ext>
                    </a:extLst>
                  </p:cNvPr>
                  <p:cNvCxnSpPr>
                    <a:cxnSpLocks/>
                    <a:stCxn id="38" idx="6"/>
                    <a:endCxn id="59" idx="2"/>
                  </p:cNvCxnSpPr>
                  <p:nvPr/>
                </p:nvCxnSpPr>
                <p:spPr>
                  <a:xfrm flipV="1">
                    <a:off x="10399111" y="5003913"/>
                    <a:ext cx="403310" cy="553346"/>
                  </a:xfrm>
                  <a:prstGeom prst="line">
                    <a:avLst/>
                  </a:prstGeom>
                  <a:ln w="12700">
                    <a:solidFill>
                      <a:schemeClr val="tx1"/>
                    </a:solidFill>
                  </a:ln>
                </p:spPr>
                <p:style>
                  <a:lnRef idx="2">
                    <a:schemeClr val="accent1"/>
                  </a:lnRef>
                  <a:fillRef idx="0">
                    <a:schemeClr val="accent1"/>
                  </a:fillRef>
                  <a:effectRef idx="1">
                    <a:schemeClr val="accent1"/>
                  </a:effectRef>
                  <a:fontRef idx="minor">
                    <a:schemeClr val="tx1"/>
                  </a:fontRef>
                </p:style>
              </p:cxnSp>
              <p:cxnSp>
                <p:nvCxnSpPr>
                  <p:cNvPr id="69" name="Straight Connector 38">
                    <a:extLst>
                      <a:ext uri="{FF2B5EF4-FFF2-40B4-BE49-F238E27FC236}">
                        <a16:creationId xmlns:a16="http://schemas.microsoft.com/office/drawing/2014/main" id="{F4FEF9E3-79DA-2AD0-250F-C83F259EA068}"/>
                      </a:ext>
                    </a:extLst>
                  </p:cNvPr>
                  <p:cNvCxnSpPr>
                    <a:cxnSpLocks/>
                    <a:stCxn id="39" idx="6"/>
                    <a:endCxn id="59" idx="2"/>
                  </p:cNvCxnSpPr>
                  <p:nvPr/>
                </p:nvCxnSpPr>
                <p:spPr>
                  <a:xfrm flipV="1">
                    <a:off x="10395281" y="5003913"/>
                    <a:ext cx="407140" cy="827855"/>
                  </a:xfrm>
                  <a:prstGeom prst="line">
                    <a:avLst/>
                  </a:prstGeom>
                  <a:ln w="12700">
                    <a:solidFill>
                      <a:schemeClr val="tx1"/>
                    </a:solidFill>
                  </a:ln>
                </p:spPr>
                <p:style>
                  <a:lnRef idx="2">
                    <a:schemeClr val="accent1"/>
                  </a:lnRef>
                  <a:fillRef idx="0">
                    <a:schemeClr val="accent1"/>
                  </a:fillRef>
                  <a:effectRef idx="1">
                    <a:schemeClr val="accent1"/>
                  </a:effectRef>
                  <a:fontRef idx="minor">
                    <a:schemeClr val="tx1"/>
                  </a:fontRef>
                </p:style>
              </p:cxnSp>
              <p:cxnSp>
                <p:nvCxnSpPr>
                  <p:cNvPr id="70" name="Straight Connector 39">
                    <a:extLst>
                      <a:ext uri="{FF2B5EF4-FFF2-40B4-BE49-F238E27FC236}">
                        <a16:creationId xmlns:a16="http://schemas.microsoft.com/office/drawing/2014/main" id="{A195D89A-16F0-3DED-5083-1966B26C37DB}"/>
                      </a:ext>
                    </a:extLst>
                  </p:cNvPr>
                  <p:cNvCxnSpPr>
                    <a:cxnSpLocks/>
                  </p:cNvCxnSpPr>
                  <p:nvPr/>
                </p:nvCxnSpPr>
                <p:spPr>
                  <a:xfrm>
                    <a:off x="10048489" y="4738487"/>
                    <a:ext cx="115449" cy="0"/>
                  </a:xfrm>
                  <a:prstGeom prst="line">
                    <a:avLst/>
                  </a:prstGeom>
                  <a:ln w="12700">
                    <a:solidFill>
                      <a:schemeClr val="tx1"/>
                    </a:solidFill>
                    <a:tailEnd type="triangle" w="sm" len="sm"/>
                  </a:ln>
                </p:spPr>
                <p:style>
                  <a:lnRef idx="2">
                    <a:schemeClr val="accent1"/>
                  </a:lnRef>
                  <a:fillRef idx="0">
                    <a:schemeClr val="accent1"/>
                  </a:fillRef>
                  <a:effectRef idx="1">
                    <a:schemeClr val="accent1"/>
                  </a:effectRef>
                  <a:fontRef idx="minor">
                    <a:schemeClr val="tx1"/>
                  </a:fontRef>
                </p:style>
              </p:cxnSp>
              <p:cxnSp>
                <p:nvCxnSpPr>
                  <p:cNvPr id="71" name="Straight Connector 40">
                    <a:extLst>
                      <a:ext uri="{FF2B5EF4-FFF2-40B4-BE49-F238E27FC236}">
                        <a16:creationId xmlns:a16="http://schemas.microsoft.com/office/drawing/2014/main" id="{A9F7DD20-F58C-2173-5EB0-B20A09D0295E}"/>
                      </a:ext>
                    </a:extLst>
                  </p:cNvPr>
                  <p:cNvCxnSpPr>
                    <a:cxnSpLocks/>
                  </p:cNvCxnSpPr>
                  <p:nvPr/>
                </p:nvCxnSpPr>
                <p:spPr>
                  <a:xfrm>
                    <a:off x="10049210" y="5008868"/>
                    <a:ext cx="115449" cy="0"/>
                  </a:xfrm>
                  <a:prstGeom prst="line">
                    <a:avLst/>
                  </a:prstGeom>
                  <a:ln w="12700">
                    <a:solidFill>
                      <a:schemeClr val="tx1"/>
                    </a:solidFill>
                    <a:tailEnd type="triangle" w="sm" len="sm"/>
                  </a:ln>
                </p:spPr>
                <p:style>
                  <a:lnRef idx="2">
                    <a:schemeClr val="accent1"/>
                  </a:lnRef>
                  <a:fillRef idx="0">
                    <a:schemeClr val="accent1"/>
                  </a:fillRef>
                  <a:effectRef idx="1">
                    <a:schemeClr val="accent1"/>
                  </a:effectRef>
                  <a:fontRef idx="minor">
                    <a:schemeClr val="tx1"/>
                  </a:fontRef>
                </p:style>
              </p:cxnSp>
              <p:cxnSp>
                <p:nvCxnSpPr>
                  <p:cNvPr id="72" name="Straight Connector 41">
                    <a:extLst>
                      <a:ext uri="{FF2B5EF4-FFF2-40B4-BE49-F238E27FC236}">
                        <a16:creationId xmlns:a16="http://schemas.microsoft.com/office/drawing/2014/main" id="{05DCEA16-3555-DE4C-A45E-B6C51E57EEB3}"/>
                      </a:ext>
                    </a:extLst>
                  </p:cNvPr>
                  <p:cNvCxnSpPr>
                    <a:cxnSpLocks/>
                  </p:cNvCxnSpPr>
                  <p:nvPr/>
                </p:nvCxnSpPr>
                <p:spPr>
                  <a:xfrm>
                    <a:off x="10055560" y="5283708"/>
                    <a:ext cx="115449" cy="0"/>
                  </a:xfrm>
                  <a:prstGeom prst="line">
                    <a:avLst/>
                  </a:prstGeom>
                  <a:ln w="12700">
                    <a:solidFill>
                      <a:schemeClr val="tx1"/>
                    </a:solidFill>
                    <a:tailEnd type="triangle" w="sm" len="sm"/>
                  </a:ln>
                </p:spPr>
                <p:style>
                  <a:lnRef idx="2">
                    <a:schemeClr val="accent1"/>
                  </a:lnRef>
                  <a:fillRef idx="0">
                    <a:schemeClr val="accent1"/>
                  </a:fillRef>
                  <a:effectRef idx="1">
                    <a:schemeClr val="accent1"/>
                  </a:effectRef>
                  <a:fontRef idx="minor">
                    <a:schemeClr val="tx1"/>
                  </a:fontRef>
                </p:style>
              </p:cxnSp>
              <p:cxnSp>
                <p:nvCxnSpPr>
                  <p:cNvPr id="73" name="Straight Connector 42">
                    <a:extLst>
                      <a:ext uri="{FF2B5EF4-FFF2-40B4-BE49-F238E27FC236}">
                        <a16:creationId xmlns:a16="http://schemas.microsoft.com/office/drawing/2014/main" id="{27C23FE3-4E0D-FDF5-C862-5D679AFD8D2D}"/>
                      </a:ext>
                    </a:extLst>
                  </p:cNvPr>
                  <p:cNvCxnSpPr>
                    <a:cxnSpLocks/>
                  </p:cNvCxnSpPr>
                  <p:nvPr/>
                </p:nvCxnSpPr>
                <p:spPr>
                  <a:xfrm>
                    <a:off x="10055560" y="5559933"/>
                    <a:ext cx="115449" cy="0"/>
                  </a:xfrm>
                  <a:prstGeom prst="line">
                    <a:avLst/>
                  </a:prstGeom>
                  <a:ln w="12700">
                    <a:solidFill>
                      <a:schemeClr val="tx1"/>
                    </a:solidFill>
                    <a:tailEnd type="triangle" w="sm" len="sm"/>
                  </a:ln>
                </p:spPr>
                <p:style>
                  <a:lnRef idx="2">
                    <a:schemeClr val="accent1"/>
                  </a:lnRef>
                  <a:fillRef idx="0">
                    <a:schemeClr val="accent1"/>
                  </a:fillRef>
                  <a:effectRef idx="1">
                    <a:schemeClr val="accent1"/>
                  </a:effectRef>
                  <a:fontRef idx="minor">
                    <a:schemeClr val="tx1"/>
                  </a:fontRef>
                </p:style>
              </p:cxnSp>
              <p:cxnSp>
                <p:nvCxnSpPr>
                  <p:cNvPr id="74" name="Straight Connector 43">
                    <a:extLst>
                      <a:ext uri="{FF2B5EF4-FFF2-40B4-BE49-F238E27FC236}">
                        <a16:creationId xmlns:a16="http://schemas.microsoft.com/office/drawing/2014/main" id="{82526E42-7F6D-65C1-9EBA-93583570C7B8}"/>
                      </a:ext>
                    </a:extLst>
                  </p:cNvPr>
                  <p:cNvCxnSpPr>
                    <a:cxnSpLocks/>
                  </p:cNvCxnSpPr>
                  <p:nvPr/>
                </p:nvCxnSpPr>
                <p:spPr>
                  <a:xfrm>
                    <a:off x="10052385" y="5829808"/>
                    <a:ext cx="115449" cy="0"/>
                  </a:xfrm>
                  <a:prstGeom prst="line">
                    <a:avLst/>
                  </a:prstGeom>
                  <a:ln w="12700">
                    <a:solidFill>
                      <a:schemeClr val="tx1"/>
                    </a:solidFill>
                    <a:tailEnd type="triangle" w="sm" len="sm"/>
                  </a:ln>
                </p:spPr>
                <p:style>
                  <a:lnRef idx="2">
                    <a:schemeClr val="accent1"/>
                  </a:lnRef>
                  <a:fillRef idx="0">
                    <a:schemeClr val="accent1"/>
                  </a:fillRef>
                  <a:effectRef idx="1">
                    <a:schemeClr val="accent1"/>
                  </a:effectRef>
                  <a:fontRef idx="minor">
                    <a:schemeClr val="tx1"/>
                  </a:fontRef>
                </p:style>
              </p:cxnSp>
              <p:cxnSp>
                <p:nvCxnSpPr>
                  <p:cNvPr id="75" name="Straight Connector 44">
                    <a:extLst>
                      <a:ext uri="{FF2B5EF4-FFF2-40B4-BE49-F238E27FC236}">
                        <a16:creationId xmlns:a16="http://schemas.microsoft.com/office/drawing/2014/main" id="{8C1E969F-4BDF-A28E-E889-A65A8886EDA1}"/>
                      </a:ext>
                    </a:extLst>
                  </p:cNvPr>
                  <p:cNvCxnSpPr>
                    <a:cxnSpLocks/>
                  </p:cNvCxnSpPr>
                  <p:nvPr/>
                </p:nvCxnSpPr>
                <p:spPr>
                  <a:xfrm>
                    <a:off x="11025057" y="4727272"/>
                    <a:ext cx="115449" cy="0"/>
                  </a:xfrm>
                  <a:prstGeom prst="line">
                    <a:avLst/>
                  </a:prstGeom>
                  <a:ln w="12700">
                    <a:solidFill>
                      <a:schemeClr val="tx1"/>
                    </a:solidFill>
                    <a:tailEnd type="triangle" w="sm" len="sm"/>
                  </a:ln>
                </p:spPr>
                <p:style>
                  <a:lnRef idx="2">
                    <a:schemeClr val="accent1"/>
                  </a:lnRef>
                  <a:fillRef idx="0">
                    <a:schemeClr val="accent1"/>
                  </a:fillRef>
                  <a:effectRef idx="1">
                    <a:schemeClr val="accent1"/>
                  </a:effectRef>
                  <a:fontRef idx="minor">
                    <a:schemeClr val="tx1"/>
                  </a:fontRef>
                </p:style>
              </p:cxnSp>
              <p:cxnSp>
                <p:nvCxnSpPr>
                  <p:cNvPr id="76" name="Straight Connector 45">
                    <a:extLst>
                      <a:ext uri="{FF2B5EF4-FFF2-40B4-BE49-F238E27FC236}">
                        <a16:creationId xmlns:a16="http://schemas.microsoft.com/office/drawing/2014/main" id="{951C151B-2706-EF02-278E-DC415BB1DDD3}"/>
                      </a:ext>
                    </a:extLst>
                  </p:cNvPr>
                  <p:cNvCxnSpPr>
                    <a:cxnSpLocks/>
                  </p:cNvCxnSpPr>
                  <p:nvPr/>
                </p:nvCxnSpPr>
                <p:spPr>
                  <a:xfrm>
                    <a:off x="11025778" y="4997653"/>
                    <a:ext cx="115449" cy="0"/>
                  </a:xfrm>
                  <a:prstGeom prst="line">
                    <a:avLst/>
                  </a:prstGeom>
                  <a:ln w="12700">
                    <a:solidFill>
                      <a:schemeClr val="tx1"/>
                    </a:solidFill>
                    <a:tailEnd type="triangle" w="sm" len="sm"/>
                  </a:ln>
                </p:spPr>
                <p:style>
                  <a:lnRef idx="2">
                    <a:schemeClr val="accent1"/>
                  </a:lnRef>
                  <a:fillRef idx="0">
                    <a:schemeClr val="accent1"/>
                  </a:fillRef>
                  <a:effectRef idx="1">
                    <a:schemeClr val="accent1"/>
                  </a:effectRef>
                  <a:fontRef idx="minor">
                    <a:schemeClr val="tx1"/>
                  </a:fontRef>
                </p:style>
              </p:cxnSp>
              <p:cxnSp>
                <p:nvCxnSpPr>
                  <p:cNvPr id="77" name="Straight Connector 46">
                    <a:extLst>
                      <a:ext uri="{FF2B5EF4-FFF2-40B4-BE49-F238E27FC236}">
                        <a16:creationId xmlns:a16="http://schemas.microsoft.com/office/drawing/2014/main" id="{22426085-C5AE-8865-C3C5-F0001DF911AA}"/>
                      </a:ext>
                    </a:extLst>
                  </p:cNvPr>
                  <p:cNvCxnSpPr>
                    <a:cxnSpLocks/>
                  </p:cNvCxnSpPr>
                  <p:nvPr/>
                </p:nvCxnSpPr>
                <p:spPr>
                  <a:xfrm>
                    <a:off x="11032128" y="5272493"/>
                    <a:ext cx="115449" cy="0"/>
                  </a:xfrm>
                  <a:prstGeom prst="line">
                    <a:avLst/>
                  </a:prstGeom>
                  <a:ln w="12700">
                    <a:solidFill>
                      <a:schemeClr val="tx1"/>
                    </a:solidFill>
                    <a:tailEnd type="triangle" w="sm" len="sm"/>
                  </a:ln>
                </p:spPr>
                <p:style>
                  <a:lnRef idx="2">
                    <a:schemeClr val="accent1"/>
                  </a:lnRef>
                  <a:fillRef idx="0">
                    <a:schemeClr val="accent1"/>
                  </a:fillRef>
                  <a:effectRef idx="1">
                    <a:schemeClr val="accent1"/>
                  </a:effectRef>
                  <a:fontRef idx="minor">
                    <a:schemeClr val="tx1"/>
                  </a:fontRef>
                </p:style>
              </p:cxnSp>
              <p:cxnSp>
                <p:nvCxnSpPr>
                  <p:cNvPr id="78" name="Straight Connector 47">
                    <a:extLst>
                      <a:ext uri="{FF2B5EF4-FFF2-40B4-BE49-F238E27FC236}">
                        <a16:creationId xmlns:a16="http://schemas.microsoft.com/office/drawing/2014/main" id="{6D2E0096-C6E7-80BE-1C49-9F0EB226FEB0}"/>
                      </a:ext>
                    </a:extLst>
                  </p:cNvPr>
                  <p:cNvCxnSpPr>
                    <a:cxnSpLocks/>
                  </p:cNvCxnSpPr>
                  <p:nvPr/>
                </p:nvCxnSpPr>
                <p:spPr>
                  <a:xfrm>
                    <a:off x="11032128" y="5548718"/>
                    <a:ext cx="115449" cy="0"/>
                  </a:xfrm>
                  <a:prstGeom prst="line">
                    <a:avLst/>
                  </a:prstGeom>
                  <a:ln w="12700">
                    <a:solidFill>
                      <a:schemeClr val="tx1"/>
                    </a:solidFill>
                    <a:tailEnd type="triangle" w="sm" len="sm"/>
                  </a:ln>
                </p:spPr>
                <p:style>
                  <a:lnRef idx="2">
                    <a:schemeClr val="accent1"/>
                  </a:lnRef>
                  <a:fillRef idx="0">
                    <a:schemeClr val="accent1"/>
                  </a:fillRef>
                  <a:effectRef idx="1">
                    <a:schemeClr val="accent1"/>
                  </a:effectRef>
                  <a:fontRef idx="minor">
                    <a:schemeClr val="tx1"/>
                  </a:fontRef>
                </p:style>
              </p:cxnSp>
              <p:cxnSp>
                <p:nvCxnSpPr>
                  <p:cNvPr id="79" name="Straight Connector 48">
                    <a:extLst>
                      <a:ext uri="{FF2B5EF4-FFF2-40B4-BE49-F238E27FC236}">
                        <a16:creationId xmlns:a16="http://schemas.microsoft.com/office/drawing/2014/main" id="{A319E757-47AA-84FC-95A2-C3D71AD10F5D}"/>
                      </a:ext>
                    </a:extLst>
                  </p:cNvPr>
                  <p:cNvCxnSpPr>
                    <a:cxnSpLocks/>
                  </p:cNvCxnSpPr>
                  <p:nvPr/>
                </p:nvCxnSpPr>
                <p:spPr>
                  <a:xfrm>
                    <a:off x="11028953" y="5818593"/>
                    <a:ext cx="115449" cy="0"/>
                  </a:xfrm>
                  <a:prstGeom prst="line">
                    <a:avLst/>
                  </a:prstGeom>
                  <a:ln w="12700">
                    <a:solidFill>
                      <a:schemeClr val="tx1"/>
                    </a:solidFill>
                    <a:tailEnd type="triangle" w="sm" len="sm"/>
                  </a:ln>
                </p:spPr>
                <p:style>
                  <a:lnRef idx="2">
                    <a:schemeClr val="accent1"/>
                  </a:lnRef>
                  <a:fillRef idx="0">
                    <a:schemeClr val="accent1"/>
                  </a:fillRef>
                  <a:effectRef idx="1">
                    <a:schemeClr val="accent1"/>
                  </a:effectRef>
                  <a:fontRef idx="minor">
                    <a:schemeClr val="tx1"/>
                  </a:fontRef>
                </p:style>
              </p:cxnSp>
            </p:grpSp>
            <p:sp>
              <p:nvSpPr>
                <p:cNvPr id="34" name="矩形 49">
                  <a:extLst>
                    <a:ext uri="{FF2B5EF4-FFF2-40B4-BE49-F238E27FC236}">
                      <a16:creationId xmlns:a16="http://schemas.microsoft.com/office/drawing/2014/main" id="{D5F40046-9FB8-99F3-3A44-8730C385BEE8}"/>
                    </a:ext>
                  </a:extLst>
                </p:cNvPr>
                <p:cNvSpPr/>
                <p:nvPr/>
              </p:nvSpPr>
              <p:spPr>
                <a:xfrm>
                  <a:off x="3576540" y="611793"/>
                  <a:ext cx="2065623" cy="1420938"/>
                </a:xfrm>
                <a:prstGeom prst="rect">
                  <a:avLst/>
                </a:prstGeom>
                <a:solidFill>
                  <a:schemeClr val="accent5">
                    <a:lumMod val="40000"/>
                    <a:lumOff val="60000"/>
                    <a:alpha val="9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3200" dirty="0">
                      <a:solidFill>
                        <a:schemeClr val="tx1"/>
                      </a:solidFill>
                    </a:rPr>
                    <a:t>编码器</a:t>
                  </a:r>
                </a:p>
              </p:txBody>
            </p:sp>
          </p:grpSp>
          <p:sp>
            <p:nvSpPr>
              <p:cNvPr id="23" name="矩形: 圆角 195">
                <a:extLst>
                  <a:ext uri="{FF2B5EF4-FFF2-40B4-BE49-F238E27FC236}">
                    <a16:creationId xmlns:a16="http://schemas.microsoft.com/office/drawing/2014/main" id="{C84BC400-F854-BE32-2A65-019B355C0816}"/>
                  </a:ext>
                </a:extLst>
              </p:cNvPr>
              <p:cNvSpPr/>
              <p:nvPr/>
            </p:nvSpPr>
            <p:spPr>
              <a:xfrm>
                <a:off x="7215059" y="1000227"/>
                <a:ext cx="387192" cy="163899"/>
              </a:xfrm>
              <a:prstGeom prst="roundRect">
                <a:avLst/>
              </a:prstGeom>
              <a:solidFill>
                <a:schemeClr val="accent6">
                  <a:lumMod val="40000"/>
                  <a:lumOff val="6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solidFill>
                    <a:schemeClr val="tx1"/>
                  </a:solidFill>
                </a:endParaRPr>
              </a:p>
            </p:txBody>
          </p:sp>
          <p:sp>
            <p:nvSpPr>
              <p:cNvPr id="24" name="矩形: 圆角 196">
                <a:extLst>
                  <a:ext uri="{FF2B5EF4-FFF2-40B4-BE49-F238E27FC236}">
                    <a16:creationId xmlns:a16="http://schemas.microsoft.com/office/drawing/2014/main" id="{6190F736-2E74-4072-EFA5-CF312E8C2166}"/>
                  </a:ext>
                </a:extLst>
              </p:cNvPr>
              <p:cNvSpPr/>
              <p:nvPr/>
            </p:nvSpPr>
            <p:spPr>
              <a:xfrm>
                <a:off x="7598930" y="999919"/>
                <a:ext cx="387192" cy="163899"/>
              </a:xfrm>
              <a:prstGeom prst="roundRect">
                <a:avLst/>
              </a:prstGeom>
              <a:solidFill>
                <a:schemeClr val="accent6">
                  <a:lumMod val="40000"/>
                  <a:lumOff val="6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solidFill>
                    <a:schemeClr val="tx1"/>
                  </a:solidFill>
                </a:endParaRPr>
              </a:p>
            </p:txBody>
          </p:sp>
          <p:sp>
            <p:nvSpPr>
              <p:cNvPr id="25" name="矩形: 圆角 197">
                <a:extLst>
                  <a:ext uri="{FF2B5EF4-FFF2-40B4-BE49-F238E27FC236}">
                    <a16:creationId xmlns:a16="http://schemas.microsoft.com/office/drawing/2014/main" id="{8AE0C858-BD3E-F269-90B1-D9A406E44E5B}"/>
                  </a:ext>
                </a:extLst>
              </p:cNvPr>
              <p:cNvSpPr/>
              <p:nvPr/>
            </p:nvSpPr>
            <p:spPr>
              <a:xfrm>
                <a:off x="7985112" y="1002023"/>
                <a:ext cx="387192" cy="163899"/>
              </a:xfrm>
              <a:prstGeom prst="roundRect">
                <a:avLst/>
              </a:prstGeom>
              <a:solidFill>
                <a:schemeClr val="accent6">
                  <a:lumMod val="40000"/>
                  <a:lumOff val="6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solidFill>
                    <a:schemeClr val="tx1"/>
                  </a:solidFill>
                </a:endParaRPr>
              </a:p>
            </p:txBody>
          </p:sp>
          <p:sp>
            <p:nvSpPr>
              <p:cNvPr id="26" name="矩形: 圆角 198">
                <a:extLst>
                  <a:ext uri="{FF2B5EF4-FFF2-40B4-BE49-F238E27FC236}">
                    <a16:creationId xmlns:a16="http://schemas.microsoft.com/office/drawing/2014/main" id="{C5B1042B-FBCA-795E-18E4-AEDEB3D7A9E1}"/>
                  </a:ext>
                </a:extLst>
              </p:cNvPr>
              <p:cNvSpPr/>
              <p:nvPr/>
            </p:nvSpPr>
            <p:spPr>
              <a:xfrm>
                <a:off x="8776311" y="1007316"/>
                <a:ext cx="387192" cy="163899"/>
              </a:xfrm>
              <a:prstGeom prst="roundRect">
                <a:avLst/>
              </a:prstGeom>
              <a:solidFill>
                <a:schemeClr val="accent6">
                  <a:lumMod val="40000"/>
                  <a:lumOff val="6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solidFill>
                    <a:schemeClr val="tx1"/>
                  </a:solidFill>
                </a:endParaRPr>
              </a:p>
            </p:txBody>
          </p:sp>
          <mc:AlternateContent xmlns:mc="http://schemas.openxmlformats.org/markup-compatibility/2006" xmlns:a14="http://schemas.microsoft.com/office/drawing/2010/main">
            <mc:Choice Requires="a14">
              <p:sp>
                <p:nvSpPr>
                  <p:cNvPr id="27" name="文本框 199">
                    <a:extLst>
                      <a:ext uri="{FF2B5EF4-FFF2-40B4-BE49-F238E27FC236}">
                        <a16:creationId xmlns:a16="http://schemas.microsoft.com/office/drawing/2014/main" id="{7CFF1447-0319-5832-ACA5-F1E71FAAFF6F}"/>
                      </a:ext>
                    </a:extLst>
                  </p:cNvPr>
                  <p:cNvSpPr txBox="1"/>
                  <p:nvPr/>
                </p:nvSpPr>
                <p:spPr>
                  <a:xfrm>
                    <a:off x="7162009" y="961415"/>
                    <a:ext cx="2065614" cy="221207"/>
                  </a:xfrm>
                  <a:prstGeom prst="rect">
                    <a:avLst/>
                  </a:prstGeom>
                  <a:noFill/>
                </p:spPr>
                <p:txBody>
                  <a:bodyPr wrap="square" rtlCol="0">
                    <a:spAutoFit/>
                  </a:bodyPr>
                  <a:lstStyle/>
                  <a:p>
                    <a:r>
                      <a:rPr lang="en-US" altLang="zh-CN" dirty="0"/>
                      <a:t>   C        </a:t>
                    </a:r>
                    <a14:m>
                      <m:oMath xmlns:m="http://schemas.openxmlformats.org/officeDocument/2006/math">
                        <m:sSub>
                          <m:sSubPr>
                            <m:ctrlPr>
                              <a:rPr lang="en-US" altLang="zh-CN" i="1" smtClean="0">
                                <a:latin typeface="Cambria Math" panose="02040503050406030204" pitchFamily="18" charset="0"/>
                              </a:rPr>
                            </m:ctrlPr>
                          </m:sSubPr>
                          <m:e>
                            <m:r>
                              <m:rPr>
                                <m:sty m:val="p"/>
                              </m:rPr>
                              <a:rPr lang="en-US" altLang="zh-CN" i="1">
                                <a:latin typeface="Cambria Math" panose="02040503050406030204" pitchFamily="18" charset="0"/>
                              </a:rPr>
                              <m:t>T</m:t>
                            </m:r>
                          </m:e>
                          <m:sub>
                            <m:r>
                              <a:rPr lang="en-US" altLang="zh-CN" b="0" i="1" smtClean="0">
                                <a:latin typeface="Cambria Math" panose="02040503050406030204" pitchFamily="18" charset="0"/>
                              </a:rPr>
                              <m:t>1</m:t>
                            </m:r>
                          </m:sub>
                        </m:sSub>
                      </m:oMath>
                    </a14:m>
                    <a:r>
                      <a:rPr lang="zh-CN" altLang="en-US" dirty="0"/>
                      <a:t>        </a:t>
                    </a:r>
                    <a14:m>
                      <m:oMath xmlns:m="http://schemas.openxmlformats.org/officeDocument/2006/math">
                        <m:sSub>
                          <m:sSubPr>
                            <m:ctrlPr>
                              <a:rPr lang="en-US" altLang="zh-CN" i="1">
                                <a:latin typeface="Cambria Math" panose="02040503050406030204" pitchFamily="18" charset="0"/>
                              </a:rPr>
                            </m:ctrlPr>
                          </m:sSubPr>
                          <m:e>
                            <m:r>
                              <m:rPr>
                                <m:sty m:val="p"/>
                              </m:rPr>
                              <a:rPr lang="en-US" altLang="zh-CN" i="1">
                                <a:latin typeface="Cambria Math" panose="02040503050406030204" pitchFamily="18" charset="0"/>
                              </a:rPr>
                              <m:t>T</m:t>
                            </m:r>
                          </m:e>
                          <m:sub>
                            <m:r>
                              <a:rPr lang="en-US" altLang="zh-CN" b="0" i="1" smtClean="0">
                                <a:latin typeface="Cambria Math" panose="02040503050406030204" pitchFamily="18" charset="0"/>
                              </a:rPr>
                              <m:t>2</m:t>
                            </m:r>
                          </m:sub>
                        </m:sSub>
                      </m:oMath>
                    </a14:m>
                    <a:r>
                      <a:rPr lang="en-US" altLang="zh-CN" dirty="0"/>
                      <a:t> </a:t>
                    </a:r>
                    <a14:m>
                      <m:oMath xmlns:m="http://schemas.openxmlformats.org/officeDocument/2006/math">
                        <m:sSub>
                          <m:sSubPr>
                            <m:ctrlPr>
                              <a:rPr lang="en-US" altLang="zh-CN" i="1">
                                <a:latin typeface="Cambria Math" panose="02040503050406030204" pitchFamily="18" charset="0"/>
                              </a:rPr>
                            </m:ctrlPr>
                          </m:sSubPr>
                          <m:e>
                            <m:r>
                              <a:rPr lang="en-US" altLang="zh-CN" b="0" i="1" smtClean="0">
                                <a:latin typeface="Cambria Math" panose="02040503050406030204" pitchFamily="18" charset="0"/>
                              </a:rPr>
                              <m:t>       …       </m:t>
                            </m:r>
                            <m:r>
                              <m:rPr>
                                <m:sty m:val="p"/>
                              </m:rPr>
                              <a:rPr lang="en-US" altLang="zh-CN" i="1">
                                <a:latin typeface="Cambria Math" panose="02040503050406030204" pitchFamily="18" charset="0"/>
                              </a:rPr>
                              <m:t>T</m:t>
                            </m:r>
                          </m:e>
                          <m:sub>
                            <m:r>
                              <a:rPr lang="en-US" altLang="zh-CN" b="0" i="1" smtClean="0">
                                <a:latin typeface="Cambria Math" panose="02040503050406030204" pitchFamily="18" charset="0"/>
                              </a:rPr>
                              <m:t>𝑁</m:t>
                            </m:r>
                          </m:sub>
                        </m:sSub>
                      </m:oMath>
                    </a14:m>
                    <a:endParaRPr lang="zh-CN" altLang="en-US" dirty="0"/>
                  </a:p>
                </p:txBody>
              </p:sp>
            </mc:Choice>
            <mc:Fallback xmlns="">
              <p:sp>
                <p:nvSpPr>
                  <p:cNvPr id="27" name="文本框 199">
                    <a:extLst>
                      <a:ext uri="{FF2B5EF4-FFF2-40B4-BE49-F238E27FC236}">
                        <a16:creationId xmlns:a16="http://schemas.microsoft.com/office/drawing/2014/main" id="{7CFF1447-0319-5832-ACA5-F1E71FAAFF6F}"/>
                      </a:ext>
                    </a:extLst>
                  </p:cNvPr>
                  <p:cNvSpPr txBox="1">
                    <a:spLocks noRot="1" noChangeAspect="1" noMove="1" noResize="1" noEditPoints="1" noAdjustHandles="1" noChangeArrowheads="1" noChangeShapeType="1" noTextEdit="1"/>
                  </p:cNvSpPr>
                  <p:nvPr/>
                </p:nvSpPr>
                <p:spPr>
                  <a:xfrm>
                    <a:off x="7162009" y="961415"/>
                    <a:ext cx="2065614" cy="221207"/>
                  </a:xfrm>
                  <a:prstGeom prst="rect">
                    <a:avLst/>
                  </a:prstGeom>
                  <a:blipFill>
                    <a:blip r:embed="rId3"/>
                    <a:stretch>
                      <a:fillRect t="-10000" b="-26667"/>
                    </a:stretch>
                  </a:blipFill>
                </p:spPr>
                <p:txBody>
                  <a:bodyPr/>
                  <a:lstStyle/>
                  <a:p>
                    <a:r>
                      <a:rPr lang="en-US">
                        <a:noFill/>
                      </a:rPr>
                      <a:t> </a:t>
                    </a:r>
                  </a:p>
                </p:txBody>
              </p:sp>
            </mc:Fallback>
          </mc:AlternateContent>
          <p:sp>
            <p:nvSpPr>
              <p:cNvPr id="28" name="矩形 200">
                <a:extLst>
                  <a:ext uri="{FF2B5EF4-FFF2-40B4-BE49-F238E27FC236}">
                    <a16:creationId xmlns:a16="http://schemas.microsoft.com/office/drawing/2014/main" id="{AF0EC59B-8C5D-6AE4-2603-8A6EA469A1AA}"/>
                  </a:ext>
                </a:extLst>
              </p:cNvPr>
              <p:cNvSpPr/>
              <p:nvPr/>
            </p:nvSpPr>
            <p:spPr>
              <a:xfrm>
                <a:off x="7259505" y="2157143"/>
                <a:ext cx="347767" cy="186841"/>
              </a:xfrm>
              <a:prstGeom prst="rect">
                <a:avLst/>
              </a:prstGeom>
              <a:solidFill>
                <a:schemeClr val="accent4">
                  <a:lumMod val="60000"/>
                  <a:lumOff val="4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4000" dirty="0"/>
              </a:p>
            </p:txBody>
          </p:sp>
          <p:sp>
            <p:nvSpPr>
              <p:cNvPr id="29" name="矩形 201">
                <a:extLst>
                  <a:ext uri="{FF2B5EF4-FFF2-40B4-BE49-F238E27FC236}">
                    <a16:creationId xmlns:a16="http://schemas.microsoft.com/office/drawing/2014/main" id="{A355BC27-5BC8-B541-C7C0-3F24F21B1145}"/>
                  </a:ext>
                </a:extLst>
              </p:cNvPr>
              <p:cNvSpPr/>
              <p:nvPr/>
            </p:nvSpPr>
            <p:spPr>
              <a:xfrm>
                <a:off x="7642613" y="2159796"/>
                <a:ext cx="347767" cy="186841"/>
              </a:xfrm>
              <a:prstGeom prst="rect">
                <a:avLst/>
              </a:prstGeom>
              <a:solidFill>
                <a:schemeClr val="accent4">
                  <a:lumMod val="60000"/>
                  <a:lumOff val="4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4000" dirty="0"/>
              </a:p>
            </p:txBody>
          </p:sp>
          <p:sp>
            <p:nvSpPr>
              <p:cNvPr id="30" name="矩形 202">
                <a:extLst>
                  <a:ext uri="{FF2B5EF4-FFF2-40B4-BE49-F238E27FC236}">
                    <a16:creationId xmlns:a16="http://schemas.microsoft.com/office/drawing/2014/main" id="{3217EA41-CD29-F6D1-E12A-5F1BD10C6DF0}"/>
                  </a:ext>
                </a:extLst>
              </p:cNvPr>
              <p:cNvSpPr/>
              <p:nvPr/>
            </p:nvSpPr>
            <p:spPr>
              <a:xfrm>
                <a:off x="8044510" y="2160352"/>
                <a:ext cx="347767" cy="186841"/>
              </a:xfrm>
              <a:prstGeom prst="rect">
                <a:avLst/>
              </a:prstGeom>
              <a:solidFill>
                <a:schemeClr val="accent4">
                  <a:lumMod val="60000"/>
                  <a:lumOff val="4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4000" dirty="0"/>
              </a:p>
            </p:txBody>
          </p:sp>
          <p:sp>
            <p:nvSpPr>
              <p:cNvPr id="31" name="矩形 203">
                <a:extLst>
                  <a:ext uri="{FF2B5EF4-FFF2-40B4-BE49-F238E27FC236}">
                    <a16:creationId xmlns:a16="http://schemas.microsoft.com/office/drawing/2014/main" id="{E72C3768-B6FD-964B-402D-769C1337FB96}"/>
                  </a:ext>
                </a:extLst>
              </p:cNvPr>
              <p:cNvSpPr/>
              <p:nvPr/>
            </p:nvSpPr>
            <p:spPr>
              <a:xfrm>
                <a:off x="8799965" y="2157143"/>
                <a:ext cx="347767" cy="186841"/>
              </a:xfrm>
              <a:prstGeom prst="rect">
                <a:avLst/>
              </a:prstGeom>
              <a:solidFill>
                <a:schemeClr val="accent4">
                  <a:lumMod val="60000"/>
                  <a:lumOff val="4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4000" dirty="0"/>
              </a:p>
            </p:txBody>
          </p:sp>
          <mc:AlternateContent xmlns:mc="http://schemas.openxmlformats.org/markup-compatibility/2006" xmlns:a14="http://schemas.microsoft.com/office/drawing/2010/main">
            <mc:Choice Requires="a14">
              <p:sp>
                <p:nvSpPr>
                  <p:cNvPr id="32" name="文本框 204">
                    <a:extLst>
                      <a:ext uri="{FF2B5EF4-FFF2-40B4-BE49-F238E27FC236}">
                        <a16:creationId xmlns:a16="http://schemas.microsoft.com/office/drawing/2014/main" id="{B9F0CEC6-972C-CE88-EA17-8130F71812FA}"/>
                      </a:ext>
                    </a:extLst>
                  </p:cNvPr>
                  <p:cNvSpPr txBox="1"/>
                  <p:nvPr/>
                </p:nvSpPr>
                <p:spPr>
                  <a:xfrm>
                    <a:off x="7211226" y="2130110"/>
                    <a:ext cx="2065614" cy="237490"/>
                  </a:xfrm>
                  <a:prstGeom prst="rect">
                    <a:avLst/>
                  </a:prstGeom>
                  <a:noFill/>
                </p:spPr>
                <p:txBody>
                  <a:bodyPr wrap="square" rtlCol="0">
                    <a:spAutoFit/>
                  </a:bodyPr>
                  <a:lstStyle/>
                  <a:p>
                    <a14:m>
                      <m:oMath xmlns:m="http://schemas.openxmlformats.org/officeDocument/2006/math">
                        <m:sSub>
                          <m:sSubPr>
                            <m:ctrlPr>
                              <a:rPr lang="en-US" altLang="zh-CN" i="1" smtClean="0">
                                <a:latin typeface="Cambria Math" panose="02040503050406030204" pitchFamily="18" charset="0"/>
                              </a:rPr>
                            </m:ctrlPr>
                          </m:sSubPr>
                          <m:e>
                            <m:r>
                              <a:rPr lang="en-US" altLang="zh-CN" b="0" i="1" smtClean="0">
                                <a:latin typeface="Cambria Math" panose="02040503050406030204" pitchFamily="18" charset="0"/>
                              </a:rPr>
                              <m:t>𝐸</m:t>
                            </m:r>
                          </m:e>
                          <m:sub>
                            <m:r>
                              <a:rPr lang="en-US" altLang="zh-CN" b="0" i="1" smtClean="0">
                                <a:latin typeface="Cambria Math" panose="02040503050406030204" pitchFamily="18" charset="0"/>
                              </a:rPr>
                              <m:t>[</m:t>
                            </m:r>
                            <m:r>
                              <a:rPr lang="en-US" altLang="zh-CN" b="0" i="1" smtClean="0">
                                <a:latin typeface="Cambria Math" panose="02040503050406030204" pitchFamily="18" charset="0"/>
                              </a:rPr>
                              <m:t>𝐶𝐿𝑆</m:t>
                            </m:r>
                            <m:r>
                              <a:rPr lang="en-US" altLang="zh-CN" b="0" i="1" smtClean="0">
                                <a:latin typeface="Cambria Math" panose="02040503050406030204" pitchFamily="18" charset="0"/>
                              </a:rPr>
                              <m:t>]</m:t>
                            </m:r>
                          </m:sub>
                        </m:sSub>
                      </m:oMath>
                    </a14:m>
                    <a:r>
                      <a:rPr lang="en-US" altLang="zh-CN" dirty="0"/>
                      <a:t>     </a:t>
                    </a:r>
                    <a14:m>
                      <m:oMath xmlns:m="http://schemas.openxmlformats.org/officeDocument/2006/math">
                        <m:sSub>
                          <m:sSubPr>
                            <m:ctrlPr>
                              <a:rPr lang="en-US" altLang="zh-CN" i="1" smtClean="0">
                                <a:latin typeface="Cambria Math" panose="02040503050406030204" pitchFamily="18" charset="0"/>
                              </a:rPr>
                            </m:ctrlPr>
                          </m:sSubPr>
                          <m:e>
                            <m:r>
                              <a:rPr lang="en-US" altLang="zh-CN" b="0" i="1" smtClean="0">
                                <a:latin typeface="Cambria Math" panose="02040503050406030204" pitchFamily="18" charset="0"/>
                              </a:rPr>
                              <m:t>𝐸</m:t>
                            </m:r>
                          </m:e>
                          <m:sub>
                            <m:r>
                              <a:rPr lang="en-US" altLang="zh-CN" b="0" i="1" smtClean="0">
                                <a:latin typeface="Cambria Math" panose="02040503050406030204" pitchFamily="18" charset="0"/>
                              </a:rPr>
                              <m:t>1</m:t>
                            </m:r>
                          </m:sub>
                        </m:sSub>
                      </m:oMath>
                    </a14:m>
                    <a:r>
                      <a:rPr lang="zh-CN" altLang="en-US" dirty="0"/>
                      <a:t>      </a:t>
                    </a:r>
                    <a14:m>
                      <m:oMath xmlns:m="http://schemas.openxmlformats.org/officeDocument/2006/math">
                        <m:sSub>
                          <m:sSubPr>
                            <m:ctrlPr>
                              <a:rPr lang="en-US" altLang="zh-CN" i="1">
                                <a:latin typeface="Cambria Math" panose="02040503050406030204" pitchFamily="18" charset="0"/>
                              </a:rPr>
                            </m:ctrlPr>
                          </m:sSubPr>
                          <m:e>
                            <m:r>
                              <a:rPr lang="en-US" altLang="zh-CN" b="0" i="1" smtClean="0">
                                <a:latin typeface="Cambria Math" panose="02040503050406030204" pitchFamily="18" charset="0"/>
                              </a:rPr>
                              <m:t>𝐸</m:t>
                            </m:r>
                          </m:e>
                          <m:sub>
                            <m:r>
                              <a:rPr lang="en-US" altLang="zh-CN" b="0" i="1" smtClean="0">
                                <a:latin typeface="Cambria Math" panose="02040503050406030204" pitchFamily="18" charset="0"/>
                              </a:rPr>
                              <m:t>2</m:t>
                            </m:r>
                          </m:sub>
                        </m:sSub>
                      </m:oMath>
                    </a14:m>
                    <a:r>
                      <a:rPr lang="en-US" altLang="zh-CN" dirty="0"/>
                      <a:t> </a:t>
                    </a:r>
                    <a14:m>
                      <m:oMath xmlns:m="http://schemas.openxmlformats.org/officeDocument/2006/math">
                        <m:sSub>
                          <m:sSubPr>
                            <m:ctrlPr>
                              <a:rPr lang="en-US" altLang="zh-CN" i="1">
                                <a:latin typeface="Cambria Math" panose="02040503050406030204" pitchFamily="18" charset="0"/>
                              </a:rPr>
                            </m:ctrlPr>
                          </m:sSubPr>
                          <m:e>
                            <m:r>
                              <a:rPr lang="en-US" altLang="zh-CN" b="0" i="1" smtClean="0">
                                <a:latin typeface="Cambria Math" panose="02040503050406030204" pitchFamily="18" charset="0"/>
                              </a:rPr>
                              <m:t>     </m:t>
                            </m:r>
                            <m:r>
                              <a:rPr lang="zh-CN" altLang="en-US" b="0" i="1" smtClean="0">
                                <a:latin typeface="Cambria Math" panose="02040503050406030204" pitchFamily="18" charset="0"/>
                              </a:rPr>
                              <m:t> </m:t>
                            </m:r>
                            <m:r>
                              <a:rPr lang="en-US" altLang="zh-CN" b="0" i="1" smtClean="0">
                                <a:latin typeface="Cambria Math" panose="02040503050406030204" pitchFamily="18" charset="0"/>
                              </a:rPr>
                              <m:t> … </m:t>
                            </m:r>
                            <m:r>
                              <a:rPr lang="zh-CN" altLang="en-US" b="0" i="1" smtClean="0">
                                <a:latin typeface="Cambria Math" panose="02040503050406030204" pitchFamily="18" charset="0"/>
                              </a:rPr>
                              <m:t> </m:t>
                            </m:r>
                            <m:r>
                              <a:rPr lang="en-US" altLang="zh-CN" b="0" i="1" smtClean="0">
                                <a:latin typeface="Cambria Math" panose="02040503050406030204" pitchFamily="18" charset="0"/>
                              </a:rPr>
                              <m:t>      </m:t>
                            </m:r>
                            <m:r>
                              <a:rPr lang="en-US" altLang="zh-CN" b="0" i="1" smtClean="0">
                                <a:latin typeface="Cambria Math" panose="02040503050406030204" pitchFamily="18" charset="0"/>
                              </a:rPr>
                              <m:t>𝐸</m:t>
                            </m:r>
                          </m:e>
                          <m:sub>
                            <m:r>
                              <a:rPr lang="en-US" altLang="zh-CN" b="0" i="1" smtClean="0">
                                <a:latin typeface="Cambria Math" panose="02040503050406030204" pitchFamily="18" charset="0"/>
                              </a:rPr>
                              <m:t>𝑁</m:t>
                            </m:r>
                          </m:sub>
                        </m:sSub>
                      </m:oMath>
                    </a14:m>
                    <a:endParaRPr lang="zh-CN" altLang="en-US" dirty="0"/>
                  </a:p>
                </p:txBody>
              </p:sp>
            </mc:Choice>
            <mc:Fallback xmlns="">
              <p:sp>
                <p:nvSpPr>
                  <p:cNvPr id="32" name="文本框 204">
                    <a:extLst>
                      <a:ext uri="{FF2B5EF4-FFF2-40B4-BE49-F238E27FC236}">
                        <a16:creationId xmlns:a16="http://schemas.microsoft.com/office/drawing/2014/main" id="{B9F0CEC6-972C-CE88-EA17-8130F71812FA}"/>
                      </a:ext>
                    </a:extLst>
                  </p:cNvPr>
                  <p:cNvSpPr txBox="1">
                    <a:spLocks noRot="1" noChangeAspect="1" noMove="1" noResize="1" noEditPoints="1" noAdjustHandles="1" noChangeArrowheads="1" noChangeShapeType="1" noTextEdit="1"/>
                  </p:cNvSpPr>
                  <p:nvPr/>
                </p:nvSpPr>
                <p:spPr>
                  <a:xfrm>
                    <a:off x="7211226" y="2130110"/>
                    <a:ext cx="2065614" cy="237490"/>
                  </a:xfrm>
                  <a:prstGeom prst="rect">
                    <a:avLst/>
                  </a:prstGeom>
                  <a:blipFill>
                    <a:blip r:embed="rId4"/>
                    <a:stretch>
                      <a:fillRect b="-6061"/>
                    </a:stretch>
                  </a:blipFill>
                </p:spPr>
                <p:txBody>
                  <a:bodyPr/>
                  <a:lstStyle/>
                  <a:p>
                    <a:r>
                      <a:rPr lang="en-US">
                        <a:noFill/>
                      </a:rPr>
                      <a:t> </a:t>
                    </a:r>
                  </a:p>
                </p:txBody>
              </p:sp>
            </mc:Fallback>
          </mc:AlternateContent>
        </p:grpSp>
        <p:grpSp>
          <p:nvGrpSpPr>
            <p:cNvPr id="8" name="组合 274">
              <a:extLst>
                <a:ext uri="{FF2B5EF4-FFF2-40B4-BE49-F238E27FC236}">
                  <a16:creationId xmlns:a16="http://schemas.microsoft.com/office/drawing/2014/main" id="{E451D65B-985A-0BD4-A7D5-C9358F3BF83B}"/>
                </a:ext>
              </a:extLst>
            </p:cNvPr>
            <p:cNvGrpSpPr/>
            <p:nvPr/>
          </p:nvGrpSpPr>
          <p:grpSpPr>
            <a:xfrm>
              <a:off x="7209978" y="2515785"/>
              <a:ext cx="2065614" cy="221207"/>
              <a:chOff x="7209978" y="2515785"/>
              <a:chExt cx="2065614" cy="221207"/>
            </a:xfrm>
          </p:grpSpPr>
          <p:sp>
            <p:nvSpPr>
              <p:cNvPr id="17" name="矩形: 剪去顶角 265">
                <a:extLst>
                  <a:ext uri="{FF2B5EF4-FFF2-40B4-BE49-F238E27FC236}">
                    <a16:creationId xmlns:a16="http://schemas.microsoft.com/office/drawing/2014/main" id="{60B43F8C-7137-B9F4-0F89-91350662ABB8}"/>
                  </a:ext>
                </a:extLst>
              </p:cNvPr>
              <p:cNvSpPr/>
              <p:nvPr/>
            </p:nvSpPr>
            <p:spPr>
              <a:xfrm>
                <a:off x="7259505" y="2527963"/>
                <a:ext cx="339425" cy="206683"/>
              </a:xfrm>
              <a:prstGeom prst="snip2SameRect">
                <a:avLst/>
              </a:prstGeom>
              <a:solidFill>
                <a:schemeClr val="accent2">
                  <a:lumMod val="60000"/>
                  <a:lumOff val="4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4000"/>
              </a:p>
            </p:txBody>
          </p:sp>
          <p:sp>
            <p:nvSpPr>
              <p:cNvPr id="18" name="矩形: 剪去顶角 266">
                <a:extLst>
                  <a:ext uri="{FF2B5EF4-FFF2-40B4-BE49-F238E27FC236}">
                    <a16:creationId xmlns:a16="http://schemas.microsoft.com/office/drawing/2014/main" id="{E48F4607-11B7-597A-D9A0-1A1C6D4E5B97}"/>
                  </a:ext>
                </a:extLst>
              </p:cNvPr>
              <p:cNvSpPr/>
              <p:nvPr/>
            </p:nvSpPr>
            <p:spPr>
              <a:xfrm>
                <a:off x="7652389" y="2527963"/>
                <a:ext cx="339425" cy="206683"/>
              </a:xfrm>
              <a:prstGeom prst="snip2SameRect">
                <a:avLst/>
              </a:prstGeom>
              <a:solidFill>
                <a:schemeClr val="accent2">
                  <a:lumMod val="60000"/>
                  <a:lumOff val="4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4000" dirty="0"/>
              </a:p>
            </p:txBody>
          </p:sp>
          <p:sp>
            <p:nvSpPr>
              <p:cNvPr id="19" name="矩形: 剪去顶角 267">
                <a:extLst>
                  <a:ext uri="{FF2B5EF4-FFF2-40B4-BE49-F238E27FC236}">
                    <a16:creationId xmlns:a16="http://schemas.microsoft.com/office/drawing/2014/main" id="{7E35237E-236A-F191-1AC4-167BBAA7F1A7}"/>
                  </a:ext>
                </a:extLst>
              </p:cNvPr>
              <p:cNvSpPr/>
              <p:nvPr/>
            </p:nvSpPr>
            <p:spPr>
              <a:xfrm>
                <a:off x="8037161" y="2527963"/>
                <a:ext cx="339425" cy="206683"/>
              </a:xfrm>
              <a:prstGeom prst="snip2SameRect">
                <a:avLst/>
              </a:prstGeom>
              <a:solidFill>
                <a:schemeClr val="accent2">
                  <a:lumMod val="60000"/>
                  <a:lumOff val="4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4000"/>
              </a:p>
            </p:txBody>
          </p:sp>
          <p:sp>
            <p:nvSpPr>
              <p:cNvPr id="20" name="矩形: 剪去顶角 268">
                <a:extLst>
                  <a:ext uri="{FF2B5EF4-FFF2-40B4-BE49-F238E27FC236}">
                    <a16:creationId xmlns:a16="http://schemas.microsoft.com/office/drawing/2014/main" id="{5EF37A10-AA57-B13B-2E34-2F5CB220051D}"/>
                  </a:ext>
                </a:extLst>
              </p:cNvPr>
              <p:cNvSpPr/>
              <p:nvPr/>
            </p:nvSpPr>
            <p:spPr>
              <a:xfrm>
                <a:off x="8806667" y="2523073"/>
                <a:ext cx="339425" cy="206683"/>
              </a:xfrm>
              <a:prstGeom prst="snip2SameRect">
                <a:avLst/>
              </a:prstGeom>
              <a:solidFill>
                <a:schemeClr val="accent2">
                  <a:lumMod val="60000"/>
                  <a:lumOff val="4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4000"/>
              </a:p>
            </p:txBody>
          </p:sp>
          <p:sp>
            <p:nvSpPr>
              <p:cNvPr id="21" name="文本框 269">
                <a:extLst>
                  <a:ext uri="{FF2B5EF4-FFF2-40B4-BE49-F238E27FC236}">
                    <a16:creationId xmlns:a16="http://schemas.microsoft.com/office/drawing/2014/main" id="{6F0DCB7A-D750-EA3D-3A9B-9B26D6CFB04F}"/>
                  </a:ext>
                </a:extLst>
              </p:cNvPr>
              <p:cNvSpPr txBox="1"/>
              <p:nvPr/>
            </p:nvSpPr>
            <p:spPr>
              <a:xfrm>
                <a:off x="7209978" y="2515785"/>
                <a:ext cx="2065614" cy="221207"/>
              </a:xfrm>
              <a:prstGeom prst="rect">
                <a:avLst/>
              </a:prstGeom>
              <a:noFill/>
            </p:spPr>
            <p:txBody>
              <a:bodyPr wrap="square" rtlCol="0">
                <a:spAutoFit/>
              </a:bodyPr>
              <a:lstStyle/>
              <a:p>
                <a:r>
                  <a:rPr lang="en-US" altLang="zh-CN" dirty="0"/>
                  <a:t>[CLS]   </a:t>
                </a:r>
                <a:r>
                  <a:rPr lang="zh-CN" altLang="en-US" dirty="0"/>
                  <a:t>  我       喜</a:t>
                </a:r>
                <a:r>
                  <a:rPr lang="en-US" altLang="zh-CN" dirty="0"/>
                  <a:t>     </a:t>
                </a:r>
                <a:r>
                  <a:rPr lang="zh-CN" altLang="en-US" dirty="0"/>
                  <a:t> </a:t>
                </a:r>
                <a:r>
                  <a:rPr lang="en-US" altLang="zh-CN" dirty="0"/>
                  <a:t>…</a:t>
                </a:r>
                <a:r>
                  <a:rPr lang="zh-CN" altLang="en-US" dirty="0"/>
                  <a:t>      菜</a:t>
                </a:r>
              </a:p>
            </p:txBody>
          </p:sp>
        </p:grpSp>
        <p:sp>
          <p:nvSpPr>
            <p:cNvPr id="9" name="箭头: 上 270">
              <a:extLst>
                <a:ext uri="{FF2B5EF4-FFF2-40B4-BE49-F238E27FC236}">
                  <a16:creationId xmlns:a16="http://schemas.microsoft.com/office/drawing/2014/main" id="{04735769-7E0A-EA69-D641-996FB7FBD8A6}"/>
                </a:ext>
              </a:extLst>
            </p:cNvPr>
            <p:cNvSpPr/>
            <p:nvPr/>
          </p:nvSpPr>
          <p:spPr>
            <a:xfrm>
              <a:off x="7367827" y="2382422"/>
              <a:ext cx="131569" cy="114797"/>
            </a:xfrm>
            <a:prstGeom prst="upArrow">
              <a:avLst/>
            </a:prstGeom>
            <a:solidFill>
              <a:schemeClr val="bg2"/>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4000"/>
            </a:p>
          </p:txBody>
        </p:sp>
        <p:sp>
          <p:nvSpPr>
            <p:cNvPr id="10" name="箭头: 上 271">
              <a:extLst>
                <a:ext uri="{FF2B5EF4-FFF2-40B4-BE49-F238E27FC236}">
                  <a16:creationId xmlns:a16="http://schemas.microsoft.com/office/drawing/2014/main" id="{59A21C3A-52F1-A327-F179-811B0017AFEF}"/>
                </a:ext>
              </a:extLst>
            </p:cNvPr>
            <p:cNvSpPr/>
            <p:nvPr/>
          </p:nvSpPr>
          <p:spPr>
            <a:xfrm>
              <a:off x="7754889" y="2382421"/>
              <a:ext cx="131569" cy="114797"/>
            </a:xfrm>
            <a:prstGeom prst="upArrow">
              <a:avLst/>
            </a:prstGeom>
            <a:solidFill>
              <a:schemeClr val="bg2"/>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4000"/>
            </a:p>
          </p:txBody>
        </p:sp>
        <p:sp>
          <p:nvSpPr>
            <p:cNvPr id="11" name="箭头: 上 272">
              <a:extLst>
                <a:ext uri="{FF2B5EF4-FFF2-40B4-BE49-F238E27FC236}">
                  <a16:creationId xmlns:a16="http://schemas.microsoft.com/office/drawing/2014/main" id="{1B8B7276-D33B-9155-7AF8-98C6FB4D3383}"/>
                </a:ext>
              </a:extLst>
            </p:cNvPr>
            <p:cNvSpPr/>
            <p:nvPr/>
          </p:nvSpPr>
          <p:spPr>
            <a:xfrm>
              <a:off x="8141951" y="2392001"/>
              <a:ext cx="131569" cy="114797"/>
            </a:xfrm>
            <a:prstGeom prst="upArrow">
              <a:avLst/>
            </a:prstGeom>
            <a:solidFill>
              <a:schemeClr val="bg2"/>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4000"/>
            </a:p>
          </p:txBody>
        </p:sp>
        <p:sp>
          <p:nvSpPr>
            <p:cNvPr id="12" name="箭头: 上 273">
              <a:extLst>
                <a:ext uri="{FF2B5EF4-FFF2-40B4-BE49-F238E27FC236}">
                  <a16:creationId xmlns:a16="http://schemas.microsoft.com/office/drawing/2014/main" id="{8C37B3FF-E179-D9D9-1AB6-3D3BDA6E4366}"/>
                </a:ext>
              </a:extLst>
            </p:cNvPr>
            <p:cNvSpPr/>
            <p:nvPr/>
          </p:nvSpPr>
          <p:spPr>
            <a:xfrm>
              <a:off x="8917931" y="2384617"/>
              <a:ext cx="131569" cy="114797"/>
            </a:xfrm>
            <a:prstGeom prst="upArrow">
              <a:avLst/>
            </a:prstGeom>
            <a:solidFill>
              <a:schemeClr val="bg2"/>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4000"/>
            </a:p>
          </p:txBody>
        </p:sp>
        <p:sp>
          <p:nvSpPr>
            <p:cNvPr id="15" name="箭头: 上 299">
              <a:extLst>
                <a:ext uri="{FF2B5EF4-FFF2-40B4-BE49-F238E27FC236}">
                  <a16:creationId xmlns:a16="http://schemas.microsoft.com/office/drawing/2014/main" id="{53D711F5-685B-E93F-9400-2297157D8D77}"/>
                </a:ext>
              </a:extLst>
            </p:cNvPr>
            <p:cNvSpPr/>
            <p:nvPr/>
          </p:nvSpPr>
          <p:spPr>
            <a:xfrm>
              <a:off x="7342870" y="858070"/>
              <a:ext cx="131569" cy="114797"/>
            </a:xfrm>
            <a:prstGeom prst="upArrow">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4000"/>
            </a:p>
          </p:txBody>
        </p:sp>
        <p:sp>
          <p:nvSpPr>
            <p:cNvPr id="16" name="文本框 300">
              <a:extLst>
                <a:ext uri="{FF2B5EF4-FFF2-40B4-BE49-F238E27FC236}">
                  <a16:creationId xmlns:a16="http://schemas.microsoft.com/office/drawing/2014/main" id="{76B6AD40-D26A-83BB-F382-E170CBF43482}"/>
                </a:ext>
              </a:extLst>
            </p:cNvPr>
            <p:cNvSpPr txBox="1"/>
            <p:nvPr/>
          </p:nvSpPr>
          <p:spPr>
            <a:xfrm>
              <a:off x="7232998" y="583052"/>
              <a:ext cx="515547" cy="221207"/>
            </a:xfrm>
            <a:prstGeom prst="rect">
              <a:avLst/>
            </a:prstGeom>
            <a:noFill/>
          </p:spPr>
          <p:txBody>
            <a:bodyPr wrap="square" rtlCol="0">
              <a:spAutoFit/>
            </a:bodyPr>
            <a:lstStyle/>
            <a:p>
              <a:r>
                <a:rPr lang="zh-CN" altLang="en-US" dirty="0"/>
                <a:t>积极</a:t>
              </a:r>
            </a:p>
          </p:txBody>
        </p:sp>
      </p:grpSp>
    </p:spTree>
    <p:extLst>
      <p:ext uri="{BB962C8B-B14F-4D97-AF65-F5344CB8AC3E}">
        <p14:creationId xmlns:p14="http://schemas.microsoft.com/office/powerpoint/2010/main" val="775208135"/>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8527C1B-D81F-E476-359A-F4E68A00A9D3}"/>
            </a:ext>
          </a:extLst>
        </p:cNvPr>
        <p:cNvGrpSpPr/>
        <p:nvPr/>
      </p:nvGrpSpPr>
      <p:grpSpPr>
        <a:xfrm>
          <a:off x="0" y="0"/>
          <a:ext cx="0" cy="0"/>
          <a:chOff x="0" y="0"/>
          <a:chExt cx="0" cy="0"/>
        </a:xfrm>
      </p:grpSpPr>
      <p:sp>
        <p:nvSpPr>
          <p:cNvPr id="2" name="标题 1">
            <a:extLst>
              <a:ext uri="{FF2B5EF4-FFF2-40B4-BE49-F238E27FC236}">
                <a16:creationId xmlns:a16="http://schemas.microsoft.com/office/drawing/2014/main" id="{BE151268-426C-9C93-D57A-728052A14E11}"/>
              </a:ext>
            </a:extLst>
          </p:cNvPr>
          <p:cNvSpPr>
            <a:spLocks noGrp="1"/>
          </p:cNvSpPr>
          <p:nvPr>
            <p:ph type="title"/>
          </p:nvPr>
        </p:nvSpPr>
        <p:spPr/>
        <p:txBody>
          <a:bodyPr/>
          <a:lstStyle/>
          <a:p>
            <a:r>
              <a:rPr lang="en-US" altLang="zh-CN" dirty="0"/>
              <a:t>Transformer</a:t>
            </a:r>
            <a:r>
              <a:rPr lang="zh-CN" altLang="en-US" dirty="0"/>
              <a:t>编码器在文本处理中的应用</a:t>
            </a:r>
          </a:p>
        </p:txBody>
      </p:sp>
      <p:sp>
        <p:nvSpPr>
          <p:cNvPr id="4" name="Content Placeholder 3">
            <a:extLst>
              <a:ext uri="{FF2B5EF4-FFF2-40B4-BE49-F238E27FC236}">
                <a16:creationId xmlns:a16="http://schemas.microsoft.com/office/drawing/2014/main" id="{1907F862-80F2-29C7-0BF9-6D9BC6E1D87E}"/>
              </a:ext>
            </a:extLst>
          </p:cNvPr>
          <p:cNvSpPr>
            <a:spLocks noGrp="1"/>
          </p:cNvSpPr>
          <p:nvPr>
            <p:ph idx="1"/>
          </p:nvPr>
        </p:nvSpPr>
        <p:spPr>
          <a:xfrm>
            <a:off x="838201" y="1033670"/>
            <a:ext cx="5257800" cy="5143293"/>
          </a:xfrm>
        </p:spPr>
        <p:txBody>
          <a:bodyPr>
            <a:normAutofit/>
          </a:bodyPr>
          <a:lstStyle/>
          <a:p>
            <a:pPr indent="-457200">
              <a:lnSpc>
                <a:spcPct val="180000"/>
              </a:lnSpc>
              <a:spcBef>
                <a:spcPts val="0"/>
              </a:spcBef>
              <a:buFont typeface="Wingdings" panose="05000000000000000000" pitchFamily="2" charset="2"/>
              <a:buChar char="p"/>
            </a:pPr>
            <a:r>
              <a:rPr lang="en-US" altLang="zh-CN" dirty="0"/>
              <a:t>Transformer</a:t>
            </a:r>
            <a:r>
              <a:rPr lang="zh-CN" altLang="en-US" dirty="0"/>
              <a:t>编码器学到了什么？</a:t>
            </a:r>
            <a:endParaRPr lang="en-US" altLang="zh-CN" dirty="0"/>
          </a:p>
          <a:p>
            <a:pPr lvl="2" indent="-457200">
              <a:lnSpc>
                <a:spcPct val="180000"/>
              </a:lnSpc>
              <a:spcBef>
                <a:spcPts val="0"/>
              </a:spcBef>
              <a:buFont typeface="Wingdings" panose="05000000000000000000" pitchFamily="2" charset="2"/>
              <a:buChar char="p"/>
            </a:pPr>
            <a:r>
              <a:rPr lang="zh-CN" altLang="en-US" dirty="0"/>
              <a:t>从不同层提取文本片段的特征</a:t>
            </a:r>
          </a:p>
          <a:p>
            <a:pPr lvl="2" indent="-457200">
              <a:lnSpc>
                <a:spcPct val="180000"/>
              </a:lnSpc>
              <a:spcBef>
                <a:spcPts val="0"/>
              </a:spcBef>
              <a:buFont typeface="Wingdings" panose="05000000000000000000" pitchFamily="2" charset="2"/>
              <a:buChar char="p"/>
            </a:pPr>
            <a:r>
              <a:rPr lang="zh-CN" altLang="en-US" dirty="0"/>
              <a:t>运行聚类算法并可视化结果</a:t>
            </a:r>
          </a:p>
          <a:p>
            <a:pPr lvl="2" indent="-457200">
              <a:lnSpc>
                <a:spcPct val="180000"/>
              </a:lnSpc>
              <a:spcBef>
                <a:spcPts val="0"/>
              </a:spcBef>
              <a:buFont typeface="Wingdings" panose="05000000000000000000" pitchFamily="2" charset="2"/>
              <a:buChar char="p"/>
            </a:pPr>
            <a:r>
              <a:rPr lang="zh-CN" altLang="en-US" dirty="0"/>
              <a:t>每个节点对应一个文本片段，颜色表示词性（词类）标签</a:t>
            </a:r>
          </a:p>
          <a:p>
            <a:pPr lvl="2" indent="-457200">
              <a:lnSpc>
                <a:spcPct val="180000"/>
              </a:lnSpc>
              <a:spcBef>
                <a:spcPts val="0"/>
              </a:spcBef>
              <a:buFont typeface="Wingdings" panose="05000000000000000000" pitchFamily="2" charset="2"/>
              <a:buChar char="p"/>
            </a:pPr>
            <a:r>
              <a:rPr lang="en-US" altLang="zh-CN" dirty="0"/>
              <a:t>Transformer</a:t>
            </a:r>
            <a:r>
              <a:rPr lang="zh-CN" altLang="en-US" dirty="0"/>
              <a:t>在较低层主要捕捉短语级信息，而在更高层这些信息逐渐被稀释。</a:t>
            </a:r>
          </a:p>
        </p:txBody>
      </p:sp>
      <p:sp>
        <p:nvSpPr>
          <p:cNvPr id="3" name="TextBox 2">
            <a:extLst>
              <a:ext uri="{FF2B5EF4-FFF2-40B4-BE49-F238E27FC236}">
                <a16:creationId xmlns:a16="http://schemas.microsoft.com/office/drawing/2014/main" id="{1BECAD82-17D0-C84F-DAF4-374D2C6420A5}"/>
              </a:ext>
            </a:extLst>
          </p:cNvPr>
          <p:cNvSpPr txBox="1"/>
          <p:nvPr/>
        </p:nvSpPr>
        <p:spPr>
          <a:xfrm>
            <a:off x="5486401" y="6176963"/>
            <a:ext cx="6705599" cy="646331"/>
          </a:xfrm>
          <a:prstGeom prst="rect">
            <a:avLst/>
          </a:prstGeom>
          <a:noFill/>
        </p:spPr>
        <p:txBody>
          <a:bodyPr wrap="square">
            <a:spAutoFit/>
          </a:bodyPr>
          <a:lstStyle/>
          <a:p>
            <a:r>
              <a:rPr lang="en-US" dirty="0">
                <a:latin typeface="Calibri" panose="020F0502020204030204" pitchFamily="34" charset="0"/>
                <a:cs typeface="Calibri" panose="020F0502020204030204" pitchFamily="34" charset="0"/>
              </a:rPr>
              <a:t>Jawahar, Ganesh, Benoît Sagot, and </a:t>
            </a:r>
            <a:r>
              <a:rPr lang="en-US" dirty="0" err="1">
                <a:latin typeface="Calibri" panose="020F0502020204030204" pitchFamily="34" charset="0"/>
                <a:cs typeface="Calibri" panose="020F0502020204030204" pitchFamily="34" charset="0"/>
              </a:rPr>
              <a:t>Djamé</a:t>
            </a:r>
            <a:r>
              <a:rPr lang="en-US" dirty="0">
                <a:latin typeface="Calibri" panose="020F0502020204030204" pitchFamily="34" charset="0"/>
                <a:cs typeface="Calibri" panose="020F0502020204030204" pitchFamily="34" charset="0"/>
              </a:rPr>
              <a:t> </a:t>
            </a:r>
            <a:r>
              <a:rPr lang="en-US" dirty="0" err="1">
                <a:latin typeface="Calibri" panose="020F0502020204030204" pitchFamily="34" charset="0"/>
                <a:cs typeface="Calibri" panose="020F0502020204030204" pitchFamily="34" charset="0"/>
              </a:rPr>
              <a:t>Seddah</a:t>
            </a:r>
            <a:r>
              <a:rPr lang="en-US" altLang="zh-CN" dirty="0">
                <a:latin typeface="Calibri" panose="020F0502020204030204" pitchFamily="34" charset="0"/>
                <a:cs typeface="Calibri" panose="020F0502020204030204" pitchFamily="34" charset="0"/>
              </a:rPr>
              <a:t>.</a:t>
            </a:r>
            <a:r>
              <a:rPr lang="en-US" dirty="0">
                <a:latin typeface="Calibri" panose="020F0502020204030204" pitchFamily="34" charset="0"/>
                <a:cs typeface="Calibri" panose="020F0502020204030204" pitchFamily="34" charset="0"/>
              </a:rPr>
              <a:t> What does BERT learn about the structure of language?</a:t>
            </a:r>
            <a:r>
              <a:rPr lang="zh-CN" altLang="en-US" dirty="0">
                <a:latin typeface="Calibri" panose="020F0502020204030204" pitchFamily="34" charset="0"/>
                <a:cs typeface="Calibri" panose="020F0502020204030204" pitchFamily="34" charset="0"/>
              </a:rPr>
              <a:t> </a:t>
            </a:r>
            <a:r>
              <a:rPr lang="en-US" altLang="zh-CN" dirty="0">
                <a:latin typeface="Calibri" panose="020F0502020204030204" pitchFamily="34" charset="0"/>
                <a:cs typeface="Calibri" panose="020F0502020204030204" pitchFamily="34" charset="0"/>
              </a:rPr>
              <a:t>ACL-2019</a:t>
            </a:r>
            <a:endParaRPr lang="en-US" dirty="0">
              <a:latin typeface="Calibri" panose="020F0502020204030204" pitchFamily="34" charset="0"/>
              <a:cs typeface="Calibri" panose="020F0502020204030204" pitchFamily="34" charset="0"/>
            </a:endParaRPr>
          </a:p>
        </p:txBody>
      </p:sp>
      <p:pic>
        <p:nvPicPr>
          <p:cNvPr id="5" name="Picture 4">
            <a:extLst>
              <a:ext uri="{FF2B5EF4-FFF2-40B4-BE49-F238E27FC236}">
                <a16:creationId xmlns:a16="http://schemas.microsoft.com/office/drawing/2014/main" id="{BEA88226-CC67-3EDF-01C9-5EDDDF42DD27}"/>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573078" y="1258887"/>
            <a:ext cx="4467880" cy="2170113"/>
          </a:xfrm>
          <a:prstGeom prst="rect">
            <a:avLst/>
          </a:prstGeom>
        </p:spPr>
      </p:pic>
      <p:pic>
        <p:nvPicPr>
          <p:cNvPr id="6" name="Picture 5">
            <a:extLst>
              <a:ext uri="{FF2B5EF4-FFF2-40B4-BE49-F238E27FC236}">
                <a16:creationId xmlns:a16="http://schemas.microsoft.com/office/drawing/2014/main" id="{8AB1F471-1D81-0431-FDD9-1E75F51BA382}"/>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6986622" y="3429000"/>
            <a:ext cx="4659312" cy="2355070"/>
          </a:xfrm>
          <a:prstGeom prst="rect">
            <a:avLst/>
          </a:prstGeom>
        </p:spPr>
      </p:pic>
    </p:spTree>
    <p:extLst>
      <p:ext uri="{BB962C8B-B14F-4D97-AF65-F5344CB8AC3E}">
        <p14:creationId xmlns:p14="http://schemas.microsoft.com/office/powerpoint/2010/main" val="924836700"/>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74768E8-7C64-66DA-4163-BD99464F87D1}"/>
            </a:ext>
          </a:extLst>
        </p:cNvPr>
        <p:cNvGrpSpPr/>
        <p:nvPr/>
      </p:nvGrpSpPr>
      <p:grpSpPr>
        <a:xfrm>
          <a:off x="0" y="0"/>
          <a:ext cx="0" cy="0"/>
          <a:chOff x="0" y="0"/>
          <a:chExt cx="0" cy="0"/>
        </a:xfrm>
      </p:grpSpPr>
      <p:sp>
        <p:nvSpPr>
          <p:cNvPr id="2" name="标题 1">
            <a:extLst>
              <a:ext uri="{FF2B5EF4-FFF2-40B4-BE49-F238E27FC236}">
                <a16:creationId xmlns:a16="http://schemas.microsoft.com/office/drawing/2014/main" id="{C92972C6-2234-E274-482E-1CC660BA281D}"/>
              </a:ext>
            </a:extLst>
          </p:cNvPr>
          <p:cNvSpPr>
            <a:spLocks noGrp="1"/>
          </p:cNvSpPr>
          <p:nvPr>
            <p:ph type="title"/>
          </p:nvPr>
        </p:nvSpPr>
        <p:spPr/>
        <p:txBody>
          <a:bodyPr/>
          <a:lstStyle/>
          <a:p>
            <a:r>
              <a:rPr lang="en-US" altLang="zh-CN" dirty="0"/>
              <a:t>Transformer</a:t>
            </a:r>
            <a:r>
              <a:rPr lang="zh-CN" altLang="en-US" dirty="0"/>
              <a:t>编码器在文本处理中的应用</a:t>
            </a:r>
          </a:p>
        </p:txBody>
      </p:sp>
      <p:sp>
        <p:nvSpPr>
          <p:cNvPr id="4" name="Content Placeholder 3">
            <a:extLst>
              <a:ext uri="{FF2B5EF4-FFF2-40B4-BE49-F238E27FC236}">
                <a16:creationId xmlns:a16="http://schemas.microsoft.com/office/drawing/2014/main" id="{310EA771-A8CA-DEBE-F072-1DE48ADE9870}"/>
              </a:ext>
            </a:extLst>
          </p:cNvPr>
          <p:cNvSpPr>
            <a:spLocks noGrp="1"/>
          </p:cNvSpPr>
          <p:nvPr>
            <p:ph idx="1"/>
          </p:nvPr>
        </p:nvSpPr>
        <p:spPr>
          <a:xfrm>
            <a:off x="838201" y="1033670"/>
            <a:ext cx="5257800" cy="5143293"/>
          </a:xfrm>
        </p:spPr>
        <p:txBody>
          <a:bodyPr>
            <a:normAutofit/>
          </a:bodyPr>
          <a:lstStyle/>
          <a:p>
            <a:pPr indent="-457200">
              <a:lnSpc>
                <a:spcPct val="180000"/>
              </a:lnSpc>
              <a:spcBef>
                <a:spcPts val="0"/>
              </a:spcBef>
              <a:buFont typeface="Wingdings" panose="05000000000000000000" pitchFamily="2" charset="2"/>
              <a:buChar char="p"/>
            </a:pPr>
            <a:r>
              <a:rPr lang="en-US" altLang="zh-CN" dirty="0"/>
              <a:t>Transformer</a:t>
            </a:r>
            <a:r>
              <a:rPr lang="zh-CN" altLang="en-US" dirty="0"/>
              <a:t>编码器学到了什么？</a:t>
            </a:r>
            <a:endParaRPr lang="en-US" altLang="zh-CN" dirty="0"/>
          </a:p>
        </p:txBody>
      </p:sp>
      <p:pic>
        <p:nvPicPr>
          <p:cNvPr id="8" name="Picture 7">
            <a:extLst>
              <a:ext uri="{FF2B5EF4-FFF2-40B4-BE49-F238E27FC236}">
                <a16:creationId xmlns:a16="http://schemas.microsoft.com/office/drawing/2014/main" id="{D916ECA1-4944-02B7-6C21-DDC2AF64E84C}"/>
              </a:ext>
            </a:extLst>
          </p:cNvPr>
          <p:cNvPicPr>
            <a:picLocks noChangeAspect="1"/>
          </p:cNvPicPr>
          <p:nvPr/>
        </p:nvPicPr>
        <p:blipFill>
          <a:blip r:embed="rId3"/>
          <a:stretch>
            <a:fillRect/>
          </a:stretch>
        </p:blipFill>
        <p:spPr>
          <a:xfrm>
            <a:off x="626660" y="2013496"/>
            <a:ext cx="10846126" cy="3950575"/>
          </a:xfrm>
          <a:prstGeom prst="rect">
            <a:avLst/>
          </a:prstGeom>
        </p:spPr>
      </p:pic>
      <p:sp>
        <p:nvSpPr>
          <p:cNvPr id="9" name="TextBox 8">
            <a:extLst>
              <a:ext uri="{FF2B5EF4-FFF2-40B4-BE49-F238E27FC236}">
                <a16:creationId xmlns:a16="http://schemas.microsoft.com/office/drawing/2014/main" id="{D89F6A4D-E765-5A1A-EBE6-3BC63F27A86C}"/>
              </a:ext>
            </a:extLst>
          </p:cNvPr>
          <p:cNvSpPr txBox="1"/>
          <p:nvPr/>
        </p:nvSpPr>
        <p:spPr>
          <a:xfrm>
            <a:off x="5486401" y="6176963"/>
            <a:ext cx="6705599" cy="646331"/>
          </a:xfrm>
          <a:prstGeom prst="rect">
            <a:avLst/>
          </a:prstGeom>
          <a:noFill/>
        </p:spPr>
        <p:txBody>
          <a:bodyPr wrap="square">
            <a:spAutoFit/>
          </a:bodyPr>
          <a:lstStyle/>
          <a:p>
            <a:r>
              <a:rPr lang="en-US" dirty="0">
                <a:latin typeface="Calibri" panose="020F0502020204030204" pitchFamily="34" charset="0"/>
                <a:cs typeface="Calibri" panose="020F0502020204030204" pitchFamily="34" charset="0"/>
              </a:rPr>
              <a:t>Jawahar, Ganesh, Benoît Sagot, and </a:t>
            </a:r>
            <a:r>
              <a:rPr lang="en-US" dirty="0" err="1">
                <a:latin typeface="Calibri" panose="020F0502020204030204" pitchFamily="34" charset="0"/>
                <a:cs typeface="Calibri" panose="020F0502020204030204" pitchFamily="34" charset="0"/>
              </a:rPr>
              <a:t>Djamé</a:t>
            </a:r>
            <a:r>
              <a:rPr lang="en-US" dirty="0">
                <a:latin typeface="Calibri" panose="020F0502020204030204" pitchFamily="34" charset="0"/>
                <a:cs typeface="Calibri" panose="020F0502020204030204" pitchFamily="34" charset="0"/>
              </a:rPr>
              <a:t> </a:t>
            </a:r>
            <a:r>
              <a:rPr lang="en-US" dirty="0" err="1">
                <a:latin typeface="Calibri" panose="020F0502020204030204" pitchFamily="34" charset="0"/>
                <a:cs typeface="Calibri" panose="020F0502020204030204" pitchFamily="34" charset="0"/>
              </a:rPr>
              <a:t>Seddah</a:t>
            </a:r>
            <a:r>
              <a:rPr lang="en-US" altLang="zh-CN" dirty="0">
                <a:latin typeface="Calibri" panose="020F0502020204030204" pitchFamily="34" charset="0"/>
                <a:cs typeface="Calibri" panose="020F0502020204030204" pitchFamily="34" charset="0"/>
              </a:rPr>
              <a:t>.</a:t>
            </a:r>
            <a:r>
              <a:rPr lang="en-US" dirty="0">
                <a:latin typeface="Calibri" panose="020F0502020204030204" pitchFamily="34" charset="0"/>
                <a:cs typeface="Calibri" panose="020F0502020204030204" pitchFamily="34" charset="0"/>
              </a:rPr>
              <a:t> What does BERT learn about the structure of language?</a:t>
            </a:r>
            <a:r>
              <a:rPr lang="zh-CN" altLang="en-US" dirty="0">
                <a:latin typeface="Calibri" panose="020F0502020204030204" pitchFamily="34" charset="0"/>
                <a:cs typeface="Calibri" panose="020F0502020204030204" pitchFamily="34" charset="0"/>
              </a:rPr>
              <a:t> </a:t>
            </a:r>
            <a:r>
              <a:rPr lang="en-US" altLang="zh-CN" dirty="0">
                <a:latin typeface="Calibri" panose="020F0502020204030204" pitchFamily="34" charset="0"/>
                <a:cs typeface="Calibri" panose="020F0502020204030204" pitchFamily="34" charset="0"/>
              </a:rPr>
              <a:t>ACL-2019</a:t>
            </a:r>
            <a:endParaRPr lang="en-US" dirty="0">
              <a:latin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398961079"/>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0D7373E-D020-D1AF-C8C2-B83C59D2F915}"/>
            </a:ext>
          </a:extLst>
        </p:cNvPr>
        <p:cNvGrpSpPr/>
        <p:nvPr/>
      </p:nvGrpSpPr>
      <p:grpSpPr>
        <a:xfrm>
          <a:off x="0" y="0"/>
          <a:ext cx="0" cy="0"/>
          <a:chOff x="0" y="0"/>
          <a:chExt cx="0" cy="0"/>
        </a:xfrm>
      </p:grpSpPr>
      <p:pic>
        <p:nvPicPr>
          <p:cNvPr id="3" name="图片 4">
            <a:extLst>
              <a:ext uri="{FF2B5EF4-FFF2-40B4-BE49-F238E27FC236}">
                <a16:creationId xmlns:a16="http://schemas.microsoft.com/office/drawing/2014/main" id="{49F6DAEE-1D69-9095-77E1-49223C294EC1}"/>
              </a:ext>
            </a:extLst>
          </p:cNvPr>
          <p:cNvPicPr>
            <a:picLocks noChangeAspect="1"/>
          </p:cNvPicPr>
          <p:nvPr/>
        </p:nvPicPr>
        <p:blipFill>
          <a:blip r:embed="rId3"/>
          <a:stretch>
            <a:fillRect/>
          </a:stretch>
        </p:blipFill>
        <p:spPr>
          <a:xfrm>
            <a:off x="8495316" y="2379944"/>
            <a:ext cx="3358481" cy="4104983"/>
          </a:xfrm>
          <a:prstGeom prst="rect">
            <a:avLst/>
          </a:prstGeom>
        </p:spPr>
      </p:pic>
      <p:sp>
        <p:nvSpPr>
          <p:cNvPr id="2" name="标题 1">
            <a:extLst>
              <a:ext uri="{FF2B5EF4-FFF2-40B4-BE49-F238E27FC236}">
                <a16:creationId xmlns:a16="http://schemas.microsoft.com/office/drawing/2014/main" id="{FB8A5E11-985D-2D98-41E2-E9FE1D9DE050}"/>
              </a:ext>
            </a:extLst>
          </p:cNvPr>
          <p:cNvSpPr>
            <a:spLocks noGrp="1"/>
          </p:cNvSpPr>
          <p:nvPr>
            <p:ph type="title"/>
          </p:nvPr>
        </p:nvSpPr>
        <p:spPr/>
        <p:txBody>
          <a:bodyPr/>
          <a:lstStyle/>
          <a:p>
            <a:r>
              <a:rPr lang="en-US" altLang="zh-CN" dirty="0"/>
              <a:t>Transformer</a:t>
            </a:r>
            <a:r>
              <a:rPr lang="zh-CN" altLang="en-US" dirty="0"/>
              <a:t>编码器与解码器在文本处理中的应用</a:t>
            </a:r>
          </a:p>
        </p:txBody>
      </p:sp>
      <mc:AlternateContent xmlns:mc="http://schemas.openxmlformats.org/markup-compatibility/2006" xmlns:a14="http://schemas.microsoft.com/office/drawing/2010/main">
        <mc:Choice Requires="a14">
          <p:sp>
            <p:nvSpPr>
              <p:cNvPr id="4" name="Content Placeholder 3">
                <a:extLst>
                  <a:ext uri="{FF2B5EF4-FFF2-40B4-BE49-F238E27FC236}">
                    <a16:creationId xmlns:a16="http://schemas.microsoft.com/office/drawing/2014/main" id="{4DFF7A8D-0DA4-7EE5-665B-11EDA88819B7}"/>
                  </a:ext>
                </a:extLst>
              </p:cNvPr>
              <p:cNvSpPr>
                <a:spLocks noGrp="1"/>
              </p:cNvSpPr>
              <p:nvPr>
                <p:ph idx="1"/>
              </p:nvPr>
            </p:nvSpPr>
            <p:spPr>
              <a:xfrm>
                <a:off x="626302" y="1033670"/>
                <a:ext cx="11110586" cy="5143293"/>
              </a:xfrm>
            </p:spPr>
            <p:txBody>
              <a:bodyPr>
                <a:normAutofit/>
              </a:bodyPr>
              <a:lstStyle/>
              <a:p>
                <a:pPr indent="-457200">
                  <a:lnSpc>
                    <a:spcPct val="180000"/>
                  </a:lnSpc>
                  <a:spcBef>
                    <a:spcPts val="0"/>
                  </a:spcBef>
                  <a:buFont typeface="Wingdings" panose="05000000000000000000" pitchFamily="2" charset="2"/>
                  <a:buChar char="p"/>
                </a:pPr>
                <a:r>
                  <a:rPr lang="en-US" altLang="en-US" dirty="0"/>
                  <a:t>Transformer编码器与解码器</a:t>
                </a:r>
                <a:r>
                  <a:rPr lang="en-US" altLang="en-US" dirty="0" err="1"/>
                  <a:t>在文本处理中的应用流程</a:t>
                </a:r>
                <a:endParaRPr lang="en-US" altLang="en-US" dirty="0"/>
              </a:p>
              <a:p>
                <a:pPr lvl="2" indent="-457200">
                  <a:lnSpc>
                    <a:spcPct val="180000"/>
                  </a:lnSpc>
                  <a:spcBef>
                    <a:spcPts val="0"/>
                  </a:spcBef>
                  <a:buFont typeface="Wingdings" panose="05000000000000000000" pitchFamily="2" charset="2"/>
                  <a:buChar char="p"/>
                </a:pPr>
                <a:r>
                  <a:rPr lang="en-US" altLang="en-US" dirty="0" err="1"/>
                  <a:t>将文本切分为Token</a:t>
                </a:r>
                <a:r>
                  <a:rPr lang="zh-CN" altLang="en-US" dirty="0"/>
                  <a:t>，并使用</a:t>
                </a:r>
                <a:r>
                  <a:rPr lang="en-US" altLang="zh-CN" dirty="0"/>
                  <a:t>Transformer</a:t>
                </a:r>
                <a:r>
                  <a:rPr lang="zh-CN" altLang="en-US" dirty="0"/>
                  <a:t>处理</a:t>
                </a:r>
                <a:r>
                  <a:rPr lang="en-US" altLang="zh-CN" dirty="0"/>
                  <a:t>Token</a:t>
                </a:r>
                <a:r>
                  <a:rPr lang="zh-CN" altLang="en-US" dirty="0"/>
                  <a:t>序列，得到每个</a:t>
                </a:r>
                <a:r>
                  <a:rPr lang="en-US" altLang="zh-CN" dirty="0"/>
                  <a:t>Token</a:t>
                </a:r>
                <a:r>
                  <a:rPr lang="zh-CN" altLang="en-US" dirty="0"/>
                  <a:t>的表征向量</a:t>
                </a:r>
                <a:endParaRPr lang="en-US" altLang="zh-CN" dirty="0"/>
              </a:p>
              <a:p>
                <a:pPr marL="457200" lvl="2">
                  <a:lnSpc>
                    <a:spcPct val="180000"/>
                  </a:lnSpc>
                  <a:spcBef>
                    <a:spcPts val="0"/>
                  </a:spcBef>
                </a:pPr>
                <a14:m>
                  <m:oMathPara xmlns:m="http://schemas.openxmlformats.org/officeDocument/2006/math">
                    <m:oMathParaPr>
                      <m:jc m:val="centerGroup"/>
                    </m:oMathParaPr>
                    <m:oMath xmlns:m="http://schemas.openxmlformats.org/officeDocument/2006/math">
                      <m:sSub>
                        <m:sSubPr>
                          <m:ctrlPr>
                            <a:rPr lang="en-US" altLang="zh-CN" b="0" i="1" smtClean="0">
                              <a:latin typeface="Cambria Math" panose="02040503050406030204" pitchFamily="18" charset="0"/>
                            </a:rPr>
                          </m:ctrlPr>
                        </m:sSubPr>
                        <m:e>
                          <m:r>
                            <a:rPr lang="en-US" altLang="zh-CN" b="1" i="1" smtClean="0">
                              <a:latin typeface="Cambria Math" panose="02040503050406030204" pitchFamily="18" charset="0"/>
                            </a:rPr>
                            <m:t>𝒉</m:t>
                          </m:r>
                        </m:e>
                        <m:sub>
                          <m:r>
                            <a:rPr lang="en-US" altLang="zh-CN" b="0" i="1" smtClean="0">
                              <a:latin typeface="Cambria Math" panose="02040503050406030204" pitchFamily="18" charset="0"/>
                            </a:rPr>
                            <m:t>1</m:t>
                          </m:r>
                        </m:sub>
                      </m:sSub>
                      <m:r>
                        <a:rPr lang="en-US" altLang="zh-CN" b="0" i="1" smtClean="0">
                          <a:latin typeface="Cambria Math" panose="02040503050406030204" pitchFamily="18" charset="0"/>
                        </a:rPr>
                        <m:t>⋯</m:t>
                      </m:r>
                      <m:sSub>
                        <m:sSubPr>
                          <m:ctrlPr>
                            <a:rPr lang="en-US" altLang="zh-CN" b="0" i="1" smtClean="0">
                              <a:latin typeface="Cambria Math" panose="02040503050406030204" pitchFamily="18" charset="0"/>
                            </a:rPr>
                          </m:ctrlPr>
                        </m:sSubPr>
                        <m:e>
                          <m:r>
                            <a:rPr lang="en-US" altLang="zh-CN" b="1" i="1" smtClean="0">
                              <a:latin typeface="Cambria Math" panose="02040503050406030204" pitchFamily="18" charset="0"/>
                            </a:rPr>
                            <m:t>𝒉</m:t>
                          </m:r>
                        </m:e>
                        <m:sub>
                          <m:r>
                            <a:rPr lang="en-US" altLang="zh-CN" b="0" i="1" smtClean="0">
                              <a:latin typeface="Cambria Math" panose="02040503050406030204" pitchFamily="18" charset="0"/>
                            </a:rPr>
                            <m:t>𝑁</m:t>
                          </m:r>
                        </m:sub>
                      </m:sSub>
                      <m:r>
                        <a:rPr lang="en-US" altLang="zh-CN" b="0" i="1" smtClean="0">
                          <a:latin typeface="Cambria Math" panose="02040503050406030204" pitchFamily="18" charset="0"/>
                        </a:rPr>
                        <m:t>=</m:t>
                      </m:r>
                      <m:sSub>
                        <m:sSubPr>
                          <m:ctrlPr>
                            <a:rPr lang="en-US" altLang="zh-CN" b="0" i="1" smtClean="0">
                              <a:latin typeface="Cambria Math" panose="02040503050406030204" pitchFamily="18" charset="0"/>
                            </a:rPr>
                          </m:ctrlPr>
                        </m:sSubPr>
                        <m:e>
                          <m:r>
                            <m:rPr>
                              <m:sty m:val="p"/>
                            </m:rPr>
                            <a:rPr lang="en-US" altLang="zh-CN" b="0" i="0" smtClean="0">
                              <a:latin typeface="Cambria Math" panose="02040503050406030204" pitchFamily="18" charset="0"/>
                            </a:rPr>
                            <m:t>Transformer</m:t>
                          </m:r>
                        </m:e>
                        <m:sub>
                          <m:r>
                            <a:rPr lang="en-US" altLang="zh-CN" b="0" i="1" smtClean="0">
                              <a:latin typeface="Cambria Math" panose="02040503050406030204" pitchFamily="18" charset="0"/>
                            </a:rPr>
                            <m:t>𝑒𝑛𝑐𝑜𝑑𝑒𝑟</m:t>
                          </m:r>
                        </m:sub>
                      </m:sSub>
                      <m:d>
                        <m:dPr>
                          <m:ctrlPr>
                            <a:rPr lang="en-US" altLang="zh-CN" b="0" i="1" smtClean="0">
                              <a:latin typeface="Cambria Math" panose="02040503050406030204" pitchFamily="18" charset="0"/>
                            </a:rPr>
                          </m:ctrlPr>
                        </m:dPr>
                        <m:e>
                          <m:sSub>
                            <m:sSubPr>
                              <m:ctrlPr>
                                <a:rPr lang="en-US" altLang="zh-CN" b="0" i="1" smtClean="0">
                                  <a:latin typeface="Cambria Math" panose="02040503050406030204" pitchFamily="18" charset="0"/>
                                </a:rPr>
                              </m:ctrlPr>
                            </m:sSubPr>
                            <m:e>
                              <m:r>
                                <a:rPr lang="en-US" altLang="zh-CN" b="0" i="1" smtClean="0">
                                  <a:latin typeface="Cambria Math" panose="02040503050406030204" pitchFamily="18" charset="0"/>
                                </a:rPr>
                                <m:t>𝑥</m:t>
                              </m:r>
                            </m:e>
                            <m:sub>
                              <m:r>
                                <a:rPr lang="en-US" altLang="zh-CN" b="0" i="0" smtClean="0">
                                  <a:latin typeface="Cambria Math" panose="02040503050406030204" pitchFamily="18" charset="0"/>
                                </a:rPr>
                                <m:t>1</m:t>
                              </m:r>
                            </m:sub>
                          </m:sSub>
                          <m:r>
                            <a:rPr lang="en-US" altLang="zh-CN" b="0" i="1" smtClean="0">
                              <a:latin typeface="Cambria Math" panose="02040503050406030204" pitchFamily="18" charset="0"/>
                            </a:rPr>
                            <m:t>⋯</m:t>
                          </m:r>
                          <m:sSub>
                            <m:sSubPr>
                              <m:ctrlPr>
                                <a:rPr lang="en-US" altLang="zh-CN" b="0" i="1" smtClean="0">
                                  <a:latin typeface="Cambria Math" panose="02040503050406030204" pitchFamily="18" charset="0"/>
                                </a:rPr>
                              </m:ctrlPr>
                            </m:sSubPr>
                            <m:e>
                              <m:r>
                                <a:rPr lang="en-US" altLang="zh-CN" b="0" i="1" smtClean="0">
                                  <a:latin typeface="Cambria Math" panose="02040503050406030204" pitchFamily="18" charset="0"/>
                                </a:rPr>
                                <m:t>𝑥</m:t>
                              </m:r>
                            </m:e>
                            <m:sub>
                              <m:r>
                                <a:rPr lang="en-US" altLang="zh-CN" b="0" i="1" smtClean="0">
                                  <a:latin typeface="Cambria Math" panose="02040503050406030204" pitchFamily="18" charset="0"/>
                                </a:rPr>
                                <m:t>𝑁</m:t>
                              </m:r>
                            </m:sub>
                          </m:sSub>
                        </m:e>
                      </m:d>
                    </m:oMath>
                  </m:oMathPara>
                </a14:m>
                <a:endParaRPr lang="en-US" altLang="zh-CN" dirty="0"/>
              </a:p>
              <a:p>
                <a:pPr lvl="2" indent="-457200">
                  <a:lnSpc>
                    <a:spcPct val="180000"/>
                  </a:lnSpc>
                  <a:spcBef>
                    <a:spcPts val="0"/>
                  </a:spcBef>
                  <a:buFont typeface="Wingdings" panose="05000000000000000000" pitchFamily="2" charset="2"/>
                  <a:buChar char="p"/>
                </a:pPr>
                <a:r>
                  <a:rPr lang="zh-CN" altLang="en-US" dirty="0">
                    <a:latin typeface="Cambria Math" panose="02040503050406030204" pitchFamily="18" charset="0"/>
                  </a:rPr>
                  <a:t>在解码过程中，</a:t>
                </a:r>
                <a14:m>
                  <m:oMath xmlns:m="http://schemas.openxmlformats.org/officeDocument/2006/math">
                    <m:r>
                      <a:rPr lang="en-US" altLang="zh-CN" i="1" dirty="0">
                        <a:latin typeface="Cambria Math" panose="02040503050406030204" pitchFamily="18" charset="0"/>
                      </a:rPr>
                      <m:t>𝑡</m:t>
                    </m:r>
                  </m:oMath>
                </a14:m>
                <a:r>
                  <a:rPr lang="zh-CN" altLang="en-US" b="0" dirty="0">
                    <a:latin typeface="Cambria Math" panose="02040503050406030204" pitchFamily="18" charset="0"/>
                  </a:rPr>
                  <a:t>时刻，使用</a:t>
                </a:r>
                <a:r>
                  <a:rPr lang="en-US" altLang="zh-CN" b="0" dirty="0">
                    <a:latin typeface="Cambria Math" panose="02040503050406030204" pitchFamily="18" charset="0"/>
                  </a:rPr>
                  <a:t>Transformer</a:t>
                </a:r>
                <a:r>
                  <a:rPr lang="zh-CN" altLang="en-US" b="0" dirty="0">
                    <a:latin typeface="Cambria Math" panose="02040503050406030204" pitchFamily="18" charset="0"/>
                  </a:rPr>
                  <a:t>解码器计算输出向量</a:t>
                </a:r>
                <a14:m>
                  <m:oMath xmlns:m="http://schemas.openxmlformats.org/officeDocument/2006/math">
                    <m:sSub>
                      <m:sSubPr>
                        <m:ctrlPr>
                          <a:rPr lang="en-US" altLang="zh-CN" b="1" i="1" dirty="0">
                            <a:latin typeface="Cambria Math" panose="02040503050406030204" pitchFamily="18" charset="0"/>
                          </a:rPr>
                        </m:ctrlPr>
                      </m:sSubPr>
                      <m:e>
                        <m:r>
                          <a:rPr lang="en-US" altLang="zh-CN" b="1" i="1" dirty="0">
                            <a:latin typeface="Cambria Math" panose="02040503050406030204" pitchFamily="18" charset="0"/>
                          </a:rPr>
                          <m:t>𝒉</m:t>
                        </m:r>
                      </m:e>
                      <m:sub>
                        <m:r>
                          <a:rPr lang="en-US" altLang="zh-CN" b="1" i="1" dirty="0">
                            <a:latin typeface="Cambria Math" panose="02040503050406030204" pitchFamily="18" charset="0"/>
                          </a:rPr>
                          <m:t>𝒕</m:t>
                        </m:r>
                      </m:sub>
                    </m:sSub>
                  </m:oMath>
                </a14:m>
                <a:endParaRPr lang="en-US" altLang="zh-CN" b="0" dirty="0">
                  <a:latin typeface="Cambria Math" panose="02040503050406030204" pitchFamily="18" charset="0"/>
                </a:endParaRPr>
              </a:p>
              <a:p>
                <a:pPr marL="457200" lvl="2">
                  <a:lnSpc>
                    <a:spcPct val="180000"/>
                  </a:lnSpc>
                  <a:spcBef>
                    <a:spcPts val="0"/>
                  </a:spcBef>
                </a:pPr>
                <a14:m>
                  <m:oMathPara xmlns:m="http://schemas.openxmlformats.org/officeDocument/2006/math">
                    <m:oMathParaPr>
                      <m:jc m:val="centerGroup"/>
                    </m:oMathParaPr>
                    <m:oMath xmlns:m="http://schemas.openxmlformats.org/officeDocument/2006/math">
                      <m:sSub>
                        <m:sSubPr>
                          <m:ctrlPr>
                            <a:rPr lang="en-US" altLang="zh-CN" b="1" i="1" dirty="0" smtClean="0">
                              <a:latin typeface="Cambria Math" panose="02040503050406030204" pitchFamily="18" charset="0"/>
                            </a:rPr>
                          </m:ctrlPr>
                        </m:sSubPr>
                        <m:e>
                          <m:r>
                            <a:rPr lang="en-US" altLang="zh-CN" b="1" i="1" dirty="0">
                              <a:latin typeface="Cambria Math" panose="02040503050406030204" pitchFamily="18" charset="0"/>
                            </a:rPr>
                            <m:t>𝒉</m:t>
                          </m:r>
                        </m:e>
                        <m:sub>
                          <m:r>
                            <a:rPr lang="en-US" altLang="zh-CN" b="1" i="1" dirty="0" smtClean="0">
                              <a:latin typeface="Cambria Math" panose="02040503050406030204" pitchFamily="18" charset="0"/>
                            </a:rPr>
                            <m:t>𝒕</m:t>
                          </m:r>
                        </m:sub>
                      </m:sSub>
                      <m:r>
                        <a:rPr lang="en-US" altLang="zh-CN" b="0" i="1" dirty="0" smtClean="0">
                          <a:latin typeface="Cambria Math" panose="02040503050406030204" pitchFamily="18" charset="0"/>
                        </a:rPr>
                        <m:t>=</m:t>
                      </m:r>
                      <m:sSub>
                        <m:sSubPr>
                          <m:ctrlPr>
                            <a:rPr lang="en-US" altLang="zh-CN" b="0" i="1" dirty="0" smtClean="0">
                              <a:latin typeface="Cambria Math" panose="02040503050406030204" pitchFamily="18" charset="0"/>
                            </a:rPr>
                          </m:ctrlPr>
                        </m:sSubPr>
                        <m:e>
                          <m:r>
                            <m:rPr>
                              <m:sty m:val="p"/>
                            </m:rPr>
                            <a:rPr lang="en-US" altLang="zh-CN" b="0" i="0" dirty="0" smtClean="0">
                              <a:latin typeface="Cambria Math" panose="02040503050406030204" pitchFamily="18" charset="0"/>
                            </a:rPr>
                            <m:t>Transformer</m:t>
                          </m:r>
                        </m:e>
                        <m:sub>
                          <m:r>
                            <m:rPr>
                              <m:sty m:val="p"/>
                            </m:rPr>
                            <a:rPr lang="en-US" altLang="zh-CN" b="0" i="0" dirty="0" smtClean="0">
                              <a:latin typeface="Cambria Math" panose="02040503050406030204" pitchFamily="18" charset="0"/>
                            </a:rPr>
                            <m:t>decoder</m:t>
                          </m:r>
                        </m:sub>
                      </m:sSub>
                      <m:r>
                        <a:rPr lang="en-US" altLang="zh-CN" b="0" i="0" dirty="0" smtClean="0">
                          <a:latin typeface="Cambria Math" panose="02040503050406030204" pitchFamily="18" charset="0"/>
                        </a:rPr>
                        <m:t>(</m:t>
                      </m:r>
                      <m:sSub>
                        <m:sSubPr>
                          <m:ctrlPr>
                            <a:rPr lang="en-US" altLang="zh-CN" i="1">
                              <a:latin typeface="Cambria Math" panose="02040503050406030204" pitchFamily="18" charset="0"/>
                            </a:rPr>
                          </m:ctrlPr>
                        </m:sSubPr>
                        <m:e>
                          <m:r>
                            <a:rPr lang="en-US" altLang="zh-CN" b="1" i="1">
                              <a:latin typeface="Cambria Math" panose="02040503050406030204" pitchFamily="18" charset="0"/>
                            </a:rPr>
                            <m:t>𝒉</m:t>
                          </m:r>
                        </m:e>
                        <m:sub>
                          <m:r>
                            <a:rPr lang="en-US" altLang="zh-CN" i="1">
                              <a:latin typeface="Cambria Math" panose="02040503050406030204" pitchFamily="18" charset="0"/>
                            </a:rPr>
                            <m:t>1</m:t>
                          </m:r>
                        </m:sub>
                      </m:sSub>
                      <m:r>
                        <a:rPr lang="en-US" altLang="zh-CN" i="1">
                          <a:latin typeface="Cambria Math" panose="02040503050406030204" pitchFamily="18" charset="0"/>
                        </a:rPr>
                        <m:t>⋯</m:t>
                      </m:r>
                      <m:sSub>
                        <m:sSubPr>
                          <m:ctrlPr>
                            <a:rPr lang="en-US" altLang="zh-CN" i="1">
                              <a:latin typeface="Cambria Math" panose="02040503050406030204" pitchFamily="18" charset="0"/>
                            </a:rPr>
                          </m:ctrlPr>
                        </m:sSubPr>
                        <m:e>
                          <m:r>
                            <a:rPr lang="en-US" altLang="zh-CN" b="1" i="1">
                              <a:latin typeface="Cambria Math" panose="02040503050406030204" pitchFamily="18" charset="0"/>
                            </a:rPr>
                            <m:t>𝒉</m:t>
                          </m:r>
                        </m:e>
                        <m:sub>
                          <m:r>
                            <a:rPr lang="en-US" altLang="zh-CN" i="1">
                              <a:latin typeface="Cambria Math" panose="02040503050406030204" pitchFamily="18" charset="0"/>
                            </a:rPr>
                            <m:t>𝑁</m:t>
                          </m:r>
                        </m:sub>
                      </m:sSub>
                      <m:r>
                        <a:rPr lang="en-US" altLang="zh-CN" b="0" i="1" smtClean="0">
                          <a:latin typeface="Cambria Math" panose="02040503050406030204" pitchFamily="18" charset="0"/>
                        </a:rPr>
                        <m:t>,</m:t>
                      </m:r>
                      <m:sSub>
                        <m:sSubPr>
                          <m:ctrlPr>
                            <a:rPr lang="en-US" altLang="zh-CN" b="0" i="1" smtClean="0">
                              <a:latin typeface="Cambria Math" panose="02040503050406030204" pitchFamily="18" charset="0"/>
                            </a:rPr>
                          </m:ctrlPr>
                        </m:sSubPr>
                        <m:e>
                          <m:acc>
                            <m:accPr>
                              <m:chr m:val="̂"/>
                              <m:ctrlPr>
                                <a:rPr lang="en-US" altLang="zh-CN" i="1" dirty="0" smtClean="0">
                                  <a:latin typeface="Cambria Math" panose="02040503050406030204" pitchFamily="18" charset="0"/>
                                </a:rPr>
                              </m:ctrlPr>
                            </m:accPr>
                            <m:e>
                              <m:r>
                                <a:rPr lang="en-US" altLang="zh-CN" b="0" i="1" dirty="0" smtClean="0">
                                  <a:latin typeface="Cambria Math" panose="02040503050406030204" pitchFamily="18" charset="0"/>
                                </a:rPr>
                                <m:t>𝑦</m:t>
                              </m:r>
                            </m:e>
                          </m:acc>
                        </m:e>
                        <m:sub>
                          <m:r>
                            <a:rPr lang="en-US" altLang="zh-CN" b="0" i="1" smtClean="0">
                              <a:latin typeface="Cambria Math" panose="02040503050406030204" pitchFamily="18" charset="0"/>
                            </a:rPr>
                            <m:t>1</m:t>
                          </m:r>
                        </m:sub>
                      </m:sSub>
                      <m:r>
                        <a:rPr lang="en-US" altLang="zh-CN" b="0" i="1" smtClean="0">
                          <a:latin typeface="Cambria Math" panose="02040503050406030204" pitchFamily="18" charset="0"/>
                        </a:rPr>
                        <m:t>⋯</m:t>
                      </m:r>
                      <m:sSub>
                        <m:sSubPr>
                          <m:ctrlPr>
                            <a:rPr lang="en-US" altLang="zh-CN" i="1">
                              <a:latin typeface="Cambria Math" panose="02040503050406030204" pitchFamily="18" charset="0"/>
                            </a:rPr>
                          </m:ctrlPr>
                        </m:sSubPr>
                        <m:e>
                          <m:acc>
                            <m:accPr>
                              <m:chr m:val="̂"/>
                              <m:ctrlPr>
                                <a:rPr lang="en-US" altLang="zh-CN" b="1" i="1" dirty="0">
                                  <a:latin typeface="Cambria Math" panose="02040503050406030204" pitchFamily="18" charset="0"/>
                                </a:rPr>
                              </m:ctrlPr>
                            </m:accPr>
                            <m:e>
                              <m:r>
                                <a:rPr lang="en-US" altLang="zh-CN" b="0" i="1" dirty="0">
                                  <a:latin typeface="Cambria Math" panose="02040503050406030204" pitchFamily="18" charset="0"/>
                                </a:rPr>
                                <m:t>𝑦</m:t>
                              </m:r>
                            </m:e>
                          </m:acc>
                        </m:e>
                        <m:sub>
                          <m:r>
                            <a:rPr lang="en-US" altLang="zh-CN" b="0" i="1" dirty="0" smtClean="0">
                              <a:latin typeface="Cambria Math" panose="02040503050406030204" pitchFamily="18" charset="0"/>
                            </a:rPr>
                            <m:t>𝑡</m:t>
                          </m:r>
                          <m:r>
                            <a:rPr lang="en-US" altLang="zh-CN" b="0" i="1" dirty="0" smtClean="0">
                              <a:latin typeface="Cambria Math" panose="02040503050406030204" pitchFamily="18" charset="0"/>
                            </a:rPr>
                            <m:t>−1</m:t>
                          </m:r>
                        </m:sub>
                      </m:sSub>
                      <m:r>
                        <a:rPr lang="en-US" altLang="zh-CN" b="0" i="1" dirty="0" smtClean="0">
                          <a:latin typeface="Cambria Math" panose="02040503050406030204" pitchFamily="18" charset="0"/>
                        </a:rPr>
                        <m:t>)</m:t>
                      </m:r>
                    </m:oMath>
                  </m:oMathPara>
                </a14:m>
                <a:endParaRPr lang="en-US" altLang="zh-CN" i="1" dirty="0">
                  <a:latin typeface="Cambria Math" panose="02040503050406030204" pitchFamily="18" charset="0"/>
                </a:endParaRPr>
              </a:p>
              <a:p>
                <a:pPr lvl="2" indent="-457200">
                  <a:lnSpc>
                    <a:spcPct val="180000"/>
                  </a:lnSpc>
                  <a:spcBef>
                    <a:spcPts val="0"/>
                  </a:spcBef>
                  <a:buFont typeface="Wingdings" panose="05000000000000000000" pitchFamily="2" charset="2"/>
                  <a:buChar char="p"/>
                </a:pPr>
                <a:r>
                  <a:rPr lang="zh-CN" altLang="en-US" dirty="0">
                    <a:latin typeface="Cambria Math" panose="02040503050406030204" pitchFamily="18" charset="0"/>
                  </a:rPr>
                  <a:t>将输出向量</a:t>
                </a:r>
                <a14:m>
                  <m:oMath xmlns:m="http://schemas.openxmlformats.org/officeDocument/2006/math">
                    <m:sSub>
                      <m:sSubPr>
                        <m:ctrlPr>
                          <a:rPr lang="en-US" altLang="zh-CN" b="1" i="1" dirty="0" smtClean="0">
                            <a:latin typeface="Cambria Math" panose="02040503050406030204" pitchFamily="18" charset="0"/>
                          </a:rPr>
                        </m:ctrlPr>
                      </m:sSubPr>
                      <m:e>
                        <m:r>
                          <a:rPr lang="en-US" altLang="zh-CN" b="1" i="1" dirty="0">
                            <a:latin typeface="Cambria Math" panose="02040503050406030204" pitchFamily="18" charset="0"/>
                          </a:rPr>
                          <m:t>𝒉</m:t>
                        </m:r>
                      </m:e>
                      <m:sub>
                        <m:r>
                          <a:rPr lang="en-US" altLang="zh-CN" b="1" i="1" dirty="0" smtClean="0">
                            <a:latin typeface="Cambria Math" panose="02040503050406030204" pitchFamily="18" charset="0"/>
                          </a:rPr>
                          <m:t>𝒕</m:t>
                        </m:r>
                      </m:sub>
                    </m:sSub>
                  </m:oMath>
                </a14:m>
                <a:r>
                  <a:rPr lang="zh-CN" altLang="en-US" dirty="0">
                    <a:latin typeface="Cambria Math" panose="02040503050406030204" pitchFamily="18" charset="0"/>
                  </a:rPr>
                  <a:t>映射到输出的</a:t>
                </a:r>
                <a:r>
                  <a:rPr lang="en-US" altLang="zh-CN" dirty="0">
                    <a:latin typeface="Cambria Math" panose="02040503050406030204" pitchFamily="18" charset="0"/>
                  </a:rPr>
                  <a:t>token</a:t>
                </a:r>
                <a:r>
                  <a:rPr lang="zh-CN" altLang="en-US" dirty="0">
                    <a:latin typeface="Cambria Math" panose="02040503050406030204" pitchFamily="18" charset="0"/>
                  </a:rPr>
                  <a:t>即</a:t>
                </a:r>
                <a:r>
                  <a:rPr lang="en-US" altLang="zh-CN" dirty="0"/>
                  <a:t> </a:t>
                </a:r>
                <a14:m>
                  <m:oMath xmlns:m="http://schemas.openxmlformats.org/officeDocument/2006/math">
                    <m:sSub>
                      <m:sSubPr>
                        <m:ctrlPr>
                          <a:rPr lang="en-US" altLang="zh-CN" i="1">
                            <a:latin typeface="Cambria Math" panose="02040503050406030204" pitchFamily="18" charset="0"/>
                          </a:rPr>
                        </m:ctrlPr>
                      </m:sSubPr>
                      <m:e>
                        <m:acc>
                          <m:accPr>
                            <m:chr m:val="̂"/>
                            <m:ctrlPr>
                              <a:rPr lang="en-US" altLang="zh-CN" i="1" dirty="0">
                                <a:latin typeface="Cambria Math" panose="02040503050406030204" pitchFamily="18" charset="0"/>
                              </a:rPr>
                            </m:ctrlPr>
                          </m:accPr>
                          <m:e>
                            <m:r>
                              <a:rPr lang="en-US" altLang="zh-CN" i="1" dirty="0">
                                <a:latin typeface="Cambria Math" panose="02040503050406030204" pitchFamily="18" charset="0"/>
                              </a:rPr>
                              <m:t>𝑦</m:t>
                            </m:r>
                          </m:e>
                        </m:acc>
                      </m:e>
                      <m:sub>
                        <m:r>
                          <m:rPr>
                            <m:sty m:val="p"/>
                          </m:rPr>
                          <a:rPr lang="en-US" altLang="zh-CN" i="1" dirty="0" smtClean="0">
                            <a:latin typeface="Cambria Math" panose="02040503050406030204" pitchFamily="18" charset="0"/>
                          </a:rPr>
                          <m:t>t</m:t>
                        </m:r>
                      </m:sub>
                    </m:sSub>
                  </m:oMath>
                </a14:m>
                <a:endParaRPr lang="en-US" altLang="zh-CN" b="0" dirty="0">
                  <a:latin typeface="Cambria Math" panose="02040503050406030204" pitchFamily="18" charset="0"/>
                </a:endParaRPr>
              </a:p>
              <a:p>
                <a:pPr marL="457200" lvl="2">
                  <a:lnSpc>
                    <a:spcPct val="180000"/>
                  </a:lnSpc>
                  <a:spcBef>
                    <a:spcPts val="0"/>
                  </a:spcBef>
                </a:pPr>
                <a14:m>
                  <m:oMathPara xmlns:m="http://schemas.openxmlformats.org/officeDocument/2006/math">
                    <m:oMathParaPr>
                      <m:jc m:val="centerGroup"/>
                    </m:oMathParaPr>
                    <m:oMath xmlns:m="http://schemas.openxmlformats.org/officeDocument/2006/math">
                      <m:sSub>
                        <m:sSubPr>
                          <m:ctrlPr>
                            <a:rPr lang="en-US" altLang="zh-CN" b="0" i="1" smtClean="0">
                              <a:latin typeface="Cambria Math" panose="02040503050406030204" pitchFamily="18" charset="0"/>
                            </a:rPr>
                          </m:ctrlPr>
                        </m:sSubPr>
                        <m:e>
                          <m:acc>
                            <m:accPr>
                              <m:chr m:val="̂"/>
                              <m:ctrlPr>
                                <a:rPr lang="en-US" altLang="zh-CN" b="0" i="1" smtClean="0">
                                  <a:latin typeface="Cambria Math" panose="02040503050406030204" pitchFamily="18" charset="0"/>
                                </a:rPr>
                              </m:ctrlPr>
                            </m:accPr>
                            <m:e>
                              <m:r>
                                <a:rPr lang="en-US" altLang="zh-CN" b="0" i="1" smtClean="0">
                                  <a:latin typeface="Cambria Math" panose="02040503050406030204" pitchFamily="18" charset="0"/>
                                </a:rPr>
                                <m:t>𝑦</m:t>
                              </m:r>
                            </m:e>
                          </m:acc>
                        </m:e>
                        <m:sub>
                          <m:r>
                            <a:rPr lang="en-US" altLang="zh-CN" b="0" i="1" smtClean="0">
                              <a:latin typeface="Cambria Math" panose="02040503050406030204" pitchFamily="18" charset="0"/>
                            </a:rPr>
                            <m:t>𝑡</m:t>
                          </m:r>
                        </m:sub>
                      </m:sSub>
                      <m:r>
                        <a:rPr lang="en-US" altLang="zh-CN" b="0" i="1" smtClean="0">
                          <a:latin typeface="Cambria Math" panose="02040503050406030204" pitchFamily="18" charset="0"/>
                        </a:rPr>
                        <m:t>=</m:t>
                      </m:r>
                      <m:r>
                        <a:rPr lang="en-US" altLang="zh-CN" b="0" i="1" smtClean="0">
                          <a:latin typeface="Cambria Math" panose="02040503050406030204" pitchFamily="18" charset="0"/>
                        </a:rPr>
                        <m:t>𝑠𝑜𝑓𝑡𝑚𝑎𝑥</m:t>
                      </m:r>
                      <m:r>
                        <a:rPr lang="en-US" altLang="zh-CN" b="0" i="1" smtClean="0">
                          <a:latin typeface="Cambria Math" panose="02040503050406030204" pitchFamily="18" charset="0"/>
                        </a:rPr>
                        <m:t>(</m:t>
                      </m:r>
                      <m:r>
                        <a:rPr lang="en-US" altLang="zh-CN" b="1" i="1" smtClean="0">
                          <a:latin typeface="Cambria Math" panose="02040503050406030204" pitchFamily="18" charset="0"/>
                        </a:rPr>
                        <m:t>𝑾</m:t>
                      </m:r>
                      <m:sSub>
                        <m:sSubPr>
                          <m:ctrlPr>
                            <a:rPr lang="en-US" altLang="zh-CN" b="1" i="1" smtClean="0">
                              <a:latin typeface="Cambria Math" panose="02040503050406030204" pitchFamily="18" charset="0"/>
                            </a:rPr>
                          </m:ctrlPr>
                        </m:sSubPr>
                        <m:e>
                          <m:r>
                            <a:rPr lang="en-US" altLang="zh-CN" b="1" i="1" smtClean="0">
                              <a:latin typeface="Cambria Math" panose="02040503050406030204" pitchFamily="18" charset="0"/>
                            </a:rPr>
                            <m:t>𝒉</m:t>
                          </m:r>
                        </m:e>
                        <m:sub>
                          <m:r>
                            <a:rPr lang="en-US" altLang="zh-CN" b="1" i="1" smtClean="0">
                              <a:latin typeface="Cambria Math" panose="02040503050406030204" pitchFamily="18" charset="0"/>
                            </a:rPr>
                            <m:t>𝒕</m:t>
                          </m:r>
                        </m:sub>
                      </m:sSub>
                      <m:r>
                        <a:rPr lang="en-US" altLang="zh-CN" b="0" i="1" smtClean="0">
                          <a:latin typeface="Cambria Math" panose="02040503050406030204" pitchFamily="18" charset="0"/>
                        </a:rPr>
                        <m:t>+</m:t>
                      </m:r>
                      <m:r>
                        <a:rPr lang="en-US" altLang="zh-CN" b="1" i="1" smtClean="0">
                          <a:latin typeface="Cambria Math" panose="02040503050406030204" pitchFamily="18" charset="0"/>
                        </a:rPr>
                        <m:t>𝒃</m:t>
                      </m:r>
                      <m:r>
                        <a:rPr lang="en-US" altLang="zh-CN" b="0" i="1" smtClean="0">
                          <a:latin typeface="Cambria Math" panose="02040503050406030204" pitchFamily="18" charset="0"/>
                        </a:rPr>
                        <m:t>)</m:t>
                      </m:r>
                    </m:oMath>
                  </m:oMathPara>
                </a14:m>
                <a:endParaRPr lang="en-US" altLang="zh-CN" b="0" dirty="0">
                  <a:latin typeface="Cambria Math" panose="02040503050406030204" pitchFamily="18" charset="0"/>
                </a:endParaRPr>
              </a:p>
              <a:p>
                <a:pPr lvl="2" indent="-457200">
                  <a:lnSpc>
                    <a:spcPct val="180000"/>
                  </a:lnSpc>
                  <a:spcBef>
                    <a:spcPts val="0"/>
                  </a:spcBef>
                  <a:buFont typeface="Wingdings" panose="05000000000000000000" pitchFamily="2" charset="2"/>
                  <a:buChar char="p"/>
                </a:pPr>
                <a:r>
                  <a:rPr lang="zh-CN" altLang="en-US" b="0" dirty="0">
                    <a:latin typeface="Cambria Math" panose="02040503050406030204" pitchFamily="18" charset="0"/>
                  </a:rPr>
                  <a:t>重复上述解码过程，直至得到终止</a:t>
                </a:r>
                <a:r>
                  <a:rPr lang="en-US" altLang="zh-CN" b="0" dirty="0">
                    <a:latin typeface="Cambria Math" panose="02040503050406030204" pitchFamily="18" charset="0"/>
                  </a:rPr>
                  <a:t>token</a:t>
                </a:r>
                <a:r>
                  <a:rPr lang="zh-CN" altLang="en-US" b="0" dirty="0">
                    <a:latin typeface="Cambria Math" panose="02040503050406030204" pitchFamily="18" charset="0"/>
                  </a:rPr>
                  <a:t>（例如</a:t>
                </a:r>
                <a:r>
                  <a:rPr lang="en-US" altLang="zh-CN" b="0" dirty="0">
                    <a:latin typeface="Cambria Math" panose="02040503050406030204" pitchFamily="18" charset="0"/>
                  </a:rPr>
                  <a:t>&lt;</a:t>
                </a:r>
                <a:r>
                  <a:rPr lang="en-US" altLang="zh-CN" b="0" dirty="0" err="1">
                    <a:latin typeface="Cambria Math" panose="02040503050406030204" pitchFamily="18" charset="0"/>
                  </a:rPr>
                  <a:t>eos</a:t>
                </a:r>
                <a:r>
                  <a:rPr lang="en-US" altLang="zh-CN" b="0" dirty="0">
                    <a:latin typeface="Cambria Math" panose="02040503050406030204" pitchFamily="18" charset="0"/>
                  </a:rPr>
                  <a:t>&gt;</a:t>
                </a:r>
                <a:r>
                  <a:rPr lang="zh-CN" altLang="en-US" b="0" dirty="0">
                    <a:latin typeface="Cambria Math" panose="02040503050406030204" pitchFamily="18" charset="0"/>
                  </a:rPr>
                  <a:t>）</a:t>
                </a:r>
                <a:endParaRPr lang="en-US" altLang="zh-CN" b="0" dirty="0">
                  <a:latin typeface="Cambria Math" panose="02040503050406030204" pitchFamily="18" charset="0"/>
                </a:endParaRPr>
              </a:p>
            </p:txBody>
          </p:sp>
        </mc:Choice>
        <mc:Fallback xmlns="">
          <p:sp>
            <p:nvSpPr>
              <p:cNvPr id="4" name="Content Placeholder 3">
                <a:extLst>
                  <a:ext uri="{FF2B5EF4-FFF2-40B4-BE49-F238E27FC236}">
                    <a16:creationId xmlns:a16="http://schemas.microsoft.com/office/drawing/2014/main" id="{4DFF7A8D-0DA4-7EE5-665B-11EDA88819B7}"/>
                  </a:ext>
                </a:extLst>
              </p:cNvPr>
              <p:cNvSpPr>
                <a:spLocks noGrp="1" noRot="1" noChangeAspect="1" noMove="1" noResize="1" noEditPoints="1" noAdjustHandles="1" noChangeArrowheads="1" noChangeShapeType="1" noTextEdit="1"/>
              </p:cNvSpPr>
              <p:nvPr>
                <p:ph idx="1"/>
              </p:nvPr>
            </p:nvSpPr>
            <p:spPr>
              <a:xfrm>
                <a:off x="626302" y="1033670"/>
                <a:ext cx="11110586" cy="5143293"/>
              </a:xfrm>
              <a:blipFill>
                <a:blip r:embed="rId4"/>
                <a:stretch>
                  <a:fillRect l="-799"/>
                </a:stretch>
              </a:blipFill>
            </p:spPr>
            <p:txBody>
              <a:bodyPr/>
              <a:lstStyle/>
              <a:p>
                <a:r>
                  <a:rPr lang="en-US">
                    <a:noFill/>
                  </a:rPr>
                  <a:t> </a:t>
                </a:r>
              </a:p>
            </p:txBody>
          </p:sp>
        </mc:Fallback>
      </mc:AlternateContent>
    </p:spTree>
    <p:extLst>
      <p:ext uri="{BB962C8B-B14F-4D97-AF65-F5344CB8AC3E}">
        <p14:creationId xmlns:p14="http://schemas.microsoft.com/office/powerpoint/2010/main" val="2715970842"/>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4B746A7-A244-C7A1-96DD-068707A79938}"/>
            </a:ext>
          </a:extLst>
        </p:cNvPr>
        <p:cNvGrpSpPr/>
        <p:nvPr/>
      </p:nvGrpSpPr>
      <p:grpSpPr>
        <a:xfrm>
          <a:off x="0" y="0"/>
          <a:ext cx="0" cy="0"/>
          <a:chOff x="0" y="0"/>
          <a:chExt cx="0" cy="0"/>
        </a:xfrm>
      </p:grpSpPr>
      <p:sp>
        <p:nvSpPr>
          <p:cNvPr id="2" name="标题 1">
            <a:extLst>
              <a:ext uri="{FF2B5EF4-FFF2-40B4-BE49-F238E27FC236}">
                <a16:creationId xmlns:a16="http://schemas.microsoft.com/office/drawing/2014/main" id="{3CCD76D4-4503-8075-DC75-048E40CF9B20}"/>
              </a:ext>
            </a:extLst>
          </p:cNvPr>
          <p:cNvSpPr>
            <a:spLocks noGrp="1"/>
          </p:cNvSpPr>
          <p:nvPr>
            <p:ph type="title"/>
          </p:nvPr>
        </p:nvSpPr>
        <p:spPr/>
        <p:txBody>
          <a:bodyPr/>
          <a:lstStyle/>
          <a:p>
            <a:r>
              <a:rPr lang="en-US" altLang="zh-CN" dirty="0"/>
              <a:t>Transformer</a:t>
            </a:r>
            <a:r>
              <a:rPr lang="zh-CN" altLang="en-US" dirty="0"/>
              <a:t>编码器与解码器在文本处理中的应用</a:t>
            </a:r>
          </a:p>
        </p:txBody>
      </p:sp>
      <p:sp>
        <p:nvSpPr>
          <p:cNvPr id="118" name="Content Placeholder 3">
            <a:extLst>
              <a:ext uri="{FF2B5EF4-FFF2-40B4-BE49-F238E27FC236}">
                <a16:creationId xmlns:a16="http://schemas.microsoft.com/office/drawing/2014/main" id="{8A911E25-AA4A-4592-D1A4-8B4A5C1C69A8}"/>
              </a:ext>
            </a:extLst>
          </p:cNvPr>
          <p:cNvSpPr>
            <a:spLocks noGrp="1"/>
          </p:cNvSpPr>
          <p:nvPr>
            <p:ph idx="1"/>
          </p:nvPr>
        </p:nvSpPr>
        <p:spPr>
          <a:xfrm>
            <a:off x="838199" y="1033670"/>
            <a:ext cx="7930019" cy="5141843"/>
          </a:xfrm>
        </p:spPr>
        <p:txBody>
          <a:bodyPr>
            <a:normAutofit/>
          </a:bodyPr>
          <a:lstStyle/>
          <a:p>
            <a:pPr indent="-457200">
              <a:lnSpc>
                <a:spcPct val="180000"/>
              </a:lnSpc>
              <a:spcBef>
                <a:spcPts val="0"/>
              </a:spcBef>
              <a:buFont typeface="Wingdings" panose="05000000000000000000" pitchFamily="2" charset="2"/>
              <a:buChar char="p"/>
            </a:pPr>
            <a:r>
              <a:rPr lang="zh-CN" altLang="en-US" dirty="0"/>
              <a:t>编码器与解码器架构在应用中存在一定局限</a:t>
            </a:r>
            <a:endParaRPr lang="en-US" altLang="zh-CN" dirty="0"/>
          </a:p>
          <a:p>
            <a:pPr lvl="2" indent="-457200">
              <a:lnSpc>
                <a:spcPct val="180000"/>
              </a:lnSpc>
              <a:spcBef>
                <a:spcPts val="0"/>
              </a:spcBef>
              <a:buFont typeface="Wingdings" panose="05000000000000000000" pitchFamily="2" charset="2"/>
              <a:buChar char="p"/>
            </a:pPr>
            <a:r>
              <a:rPr lang="zh-CN" altLang="en-US" dirty="0"/>
              <a:t>架构复杂，需要维护独立的编码层与解码层</a:t>
            </a:r>
            <a:endParaRPr lang="en-US" altLang="zh-CN" dirty="0"/>
          </a:p>
          <a:p>
            <a:pPr lvl="2" indent="-457200">
              <a:lnSpc>
                <a:spcPct val="180000"/>
              </a:lnSpc>
              <a:spcBef>
                <a:spcPts val="0"/>
              </a:spcBef>
              <a:buFont typeface="Wingdings" panose="05000000000000000000" pitchFamily="2" charset="2"/>
              <a:buChar char="p"/>
            </a:pPr>
            <a:r>
              <a:rPr lang="zh-CN" altLang="en-US" dirty="0"/>
              <a:t>模型拓展难，如增大模型参数量，则需要同时增加编码器与解码器层数</a:t>
            </a:r>
            <a:endParaRPr lang="en-US" altLang="zh-CN" dirty="0"/>
          </a:p>
          <a:p>
            <a:pPr lvl="2" indent="-457200">
              <a:lnSpc>
                <a:spcPct val="180000"/>
              </a:lnSpc>
              <a:spcBef>
                <a:spcPts val="0"/>
              </a:spcBef>
              <a:buFont typeface="Wingdings" panose="05000000000000000000" pitchFamily="2" charset="2"/>
              <a:buChar char="p"/>
            </a:pPr>
            <a:r>
              <a:rPr lang="en-US" altLang="zh-CN" dirty="0"/>
              <a:t>…</a:t>
            </a:r>
          </a:p>
          <a:p>
            <a:pPr indent="-457200">
              <a:lnSpc>
                <a:spcPct val="180000"/>
              </a:lnSpc>
              <a:spcBef>
                <a:spcPts val="0"/>
              </a:spcBef>
              <a:buFont typeface="Wingdings" panose="05000000000000000000" pitchFamily="2" charset="2"/>
              <a:buChar char="p"/>
            </a:pPr>
            <a:r>
              <a:rPr lang="zh-CN" altLang="en-US" dirty="0"/>
              <a:t>单纯使用解码器，将原本编码器处理的文本作为解码器端的输入，是一种可行的选择</a:t>
            </a:r>
            <a:endParaRPr lang="en-US" altLang="zh-CN" dirty="0"/>
          </a:p>
          <a:p>
            <a:pPr lvl="2" indent="-457200">
              <a:lnSpc>
                <a:spcPct val="180000"/>
              </a:lnSpc>
              <a:spcBef>
                <a:spcPts val="0"/>
              </a:spcBef>
              <a:buFont typeface="Wingdings" panose="05000000000000000000" pitchFamily="2" charset="2"/>
              <a:buChar char="p"/>
            </a:pPr>
            <a:r>
              <a:rPr lang="zh-CN" altLang="en-US" dirty="0"/>
              <a:t>架构更简单，更易于拓展模型规模</a:t>
            </a:r>
            <a:endParaRPr lang="en-US" altLang="zh-CN" dirty="0"/>
          </a:p>
        </p:txBody>
      </p:sp>
      <p:pic>
        <p:nvPicPr>
          <p:cNvPr id="3" name="图片 4">
            <a:extLst>
              <a:ext uri="{FF2B5EF4-FFF2-40B4-BE49-F238E27FC236}">
                <a16:creationId xmlns:a16="http://schemas.microsoft.com/office/drawing/2014/main" id="{E0E7A56A-3F4A-C4F2-941E-7435CFA9BCEB}"/>
              </a:ext>
            </a:extLst>
          </p:cNvPr>
          <p:cNvPicPr>
            <a:picLocks noChangeAspect="1"/>
          </p:cNvPicPr>
          <p:nvPr/>
        </p:nvPicPr>
        <p:blipFill>
          <a:blip r:embed="rId3"/>
          <a:stretch>
            <a:fillRect/>
          </a:stretch>
        </p:blipFill>
        <p:spPr>
          <a:xfrm>
            <a:off x="8557947" y="1485629"/>
            <a:ext cx="3358481" cy="4104983"/>
          </a:xfrm>
          <a:prstGeom prst="rect">
            <a:avLst/>
          </a:prstGeom>
        </p:spPr>
      </p:pic>
    </p:spTree>
    <p:extLst>
      <p:ext uri="{BB962C8B-B14F-4D97-AF65-F5344CB8AC3E}">
        <p14:creationId xmlns:p14="http://schemas.microsoft.com/office/powerpoint/2010/main" val="3639096728"/>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12E2EC2-B998-CA53-458E-DCDA5F2EC6FD}"/>
            </a:ext>
          </a:extLst>
        </p:cNvPr>
        <p:cNvGrpSpPr/>
        <p:nvPr/>
      </p:nvGrpSpPr>
      <p:grpSpPr>
        <a:xfrm>
          <a:off x="0" y="0"/>
          <a:ext cx="0" cy="0"/>
          <a:chOff x="0" y="0"/>
          <a:chExt cx="0" cy="0"/>
        </a:xfrm>
      </p:grpSpPr>
      <p:sp>
        <p:nvSpPr>
          <p:cNvPr id="2" name="标题 1">
            <a:extLst>
              <a:ext uri="{FF2B5EF4-FFF2-40B4-BE49-F238E27FC236}">
                <a16:creationId xmlns:a16="http://schemas.microsoft.com/office/drawing/2014/main" id="{4DE595FD-2D0A-083D-6BE2-8A49AD6EB0EC}"/>
              </a:ext>
            </a:extLst>
          </p:cNvPr>
          <p:cNvSpPr>
            <a:spLocks noGrp="1"/>
          </p:cNvSpPr>
          <p:nvPr>
            <p:ph type="title"/>
          </p:nvPr>
        </p:nvSpPr>
        <p:spPr/>
        <p:txBody>
          <a:bodyPr/>
          <a:lstStyle/>
          <a:p>
            <a:r>
              <a:rPr lang="en-US" altLang="zh-CN" dirty="0"/>
              <a:t>Transformer</a:t>
            </a:r>
            <a:r>
              <a:rPr lang="zh-CN" altLang="en-US" dirty="0"/>
              <a:t>解码器在文本处理中的应用</a:t>
            </a:r>
          </a:p>
        </p:txBody>
      </p:sp>
      <mc:AlternateContent xmlns:mc="http://schemas.openxmlformats.org/markup-compatibility/2006" xmlns:a14="http://schemas.microsoft.com/office/drawing/2010/main">
        <mc:Choice Requires="a14">
          <p:sp>
            <p:nvSpPr>
              <p:cNvPr id="118" name="Content Placeholder 3">
                <a:extLst>
                  <a:ext uri="{FF2B5EF4-FFF2-40B4-BE49-F238E27FC236}">
                    <a16:creationId xmlns:a16="http://schemas.microsoft.com/office/drawing/2014/main" id="{BA2C7BFC-C373-7A1B-C7A4-B260080DF141}"/>
                  </a:ext>
                </a:extLst>
              </p:cNvPr>
              <p:cNvSpPr>
                <a:spLocks noGrp="1"/>
              </p:cNvSpPr>
              <p:nvPr>
                <p:ph idx="1"/>
              </p:nvPr>
            </p:nvSpPr>
            <p:spPr>
              <a:xfrm>
                <a:off x="838200" y="1033670"/>
                <a:ext cx="7341296" cy="5141843"/>
              </a:xfrm>
            </p:spPr>
            <p:txBody>
              <a:bodyPr>
                <a:normAutofit lnSpcReduction="10000"/>
              </a:bodyPr>
              <a:lstStyle/>
              <a:p>
                <a:pPr indent="-457200">
                  <a:lnSpc>
                    <a:spcPct val="180000"/>
                  </a:lnSpc>
                  <a:spcBef>
                    <a:spcPts val="0"/>
                  </a:spcBef>
                  <a:buFont typeface="Wingdings" panose="05000000000000000000" pitchFamily="2" charset="2"/>
                  <a:buChar char="p"/>
                </a:pPr>
                <a:r>
                  <a:rPr lang="zh-CN" altLang="en-US" dirty="0"/>
                  <a:t>所有与编码器相关的架构被移除</a:t>
                </a:r>
                <a:endParaRPr lang="en-US" altLang="zh-CN" dirty="0"/>
              </a:p>
              <a:p>
                <a:pPr lvl="2" indent="-457200">
                  <a:lnSpc>
                    <a:spcPct val="180000"/>
                  </a:lnSpc>
                  <a:spcBef>
                    <a:spcPts val="0"/>
                  </a:spcBef>
                  <a:buFont typeface="Wingdings" panose="05000000000000000000" pitchFamily="2" charset="2"/>
                  <a:buChar char="p"/>
                </a:pPr>
                <a:r>
                  <a:rPr lang="zh-CN" altLang="en-US" dirty="0"/>
                  <a:t>编码器被移除</a:t>
                </a:r>
                <a:endParaRPr lang="en-US" altLang="zh-CN" dirty="0"/>
              </a:p>
              <a:p>
                <a:pPr lvl="2" indent="-457200">
                  <a:lnSpc>
                    <a:spcPct val="180000"/>
                  </a:lnSpc>
                  <a:spcBef>
                    <a:spcPts val="0"/>
                  </a:spcBef>
                  <a:buFont typeface="Wingdings" panose="05000000000000000000" pitchFamily="2" charset="2"/>
                  <a:buChar char="p"/>
                </a:pPr>
                <a:r>
                  <a:rPr lang="zh-CN" altLang="en-US" dirty="0"/>
                  <a:t>交叉注意力机制被移除</a:t>
                </a:r>
                <a:endParaRPr lang="en-US" altLang="zh-CN" dirty="0"/>
              </a:p>
              <a:p>
                <a:pPr indent="-457200">
                  <a:lnSpc>
                    <a:spcPct val="180000"/>
                  </a:lnSpc>
                  <a:spcBef>
                    <a:spcPts val="0"/>
                  </a:spcBef>
                  <a:buFont typeface="Wingdings" panose="05000000000000000000" pitchFamily="2" charset="2"/>
                  <a:buChar char="p"/>
                </a:pPr>
                <a:r>
                  <a:rPr lang="en-US" altLang="en-US" dirty="0" err="1"/>
                  <a:t>Transformer解码器在文本处理中的应用流程</a:t>
                </a:r>
                <a:endParaRPr lang="en-US" altLang="zh-CN" dirty="0"/>
              </a:p>
              <a:p>
                <a:pPr lvl="2" indent="-457200">
                  <a:lnSpc>
                    <a:spcPct val="180000"/>
                  </a:lnSpc>
                  <a:spcBef>
                    <a:spcPts val="0"/>
                  </a:spcBef>
                  <a:buFont typeface="Wingdings" panose="05000000000000000000" pitchFamily="2" charset="2"/>
                  <a:buChar char="p"/>
                </a:pPr>
                <a:r>
                  <a:rPr lang="zh-CN" altLang="en-US" dirty="0">
                    <a:latin typeface="Cambria Math" panose="02040503050406030204" pitchFamily="18" charset="0"/>
                  </a:rPr>
                  <a:t>在</a:t>
                </a:r>
                <a14:m>
                  <m:oMath xmlns:m="http://schemas.openxmlformats.org/officeDocument/2006/math">
                    <m:r>
                      <a:rPr lang="en-US" altLang="zh-CN" i="1" dirty="0">
                        <a:latin typeface="Cambria Math" panose="02040503050406030204" pitchFamily="18" charset="0"/>
                      </a:rPr>
                      <m:t>𝑡</m:t>
                    </m:r>
                  </m:oMath>
                </a14:m>
                <a:r>
                  <a:rPr lang="zh-CN" altLang="en-US" b="0" dirty="0">
                    <a:latin typeface="Cambria Math" panose="02040503050406030204" pitchFamily="18" charset="0"/>
                  </a:rPr>
                  <a:t>时刻，使用</a:t>
                </a:r>
                <a:r>
                  <a:rPr lang="en-US" altLang="zh-CN" b="0" dirty="0">
                    <a:latin typeface="Cambria Math" panose="02040503050406030204" pitchFamily="18" charset="0"/>
                  </a:rPr>
                  <a:t>Transformer</a:t>
                </a:r>
                <a:r>
                  <a:rPr lang="zh-CN" altLang="en-US" b="0" dirty="0">
                    <a:latin typeface="Cambria Math" panose="02040503050406030204" pitchFamily="18" charset="0"/>
                  </a:rPr>
                  <a:t>解码器计算输出向量</a:t>
                </a:r>
                <a14:m>
                  <m:oMath xmlns:m="http://schemas.openxmlformats.org/officeDocument/2006/math">
                    <m:sSub>
                      <m:sSubPr>
                        <m:ctrlPr>
                          <a:rPr lang="en-US" altLang="zh-CN" b="1" i="1" dirty="0">
                            <a:latin typeface="Cambria Math" panose="02040503050406030204" pitchFamily="18" charset="0"/>
                          </a:rPr>
                        </m:ctrlPr>
                      </m:sSubPr>
                      <m:e>
                        <m:r>
                          <a:rPr lang="en-US" altLang="zh-CN" b="1" i="1" dirty="0">
                            <a:latin typeface="Cambria Math" panose="02040503050406030204" pitchFamily="18" charset="0"/>
                          </a:rPr>
                          <m:t>𝒉</m:t>
                        </m:r>
                      </m:e>
                      <m:sub>
                        <m:r>
                          <a:rPr lang="en-US" altLang="zh-CN" b="1" i="1" dirty="0">
                            <a:latin typeface="Cambria Math" panose="02040503050406030204" pitchFamily="18" charset="0"/>
                          </a:rPr>
                          <m:t>𝒕</m:t>
                        </m:r>
                      </m:sub>
                    </m:sSub>
                  </m:oMath>
                </a14:m>
                <a:endParaRPr lang="en-US" altLang="zh-CN" b="0" dirty="0">
                  <a:latin typeface="Cambria Math" panose="02040503050406030204" pitchFamily="18" charset="0"/>
                </a:endParaRPr>
              </a:p>
              <a:p>
                <a:pPr marL="457200" lvl="2">
                  <a:lnSpc>
                    <a:spcPct val="180000"/>
                  </a:lnSpc>
                  <a:spcBef>
                    <a:spcPts val="0"/>
                  </a:spcBef>
                </a:pPr>
                <a14:m>
                  <m:oMathPara xmlns:m="http://schemas.openxmlformats.org/officeDocument/2006/math">
                    <m:oMathParaPr>
                      <m:jc m:val="centerGroup"/>
                    </m:oMathParaPr>
                    <m:oMath xmlns:m="http://schemas.openxmlformats.org/officeDocument/2006/math">
                      <m:sSub>
                        <m:sSubPr>
                          <m:ctrlPr>
                            <a:rPr lang="en-US" altLang="zh-CN" b="1" i="1" dirty="0" smtClean="0">
                              <a:latin typeface="Cambria Math" panose="02040503050406030204" pitchFamily="18" charset="0"/>
                            </a:rPr>
                          </m:ctrlPr>
                        </m:sSubPr>
                        <m:e>
                          <m:r>
                            <a:rPr lang="en-US" altLang="zh-CN" b="1" i="1" dirty="0">
                              <a:latin typeface="Cambria Math" panose="02040503050406030204" pitchFamily="18" charset="0"/>
                            </a:rPr>
                            <m:t>𝒉</m:t>
                          </m:r>
                        </m:e>
                        <m:sub>
                          <m:r>
                            <a:rPr lang="en-US" altLang="zh-CN" b="1" i="1" dirty="0" smtClean="0">
                              <a:latin typeface="Cambria Math" panose="02040503050406030204" pitchFamily="18" charset="0"/>
                            </a:rPr>
                            <m:t>𝒕</m:t>
                          </m:r>
                        </m:sub>
                      </m:sSub>
                      <m:r>
                        <a:rPr lang="en-US" altLang="zh-CN" b="0" i="1" dirty="0" smtClean="0">
                          <a:latin typeface="Cambria Math" panose="02040503050406030204" pitchFamily="18" charset="0"/>
                        </a:rPr>
                        <m:t>=</m:t>
                      </m:r>
                      <m:sSub>
                        <m:sSubPr>
                          <m:ctrlPr>
                            <a:rPr lang="en-US" altLang="zh-CN" b="0" i="1" dirty="0" smtClean="0">
                              <a:latin typeface="Cambria Math" panose="02040503050406030204" pitchFamily="18" charset="0"/>
                            </a:rPr>
                          </m:ctrlPr>
                        </m:sSubPr>
                        <m:e>
                          <m:r>
                            <m:rPr>
                              <m:sty m:val="p"/>
                            </m:rPr>
                            <a:rPr lang="en-US" altLang="zh-CN" b="0" i="0" dirty="0" smtClean="0">
                              <a:latin typeface="Cambria Math" panose="02040503050406030204" pitchFamily="18" charset="0"/>
                            </a:rPr>
                            <m:t>Transformer</m:t>
                          </m:r>
                        </m:e>
                        <m:sub>
                          <m:r>
                            <m:rPr>
                              <m:sty m:val="p"/>
                            </m:rPr>
                            <a:rPr lang="en-US" altLang="zh-CN" b="0" i="0" dirty="0" smtClean="0">
                              <a:latin typeface="Cambria Math" panose="02040503050406030204" pitchFamily="18" charset="0"/>
                            </a:rPr>
                            <m:t>decoder</m:t>
                          </m:r>
                        </m:sub>
                      </m:sSub>
                      <m:r>
                        <a:rPr lang="en-US" altLang="zh-CN" b="0" i="0" dirty="0" smtClean="0">
                          <a:latin typeface="Cambria Math" panose="02040503050406030204" pitchFamily="18" charset="0"/>
                        </a:rPr>
                        <m:t>(</m:t>
                      </m:r>
                      <m:sSub>
                        <m:sSubPr>
                          <m:ctrlPr>
                            <a:rPr lang="en-US" altLang="zh-CN" i="1">
                              <a:latin typeface="Cambria Math" panose="02040503050406030204" pitchFamily="18" charset="0"/>
                            </a:rPr>
                          </m:ctrlPr>
                        </m:sSubPr>
                        <m:e>
                          <m:r>
                            <a:rPr lang="en-US" altLang="zh-CN" i="1">
                              <a:latin typeface="Cambria Math" panose="02040503050406030204" pitchFamily="18" charset="0"/>
                            </a:rPr>
                            <m:t>𝑥</m:t>
                          </m:r>
                        </m:e>
                        <m:sub>
                          <m:r>
                            <a:rPr lang="en-US" altLang="zh-CN">
                              <a:latin typeface="Cambria Math" panose="02040503050406030204" pitchFamily="18" charset="0"/>
                            </a:rPr>
                            <m:t>1</m:t>
                          </m:r>
                        </m:sub>
                      </m:sSub>
                      <m:r>
                        <a:rPr lang="en-US" altLang="zh-CN" i="1">
                          <a:latin typeface="Cambria Math" panose="02040503050406030204" pitchFamily="18" charset="0"/>
                        </a:rPr>
                        <m:t>⋯</m:t>
                      </m:r>
                      <m:sSub>
                        <m:sSubPr>
                          <m:ctrlPr>
                            <a:rPr lang="en-US" altLang="zh-CN" i="1">
                              <a:latin typeface="Cambria Math" panose="02040503050406030204" pitchFamily="18" charset="0"/>
                            </a:rPr>
                          </m:ctrlPr>
                        </m:sSubPr>
                        <m:e>
                          <m:r>
                            <a:rPr lang="en-US" altLang="zh-CN" i="1">
                              <a:latin typeface="Cambria Math" panose="02040503050406030204" pitchFamily="18" charset="0"/>
                            </a:rPr>
                            <m:t>𝑥</m:t>
                          </m:r>
                        </m:e>
                        <m:sub>
                          <m:r>
                            <a:rPr lang="en-US" altLang="zh-CN" i="1">
                              <a:latin typeface="Cambria Math" panose="02040503050406030204" pitchFamily="18" charset="0"/>
                            </a:rPr>
                            <m:t>𝑁</m:t>
                          </m:r>
                        </m:sub>
                      </m:sSub>
                      <m:r>
                        <a:rPr lang="en-US" altLang="zh-CN" b="0" i="1" smtClean="0">
                          <a:latin typeface="Cambria Math" panose="02040503050406030204" pitchFamily="18" charset="0"/>
                        </a:rPr>
                        <m:t>,</m:t>
                      </m:r>
                      <m:sSub>
                        <m:sSubPr>
                          <m:ctrlPr>
                            <a:rPr lang="en-US" altLang="zh-CN" b="0" i="1" smtClean="0">
                              <a:latin typeface="Cambria Math" panose="02040503050406030204" pitchFamily="18" charset="0"/>
                            </a:rPr>
                          </m:ctrlPr>
                        </m:sSubPr>
                        <m:e>
                          <m:acc>
                            <m:accPr>
                              <m:chr m:val="̂"/>
                              <m:ctrlPr>
                                <a:rPr lang="en-US" altLang="zh-CN" i="1" dirty="0" smtClean="0">
                                  <a:latin typeface="Cambria Math" panose="02040503050406030204" pitchFamily="18" charset="0"/>
                                </a:rPr>
                              </m:ctrlPr>
                            </m:accPr>
                            <m:e>
                              <m:r>
                                <a:rPr lang="en-US" altLang="zh-CN" b="0" i="1" dirty="0" smtClean="0">
                                  <a:latin typeface="Cambria Math" panose="02040503050406030204" pitchFamily="18" charset="0"/>
                                </a:rPr>
                                <m:t>𝑦</m:t>
                              </m:r>
                            </m:e>
                          </m:acc>
                        </m:e>
                        <m:sub>
                          <m:r>
                            <a:rPr lang="en-US" altLang="zh-CN" b="0" i="1" smtClean="0">
                              <a:latin typeface="Cambria Math" panose="02040503050406030204" pitchFamily="18" charset="0"/>
                            </a:rPr>
                            <m:t>1</m:t>
                          </m:r>
                        </m:sub>
                      </m:sSub>
                      <m:r>
                        <a:rPr lang="en-US" altLang="zh-CN" b="0" i="1" smtClean="0">
                          <a:latin typeface="Cambria Math" panose="02040503050406030204" pitchFamily="18" charset="0"/>
                        </a:rPr>
                        <m:t>⋯</m:t>
                      </m:r>
                      <m:sSub>
                        <m:sSubPr>
                          <m:ctrlPr>
                            <a:rPr lang="en-US" altLang="zh-CN" i="1">
                              <a:latin typeface="Cambria Math" panose="02040503050406030204" pitchFamily="18" charset="0"/>
                            </a:rPr>
                          </m:ctrlPr>
                        </m:sSubPr>
                        <m:e>
                          <m:acc>
                            <m:accPr>
                              <m:chr m:val="̂"/>
                              <m:ctrlPr>
                                <a:rPr lang="en-US" altLang="zh-CN" b="1" i="1" dirty="0">
                                  <a:latin typeface="Cambria Math" panose="02040503050406030204" pitchFamily="18" charset="0"/>
                                </a:rPr>
                              </m:ctrlPr>
                            </m:accPr>
                            <m:e>
                              <m:r>
                                <a:rPr lang="en-US" altLang="zh-CN" b="0" i="1" dirty="0">
                                  <a:latin typeface="Cambria Math" panose="02040503050406030204" pitchFamily="18" charset="0"/>
                                </a:rPr>
                                <m:t>𝑦</m:t>
                              </m:r>
                            </m:e>
                          </m:acc>
                        </m:e>
                        <m:sub>
                          <m:r>
                            <a:rPr lang="en-US" altLang="zh-CN" b="0" i="1" dirty="0" smtClean="0">
                              <a:latin typeface="Cambria Math" panose="02040503050406030204" pitchFamily="18" charset="0"/>
                            </a:rPr>
                            <m:t>𝑡</m:t>
                          </m:r>
                          <m:r>
                            <a:rPr lang="en-US" altLang="zh-CN" b="0" i="1" dirty="0" smtClean="0">
                              <a:latin typeface="Cambria Math" panose="02040503050406030204" pitchFamily="18" charset="0"/>
                            </a:rPr>
                            <m:t>−1</m:t>
                          </m:r>
                        </m:sub>
                      </m:sSub>
                      <m:r>
                        <a:rPr lang="en-US" altLang="zh-CN" b="0" i="1" dirty="0" smtClean="0">
                          <a:latin typeface="Cambria Math" panose="02040503050406030204" pitchFamily="18" charset="0"/>
                        </a:rPr>
                        <m:t>)</m:t>
                      </m:r>
                    </m:oMath>
                  </m:oMathPara>
                </a14:m>
                <a:endParaRPr lang="en-US" altLang="zh-CN" i="1" dirty="0">
                  <a:latin typeface="Cambria Math" panose="02040503050406030204" pitchFamily="18" charset="0"/>
                </a:endParaRPr>
              </a:p>
              <a:p>
                <a:pPr lvl="2" indent="-457200">
                  <a:lnSpc>
                    <a:spcPct val="180000"/>
                  </a:lnSpc>
                  <a:spcBef>
                    <a:spcPts val="0"/>
                  </a:spcBef>
                  <a:buFont typeface="Wingdings" panose="05000000000000000000" pitchFamily="2" charset="2"/>
                  <a:buChar char="p"/>
                </a:pPr>
                <a:r>
                  <a:rPr lang="zh-CN" altLang="en-US" dirty="0">
                    <a:latin typeface="Cambria Math" panose="02040503050406030204" pitchFamily="18" charset="0"/>
                  </a:rPr>
                  <a:t>将输出向量</a:t>
                </a:r>
                <a14:m>
                  <m:oMath xmlns:m="http://schemas.openxmlformats.org/officeDocument/2006/math">
                    <m:sSub>
                      <m:sSubPr>
                        <m:ctrlPr>
                          <a:rPr lang="en-US" altLang="zh-CN" b="1" i="1" dirty="0" smtClean="0">
                            <a:latin typeface="Cambria Math" panose="02040503050406030204" pitchFamily="18" charset="0"/>
                          </a:rPr>
                        </m:ctrlPr>
                      </m:sSubPr>
                      <m:e>
                        <m:r>
                          <a:rPr lang="en-US" altLang="zh-CN" b="1" i="1" dirty="0">
                            <a:latin typeface="Cambria Math" panose="02040503050406030204" pitchFamily="18" charset="0"/>
                          </a:rPr>
                          <m:t>𝒉</m:t>
                        </m:r>
                      </m:e>
                      <m:sub>
                        <m:r>
                          <a:rPr lang="en-US" altLang="zh-CN" b="1" i="1" dirty="0" smtClean="0">
                            <a:latin typeface="Cambria Math" panose="02040503050406030204" pitchFamily="18" charset="0"/>
                          </a:rPr>
                          <m:t>𝒕</m:t>
                        </m:r>
                      </m:sub>
                    </m:sSub>
                  </m:oMath>
                </a14:m>
                <a:r>
                  <a:rPr lang="zh-CN" altLang="en-US" dirty="0">
                    <a:latin typeface="Cambria Math" panose="02040503050406030204" pitchFamily="18" charset="0"/>
                  </a:rPr>
                  <a:t>映射到输出的</a:t>
                </a:r>
                <a:r>
                  <a:rPr lang="en-US" altLang="zh-CN" dirty="0">
                    <a:latin typeface="Cambria Math" panose="02040503050406030204" pitchFamily="18" charset="0"/>
                  </a:rPr>
                  <a:t>token</a:t>
                </a:r>
                <a:r>
                  <a:rPr lang="zh-CN" altLang="en-US" dirty="0">
                    <a:latin typeface="Cambria Math" panose="02040503050406030204" pitchFamily="18" charset="0"/>
                  </a:rPr>
                  <a:t>即</a:t>
                </a:r>
                <a:r>
                  <a:rPr lang="en-US" altLang="zh-CN" dirty="0"/>
                  <a:t> </a:t>
                </a:r>
                <a14:m>
                  <m:oMath xmlns:m="http://schemas.openxmlformats.org/officeDocument/2006/math">
                    <m:sSub>
                      <m:sSubPr>
                        <m:ctrlPr>
                          <a:rPr lang="en-US" altLang="zh-CN" i="1">
                            <a:latin typeface="Cambria Math" panose="02040503050406030204" pitchFamily="18" charset="0"/>
                          </a:rPr>
                        </m:ctrlPr>
                      </m:sSubPr>
                      <m:e>
                        <m:acc>
                          <m:accPr>
                            <m:chr m:val="̂"/>
                            <m:ctrlPr>
                              <a:rPr lang="en-US" altLang="zh-CN" i="1" dirty="0">
                                <a:latin typeface="Cambria Math" panose="02040503050406030204" pitchFamily="18" charset="0"/>
                              </a:rPr>
                            </m:ctrlPr>
                          </m:accPr>
                          <m:e>
                            <m:r>
                              <a:rPr lang="en-US" altLang="zh-CN" i="1" dirty="0">
                                <a:latin typeface="Cambria Math" panose="02040503050406030204" pitchFamily="18" charset="0"/>
                              </a:rPr>
                              <m:t>𝑦</m:t>
                            </m:r>
                          </m:e>
                        </m:acc>
                      </m:e>
                      <m:sub>
                        <m:r>
                          <m:rPr>
                            <m:sty m:val="p"/>
                          </m:rPr>
                          <a:rPr lang="en-US" altLang="zh-CN" i="1" dirty="0" smtClean="0">
                            <a:latin typeface="Cambria Math" panose="02040503050406030204" pitchFamily="18" charset="0"/>
                          </a:rPr>
                          <m:t>t</m:t>
                        </m:r>
                      </m:sub>
                    </m:sSub>
                  </m:oMath>
                </a14:m>
                <a:endParaRPr lang="en-US" altLang="zh-CN" b="0" dirty="0">
                  <a:latin typeface="Cambria Math" panose="02040503050406030204" pitchFamily="18" charset="0"/>
                </a:endParaRPr>
              </a:p>
              <a:p>
                <a:pPr marL="457200" lvl="2">
                  <a:lnSpc>
                    <a:spcPct val="180000"/>
                  </a:lnSpc>
                  <a:spcBef>
                    <a:spcPts val="0"/>
                  </a:spcBef>
                </a:pPr>
                <a14:m>
                  <m:oMathPara xmlns:m="http://schemas.openxmlformats.org/officeDocument/2006/math">
                    <m:oMathParaPr>
                      <m:jc m:val="centerGroup"/>
                    </m:oMathParaPr>
                    <m:oMath xmlns:m="http://schemas.openxmlformats.org/officeDocument/2006/math">
                      <m:sSub>
                        <m:sSubPr>
                          <m:ctrlPr>
                            <a:rPr lang="en-US" altLang="zh-CN" b="0" i="1" smtClean="0">
                              <a:latin typeface="Cambria Math" panose="02040503050406030204" pitchFamily="18" charset="0"/>
                            </a:rPr>
                          </m:ctrlPr>
                        </m:sSubPr>
                        <m:e>
                          <m:acc>
                            <m:accPr>
                              <m:chr m:val="̂"/>
                              <m:ctrlPr>
                                <a:rPr lang="en-US" altLang="zh-CN" b="0" i="1" smtClean="0">
                                  <a:latin typeface="Cambria Math" panose="02040503050406030204" pitchFamily="18" charset="0"/>
                                </a:rPr>
                              </m:ctrlPr>
                            </m:accPr>
                            <m:e>
                              <m:r>
                                <a:rPr lang="en-US" altLang="zh-CN" b="0" i="1" smtClean="0">
                                  <a:latin typeface="Cambria Math" panose="02040503050406030204" pitchFamily="18" charset="0"/>
                                </a:rPr>
                                <m:t>𝑦</m:t>
                              </m:r>
                            </m:e>
                          </m:acc>
                        </m:e>
                        <m:sub>
                          <m:r>
                            <a:rPr lang="en-US" altLang="zh-CN" b="0" i="1" smtClean="0">
                              <a:latin typeface="Cambria Math" panose="02040503050406030204" pitchFamily="18" charset="0"/>
                            </a:rPr>
                            <m:t>𝑡</m:t>
                          </m:r>
                        </m:sub>
                      </m:sSub>
                      <m:r>
                        <a:rPr lang="en-US" altLang="zh-CN" b="0" i="1" smtClean="0">
                          <a:latin typeface="Cambria Math" panose="02040503050406030204" pitchFamily="18" charset="0"/>
                        </a:rPr>
                        <m:t>=</m:t>
                      </m:r>
                      <m:r>
                        <a:rPr lang="en-US" altLang="zh-CN" b="0" i="1" smtClean="0">
                          <a:latin typeface="Cambria Math" panose="02040503050406030204" pitchFamily="18" charset="0"/>
                        </a:rPr>
                        <m:t>𝑠𝑜𝑓𝑡𝑚𝑎𝑥</m:t>
                      </m:r>
                      <m:r>
                        <a:rPr lang="en-US" altLang="zh-CN" b="0" i="1" smtClean="0">
                          <a:latin typeface="Cambria Math" panose="02040503050406030204" pitchFamily="18" charset="0"/>
                        </a:rPr>
                        <m:t>(</m:t>
                      </m:r>
                      <m:r>
                        <a:rPr lang="en-US" altLang="zh-CN" b="1" i="1" smtClean="0">
                          <a:latin typeface="Cambria Math" panose="02040503050406030204" pitchFamily="18" charset="0"/>
                        </a:rPr>
                        <m:t>𝑾</m:t>
                      </m:r>
                      <m:sSub>
                        <m:sSubPr>
                          <m:ctrlPr>
                            <a:rPr lang="en-US" altLang="zh-CN" b="1" i="1" smtClean="0">
                              <a:latin typeface="Cambria Math" panose="02040503050406030204" pitchFamily="18" charset="0"/>
                            </a:rPr>
                          </m:ctrlPr>
                        </m:sSubPr>
                        <m:e>
                          <m:r>
                            <a:rPr lang="en-US" altLang="zh-CN" b="1" i="1" smtClean="0">
                              <a:latin typeface="Cambria Math" panose="02040503050406030204" pitchFamily="18" charset="0"/>
                            </a:rPr>
                            <m:t>𝒉</m:t>
                          </m:r>
                        </m:e>
                        <m:sub>
                          <m:r>
                            <a:rPr lang="en-US" altLang="zh-CN" b="1" i="1" smtClean="0">
                              <a:latin typeface="Cambria Math" panose="02040503050406030204" pitchFamily="18" charset="0"/>
                            </a:rPr>
                            <m:t>𝒕</m:t>
                          </m:r>
                        </m:sub>
                      </m:sSub>
                      <m:r>
                        <a:rPr lang="en-US" altLang="zh-CN" b="0" i="1" smtClean="0">
                          <a:latin typeface="Cambria Math" panose="02040503050406030204" pitchFamily="18" charset="0"/>
                        </a:rPr>
                        <m:t>+</m:t>
                      </m:r>
                      <m:r>
                        <a:rPr lang="en-US" altLang="zh-CN" b="1" i="1" smtClean="0">
                          <a:latin typeface="Cambria Math" panose="02040503050406030204" pitchFamily="18" charset="0"/>
                        </a:rPr>
                        <m:t>𝒃</m:t>
                      </m:r>
                      <m:r>
                        <a:rPr lang="en-US" altLang="zh-CN" b="0" i="1" smtClean="0">
                          <a:latin typeface="Cambria Math" panose="02040503050406030204" pitchFamily="18" charset="0"/>
                        </a:rPr>
                        <m:t>)</m:t>
                      </m:r>
                    </m:oMath>
                  </m:oMathPara>
                </a14:m>
                <a:endParaRPr lang="en-US" altLang="zh-CN" b="0" dirty="0">
                  <a:latin typeface="Cambria Math" panose="02040503050406030204" pitchFamily="18" charset="0"/>
                </a:endParaRPr>
              </a:p>
              <a:p>
                <a:pPr lvl="2" indent="-457200">
                  <a:lnSpc>
                    <a:spcPct val="180000"/>
                  </a:lnSpc>
                  <a:spcBef>
                    <a:spcPts val="0"/>
                  </a:spcBef>
                  <a:buFont typeface="Wingdings" panose="05000000000000000000" pitchFamily="2" charset="2"/>
                  <a:buChar char="p"/>
                </a:pPr>
                <a:r>
                  <a:rPr lang="zh-CN" altLang="en-US" b="0" dirty="0">
                    <a:latin typeface="Cambria Math" panose="02040503050406030204" pitchFamily="18" charset="0"/>
                  </a:rPr>
                  <a:t>重复上述解码过程，直至得到终止</a:t>
                </a:r>
                <a:r>
                  <a:rPr lang="en-US" altLang="zh-CN" b="0" dirty="0">
                    <a:latin typeface="Cambria Math" panose="02040503050406030204" pitchFamily="18" charset="0"/>
                  </a:rPr>
                  <a:t>token</a:t>
                </a:r>
                <a:r>
                  <a:rPr lang="zh-CN" altLang="en-US" b="0" dirty="0">
                    <a:latin typeface="Cambria Math" panose="02040503050406030204" pitchFamily="18" charset="0"/>
                  </a:rPr>
                  <a:t>（例如</a:t>
                </a:r>
                <a:r>
                  <a:rPr lang="en-US" altLang="zh-CN" b="0" dirty="0">
                    <a:latin typeface="Cambria Math" panose="02040503050406030204" pitchFamily="18" charset="0"/>
                  </a:rPr>
                  <a:t>&lt;</a:t>
                </a:r>
                <a:r>
                  <a:rPr lang="en-US" altLang="zh-CN" b="0" dirty="0" err="1">
                    <a:latin typeface="Cambria Math" panose="02040503050406030204" pitchFamily="18" charset="0"/>
                  </a:rPr>
                  <a:t>eos</a:t>
                </a:r>
                <a:r>
                  <a:rPr lang="en-US" altLang="zh-CN" b="0" dirty="0">
                    <a:latin typeface="Cambria Math" panose="02040503050406030204" pitchFamily="18" charset="0"/>
                  </a:rPr>
                  <a:t>&gt;</a:t>
                </a:r>
                <a:r>
                  <a:rPr lang="zh-CN" altLang="en-US" b="0" dirty="0">
                    <a:latin typeface="Cambria Math" panose="02040503050406030204" pitchFamily="18" charset="0"/>
                  </a:rPr>
                  <a:t>）</a:t>
                </a:r>
                <a:endParaRPr lang="en-US" altLang="zh-CN" b="0" dirty="0">
                  <a:latin typeface="Cambria Math" panose="02040503050406030204" pitchFamily="18" charset="0"/>
                </a:endParaRPr>
              </a:p>
              <a:p>
                <a:pPr indent="-457200">
                  <a:lnSpc>
                    <a:spcPct val="180000"/>
                  </a:lnSpc>
                  <a:spcBef>
                    <a:spcPts val="0"/>
                  </a:spcBef>
                  <a:buFont typeface="Wingdings" panose="05000000000000000000" pitchFamily="2" charset="2"/>
                  <a:buChar char="p"/>
                </a:pPr>
                <a:endParaRPr lang="en-US" altLang="en-US" dirty="0"/>
              </a:p>
            </p:txBody>
          </p:sp>
        </mc:Choice>
        <mc:Fallback xmlns="">
          <p:sp>
            <p:nvSpPr>
              <p:cNvPr id="118" name="Content Placeholder 3">
                <a:extLst>
                  <a:ext uri="{FF2B5EF4-FFF2-40B4-BE49-F238E27FC236}">
                    <a16:creationId xmlns:a16="http://schemas.microsoft.com/office/drawing/2014/main" id="{BA2C7BFC-C373-7A1B-C7A4-B260080DF141}"/>
                  </a:ext>
                </a:extLst>
              </p:cNvPr>
              <p:cNvSpPr>
                <a:spLocks noGrp="1" noRot="1" noChangeAspect="1" noMove="1" noResize="1" noEditPoints="1" noAdjustHandles="1" noChangeArrowheads="1" noChangeShapeType="1" noTextEdit="1"/>
              </p:cNvSpPr>
              <p:nvPr>
                <p:ph idx="1"/>
              </p:nvPr>
            </p:nvSpPr>
            <p:spPr>
              <a:xfrm>
                <a:off x="838200" y="1033670"/>
                <a:ext cx="7341296" cy="5141843"/>
              </a:xfrm>
              <a:blipFill>
                <a:blip r:embed="rId3"/>
                <a:stretch>
                  <a:fillRect l="-1209"/>
                </a:stretch>
              </a:blipFill>
            </p:spPr>
            <p:txBody>
              <a:bodyPr/>
              <a:lstStyle/>
              <a:p>
                <a:r>
                  <a:rPr lang="en-US">
                    <a:noFill/>
                  </a:rPr>
                  <a:t> </a:t>
                </a:r>
              </a:p>
            </p:txBody>
          </p:sp>
        </mc:Fallback>
      </mc:AlternateContent>
      <p:pic>
        <p:nvPicPr>
          <p:cNvPr id="4" name="Picture 3">
            <a:extLst>
              <a:ext uri="{FF2B5EF4-FFF2-40B4-BE49-F238E27FC236}">
                <a16:creationId xmlns:a16="http://schemas.microsoft.com/office/drawing/2014/main" id="{78E6A47C-6B0A-C6E0-0548-C08B6123D12E}"/>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8899829" y="1267388"/>
            <a:ext cx="3035300" cy="4699000"/>
          </a:xfrm>
          <a:prstGeom prst="rect">
            <a:avLst/>
          </a:prstGeom>
        </p:spPr>
      </p:pic>
      <p:sp>
        <p:nvSpPr>
          <p:cNvPr id="119" name="Rectangle 118">
            <a:extLst>
              <a:ext uri="{FF2B5EF4-FFF2-40B4-BE49-F238E27FC236}">
                <a16:creationId xmlns:a16="http://schemas.microsoft.com/office/drawing/2014/main" id="{6C9AF855-0A14-99FA-FE81-72E11A303DCF}"/>
              </a:ext>
            </a:extLst>
          </p:cNvPr>
          <p:cNvSpPr/>
          <p:nvPr/>
        </p:nvSpPr>
        <p:spPr>
          <a:xfrm>
            <a:off x="8179496" y="1782503"/>
            <a:ext cx="2411896" cy="808382"/>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err="1">
                <a:solidFill>
                  <a:schemeClr val="tx1"/>
                </a:solidFill>
              </a:rPr>
              <a:t>所有与编码器相关的内容都被去掉了</a:t>
            </a:r>
            <a:endParaRPr lang="en-US" dirty="0">
              <a:solidFill>
                <a:schemeClr val="tx1"/>
              </a:solidFill>
            </a:endParaRPr>
          </a:p>
        </p:txBody>
      </p:sp>
    </p:spTree>
    <p:extLst>
      <p:ext uri="{BB962C8B-B14F-4D97-AF65-F5344CB8AC3E}">
        <p14:creationId xmlns:p14="http://schemas.microsoft.com/office/powerpoint/2010/main" val="3913758436"/>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C5514F4-472F-73E2-1CBA-0A6D37DEBB91}"/>
            </a:ext>
          </a:extLst>
        </p:cNvPr>
        <p:cNvGrpSpPr/>
        <p:nvPr/>
      </p:nvGrpSpPr>
      <p:grpSpPr>
        <a:xfrm>
          <a:off x="0" y="0"/>
          <a:ext cx="0" cy="0"/>
          <a:chOff x="0" y="0"/>
          <a:chExt cx="0" cy="0"/>
        </a:xfrm>
      </p:grpSpPr>
      <p:sp>
        <p:nvSpPr>
          <p:cNvPr id="2" name="标题 1">
            <a:extLst>
              <a:ext uri="{FF2B5EF4-FFF2-40B4-BE49-F238E27FC236}">
                <a16:creationId xmlns:a16="http://schemas.microsoft.com/office/drawing/2014/main" id="{119B6357-3EB0-05EB-453E-1FAD63FF6166}"/>
              </a:ext>
            </a:extLst>
          </p:cNvPr>
          <p:cNvSpPr>
            <a:spLocks noGrp="1"/>
          </p:cNvSpPr>
          <p:nvPr>
            <p:ph type="title"/>
          </p:nvPr>
        </p:nvSpPr>
        <p:spPr/>
        <p:txBody>
          <a:bodyPr/>
          <a:lstStyle/>
          <a:p>
            <a:r>
              <a:rPr lang="en-US" altLang="zh-CN" dirty="0"/>
              <a:t>Transformer</a:t>
            </a:r>
            <a:r>
              <a:rPr lang="zh-CN" altLang="en-US" dirty="0"/>
              <a:t>解码器在文本处理中的应用</a:t>
            </a:r>
          </a:p>
        </p:txBody>
      </p:sp>
      <mc:AlternateContent xmlns:mc="http://schemas.openxmlformats.org/markup-compatibility/2006" xmlns:a14="http://schemas.microsoft.com/office/drawing/2010/main">
        <mc:Choice Requires="a14">
          <p:sp>
            <p:nvSpPr>
              <p:cNvPr id="118" name="Content Placeholder 3">
                <a:extLst>
                  <a:ext uri="{FF2B5EF4-FFF2-40B4-BE49-F238E27FC236}">
                    <a16:creationId xmlns:a16="http://schemas.microsoft.com/office/drawing/2014/main" id="{CD3E11B9-E1E2-57B5-15D7-27FC04E8A4CF}"/>
                  </a:ext>
                </a:extLst>
              </p:cNvPr>
              <p:cNvSpPr>
                <a:spLocks noGrp="1"/>
              </p:cNvSpPr>
              <p:nvPr>
                <p:ph idx="1"/>
              </p:nvPr>
            </p:nvSpPr>
            <p:spPr>
              <a:xfrm>
                <a:off x="838200" y="1033670"/>
                <a:ext cx="10412895" cy="5141662"/>
              </a:xfrm>
            </p:spPr>
            <p:txBody>
              <a:bodyPr>
                <a:normAutofit/>
              </a:bodyPr>
              <a:lstStyle/>
              <a:p>
                <a:pPr indent="-457200">
                  <a:lnSpc>
                    <a:spcPct val="180000"/>
                  </a:lnSpc>
                  <a:spcBef>
                    <a:spcPts val="0"/>
                  </a:spcBef>
                  <a:buFont typeface="Wingdings" panose="05000000000000000000" pitchFamily="2" charset="2"/>
                  <a:buChar char="p"/>
                </a:pPr>
                <a:r>
                  <a:rPr lang="zh-CN" altLang="en-US" dirty="0"/>
                  <a:t>解码器不但可以用于预测下一个</a:t>
                </a:r>
                <a:r>
                  <a:rPr lang="en-US" altLang="zh-CN" dirty="0"/>
                  <a:t>Token</a:t>
                </a:r>
                <a:r>
                  <a:rPr lang="zh-CN" altLang="en-US" dirty="0"/>
                  <a:t>，也可以用于不同的分类任务</a:t>
                </a:r>
                <a:endParaRPr lang="en-US" altLang="zh-CN" dirty="0"/>
              </a:p>
              <a:p>
                <a:pPr indent="-457200">
                  <a:lnSpc>
                    <a:spcPct val="180000"/>
                  </a:lnSpc>
                  <a:spcBef>
                    <a:spcPts val="0"/>
                  </a:spcBef>
                  <a:buFont typeface="Wingdings" panose="05000000000000000000" pitchFamily="2" charset="2"/>
                  <a:buChar char="p"/>
                </a:pPr>
                <a:endParaRPr lang="en-US" altLang="zh-CN" dirty="0"/>
              </a:p>
              <a:p>
                <a:pPr indent="-457200">
                  <a:lnSpc>
                    <a:spcPct val="180000"/>
                  </a:lnSpc>
                  <a:spcBef>
                    <a:spcPts val="0"/>
                  </a:spcBef>
                  <a:buFont typeface="Wingdings" panose="05000000000000000000" pitchFamily="2" charset="2"/>
                  <a:buChar char="p"/>
                </a:pPr>
                <a:r>
                  <a:rPr lang="zh-CN" altLang="en-US" dirty="0"/>
                  <a:t>应用流程为</a:t>
                </a:r>
                <a:endParaRPr lang="en-US" altLang="zh-CN" dirty="0"/>
              </a:p>
              <a:p>
                <a:pPr lvl="2" indent="-457200">
                  <a:lnSpc>
                    <a:spcPct val="180000"/>
                  </a:lnSpc>
                  <a:spcBef>
                    <a:spcPts val="0"/>
                  </a:spcBef>
                  <a:buFont typeface="Wingdings" panose="05000000000000000000" pitchFamily="2" charset="2"/>
                  <a:buChar char="p"/>
                </a:pPr>
                <a:r>
                  <a:rPr lang="en-US" altLang="en-US" dirty="0"/>
                  <a:t>将文本切分为Token</a:t>
                </a:r>
                <a:r>
                  <a:rPr lang="zh-CN" altLang="en-US" dirty="0"/>
                  <a:t>，并使用</a:t>
                </a:r>
                <a:r>
                  <a:rPr lang="en-US" altLang="zh-CN" dirty="0"/>
                  <a:t>Transformer</a:t>
                </a:r>
                <a:r>
                  <a:rPr lang="zh-CN" altLang="en-US" dirty="0"/>
                  <a:t>处理</a:t>
                </a:r>
                <a:r>
                  <a:rPr lang="en-US" altLang="zh-CN" dirty="0"/>
                  <a:t>Token</a:t>
                </a:r>
                <a:r>
                  <a:rPr lang="zh-CN" altLang="en-US" dirty="0"/>
                  <a:t>序列，输出向量</a:t>
                </a:r>
                <a14:m>
                  <m:oMath xmlns:m="http://schemas.openxmlformats.org/officeDocument/2006/math">
                    <m:r>
                      <a:rPr lang="en-US" altLang="zh-CN" b="1" i="1" smtClean="0">
                        <a:latin typeface="Cambria Math" panose="02040503050406030204" pitchFamily="18" charset="0"/>
                      </a:rPr>
                      <m:t>𝒉</m:t>
                    </m:r>
                  </m:oMath>
                </a14:m>
                <a:endParaRPr lang="en-US" altLang="zh-CN" b="1" dirty="0"/>
              </a:p>
              <a:p>
                <a:pPr marL="457200" lvl="2">
                  <a:lnSpc>
                    <a:spcPct val="180000"/>
                  </a:lnSpc>
                  <a:spcBef>
                    <a:spcPts val="0"/>
                  </a:spcBef>
                </a:pPr>
                <a14:m>
                  <m:oMathPara xmlns:m="http://schemas.openxmlformats.org/officeDocument/2006/math">
                    <m:oMathParaPr>
                      <m:jc m:val="centerGroup"/>
                    </m:oMathParaPr>
                    <m:oMath xmlns:m="http://schemas.openxmlformats.org/officeDocument/2006/math">
                      <m:r>
                        <a:rPr lang="en-US" altLang="zh-CN" b="1" i="1">
                          <a:latin typeface="Cambria Math" panose="02040503050406030204" pitchFamily="18" charset="0"/>
                        </a:rPr>
                        <m:t>𝒉</m:t>
                      </m:r>
                      <m:r>
                        <a:rPr lang="en-US" altLang="zh-CN" b="0" i="1" smtClean="0">
                          <a:latin typeface="Cambria Math" panose="02040503050406030204" pitchFamily="18" charset="0"/>
                        </a:rPr>
                        <m:t>=</m:t>
                      </m:r>
                      <m:sSub>
                        <m:sSubPr>
                          <m:ctrlPr>
                            <a:rPr lang="en-US" altLang="zh-CN" b="0" i="1" smtClean="0">
                              <a:latin typeface="Cambria Math" panose="02040503050406030204" pitchFamily="18" charset="0"/>
                            </a:rPr>
                          </m:ctrlPr>
                        </m:sSubPr>
                        <m:e>
                          <m:r>
                            <m:rPr>
                              <m:sty m:val="p"/>
                            </m:rPr>
                            <a:rPr lang="en-US" altLang="zh-CN" b="0" i="0" smtClean="0">
                              <a:latin typeface="Cambria Math" panose="02040503050406030204" pitchFamily="18" charset="0"/>
                            </a:rPr>
                            <m:t>Transformer</m:t>
                          </m:r>
                        </m:e>
                        <m:sub>
                          <m:r>
                            <m:rPr>
                              <m:sty m:val="p"/>
                            </m:rPr>
                            <a:rPr lang="en-US" altLang="zh-CN" i="0">
                              <a:latin typeface="Cambria Math" panose="02040503050406030204" pitchFamily="18" charset="0"/>
                            </a:rPr>
                            <m:t>de</m:t>
                          </m:r>
                          <m:r>
                            <a:rPr lang="en-US" altLang="zh-CN" b="0" i="1" smtClean="0">
                              <a:latin typeface="Cambria Math" panose="02040503050406030204" pitchFamily="18" charset="0"/>
                            </a:rPr>
                            <m:t>𝑐𝑜𝑑𝑒𝑟</m:t>
                          </m:r>
                        </m:sub>
                      </m:sSub>
                      <m:d>
                        <m:dPr>
                          <m:ctrlPr>
                            <a:rPr lang="en-US" altLang="zh-CN" b="0" i="1" smtClean="0">
                              <a:latin typeface="Cambria Math" panose="02040503050406030204" pitchFamily="18" charset="0"/>
                            </a:rPr>
                          </m:ctrlPr>
                        </m:dPr>
                        <m:e>
                          <m:sSub>
                            <m:sSubPr>
                              <m:ctrlPr>
                                <a:rPr lang="en-US" altLang="zh-CN" b="0" i="1" smtClean="0">
                                  <a:latin typeface="Cambria Math" panose="02040503050406030204" pitchFamily="18" charset="0"/>
                                </a:rPr>
                              </m:ctrlPr>
                            </m:sSubPr>
                            <m:e>
                              <m:r>
                                <a:rPr lang="en-US" altLang="zh-CN" b="0" i="1" smtClean="0">
                                  <a:latin typeface="Cambria Math" panose="02040503050406030204" pitchFamily="18" charset="0"/>
                                </a:rPr>
                                <m:t>𝑥</m:t>
                              </m:r>
                            </m:e>
                            <m:sub>
                              <m:r>
                                <a:rPr lang="en-US" altLang="zh-CN" b="0" i="0" smtClean="0">
                                  <a:latin typeface="Cambria Math" panose="02040503050406030204" pitchFamily="18" charset="0"/>
                                </a:rPr>
                                <m:t>1</m:t>
                              </m:r>
                            </m:sub>
                          </m:sSub>
                          <m:r>
                            <a:rPr lang="en-US" altLang="zh-CN" b="0" i="1" smtClean="0">
                              <a:latin typeface="Cambria Math" panose="02040503050406030204" pitchFamily="18" charset="0"/>
                            </a:rPr>
                            <m:t>⋯</m:t>
                          </m:r>
                          <m:sSub>
                            <m:sSubPr>
                              <m:ctrlPr>
                                <a:rPr lang="en-US" altLang="zh-CN" b="0" i="1" smtClean="0">
                                  <a:latin typeface="Cambria Math" panose="02040503050406030204" pitchFamily="18" charset="0"/>
                                </a:rPr>
                              </m:ctrlPr>
                            </m:sSubPr>
                            <m:e>
                              <m:r>
                                <a:rPr lang="en-US" altLang="zh-CN" b="0" i="1" smtClean="0">
                                  <a:latin typeface="Cambria Math" panose="02040503050406030204" pitchFamily="18" charset="0"/>
                                </a:rPr>
                                <m:t>𝑥</m:t>
                              </m:r>
                            </m:e>
                            <m:sub>
                              <m:r>
                                <a:rPr lang="en-US" altLang="zh-CN" b="0" i="1" smtClean="0">
                                  <a:latin typeface="Cambria Math" panose="02040503050406030204" pitchFamily="18" charset="0"/>
                                </a:rPr>
                                <m:t>𝑁</m:t>
                              </m:r>
                            </m:sub>
                          </m:sSub>
                        </m:e>
                      </m:d>
                    </m:oMath>
                  </m:oMathPara>
                </a14:m>
                <a:endParaRPr lang="en-US" altLang="zh-CN" dirty="0"/>
              </a:p>
              <a:p>
                <a:pPr lvl="2" indent="-457200">
                  <a:lnSpc>
                    <a:spcPct val="180000"/>
                  </a:lnSpc>
                  <a:spcBef>
                    <a:spcPts val="0"/>
                  </a:spcBef>
                  <a:buFont typeface="Wingdings" panose="05000000000000000000" pitchFamily="2" charset="2"/>
                  <a:buChar char="p"/>
                </a:pPr>
                <a:r>
                  <a:rPr lang="zh-CN" altLang="en-US" dirty="0">
                    <a:latin typeface="Cambria Math" panose="02040503050406030204" pitchFamily="18" charset="0"/>
                  </a:rPr>
                  <a:t>使用全连接层与</a:t>
                </a:r>
                <a:r>
                  <a:rPr lang="en-US" altLang="zh-CN" dirty="0" err="1">
                    <a:latin typeface="Cambria Math" panose="02040503050406030204" pitchFamily="18" charset="0"/>
                  </a:rPr>
                  <a:t>softmax</a:t>
                </a:r>
                <a:r>
                  <a:rPr lang="zh-CN" altLang="en-US" dirty="0">
                    <a:latin typeface="Cambria Math" panose="02040503050406030204" pitchFamily="18" charset="0"/>
                  </a:rPr>
                  <a:t>激活函数，使用输出向量</a:t>
                </a:r>
                <a14:m>
                  <m:oMath xmlns:m="http://schemas.openxmlformats.org/officeDocument/2006/math">
                    <m:r>
                      <a:rPr lang="en-US" altLang="zh-CN" b="1" i="1" smtClean="0">
                        <a:latin typeface="Cambria Math" panose="02040503050406030204" pitchFamily="18" charset="0"/>
                      </a:rPr>
                      <m:t>𝒉</m:t>
                    </m:r>
                  </m:oMath>
                </a14:m>
                <a:r>
                  <a:rPr lang="zh-CN" altLang="en-US" b="0" dirty="0">
                    <a:latin typeface="Cambria Math" panose="02040503050406030204" pitchFamily="18" charset="0"/>
                  </a:rPr>
                  <a:t>预测类别标签</a:t>
                </a:r>
                <a:endParaRPr lang="en-US" altLang="zh-CN" b="0" dirty="0">
                  <a:latin typeface="Cambria Math" panose="02040503050406030204" pitchFamily="18" charset="0"/>
                </a:endParaRPr>
              </a:p>
              <a:p>
                <a:pPr marL="0" indent="0">
                  <a:lnSpc>
                    <a:spcPct val="180000"/>
                  </a:lnSpc>
                  <a:spcBef>
                    <a:spcPts val="0"/>
                  </a:spcBef>
                  <a:buNone/>
                </a:pPr>
                <a14:m>
                  <m:oMathPara xmlns:m="http://schemas.openxmlformats.org/officeDocument/2006/math">
                    <m:oMathParaPr>
                      <m:jc m:val="centerGroup"/>
                    </m:oMathParaPr>
                    <m:oMath xmlns:m="http://schemas.openxmlformats.org/officeDocument/2006/math">
                      <m:acc>
                        <m:accPr>
                          <m:chr m:val="̂"/>
                          <m:ctrlPr>
                            <a:rPr lang="en-US" altLang="zh-CN" sz="2000" b="0" i="1" smtClean="0">
                              <a:latin typeface="Cambria Math" panose="02040503050406030204" pitchFamily="18" charset="0"/>
                            </a:rPr>
                          </m:ctrlPr>
                        </m:accPr>
                        <m:e>
                          <m:r>
                            <a:rPr lang="en-US" altLang="zh-CN" sz="2000" b="0" i="1" smtClean="0">
                              <a:latin typeface="Cambria Math" panose="02040503050406030204" pitchFamily="18" charset="0"/>
                            </a:rPr>
                            <m:t>𝑦</m:t>
                          </m:r>
                        </m:e>
                      </m:acc>
                      <m:r>
                        <a:rPr lang="en-US" altLang="zh-CN" sz="2000" b="0" i="1" smtClean="0">
                          <a:latin typeface="Cambria Math" panose="02040503050406030204" pitchFamily="18" charset="0"/>
                        </a:rPr>
                        <m:t>=</m:t>
                      </m:r>
                      <m:r>
                        <a:rPr lang="en-US" altLang="zh-CN" sz="2000" b="0" i="1" smtClean="0">
                          <a:latin typeface="Cambria Math" panose="02040503050406030204" pitchFamily="18" charset="0"/>
                        </a:rPr>
                        <m:t>𝑠𝑜𝑓𝑡𝑚𝑎𝑥</m:t>
                      </m:r>
                      <m:r>
                        <a:rPr lang="en-US" altLang="zh-CN" sz="2000" b="0" i="1" smtClean="0">
                          <a:latin typeface="Cambria Math" panose="02040503050406030204" pitchFamily="18" charset="0"/>
                        </a:rPr>
                        <m:t>(</m:t>
                      </m:r>
                      <m:r>
                        <a:rPr lang="en-US" altLang="zh-CN" sz="2000" b="1" i="1" smtClean="0">
                          <a:latin typeface="Cambria Math" panose="02040503050406030204" pitchFamily="18" charset="0"/>
                        </a:rPr>
                        <m:t>𝑾</m:t>
                      </m:r>
                      <m:r>
                        <a:rPr lang="en-US" altLang="zh-CN" sz="2000" b="1" i="1">
                          <a:latin typeface="Cambria Math" panose="02040503050406030204" pitchFamily="18" charset="0"/>
                        </a:rPr>
                        <m:t>𝒉</m:t>
                      </m:r>
                      <m:r>
                        <a:rPr lang="en-US" altLang="zh-CN" sz="2000" b="0" i="1" smtClean="0">
                          <a:latin typeface="Cambria Math" panose="02040503050406030204" pitchFamily="18" charset="0"/>
                        </a:rPr>
                        <m:t>+</m:t>
                      </m:r>
                      <m:r>
                        <a:rPr lang="en-US" altLang="zh-CN" sz="2000" b="1" i="1" smtClean="0">
                          <a:latin typeface="Cambria Math" panose="02040503050406030204" pitchFamily="18" charset="0"/>
                        </a:rPr>
                        <m:t>𝒃</m:t>
                      </m:r>
                      <m:r>
                        <a:rPr lang="en-US" altLang="zh-CN" sz="2000" b="0" i="1" smtClean="0">
                          <a:latin typeface="Cambria Math" panose="02040503050406030204" pitchFamily="18" charset="0"/>
                        </a:rPr>
                        <m:t>)</m:t>
                      </m:r>
                    </m:oMath>
                  </m:oMathPara>
                </a14:m>
                <a:endParaRPr lang="en-US" altLang="zh-CN" sz="2000" dirty="0"/>
              </a:p>
            </p:txBody>
          </p:sp>
        </mc:Choice>
        <mc:Fallback xmlns="">
          <p:sp>
            <p:nvSpPr>
              <p:cNvPr id="118" name="Content Placeholder 3">
                <a:extLst>
                  <a:ext uri="{FF2B5EF4-FFF2-40B4-BE49-F238E27FC236}">
                    <a16:creationId xmlns:a16="http://schemas.microsoft.com/office/drawing/2014/main" id="{CD3E11B9-E1E2-57B5-15D7-27FC04E8A4CF}"/>
                  </a:ext>
                </a:extLst>
              </p:cNvPr>
              <p:cNvSpPr>
                <a:spLocks noGrp="1" noRot="1" noChangeAspect="1" noMove="1" noResize="1" noEditPoints="1" noAdjustHandles="1" noChangeArrowheads="1" noChangeShapeType="1" noTextEdit="1"/>
              </p:cNvSpPr>
              <p:nvPr>
                <p:ph idx="1"/>
              </p:nvPr>
            </p:nvSpPr>
            <p:spPr>
              <a:xfrm>
                <a:off x="838200" y="1033670"/>
                <a:ext cx="10412895" cy="5141662"/>
              </a:xfrm>
              <a:blipFill>
                <a:blip r:embed="rId3"/>
                <a:stretch>
                  <a:fillRect l="-853"/>
                </a:stretch>
              </a:blipFill>
            </p:spPr>
            <p:txBody>
              <a:bodyPr/>
              <a:lstStyle/>
              <a:p>
                <a:r>
                  <a:rPr lang="en-US">
                    <a:noFill/>
                  </a:rPr>
                  <a:t> </a:t>
                </a:r>
              </a:p>
            </p:txBody>
          </p:sp>
        </mc:Fallback>
      </mc:AlternateContent>
    </p:spTree>
    <p:extLst>
      <p:ext uri="{BB962C8B-B14F-4D97-AF65-F5344CB8AC3E}">
        <p14:creationId xmlns:p14="http://schemas.microsoft.com/office/powerpoint/2010/main" val="2322531689"/>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7671F3C-2091-AB37-4BD2-1D833E34CFDC}"/>
            </a:ext>
          </a:extLst>
        </p:cNvPr>
        <p:cNvGrpSpPr/>
        <p:nvPr/>
      </p:nvGrpSpPr>
      <p:grpSpPr>
        <a:xfrm>
          <a:off x="0" y="0"/>
          <a:ext cx="0" cy="0"/>
          <a:chOff x="0" y="0"/>
          <a:chExt cx="0" cy="0"/>
        </a:xfrm>
      </p:grpSpPr>
      <p:sp>
        <p:nvSpPr>
          <p:cNvPr id="2" name="标题 1">
            <a:extLst>
              <a:ext uri="{FF2B5EF4-FFF2-40B4-BE49-F238E27FC236}">
                <a16:creationId xmlns:a16="http://schemas.microsoft.com/office/drawing/2014/main" id="{2ED27204-CF45-3647-B24C-CF6A80675FF4}"/>
              </a:ext>
            </a:extLst>
          </p:cNvPr>
          <p:cNvSpPr>
            <a:spLocks noGrp="1"/>
          </p:cNvSpPr>
          <p:nvPr>
            <p:ph type="title"/>
          </p:nvPr>
        </p:nvSpPr>
        <p:spPr/>
        <p:txBody>
          <a:bodyPr/>
          <a:lstStyle/>
          <a:p>
            <a:r>
              <a:rPr lang="en-US" altLang="zh-CN" dirty="0"/>
              <a:t>Transformer</a:t>
            </a:r>
            <a:r>
              <a:rPr lang="zh-CN" altLang="en-US" dirty="0"/>
              <a:t>解码器在文本处理中的应用</a:t>
            </a:r>
          </a:p>
        </p:txBody>
      </p:sp>
      <p:grpSp>
        <p:nvGrpSpPr>
          <p:cNvPr id="3" name="组合 178">
            <a:extLst>
              <a:ext uri="{FF2B5EF4-FFF2-40B4-BE49-F238E27FC236}">
                <a16:creationId xmlns:a16="http://schemas.microsoft.com/office/drawing/2014/main" id="{16F87025-A206-98E0-9D91-B2509BC48221}"/>
              </a:ext>
            </a:extLst>
          </p:cNvPr>
          <p:cNvGrpSpPr/>
          <p:nvPr/>
        </p:nvGrpSpPr>
        <p:grpSpPr>
          <a:xfrm>
            <a:off x="250522" y="1672902"/>
            <a:ext cx="11298476" cy="3713290"/>
            <a:chOff x="702248" y="881455"/>
            <a:chExt cx="8745488" cy="3311044"/>
          </a:xfrm>
        </p:grpSpPr>
        <p:sp>
          <p:nvSpPr>
            <p:cNvPr id="4" name="矩形 1">
              <a:extLst>
                <a:ext uri="{FF2B5EF4-FFF2-40B4-BE49-F238E27FC236}">
                  <a16:creationId xmlns:a16="http://schemas.microsoft.com/office/drawing/2014/main" id="{659DF1C2-2C1A-DB2E-20EC-65322871D9F4}"/>
                </a:ext>
              </a:extLst>
            </p:cNvPr>
            <p:cNvSpPr/>
            <p:nvPr/>
          </p:nvSpPr>
          <p:spPr>
            <a:xfrm>
              <a:off x="1480144" y="1401203"/>
              <a:ext cx="1197272" cy="2309024"/>
            </a:xfrm>
            <a:prstGeom prst="rect">
              <a:avLst/>
            </a:prstGeom>
            <a:solidFill>
              <a:schemeClr val="accent5">
                <a:lumMod val="20000"/>
                <a:lumOff val="8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800"/>
            </a:p>
          </p:txBody>
        </p:sp>
        <p:sp>
          <p:nvSpPr>
            <p:cNvPr id="6" name="矩形 2">
              <a:extLst>
                <a:ext uri="{FF2B5EF4-FFF2-40B4-BE49-F238E27FC236}">
                  <a16:creationId xmlns:a16="http://schemas.microsoft.com/office/drawing/2014/main" id="{3120FD33-CF05-303E-6777-CBA28DE04292}"/>
                </a:ext>
              </a:extLst>
            </p:cNvPr>
            <p:cNvSpPr/>
            <p:nvPr/>
          </p:nvSpPr>
          <p:spPr>
            <a:xfrm>
              <a:off x="1677496" y="2722078"/>
              <a:ext cx="789410" cy="236823"/>
            </a:xfrm>
            <a:prstGeom prst="rect">
              <a:avLst/>
            </a:prstGeom>
            <a:solidFill>
              <a:srgbClr val="B4A7D6"/>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800"/>
            </a:p>
          </p:txBody>
        </p:sp>
        <p:sp>
          <p:nvSpPr>
            <p:cNvPr id="7" name="矩形 3">
              <a:extLst>
                <a:ext uri="{FF2B5EF4-FFF2-40B4-BE49-F238E27FC236}">
                  <a16:creationId xmlns:a16="http://schemas.microsoft.com/office/drawing/2014/main" id="{17406834-B0BE-CE2F-16BE-6961B13CE25F}"/>
                </a:ext>
              </a:extLst>
            </p:cNvPr>
            <p:cNvSpPr/>
            <p:nvPr/>
          </p:nvSpPr>
          <p:spPr>
            <a:xfrm>
              <a:off x="1684075" y="1624869"/>
              <a:ext cx="789410" cy="236823"/>
            </a:xfrm>
            <a:prstGeom prst="rect">
              <a:avLst/>
            </a:prstGeom>
            <a:solidFill>
              <a:srgbClr val="B4A7D6"/>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800"/>
            </a:p>
          </p:txBody>
        </p:sp>
        <p:sp>
          <p:nvSpPr>
            <p:cNvPr id="8" name="矩形 4">
              <a:extLst>
                <a:ext uri="{FF2B5EF4-FFF2-40B4-BE49-F238E27FC236}">
                  <a16:creationId xmlns:a16="http://schemas.microsoft.com/office/drawing/2014/main" id="{BBF11118-6710-0303-521B-0CBFA8091D39}"/>
                </a:ext>
              </a:extLst>
            </p:cNvPr>
            <p:cNvSpPr/>
            <p:nvPr/>
          </p:nvSpPr>
          <p:spPr>
            <a:xfrm>
              <a:off x="1684075" y="2182793"/>
              <a:ext cx="789410" cy="236823"/>
            </a:xfrm>
            <a:prstGeom prst="rect">
              <a:avLst/>
            </a:prstGeom>
            <a:solidFill>
              <a:schemeClr val="accent4">
                <a:lumMod val="40000"/>
                <a:lumOff val="6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800"/>
            </a:p>
          </p:txBody>
        </p:sp>
        <p:sp>
          <p:nvSpPr>
            <p:cNvPr id="9" name="矩形 5">
              <a:extLst>
                <a:ext uri="{FF2B5EF4-FFF2-40B4-BE49-F238E27FC236}">
                  <a16:creationId xmlns:a16="http://schemas.microsoft.com/office/drawing/2014/main" id="{CEF6C22A-14BA-4AB0-856D-6A735E81DF0E}"/>
                </a:ext>
              </a:extLst>
            </p:cNvPr>
            <p:cNvSpPr/>
            <p:nvPr/>
          </p:nvSpPr>
          <p:spPr>
            <a:xfrm>
              <a:off x="1684075" y="3310588"/>
              <a:ext cx="789410" cy="294385"/>
            </a:xfrm>
            <a:prstGeom prst="rect">
              <a:avLst/>
            </a:prstGeom>
            <a:solidFill>
              <a:srgbClr val="FD9999"/>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800"/>
            </a:p>
          </p:txBody>
        </p:sp>
        <p:sp>
          <p:nvSpPr>
            <p:cNvPr id="10" name="矩形 6">
              <a:extLst>
                <a:ext uri="{FF2B5EF4-FFF2-40B4-BE49-F238E27FC236}">
                  <a16:creationId xmlns:a16="http://schemas.microsoft.com/office/drawing/2014/main" id="{0823CFFE-0854-4626-D314-F0DDF1BC1EC4}"/>
                </a:ext>
              </a:extLst>
            </p:cNvPr>
            <p:cNvSpPr/>
            <p:nvPr/>
          </p:nvSpPr>
          <p:spPr>
            <a:xfrm>
              <a:off x="1470275" y="3870156"/>
              <a:ext cx="1217007" cy="322343"/>
            </a:xfrm>
            <a:prstGeom prst="rect">
              <a:avLst/>
            </a:prstGeom>
            <a:solidFill>
              <a:schemeClr val="accent2">
                <a:lumMod val="60000"/>
                <a:lumOff val="40000"/>
              </a:schemeClr>
            </a:solidFill>
            <a:ln>
              <a:solidFill>
                <a:schemeClr val="tx1"/>
              </a:solidFill>
            </a:ln>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r>
                <a:rPr lang="en-US" altLang="zh-CN" sz="1200" dirty="0">
                  <a:solidFill>
                    <a:schemeClr val="tx1"/>
                  </a:solidFill>
                </a:rPr>
                <a:t>Text &amp; </a:t>
              </a:r>
            </a:p>
            <a:p>
              <a:pPr algn="ctr"/>
              <a:r>
                <a:rPr lang="en-US" altLang="zh-CN" sz="1200" dirty="0">
                  <a:solidFill>
                    <a:schemeClr val="tx1"/>
                  </a:solidFill>
                </a:rPr>
                <a:t>Position Embed</a:t>
              </a:r>
              <a:endParaRPr lang="zh-CN" altLang="en-US" sz="1200" dirty="0">
                <a:solidFill>
                  <a:schemeClr val="tx1"/>
                </a:solidFill>
              </a:endParaRPr>
            </a:p>
          </p:txBody>
        </p:sp>
        <p:cxnSp>
          <p:nvCxnSpPr>
            <p:cNvPr id="11" name="直接箭头连接符 8">
              <a:extLst>
                <a:ext uri="{FF2B5EF4-FFF2-40B4-BE49-F238E27FC236}">
                  <a16:creationId xmlns:a16="http://schemas.microsoft.com/office/drawing/2014/main" id="{BFD58394-6276-F103-6B71-FA503376EEE1}"/>
                </a:ext>
              </a:extLst>
            </p:cNvPr>
            <p:cNvCxnSpPr>
              <a:cxnSpLocks/>
              <a:stCxn id="10" idx="0"/>
              <a:endCxn id="9" idx="2"/>
            </p:cNvCxnSpPr>
            <p:nvPr/>
          </p:nvCxnSpPr>
          <p:spPr>
            <a:xfrm flipV="1">
              <a:off x="2078779" y="3604973"/>
              <a:ext cx="1" cy="265183"/>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12" name="直接箭头连接符 10">
              <a:extLst>
                <a:ext uri="{FF2B5EF4-FFF2-40B4-BE49-F238E27FC236}">
                  <a16:creationId xmlns:a16="http://schemas.microsoft.com/office/drawing/2014/main" id="{3DD5B8F2-805E-6350-8A6D-F428D0BFC892}"/>
                </a:ext>
              </a:extLst>
            </p:cNvPr>
            <p:cNvCxnSpPr>
              <a:cxnSpLocks/>
              <a:stCxn id="6" idx="0"/>
              <a:endCxn id="8" idx="2"/>
            </p:cNvCxnSpPr>
            <p:nvPr/>
          </p:nvCxnSpPr>
          <p:spPr>
            <a:xfrm flipV="1">
              <a:off x="2072201" y="2419616"/>
              <a:ext cx="6579" cy="302462"/>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13" name="直接箭头连接符 13">
              <a:extLst>
                <a:ext uri="{FF2B5EF4-FFF2-40B4-BE49-F238E27FC236}">
                  <a16:creationId xmlns:a16="http://schemas.microsoft.com/office/drawing/2014/main" id="{3961CF9F-3161-7E6F-4304-0C8422C3EC28}"/>
                </a:ext>
              </a:extLst>
            </p:cNvPr>
            <p:cNvCxnSpPr>
              <a:stCxn id="7" idx="0"/>
              <a:endCxn id="4" idx="0"/>
            </p:cNvCxnSpPr>
            <p:nvPr/>
          </p:nvCxnSpPr>
          <p:spPr>
            <a:xfrm flipV="1">
              <a:off x="2078780" y="1401203"/>
              <a:ext cx="0" cy="223666"/>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
          <p:nvSpPr>
            <p:cNvPr id="14" name="流程图: 或者 18">
              <a:extLst>
                <a:ext uri="{FF2B5EF4-FFF2-40B4-BE49-F238E27FC236}">
                  <a16:creationId xmlns:a16="http://schemas.microsoft.com/office/drawing/2014/main" id="{43A1F0D9-A97C-8E45-D5D9-5F7BD5939717}"/>
                </a:ext>
              </a:extLst>
            </p:cNvPr>
            <p:cNvSpPr/>
            <p:nvPr/>
          </p:nvSpPr>
          <p:spPr>
            <a:xfrm>
              <a:off x="2022863" y="1968495"/>
              <a:ext cx="124990" cy="125845"/>
            </a:xfrm>
            <a:prstGeom prst="flowChartOr">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800"/>
            </a:p>
          </p:txBody>
        </p:sp>
        <p:sp>
          <p:nvSpPr>
            <p:cNvPr id="15" name="流程图: 或者 19">
              <a:extLst>
                <a:ext uri="{FF2B5EF4-FFF2-40B4-BE49-F238E27FC236}">
                  <a16:creationId xmlns:a16="http://schemas.microsoft.com/office/drawing/2014/main" id="{D45895F4-C9E2-6B4B-3DED-F11C8DF430E5}"/>
                </a:ext>
              </a:extLst>
            </p:cNvPr>
            <p:cNvSpPr/>
            <p:nvPr/>
          </p:nvSpPr>
          <p:spPr>
            <a:xfrm>
              <a:off x="2022863" y="3080029"/>
              <a:ext cx="124990" cy="125845"/>
            </a:xfrm>
            <a:prstGeom prst="flowChartOr">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800"/>
            </a:p>
          </p:txBody>
        </p:sp>
        <p:cxnSp>
          <p:nvCxnSpPr>
            <p:cNvPr id="16" name="直接箭头连接符 23">
              <a:extLst>
                <a:ext uri="{FF2B5EF4-FFF2-40B4-BE49-F238E27FC236}">
                  <a16:creationId xmlns:a16="http://schemas.microsoft.com/office/drawing/2014/main" id="{3DC0553D-45F7-ADD3-DBEC-E06CFDC7B0EF}"/>
                </a:ext>
              </a:extLst>
            </p:cNvPr>
            <p:cNvCxnSpPr>
              <a:cxnSpLocks/>
              <a:stCxn id="9" idx="0"/>
              <a:endCxn id="6" idx="2"/>
            </p:cNvCxnSpPr>
            <p:nvPr/>
          </p:nvCxnSpPr>
          <p:spPr>
            <a:xfrm flipH="1" flipV="1">
              <a:off x="2072201" y="2958901"/>
              <a:ext cx="6579" cy="351687"/>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17" name="直接箭头连接符 25">
              <a:extLst>
                <a:ext uri="{FF2B5EF4-FFF2-40B4-BE49-F238E27FC236}">
                  <a16:creationId xmlns:a16="http://schemas.microsoft.com/office/drawing/2014/main" id="{95034206-50AE-134A-22DC-F11BC51BF157}"/>
                </a:ext>
              </a:extLst>
            </p:cNvPr>
            <p:cNvCxnSpPr>
              <a:stCxn id="8" idx="0"/>
              <a:endCxn id="7" idx="2"/>
            </p:cNvCxnSpPr>
            <p:nvPr/>
          </p:nvCxnSpPr>
          <p:spPr>
            <a:xfrm flipV="1">
              <a:off x="2078780" y="1861692"/>
              <a:ext cx="0" cy="321101"/>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18" name="连接符: 肘形 32">
              <a:extLst>
                <a:ext uri="{FF2B5EF4-FFF2-40B4-BE49-F238E27FC236}">
                  <a16:creationId xmlns:a16="http://schemas.microsoft.com/office/drawing/2014/main" id="{E17155FA-83D5-4DB0-CCEC-947609673372}"/>
                </a:ext>
              </a:extLst>
            </p:cNvPr>
            <p:cNvCxnSpPr>
              <a:stCxn id="4" idx="2"/>
              <a:endCxn id="15" idx="6"/>
            </p:cNvCxnSpPr>
            <p:nvPr/>
          </p:nvCxnSpPr>
          <p:spPr>
            <a:xfrm rot="5400000" flipH="1" flipV="1">
              <a:off x="1829678" y="3392053"/>
              <a:ext cx="567275" cy="69073"/>
            </a:xfrm>
            <a:prstGeom prst="bentConnector4">
              <a:avLst>
                <a:gd name="adj1" fmla="val 9567"/>
                <a:gd name="adj2" fmla="val 740480"/>
              </a:avLst>
            </a:prstGeom>
            <a:ln>
              <a:tailEnd type="triangle"/>
            </a:ln>
          </p:spPr>
          <p:style>
            <a:lnRef idx="1">
              <a:schemeClr val="dk1"/>
            </a:lnRef>
            <a:fillRef idx="0">
              <a:schemeClr val="dk1"/>
            </a:fillRef>
            <a:effectRef idx="0">
              <a:schemeClr val="dk1"/>
            </a:effectRef>
            <a:fontRef idx="minor">
              <a:schemeClr val="tx1"/>
            </a:fontRef>
          </p:style>
        </p:cxnSp>
        <p:cxnSp>
          <p:nvCxnSpPr>
            <p:cNvPr id="19" name="连接符: 肘形 41">
              <a:extLst>
                <a:ext uri="{FF2B5EF4-FFF2-40B4-BE49-F238E27FC236}">
                  <a16:creationId xmlns:a16="http://schemas.microsoft.com/office/drawing/2014/main" id="{39F1B3F9-86AA-80FE-9A0C-FB16259466B6}"/>
                </a:ext>
              </a:extLst>
            </p:cNvPr>
            <p:cNvCxnSpPr>
              <a:endCxn id="14" idx="6"/>
            </p:cNvCxnSpPr>
            <p:nvPr/>
          </p:nvCxnSpPr>
          <p:spPr>
            <a:xfrm rot="5400000" flipH="1" flipV="1">
              <a:off x="1840313" y="2263307"/>
              <a:ext cx="539429" cy="75652"/>
            </a:xfrm>
            <a:prstGeom prst="bentConnector4">
              <a:avLst>
                <a:gd name="adj1" fmla="val -2174"/>
                <a:gd name="adj2" fmla="val 680437"/>
              </a:avLst>
            </a:prstGeom>
            <a:ln>
              <a:tailEnd type="triangle"/>
            </a:ln>
          </p:spPr>
          <p:style>
            <a:lnRef idx="1">
              <a:schemeClr val="dk1"/>
            </a:lnRef>
            <a:fillRef idx="0">
              <a:schemeClr val="dk1"/>
            </a:fillRef>
            <a:effectRef idx="0">
              <a:schemeClr val="dk1"/>
            </a:effectRef>
            <a:fontRef idx="minor">
              <a:schemeClr val="tx1"/>
            </a:fontRef>
          </p:style>
        </p:cxnSp>
        <p:sp>
          <p:nvSpPr>
            <p:cNvPr id="20" name="文本框 44">
              <a:extLst>
                <a:ext uri="{FF2B5EF4-FFF2-40B4-BE49-F238E27FC236}">
                  <a16:creationId xmlns:a16="http://schemas.microsoft.com/office/drawing/2014/main" id="{5D3CDFDE-1DED-7111-FD03-591C0BDA260B}"/>
                </a:ext>
              </a:extLst>
            </p:cNvPr>
            <p:cNvSpPr txBox="1"/>
            <p:nvPr/>
          </p:nvSpPr>
          <p:spPr>
            <a:xfrm>
              <a:off x="702248" y="2432604"/>
              <a:ext cx="713758" cy="259285"/>
            </a:xfrm>
            <a:prstGeom prst="rect">
              <a:avLst/>
            </a:prstGeom>
            <a:noFill/>
          </p:spPr>
          <p:txBody>
            <a:bodyPr wrap="square" rtlCol="0">
              <a:spAutoFit/>
            </a:bodyPr>
            <a:lstStyle/>
            <a:p>
              <a:pPr algn="r"/>
              <a:r>
                <a:rPr lang="en-US" altLang="zh-CN" sz="1200" dirty="0"/>
                <a:t>12x</a:t>
              </a:r>
              <a:endParaRPr lang="zh-CN" altLang="en-US" sz="1200" dirty="0"/>
            </a:p>
          </p:txBody>
        </p:sp>
        <p:sp>
          <p:nvSpPr>
            <p:cNvPr id="21" name="矩形 45">
              <a:extLst>
                <a:ext uri="{FF2B5EF4-FFF2-40B4-BE49-F238E27FC236}">
                  <a16:creationId xmlns:a16="http://schemas.microsoft.com/office/drawing/2014/main" id="{C06A074A-7B8F-7625-DE87-62BB7C9EFC27}"/>
                </a:ext>
              </a:extLst>
            </p:cNvPr>
            <p:cNvSpPr/>
            <p:nvPr/>
          </p:nvSpPr>
          <p:spPr>
            <a:xfrm>
              <a:off x="2078780" y="914400"/>
              <a:ext cx="631528" cy="296029"/>
            </a:xfrm>
            <a:prstGeom prst="rect">
              <a:avLst/>
            </a:prstGeom>
            <a:ln>
              <a:solidFill>
                <a:schemeClr val="tx1"/>
              </a:solidFill>
            </a:ln>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endParaRPr lang="zh-CN" altLang="en-US" sz="2800"/>
            </a:p>
          </p:txBody>
        </p:sp>
        <p:sp>
          <p:nvSpPr>
            <p:cNvPr id="22" name="矩形 46">
              <a:extLst>
                <a:ext uri="{FF2B5EF4-FFF2-40B4-BE49-F238E27FC236}">
                  <a16:creationId xmlns:a16="http://schemas.microsoft.com/office/drawing/2014/main" id="{1A32B054-A476-42DF-E4DC-F110DD0DECEA}"/>
                </a:ext>
              </a:extLst>
            </p:cNvPr>
            <p:cNvSpPr/>
            <p:nvPr/>
          </p:nvSpPr>
          <p:spPr>
            <a:xfrm>
              <a:off x="1455476" y="914400"/>
              <a:ext cx="631528" cy="296029"/>
            </a:xfrm>
            <a:prstGeom prst="rect">
              <a:avLst/>
            </a:prstGeom>
            <a:solidFill>
              <a:schemeClr val="accent6">
                <a:lumMod val="40000"/>
                <a:lumOff val="60000"/>
              </a:schemeClr>
            </a:solidFill>
            <a:ln>
              <a:solidFill>
                <a:schemeClr val="tx1"/>
              </a:solidFill>
            </a:ln>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endParaRPr lang="zh-CN" altLang="en-US" sz="2800"/>
            </a:p>
          </p:txBody>
        </p:sp>
        <p:cxnSp>
          <p:nvCxnSpPr>
            <p:cNvPr id="23" name="直接箭头连接符 48">
              <a:extLst>
                <a:ext uri="{FF2B5EF4-FFF2-40B4-BE49-F238E27FC236}">
                  <a16:creationId xmlns:a16="http://schemas.microsoft.com/office/drawing/2014/main" id="{E8A54E27-DDB8-206E-894D-7571C312AE60}"/>
                </a:ext>
              </a:extLst>
            </p:cNvPr>
            <p:cNvCxnSpPr>
              <a:stCxn id="4" idx="0"/>
              <a:endCxn id="22" idx="2"/>
            </p:cNvCxnSpPr>
            <p:nvPr/>
          </p:nvCxnSpPr>
          <p:spPr>
            <a:xfrm flipH="1" flipV="1">
              <a:off x="1771240" y="1210429"/>
              <a:ext cx="307540" cy="190774"/>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24" name="直接箭头连接符 50">
              <a:extLst>
                <a:ext uri="{FF2B5EF4-FFF2-40B4-BE49-F238E27FC236}">
                  <a16:creationId xmlns:a16="http://schemas.microsoft.com/office/drawing/2014/main" id="{66CABCC0-CA47-0AD0-E842-537F5383DC4D}"/>
                </a:ext>
              </a:extLst>
            </p:cNvPr>
            <p:cNvCxnSpPr>
              <a:stCxn id="4" idx="0"/>
              <a:endCxn id="21" idx="2"/>
            </p:cNvCxnSpPr>
            <p:nvPr/>
          </p:nvCxnSpPr>
          <p:spPr>
            <a:xfrm flipV="1">
              <a:off x="2078780" y="1210429"/>
              <a:ext cx="315764" cy="190774"/>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
          <p:nvSpPr>
            <p:cNvPr id="25" name="文本框 51">
              <a:extLst>
                <a:ext uri="{FF2B5EF4-FFF2-40B4-BE49-F238E27FC236}">
                  <a16:creationId xmlns:a16="http://schemas.microsoft.com/office/drawing/2014/main" id="{6C148528-F6A6-4D46-B39F-8F69B2F19364}"/>
                </a:ext>
              </a:extLst>
            </p:cNvPr>
            <p:cNvSpPr txBox="1"/>
            <p:nvPr/>
          </p:nvSpPr>
          <p:spPr>
            <a:xfrm>
              <a:off x="1684075" y="1617884"/>
              <a:ext cx="814079" cy="244880"/>
            </a:xfrm>
            <a:prstGeom prst="rect">
              <a:avLst/>
            </a:prstGeom>
            <a:noFill/>
          </p:spPr>
          <p:txBody>
            <a:bodyPr wrap="square" rtlCol="0">
              <a:spAutoFit/>
            </a:bodyPr>
            <a:lstStyle/>
            <a:p>
              <a:r>
                <a:rPr lang="en-US" altLang="zh-CN" sz="1100" dirty="0"/>
                <a:t>Layer Norm</a:t>
              </a:r>
              <a:endParaRPr lang="zh-CN" altLang="en-US" sz="1100" dirty="0"/>
            </a:p>
          </p:txBody>
        </p:sp>
        <p:sp>
          <p:nvSpPr>
            <p:cNvPr id="26" name="文本框 52">
              <a:extLst>
                <a:ext uri="{FF2B5EF4-FFF2-40B4-BE49-F238E27FC236}">
                  <a16:creationId xmlns:a16="http://schemas.microsoft.com/office/drawing/2014/main" id="{E44E8838-73D4-82B7-0A4E-84677749C0CD}"/>
                </a:ext>
              </a:extLst>
            </p:cNvPr>
            <p:cNvSpPr txBox="1"/>
            <p:nvPr/>
          </p:nvSpPr>
          <p:spPr>
            <a:xfrm>
              <a:off x="1671739" y="2728069"/>
              <a:ext cx="814079" cy="244880"/>
            </a:xfrm>
            <a:prstGeom prst="rect">
              <a:avLst/>
            </a:prstGeom>
            <a:noFill/>
          </p:spPr>
          <p:txBody>
            <a:bodyPr wrap="square" rtlCol="0">
              <a:spAutoFit/>
            </a:bodyPr>
            <a:lstStyle/>
            <a:p>
              <a:r>
                <a:rPr lang="en-US" altLang="zh-CN" sz="1100" dirty="0"/>
                <a:t>Layer Norm</a:t>
              </a:r>
              <a:endParaRPr lang="zh-CN" altLang="en-US" sz="1100" dirty="0"/>
            </a:p>
          </p:txBody>
        </p:sp>
        <p:sp>
          <p:nvSpPr>
            <p:cNvPr id="27" name="文本框 53">
              <a:extLst>
                <a:ext uri="{FF2B5EF4-FFF2-40B4-BE49-F238E27FC236}">
                  <a16:creationId xmlns:a16="http://schemas.microsoft.com/office/drawing/2014/main" id="{DB3B3C3B-9DAF-A869-32B7-20FFC344A28C}"/>
                </a:ext>
              </a:extLst>
            </p:cNvPr>
            <p:cNvSpPr txBox="1"/>
            <p:nvPr/>
          </p:nvSpPr>
          <p:spPr>
            <a:xfrm>
              <a:off x="1649262" y="2193076"/>
              <a:ext cx="997179" cy="244880"/>
            </a:xfrm>
            <a:prstGeom prst="rect">
              <a:avLst/>
            </a:prstGeom>
            <a:noFill/>
          </p:spPr>
          <p:txBody>
            <a:bodyPr wrap="square" rtlCol="0">
              <a:spAutoFit/>
            </a:bodyPr>
            <a:lstStyle/>
            <a:p>
              <a:r>
                <a:rPr lang="en-US" altLang="zh-CN" sz="1100" dirty="0"/>
                <a:t>Feed Forward </a:t>
              </a:r>
              <a:endParaRPr lang="zh-CN" altLang="en-US" sz="1100" dirty="0"/>
            </a:p>
          </p:txBody>
        </p:sp>
        <p:sp>
          <p:nvSpPr>
            <p:cNvPr id="28" name="文本框 54">
              <a:extLst>
                <a:ext uri="{FF2B5EF4-FFF2-40B4-BE49-F238E27FC236}">
                  <a16:creationId xmlns:a16="http://schemas.microsoft.com/office/drawing/2014/main" id="{41C5328F-FF88-38A3-E5BE-2CFBAFFC968C}"/>
                </a:ext>
              </a:extLst>
            </p:cNvPr>
            <p:cNvSpPr txBox="1"/>
            <p:nvPr/>
          </p:nvSpPr>
          <p:spPr>
            <a:xfrm>
              <a:off x="1649262" y="3285851"/>
              <a:ext cx="914399" cy="403332"/>
            </a:xfrm>
            <a:prstGeom prst="rect">
              <a:avLst/>
            </a:prstGeom>
            <a:noFill/>
          </p:spPr>
          <p:txBody>
            <a:bodyPr wrap="square" rtlCol="0">
              <a:spAutoFit/>
            </a:bodyPr>
            <a:lstStyle/>
            <a:p>
              <a:r>
                <a:rPr lang="en-US" altLang="zh-CN" sz="1100" dirty="0"/>
                <a:t>Masked Multi</a:t>
              </a:r>
            </a:p>
            <a:p>
              <a:r>
                <a:rPr lang="en-US" altLang="zh-CN" sz="1100" dirty="0"/>
                <a:t>Self Attention</a:t>
              </a:r>
              <a:endParaRPr lang="zh-CN" altLang="en-US" sz="1100" dirty="0"/>
            </a:p>
          </p:txBody>
        </p:sp>
        <p:sp>
          <p:nvSpPr>
            <p:cNvPr id="29" name="文本框 58">
              <a:extLst>
                <a:ext uri="{FF2B5EF4-FFF2-40B4-BE49-F238E27FC236}">
                  <a16:creationId xmlns:a16="http://schemas.microsoft.com/office/drawing/2014/main" id="{0ECFF9C7-06BA-1F5D-DA49-DA914FAF41BC}"/>
                </a:ext>
              </a:extLst>
            </p:cNvPr>
            <p:cNvSpPr txBox="1"/>
            <p:nvPr/>
          </p:nvSpPr>
          <p:spPr>
            <a:xfrm>
              <a:off x="1416006" y="881455"/>
              <a:ext cx="695668" cy="403332"/>
            </a:xfrm>
            <a:prstGeom prst="rect">
              <a:avLst/>
            </a:prstGeom>
            <a:noFill/>
          </p:spPr>
          <p:txBody>
            <a:bodyPr wrap="square" rtlCol="0">
              <a:spAutoFit/>
            </a:bodyPr>
            <a:lstStyle/>
            <a:p>
              <a:pPr algn="ctr"/>
              <a:r>
                <a:rPr lang="en-US" altLang="zh-CN" sz="1100" dirty="0"/>
                <a:t>Text</a:t>
              </a:r>
            </a:p>
            <a:p>
              <a:pPr algn="ctr"/>
              <a:r>
                <a:rPr lang="en-US" altLang="zh-CN" sz="1100" dirty="0"/>
                <a:t>Prediction</a:t>
              </a:r>
              <a:endParaRPr lang="zh-CN" altLang="en-US" sz="1100" dirty="0"/>
            </a:p>
          </p:txBody>
        </p:sp>
        <p:sp>
          <p:nvSpPr>
            <p:cNvPr id="30" name="文本框 59">
              <a:extLst>
                <a:ext uri="{FF2B5EF4-FFF2-40B4-BE49-F238E27FC236}">
                  <a16:creationId xmlns:a16="http://schemas.microsoft.com/office/drawing/2014/main" id="{99EEB0C5-D01A-878E-910F-E9C41003AA46}"/>
                </a:ext>
              </a:extLst>
            </p:cNvPr>
            <p:cNvSpPr txBox="1"/>
            <p:nvPr/>
          </p:nvSpPr>
          <p:spPr>
            <a:xfrm>
              <a:off x="2046710" y="882136"/>
              <a:ext cx="695668" cy="403332"/>
            </a:xfrm>
            <a:prstGeom prst="rect">
              <a:avLst/>
            </a:prstGeom>
            <a:noFill/>
          </p:spPr>
          <p:txBody>
            <a:bodyPr wrap="square" rtlCol="0">
              <a:spAutoFit/>
            </a:bodyPr>
            <a:lstStyle/>
            <a:p>
              <a:pPr algn="ctr"/>
              <a:r>
                <a:rPr lang="en-US" altLang="zh-CN" sz="1100" dirty="0"/>
                <a:t>Task</a:t>
              </a:r>
            </a:p>
            <a:p>
              <a:pPr algn="ctr"/>
              <a:r>
                <a:rPr lang="en-US" altLang="zh-CN" sz="1100" dirty="0"/>
                <a:t>Classifier</a:t>
              </a:r>
              <a:endParaRPr lang="zh-CN" altLang="en-US" sz="1100" dirty="0"/>
            </a:p>
          </p:txBody>
        </p:sp>
        <p:sp>
          <p:nvSpPr>
            <p:cNvPr id="31" name="左大括号 60">
              <a:extLst>
                <a:ext uri="{FF2B5EF4-FFF2-40B4-BE49-F238E27FC236}">
                  <a16:creationId xmlns:a16="http://schemas.microsoft.com/office/drawing/2014/main" id="{FB4D3EFB-FE80-7CA6-0242-04A962818242}"/>
                </a:ext>
              </a:extLst>
            </p:cNvPr>
            <p:cNvSpPr/>
            <p:nvPr/>
          </p:nvSpPr>
          <p:spPr>
            <a:xfrm>
              <a:off x="1358442" y="1401203"/>
              <a:ext cx="57564" cy="2309024"/>
            </a:xfrm>
            <a:prstGeom prst="leftBrace">
              <a:avLst/>
            </a:prstGeom>
          </p:spPr>
          <p:style>
            <a:lnRef idx="1">
              <a:schemeClr val="dk1"/>
            </a:lnRef>
            <a:fillRef idx="0">
              <a:schemeClr val="dk1"/>
            </a:fillRef>
            <a:effectRef idx="0">
              <a:schemeClr val="dk1"/>
            </a:effectRef>
            <a:fontRef idx="minor">
              <a:schemeClr val="tx1"/>
            </a:fontRef>
          </p:style>
          <p:txBody>
            <a:bodyPr rtlCol="0" anchor="ctr"/>
            <a:lstStyle/>
            <a:p>
              <a:pPr algn="ctr"/>
              <a:endParaRPr lang="zh-CN" altLang="en-US" sz="2800"/>
            </a:p>
          </p:txBody>
        </p:sp>
        <p:cxnSp>
          <p:nvCxnSpPr>
            <p:cNvPr id="32" name="直接连接符 63">
              <a:extLst>
                <a:ext uri="{FF2B5EF4-FFF2-40B4-BE49-F238E27FC236}">
                  <a16:creationId xmlns:a16="http://schemas.microsoft.com/office/drawing/2014/main" id="{174DA1AE-668D-3C2F-833D-EFE1E1527948}"/>
                </a:ext>
              </a:extLst>
            </p:cNvPr>
            <p:cNvCxnSpPr/>
            <p:nvPr/>
          </p:nvCxnSpPr>
          <p:spPr>
            <a:xfrm>
              <a:off x="2861612" y="1368311"/>
              <a:ext cx="6394221" cy="0"/>
            </a:xfrm>
            <a:prstGeom prst="line">
              <a:avLst/>
            </a:prstGeom>
            <a:ln>
              <a:solidFill>
                <a:schemeClr val="tx1"/>
              </a:solidFill>
              <a:prstDash val="dash"/>
            </a:ln>
          </p:spPr>
          <p:style>
            <a:lnRef idx="1">
              <a:schemeClr val="accent1"/>
            </a:lnRef>
            <a:fillRef idx="0">
              <a:schemeClr val="accent1"/>
            </a:fillRef>
            <a:effectRef idx="0">
              <a:schemeClr val="accent1"/>
            </a:effectRef>
            <a:fontRef idx="minor">
              <a:schemeClr val="tx1"/>
            </a:fontRef>
          </p:style>
        </p:cxnSp>
        <p:cxnSp>
          <p:nvCxnSpPr>
            <p:cNvPr id="33" name="直接连接符 64">
              <a:extLst>
                <a:ext uri="{FF2B5EF4-FFF2-40B4-BE49-F238E27FC236}">
                  <a16:creationId xmlns:a16="http://schemas.microsoft.com/office/drawing/2014/main" id="{4F1E9983-3B96-3F35-2CAF-2332BFC0E8AA}"/>
                </a:ext>
              </a:extLst>
            </p:cNvPr>
            <p:cNvCxnSpPr/>
            <p:nvPr/>
          </p:nvCxnSpPr>
          <p:spPr>
            <a:xfrm>
              <a:off x="2841877" y="2933974"/>
              <a:ext cx="6394221" cy="0"/>
            </a:xfrm>
            <a:prstGeom prst="line">
              <a:avLst/>
            </a:prstGeom>
            <a:ln>
              <a:solidFill>
                <a:schemeClr val="tx1"/>
              </a:solidFill>
              <a:prstDash val="dash"/>
            </a:ln>
          </p:spPr>
          <p:style>
            <a:lnRef idx="1">
              <a:schemeClr val="accent1"/>
            </a:lnRef>
            <a:fillRef idx="0">
              <a:schemeClr val="accent1"/>
            </a:fillRef>
            <a:effectRef idx="0">
              <a:schemeClr val="accent1"/>
            </a:effectRef>
            <a:fontRef idx="minor">
              <a:schemeClr val="tx1"/>
            </a:fontRef>
          </p:style>
        </p:cxnSp>
        <p:cxnSp>
          <p:nvCxnSpPr>
            <p:cNvPr id="34" name="直接连接符 65">
              <a:extLst>
                <a:ext uri="{FF2B5EF4-FFF2-40B4-BE49-F238E27FC236}">
                  <a16:creationId xmlns:a16="http://schemas.microsoft.com/office/drawing/2014/main" id="{D593B673-CE70-6687-22E2-1FF58E706052}"/>
                </a:ext>
              </a:extLst>
            </p:cNvPr>
            <p:cNvCxnSpPr/>
            <p:nvPr/>
          </p:nvCxnSpPr>
          <p:spPr>
            <a:xfrm>
              <a:off x="2841877" y="1940634"/>
              <a:ext cx="6394221" cy="0"/>
            </a:xfrm>
            <a:prstGeom prst="line">
              <a:avLst/>
            </a:prstGeom>
            <a:ln>
              <a:solidFill>
                <a:schemeClr val="tx1"/>
              </a:solidFill>
              <a:prstDash val="dash"/>
            </a:ln>
          </p:spPr>
          <p:style>
            <a:lnRef idx="1">
              <a:schemeClr val="accent1"/>
            </a:lnRef>
            <a:fillRef idx="0">
              <a:schemeClr val="accent1"/>
            </a:fillRef>
            <a:effectRef idx="0">
              <a:schemeClr val="accent1"/>
            </a:effectRef>
            <a:fontRef idx="minor">
              <a:schemeClr val="tx1"/>
            </a:fontRef>
          </p:style>
        </p:cxnSp>
        <p:sp>
          <p:nvSpPr>
            <p:cNvPr id="35" name="矩形 66">
              <a:extLst>
                <a:ext uri="{FF2B5EF4-FFF2-40B4-BE49-F238E27FC236}">
                  <a16:creationId xmlns:a16="http://schemas.microsoft.com/office/drawing/2014/main" id="{A43636F5-3948-CBBF-B259-A696B6E348B4}"/>
                </a:ext>
              </a:extLst>
            </p:cNvPr>
            <p:cNvSpPr/>
            <p:nvPr/>
          </p:nvSpPr>
          <p:spPr>
            <a:xfrm>
              <a:off x="3874688" y="967027"/>
              <a:ext cx="499959" cy="223667"/>
            </a:xfrm>
            <a:prstGeom prst="rect">
              <a:avLst/>
            </a:prstGeom>
            <a:solidFill>
              <a:schemeClr val="accent1">
                <a:lumMod val="20000"/>
                <a:lumOff val="8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200" dirty="0">
                  <a:solidFill>
                    <a:schemeClr val="tx1"/>
                  </a:solidFill>
                </a:rPr>
                <a:t>Start</a:t>
              </a:r>
              <a:endParaRPr lang="zh-CN" altLang="en-US" sz="1200" dirty="0">
                <a:solidFill>
                  <a:schemeClr val="tx1"/>
                </a:solidFill>
              </a:endParaRPr>
            </a:p>
          </p:txBody>
        </p:sp>
        <p:sp>
          <p:nvSpPr>
            <p:cNvPr id="36" name="矩形 67">
              <a:extLst>
                <a:ext uri="{FF2B5EF4-FFF2-40B4-BE49-F238E27FC236}">
                  <a16:creationId xmlns:a16="http://schemas.microsoft.com/office/drawing/2014/main" id="{F4235170-ECBE-D8AD-8A1D-835E16C59ED7}"/>
                </a:ext>
              </a:extLst>
            </p:cNvPr>
            <p:cNvSpPr/>
            <p:nvPr/>
          </p:nvSpPr>
          <p:spPr>
            <a:xfrm>
              <a:off x="3874688" y="1553602"/>
              <a:ext cx="499959" cy="223667"/>
            </a:xfrm>
            <a:prstGeom prst="rect">
              <a:avLst/>
            </a:prstGeom>
            <a:solidFill>
              <a:schemeClr val="accent1">
                <a:lumMod val="20000"/>
                <a:lumOff val="8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200" dirty="0">
                  <a:solidFill>
                    <a:schemeClr val="tx1"/>
                  </a:solidFill>
                </a:rPr>
                <a:t>Start</a:t>
              </a:r>
              <a:endParaRPr lang="zh-CN" altLang="en-US" sz="1200" dirty="0">
                <a:solidFill>
                  <a:schemeClr val="tx1"/>
                </a:solidFill>
              </a:endParaRPr>
            </a:p>
          </p:txBody>
        </p:sp>
        <p:sp>
          <p:nvSpPr>
            <p:cNvPr id="37" name="矩形 68">
              <a:extLst>
                <a:ext uri="{FF2B5EF4-FFF2-40B4-BE49-F238E27FC236}">
                  <a16:creationId xmlns:a16="http://schemas.microsoft.com/office/drawing/2014/main" id="{8B7328B9-D04D-FD3E-A686-14E5BC8ADF48}"/>
                </a:ext>
              </a:extLst>
            </p:cNvPr>
            <p:cNvSpPr/>
            <p:nvPr/>
          </p:nvSpPr>
          <p:spPr>
            <a:xfrm>
              <a:off x="3874688" y="2140177"/>
              <a:ext cx="499959" cy="223667"/>
            </a:xfrm>
            <a:prstGeom prst="rect">
              <a:avLst/>
            </a:prstGeom>
            <a:solidFill>
              <a:schemeClr val="accent1">
                <a:lumMod val="20000"/>
                <a:lumOff val="8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200" dirty="0">
                  <a:solidFill>
                    <a:schemeClr val="tx1"/>
                  </a:solidFill>
                </a:rPr>
                <a:t>Start</a:t>
              </a:r>
              <a:endParaRPr lang="zh-CN" altLang="en-US" sz="1200" dirty="0">
                <a:solidFill>
                  <a:schemeClr val="tx1"/>
                </a:solidFill>
              </a:endParaRPr>
            </a:p>
          </p:txBody>
        </p:sp>
        <p:sp>
          <p:nvSpPr>
            <p:cNvPr id="38" name="矩形 69">
              <a:extLst>
                <a:ext uri="{FF2B5EF4-FFF2-40B4-BE49-F238E27FC236}">
                  <a16:creationId xmlns:a16="http://schemas.microsoft.com/office/drawing/2014/main" id="{467B39E9-E744-098A-2B63-4373DF89FBDE}"/>
                </a:ext>
              </a:extLst>
            </p:cNvPr>
            <p:cNvSpPr/>
            <p:nvPr/>
          </p:nvSpPr>
          <p:spPr>
            <a:xfrm>
              <a:off x="3874688" y="2519881"/>
              <a:ext cx="499959" cy="223667"/>
            </a:xfrm>
            <a:prstGeom prst="rect">
              <a:avLst/>
            </a:prstGeom>
            <a:solidFill>
              <a:schemeClr val="accent1">
                <a:lumMod val="20000"/>
                <a:lumOff val="8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200" dirty="0">
                  <a:solidFill>
                    <a:schemeClr val="tx1"/>
                  </a:solidFill>
                </a:rPr>
                <a:t>Start</a:t>
              </a:r>
              <a:endParaRPr lang="zh-CN" altLang="en-US" sz="1200" dirty="0">
                <a:solidFill>
                  <a:schemeClr val="tx1"/>
                </a:solidFill>
              </a:endParaRPr>
            </a:p>
          </p:txBody>
        </p:sp>
        <p:sp>
          <p:nvSpPr>
            <p:cNvPr id="39" name="矩形 70">
              <a:extLst>
                <a:ext uri="{FF2B5EF4-FFF2-40B4-BE49-F238E27FC236}">
                  <a16:creationId xmlns:a16="http://schemas.microsoft.com/office/drawing/2014/main" id="{A940E516-2922-9144-B8DF-F9EAD39F84B4}"/>
                </a:ext>
              </a:extLst>
            </p:cNvPr>
            <p:cNvSpPr/>
            <p:nvPr/>
          </p:nvSpPr>
          <p:spPr>
            <a:xfrm>
              <a:off x="3874688" y="3118913"/>
              <a:ext cx="499959" cy="223667"/>
            </a:xfrm>
            <a:prstGeom prst="rect">
              <a:avLst/>
            </a:prstGeom>
            <a:solidFill>
              <a:schemeClr val="accent1">
                <a:lumMod val="20000"/>
                <a:lumOff val="8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200" dirty="0">
                  <a:solidFill>
                    <a:schemeClr val="tx1"/>
                  </a:solidFill>
                </a:rPr>
                <a:t>Start</a:t>
              </a:r>
              <a:endParaRPr lang="zh-CN" altLang="en-US" sz="1200" dirty="0">
                <a:solidFill>
                  <a:schemeClr val="tx1"/>
                </a:solidFill>
              </a:endParaRPr>
            </a:p>
          </p:txBody>
        </p:sp>
        <p:sp>
          <p:nvSpPr>
            <p:cNvPr id="40" name="矩形 71">
              <a:extLst>
                <a:ext uri="{FF2B5EF4-FFF2-40B4-BE49-F238E27FC236}">
                  <a16:creationId xmlns:a16="http://schemas.microsoft.com/office/drawing/2014/main" id="{765AD891-3BE8-6471-B024-1A106BC16305}"/>
                </a:ext>
              </a:extLst>
            </p:cNvPr>
            <p:cNvSpPr/>
            <p:nvPr/>
          </p:nvSpPr>
          <p:spPr>
            <a:xfrm>
              <a:off x="3874688" y="3494278"/>
              <a:ext cx="499959" cy="223667"/>
            </a:xfrm>
            <a:prstGeom prst="rect">
              <a:avLst/>
            </a:prstGeom>
            <a:solidFill>
              <a:schemeClr val="accent1">
                <a:lumMod val="20000"/>
                <a:lumOff val="8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200" dirty="0">
                  <a:solidFill>
                    <a:schemeClr val="tx1"/>
                  </a:solidFill>
                </a:rPr>
                <a:t>Start</a:t>
              </a:r>
              <a:endParaRPr lang="zh-CN" altLang="en-US" sz="1200" dirty="0">
                <a:solidFill>
                  <a:schemeClr val="tx1"/>
                </a:solidFill>
              </a:endParaRPr>
            </a:p>
          </p:txBody>
        </p:sp>
        <p:sp>
          <p:nvSpPr>
            <p:cNvPr id="41" name="矩形 72">
              <a:extLst>
                <a:ext uri="{FF2B5EF4-FFF2-40B4-BE49-F238E27FC236}">
                  <a16:creationId xmlns:a16="http://schemas.microsoft.com/office/drawing/2014/main" id="{26FC76F1-72AD-6E00-0965-E0C8595770C7}"/>
                </a:ext>
              </a:extLst>
            </p:cNvPr>
            <p:cNvSpPr/>
            <p:nvPr/>
          </p:nvSpPr>
          <p:spPr>
            <a:xfrm>
              <a:off x="3874688" y="3897204"/>
              <a:ext cx="499959" cy="223667"/>
            </a:xfrm>
            <a:prstGeom prst="rect">
              <a:avLst/>
            </a:prstGeom>
            <a:solidFill>
              <a:schemeClr val="accent1">
                <a:lumMod val="20000"/>
                <a:lumOff val="8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200" dirty="0">
                  <a:solidFill>
                    <a:schemeClr val="tx1"/>
                  </a:solidFill>
                </a:rPr>
                <a:t>Start</a:t>
              </a:r>
              <a:endParaRPr lang="zh-CN" altLang="en-US" sz="1200" dirty="0">
                <a:solidFill>
                  <a:schemeClr val="tx1"/>
                </a:solidFill>
              </a:endParaRPr>
            </a:p>
          </p:txBody>
        </p:sp>
        <p:sp>
          <p:nvSpPr>
            <p:cNvPr id="42" name="矩形 73">
              <a:extLst>
                <a:ext uri="{FF2B5EF4-FFF2-40B4-BE49-F238E27FC236}">
                  <a16:creationId xmlns:a16="http://schemas.microsoft.com/office/drawing/2014/main" id="{DC8966C1-D878-5826-CF8A-EB24C882C78D}"/>
                </a:ext>
              </a:extLst>
            </p:cNvPr>
            <p:cNvSpPr/>
            <p:nvPr/>
          </p:nvSpPr>
          <p:spPr>
            <a:xfrm>
              <a:off x="4378504" y="967027"/>
              <a:ext cx="795989" cy="223666"/>
            </a:xfrm>
            <a:prstGeom prst="rect">
              <a:avLst/>
            </a:prstGeom>
            <a:solidFill>
              <a:srgbClr val="B4A7D6"/>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200" dirty="0">
                  <a:solidFill>
                    <a:schemeClr val="tx1"/>
                  </a:solidFill>
                </a:rPr>
                <a:t>Text</a:t>
              </a:r>
              <a:endParaRPr lang="zh-CN" altLang="en-US" sz="1200" dirty="0">
                <a:solidFill>
                  <a:schemeClr val="tx1"/>
                </a:solidFill>
              </a:endParaRPr>
            </a:p>
          </p:txBody>
        </p:sp>
        <p:sp>
          <p:nvSpPr>
            <p:cNvPr id="43" name="矩形 74">
              <a:extLst>
                <a:ext uri="{FF2B5EF4-FFF2-40B4-BE49-F238E27FC236}">
                  <a16:creationId xmlns:a16="http://schemas.microsoft.com/office/drawing/2014/main" id="{5E42F861-5549-3B61-B10F-72B7B5C29358}"/>
                </a:ext>
              </a:extLst>
            </p:cNvPr>
            <p:cNvSpPr/>
            <p:nvPr/>
          </p:nvSpPr>
          <p:spPr>
            <a:xfrm>
              <a:off x="4378504" y="2140177"/>
              <a:ext cx="795989" cy="223666"/>
            </a:xfrm>
            <a:prstGeom prst="rect">
              <a:avLst/>
            </a:prstGeom>
            <a:solidFill>
              <a:srgbClr val="B4A7D6"/>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200" dirty="0">
                  <a:solidFill>
                    <a:schemeClr val="tx1"/>
                  </a:solidFill>
                </a:rPr>
                <a:t>Text 1</a:t>
              </a:r>
              <a:endParaRPr lang="zh-CN" altLang="en-US" sz="1200" dirty="0">
                <a:solidFill>
                  <a:schemeClr val="tx1"/>
                </a:solidFill>
              </a:endParaRPr>
            </a:p>
          </p:txBody>
        </p:sp>
        <p:sp>
          <p:nvSpPr>
            <p:cNvPr id="44" name="矩形 75">
              <a:extLst>
                <a:ext uri="{FF2B5EF4-FFF2-40B4-BE49-F238E27FC236}">
                  <a16:creationId xmlns:a16="http://schemas.microsoft.com/office/drawing/2014/main" id="{2F00C799-5F14-3A24-FD2C-717D21E858C0}"/>
                </a:ext>
              </a:extLst>
            </p:cNvPr>
            <p:cNvSpPr/>
            <p:nvPr/>
          </p:nvSpPr>
          <p:spPr>
            <a:xfrm>
              <a:off x="4378504" y="2519882"/>
              <a:ext cx="795989" cy="223666"/>
            </a:xfrm>
            <a:prstGeom prst="rect">
              <a:avLst/>
            </a:prstGeom>
            <a:solidFill>
              <a:srgbClr val="B4A7D6"/>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200" dirty="0">
                  <a:solidFill>
                    <a:schemeClr val="tx1"/>
                  </a:solidFill>
                </a:rPr>
                <a:t>Text 2</a:t>
              </a:r>
              <a:endParaRPr lang="zh-CN" altLang="en-US" sz="1200" dirty="0">
                <a:solidFill>
                  <a:schemeClr val="tx1"/>
                </a:solidFill>
              </a:endParaRPr>
            </a:p>
          </p:txBody>
        </p:sp>
        <p:sp>
          <p:nvSpPr>
            <p:cNvPr id="45" name="矩形 76">
              <a:extLst>
                <a:ext uri="{FF2B5EF4-FFF2-40B4-BE49-F238E27FC236}">
                  <a16:creationId xmlns:a16="http://schemas.microsoft.com/office/drawing/2014/main" id="{9EAF247A-823B-323D-DB3C-2EBDE2023A33}"/>
                </a:ext>
              </a:extLst>
            </p:cNvPr>
            <p:cNvSpPr/>
            <p:nvPr/>
          </p:nvSpPr>
          <p:spPr>
            <a:xfrm>
              <a:off x="4382361" y="1553602"/>
              <a:ext cx="795989" cy="223666"/>
            </a:xfrm>
            <a:prstGeom prst="rect">
              <a:avLst/>
            </a:prstGeom>
            <a:solidFill>
              <a:srgbClr val="B4A7D6"/>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200" dirty="0">
                  <a:solidFill>
                    <a:schemeClr val="tx1"/>
                  </a:solidFill>
                </a:rPr>
                <a:t>Premise</a:t>
              </a:r>
              <a:endParaRPr lang="zh-CN" altLang="en-US" sz="1200" dirty="0">
                <a:solidFill>
                  <a:schemeClr val="tx1"/>
                </a:solidFill>
              </a:endParaRPr>
            </a:p>
          </p:txBody>
        </p:sp>
        <p:sp>
          <p:nvSpPr>
            <p:cNvPr id="46" name="矩形 77">
              <a:extLst>
                <a:ext uri="{FF2B5EF4-FFF2-40B4-BE49-F238E27FC236}">
                  <a16:creationId xmlns:a16="http://schemas.microsoft.com/office/drawing/2014/main" id="{57E489C4-5889-A588-8118-E2C6E063ADF5}"/>
                </a:ext>
              </a:extLst>
            </p:cNvPr>
            <p:cNvSpPr/>
            <p:nvPr/>
          </p:nvSpPr>
          <p:spPr>
            <a:xfrm>
              <a:off x="4382361" y="3118914"/>
              <a:ext cx="795989" cy="223666"/>
            </a:xfrm>
            <a:prstGeom prst="rect">
              <a:avLst/>
            </a:prstGeom>
            <a:solidFill>
              <a:srgbClr val="B4A7D6"/>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200" dirty="0">
                  <a:solidFill>
                    <a:schemeClr val="tx1"/>
                  </a:solidFill>
                </a:rPr>
                <a:t>Context</a:t>
              </a:r>
              <a:endParaRPr lang="zh-CN" altLang="en-US" sz="1200" dirty="0">
                <a:solidFill>
                  <a:schemeClr val="tx1"/>
                </a:solidFill>
              </a:endParaRPr>
            </a:p>
          </p:txBody>
        </p:sp>
        <p:sp>
          <p:nvSpPr>
            <p:cNvPr id="47" name="矩形 78">
              <a:extLst>
                <a:ext uri="{FF2B5EF4-FFF2-40B4-BE49-F238E27FC236}">
                  <a16:creationId xmlns:a16="http://schemas.microsoft.com/office/drawing/2014/main" id="{4D38CF2F-385E-87FD-A7E5-940AED03887F}"/>
                </a:ext>
              </a:extLst>
            </p:cNvPr>
            <p:cNvSpPr/>
            <p:nvPr/>
          </p:nvSpPr>
          <p:spPr>
            <a:xfrm>
              <a:off x="4382361" y="3494279"/>
              <a:ext cx="795989" cy="223666"/>
            </a:xfrm>
            <a:prstGeom prst="rect">
              <a:avLst/>
            </a:prstGeom>
            <a:solidFill>
              <a:srgbClr val="B4A7D6"/>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200" dirty="0">
                  <a:solidFill>
                    <a:schemeClr val="tx1"/>
                  </a:solidFill>
                </a:rPr>
                <a:t>Context</a:t>
              </a:r>
              <a:endParaRPr lang="zh-CN" altLang="en-US" sz="1200" dirty="0">
                <a:solidFill>
                  <a:schemeClr val="tx1"/>
                </a:solidFill>
              </a:endParaRPr>
            </a:p>
          </p:txBody>
        </p:sp>
        <p:sp>
          <p:nvSpPr>
            <p:cNvPr id="48" name="矩形 79">
              <a:extLst>
                <a:ext uri="{FF2B5EF4-FFF2-40B4-BE49-F238E27FC236}">
                  <a16:creationId xmlns:a16="http://schemas.microsoft.com/office/drawing/2014/main" id="{3E845933-587D-EF2E-93D7-9DA7A063A0ED}"/>
                </a:ext>
              </a:extLst>
            </p:cNvPr>
            <p:cNvSpPr/>
            <p:nvPr/>
          </p:nvSpPr>
          <p:spPr>
            <a:xfrm>
              <a:off x="4382361" y="3893846"/>
              <a:ext cx="795989" cy="223666"/>
            </a:xfrm>
            <a:prstGeom prst="rect">
              <a:avLst/>
            </a:prstGeom>
            <a:solidFill>
              <a:srgbClr val="B4A7D6"/>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200" dirty="0">
                  <a:solidFill>
                    <a:schemeClr val="tx1"/>
                  </a:solidFill>
                </a:rPr>
                <a:t>Context</a:t>
              </a:r>
              <a:endParaRPr lang="zh-CN" altLang="en-US" sz="1200" dirty="0">
                <a:solidFill>
                  <a:schemeClr val="tx1"/>
                </a:solidFill>
              </a:endParaRPr>
            </a:p>
          </p:txBody>
        </p:sp>
        <p:sp>
          <p:nvSpPr>
            <p:cNvPr id="49" name="矩形 80">
              <a:extLst>
                <a:ext uri="{FF2B5EF4-FFF2-40B4-BE49-F238E27FC236}">
                  <a16:creationId xmlns:a16="http://schemas.microsoft.com/office/drawing/2014/main" id="{FF119E0E-5BFB-9E95-28A0-6516EB4C8685}"/>
                </a:ext>
              </a:extLst>
            </p:cNvPr>
            <p:cNvSpPr/>
            <p:nvPr/>
          </p:nvSpPr>
          <p:spPr>
            <a:xfrm>
              <a:off x="5174493" y="967026"/>
              <a:ext cx="499959" cy="223667"/>
            </a:xfrm>
            <a:prstGeom prst="rect">
              <a:avLst/>
            </a:prstGeom>
            <a:solidFill>
              <a:schemeClr val="accent1">
                <a:lumMod val="20000"/>
                <a:lumOff val="8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000" dirty="0">
                  <a:solidFill>
                    <a:schemeClr val="tx1"/>
                  </a:solidFill>
                </a:rPr>
                <a:t>Extract</a:t>
              </a:r>
              <a:endParaRPr lang="zh-CN" altLang="en-US" sz="1000" dirty="0">
                <a:solidFill>
                  <a:schemeClr val="tx1"/>
                </a:solidFill>
              </a:endParaRPr>
            </a:p>
          </p:txBody>
        </p:sp>
        <p:sp>
          <p:nvSpPr>
            <p:cNvPr id="50" name="矩形 81">
              <a:extLst>
                <a:ext uri="{FF2B5EF4-FFF2-40B4-BE49-F238E27FC236}">
                  <a16:creationId xmlns:a16="http://schemas.microsoft.com/office/drawing/2014/main" id="{A2338CEF-F242-E008-400E-E23094344159}"/>
                </a:ext>
              </a:extLst>
            </p:cNvPr>
            <p:cNvSpPr/>
            <p:nvPr/>
          </p:nvSpPr>
          <p:spPr>
            <a:xfrm>
              <a:off x="5174492" y="1553251"/>
              <a:ext cx="499959" cy="223667"/>
            </a:xfrm>
            <a:prstGeom prst="rect">
              <a:avLst/>
            </a:prstGeom>
            <a:solidFill>
              <a:schemeClr val="accent1">
                <a:lumMod val="20000"/>
                <a:lumOff val="8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100" dirty="0" err="1">
                  <a:solidFill>
                    <a:schemeClr val="tx1"/>
                  </a:solidFill>
                </a:rPr>
                <a:t>Delim</a:t>
              </a:r>
              <a:endParaRPr lang="zh-CN" altLang="en-US" sz="1100" dirty="0">
                <a:solidFill>
                  <a:schemeClr val="tx1"/>
                </a:solidFill>
              </a:endParaRPr>
            </a:p>
          </p:txBody>
        </p:sp>
        <p:sp>
          <p:nvSpPr>
            <p:cNvPr id="51" name="矩形 82">
              <a:extLst>
                <a:ext uri="{FF2B5EF4-FFF2-40B4-BE49-F238E27FC236}">
                  <a16:creationId xmlns:a16="http://schemas.microsoft.com/office/drawing/2014/main" id="{22EC0FC9-B7E5-F633-FEDF-00A1270B0130}"/>
                </a:ext>
              </a:extLst>
            </p:cNvPr>
            <p:cNvSpPr/>
            <p:nvPr/>
          </p:nvSpPr>
          <p:spPr>
            <a:xfrm>
              <a:off x="5174491" y="2140176"/>
              <a:ext cx="499959" cy="223667"/>
            </a:xfrm>
            <a:prstGeom prst="rect">
              <a:avLst/>
            </a:prstGeom>
            <a:solidFill>
              <a:schemeClr val="accent1">
                <a:lumMod val="20000"/>
                <a:lumOff val="8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100" dirty="0" err="1">
                  <a:solidFill>
                    <a:schemeClr val="tx1"/>
                  </a:solidFill>
                </a:rPr>
                <a:t>Delim</a:t>
              </a:r>
              <a:endParaRPr lang="zh-CN" altLang="en-US" sz="1100" dirty="0">
                <a:solidFill>
                  <a:schemeClr val="tx1"/>
                </a:solidFill>
              </a:endParaRPr>
            </a:p>
          </p:txBody>
        </p:sp>
        <p:sp>
          <p:nvSpPr>
            <p:cNvPr id="52" name="矩形 83">
              <a:extLst>
                <a:ext uri="{FF2B5EF4-FFF2-40B4-BE49-F238E27FC236}">
                  <a16:creationId xmlns:a16="http://schemas.microsoft.com/office/drawing/2014/main" id="{F913FDBE-7EF3-E7D8-FD41-93BE68EECA5C}"/>
                </a:ext>
              </a:extLst>
            </p:cNvPr>
            <p:cNvSpPr/>
            <p:nvPr/>
          </p:nvSpPr>
          <p:spPr>
            <a:xfrm>
              <a:off x="5174490" y="2519881"/>
              <a:ext cx="499959" cy="223667"/>
            </a:xfrm>
            <a:prstGeom prst="rect">
              <a:avLst/>
            </a:prstGeom>
            <a:solidFill>
              <a:schemeClr val="accent1">
                <a:lumMod val="20000"/>
                <a:lumOff val="8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r>
                <a:rPr lang="en-US" altLang="zh-CN" sz="1100" dirty="0" err="1">
                  <a:solidFill>
                    <a:prstClr val="black"/>
                  </a:solidFill>
                </a:rPr>
                <a:t>Delim</a:t>
              </a:r>
              <a:endParaRPr lang="zh-CN" altLang="en-US" sz="1100" dirty="0">
                <a:solidFill>
                  <a:prstClr val="black"/>
                </a:solidFill>
              </a:endParaRPr>
            </a:p>
          </p:txBody>
        </p:sp>
        <p:sp>
          <p:nvSpPr>
            <p:cNvPr id="53" name="矩形 84">
              <a:extLst>
                <a:ext uri="{FF2B5EF4-FFF2-40B4-BE49-F238E27FC236}">
                  <a16:creationId xmlns:a16="http://schemas.microsoft.com/office/drawing/2014/main" id="{0F693043-DEC1-80DE-BB6E-4DB6E3329FA7}"/>
                </a:ext>
              </a:extLst>
            </p:cNvPr>
            <p:cNvSpPr/>
            <p:nvPr/>
          </p:nvSpPr>
          <p:spPr>
            <a:xfrm>
              <a:off x="5174490" y="3118913"/>
              <a:ext cx="499959" cy="223667"/>
            </a:xfrm>
            <a:prstGeom prst="rect">
              <a:avLst/>
            </a:prstGeom>
            <a:solidFill>
              <a:schemeClr val="accent1">
                <a:lumMod val="20000"/>
                <a:lumOff val="8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r>
                <a:rPr lang="en-US" altLang="zh-CN" sz="1100" dirty="0" err="1">
                  <a:solidFill>
                    <a:prstClr val="black"/>
                  </a:solidFill>
                </a:rPr>
                <a:t>Delim</a:t>
              </a:r>
              <a:endParaRPr lang="zh-CN" altLang="en-US" sz="1100" dirty="0">
                <a:solidFill>
                  <a:prstClr val="black"/>
                </a:solidFill>
              </a:endParaRPr>
            </a:p>
          </p:txBody>
        </p:sp>
        <p:sp>
          <p:nvSpPr>
            <p:cNvPr id="54" name="矩形 85">
              <a:extLst>
                <a:ext uri="{FF2B5EF4-FFF2-40B4-BE49-F238E27FC236}">
                  <a16:creationId xmlns:a16="http://schemas.microsoft.com/office/drawing/2014/main" id="{29B36286-A9F8-4372-B732-170A8E772267}"/>
                </a:ext>
              </a:extLst>
            </p:cNvPr>
            <p:cNvSpPr/>
            <p:nvPr/>
          </p:nvSpPr>
          <p:spPr>
            <a:xfrm>
              <a:off x="5174490" y="3494278"/>
              <a:ext cx="499959" cy="223667"/>
            </a:xfrm>
            <a:prstGeom prst="rect">
              <a:avLst/>
            </a:prstGeom>
            <a:solidFill>
              <a:schemeClr val="accent1">
                <a:lumMod val="20000"/>
                <a:lumOff val="8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r>
                <a:rPr lang="en-US" altLang="zh-CN" sz="1100" dirty="0" err="1">
                  <a:solidFill>
                    <a:prstClr val="black"/>
                  </a:solidFill>
                </a:rPr>
                <a:t>Delim</a:t>
              </a:r>
              <a:endParaRPr lang="zh-CN" altLang="en-US" sz="1100" dirty="0">
                <a:solidFill>
                  <a:prstClr val="black"/>
                </a:solidFill>
              </a:endParaRPr>
            </a:p>
          </p:txBody>
        </p:sp>
        <p:sp>
          <p:nvSpPr>
            <p:cNvPr id="55" name="矩形 86">
              <a:extLst>
                <a:ext uri="{FF2B5EF4-FFF2-40B4-BE49-F238E27FC236}">
                  <a16:creationId xmlns:a16="http://schemas.microsoft.com/office/drawing/2014/main" id="{ED77197D-9A4E-63F0-A18E-1605F0EA2BDE}"/>
                </a:ext>
              </a:extLst>
            </p:cNvPr>
            <p:cNvSpPr/>
            <p:nvPr/>
          </p:nvSpPr>
          <p:spPr>
            <a:xfrm>
              <a:off x="5174489" y="3897134"/>
              <a:ext cx="499959" cy="223667"/>
            </a:xfrm>
            <a:prstGeom prst="rect">
              <a:avLst/>
            </a:prstGeom>
            <a:solidFill>
              <a:schemeClr val="accent1">
                <a:lumMod val="20000"/>
                <a:lumOff val="8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r>
                <a:rPr lang="en-US" altLang="zh-CN" sz="1100" dirty="0" err="1">
                  <a:solidFill>
                    <a:prstClr val="black"/>
                  </a:solidFill>
                </a:rPr>
                <a:t>Delim</a:t>
              </a:r>
              <a:endParaRPr lang="zh-CN" altLang="en-US" sz="1100" dirty="0">
                <a:solidFill>
                  <a:prstClr val="black"/>
                </a:solidFill>
              </a:endParaRPr>
            </a:p>
          </p:txBody>
        </p:sp>
        <p:sp>
          <p:nvSpPr>
            <p:cNvPr id="56" name="矩形 87">
              <a:extLst>
                <a:ext uri="{FF2B5EF4-FFF2-40B4-BE49-F238E27FC236}">
                  <a16:creationId xmlns:a16="http://schemas.microsoft.com/office/drawing/2014/main" id="{73F299EB-ACAB-3B1C-F4B4-4CFED5C3E22B}"/>
                </a:ext>
              </a:extLst>
            </p:cNvPr>
            <p:cNvSpPr/>
            <p:nvPr/>
          </p:nvSpPr>
          <p:spPr>
            <a:xfrm>
              <a:off x="5674448" y="2137985"/>
              <a:ext cx="795989" cy="223666"/>
            </a:xfrm>
            <a:prstGeom prst="rect">
              <a:avLst/>
            </a:prstGeom>
            <a:solidFill>
              <a:srgbClr val="B4A7D6"/>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200" dirty="0">
                  <a:solidFill>
                    <a:schemeClr val="tx1"/>
                  </a:solidFill>
                </a:rPr>
                <a:t>Text 1</a:t>
              </a:r>
              <a:endParaRPr lang="zh-CN" altLang="en-US" sz="1200" dirty="0">
                <a:solidFill>
                  <a:schemeClr val="tx1"/>
                </a:solidFill>
              </a:endParaRPr>
            </a:p>
          </p:txBody>
        </p:sp>
        <p:sp>
          <p:nvSpPr>
            <p:cNvPr id="57" name="矩形 89">
              <a:extLst>
                <a:ext uri="{FF2B5EF4-FFF2-40B4-BE49-F238E27FC236}">
                  <a16:creationId xmlns:a16="http://schemas.microsoft.com/office/drawing/2014/main" id="{371E0397-665E-81AE-DBD8-CA59F9ADF4E9}"/>
                </a:ext>
              </a:extLst>
            </p:cNvPr>
            <p:cNvSpPr/>
            <p:nvPr/>
          </p:nvSpPr>
          <p:spPr>
            <a:xfrm>
              <a:off x="5674446" y="2519882"/>
              <a:ext cx="795989" cy="223666"/>
            </a:xfrm>
            <a:prstGeom prst="rect">
              <a:avLst/>
            </a:prstGeom>
            <a:solidFill>
              <a:srgbClr val="B4A7D6"/>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200" dirty="0">
                  <a:solidFill>
                    <a:schemeClr val="tx1"/>
                  </a:solidFill>
                </a:rPr>
                <a:t>Text 2</a:t>
              </a:r>
              <a:endParaRPr lang="zh-CN" altLang="en-US" sz="1200" dirty="0">
                <a:solidFill>
                  <a:schemeClr val="tx1"/>
                </a:solidFill>
              </a:endParaRPr>
            </a:p>
          </p:txBody>
        </p:sp>
        <p:sp>
          <p:nvSpPr>
            <p:cNvPr id="58" name="矩形 90">
              <a:extLst>
                <a:ext uri="{FF2B5EF4-FFF2-40B4-BE49-F238E27FC236}">
                  <a16:creationId xmlns:a16="http://schemas.microsoft.com/office/drawing/2014/main" id="{E9269CFD-3BC9-7567-5714-B028BCD58390}"/>
                </a:ext>
              </a:extLst>
            </p:cNvPr>
            <p:cNvSpPr/>
            <p:nvPr/>
          </p:nvSpPr>
          <p:spPr>
            <a:xfrm>
              <a:off x="5678303" y="3118912"/>
              <a:ext cx="795989" cy="223666"/>
            </a:xfrm>
            <a:prstGeom prst="rect">
              <a:avLst/>
            </a:prstGeom>
            <a:solidFill>
              <a:srgbClr val="B4A7D6"/>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200" dirty="0">
                  <a:solidFill>
                    <a:schemeClr val="tx1"/>
                  </a:solidFill>
                </a:rPr>
                <a:t>Answer 1</a:t>
              </a:r>
              <a:endParaRPr lang="zh-CN" altLang="en-US" sz="1200" dirty="0">
                <a:solidFill>
                  <a:schemeClr val="tx1"/>
                </a:solidFill>
              </a:endParaRPr>
            </a:p>
          </p:txBody>
        </p:sp>
        <p:sp>
          <p:nvSpPr>
            <p:cNvPr id="59" name="矩形 92">
              <a:extLst>
                <a:ext uri="{FF2B5EF4-FFF2-40B4-BE49-F238E27FC236}">
                  <a16:creationId xmlns:a16="http://schemas.microsoft.com/office/drawing/2014/main" id="{A5F69F75-8FBE-C148-C149-57BE411B0304}"/>
                </a:ext>
              </a:extLst>
            </p:cNvPr>
            <p:cNvSpPr/>
            <p:nvPr/>
          </p:nvSpPr>
          <p:spPr>
            <a:xfrm>
              <a:off x="5678303" y="3494276"/>
              <a:ext cx="795989" cy="223666"/>
            </a:xfrm>
            <a:prstGeom prst="rect">
              <a:avLst/>
            </a:prstGeom>
            <a:solidFill>
              <a:srgbClr val="B4A7D6"/>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200" dirty="0">
                  <a:solidFill>
                    <a:schemeClr val="tx1"/>
                  </a:solidFill>
                </a:rPr>
                <a:t>Answer 2</a:t>
              </a:r>
              <a:endParaRPr lang="zh-CN" altLang="en-US" sz="1200" dirty="0">
                <a:solidFill>
                  <a:schemeClr val="tx1"/>
                </a:solidFill>
              </a:endParaRPr>
            </a:p>
          </p:txBody>
        </p:sp>
        <p:sp>
          <p:nvSpPr>
            <p:cNvPr id="60" name="矩形 93">
              <a:extLst>
                <a:ext uri="{FF2B5EF4-FFF2-40B4-BE49-F238E27FC236}">
                  <a16:creationId xmlns:a16="http://schemas.microsoft.com/office/drawing/2014/main" id="{506D1BD3-FCE4-5C5A-F94B-BEB6219C1D22}"/>
                </a:ext>
              </a:extLst>
            </p:cNvPr>
            <p:cNvSpPr/>
            <p:nvPr/>
          </p:nvSpPr>
          <p:spPr>
            <a:xfrm>
              <a:off x="5678302" y="3894586"/>
              <a:ext cx="795989" cy="223666"/>
            </a:xfrm>
            <a:prstGeom prst="rect">
              <a:avLst/>
            </a:prstGeom>
            <a:solidFill>
              <a:srgbClr val="B4A7D6"/>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200" dirty="0">
                  <a:solidFill>
                    <a:schemeClr val="tx1"/>
                  </a:solidFill>
                </a:rPr>
                <a:t>Answer N</a:t>
              </a:r>
              <a:endParaRPr lang="zh-CN" altLang="en-US" sz="1200" dirty="0">
                <a:solidFill>
                  <a:schemeClr val="tx1"/>
                </a:solidFill>
              </a:endParaRPr>
            </a:p>
          </p:txBody>
        </p:sp>
        <p:sp>
          <p:nvSpPr>
            <p:cNvPr id="61" name="矩形 94">
              <a:extLst>
                <a:ext uri="{FF2B5EF4-FFF2-40B4-BE49-F238E27FC236}">
                  <a16:creationId xmlns:a16="http://schemas.microsoft.com/office/drawing/2014/main" id="{F234243F-A52D-1DBC-42E4-197C0E4F27D1}"/>
                </a:ext>
              </a:extLst>
            </p:cNvPr>
            <p:cNvSpPr/>
            <p:nvPr/>
          </p:nvSpPr>
          <p:spPr>
            <a:xfrm>
              <a:off x="6466578" y="3118911"/>
              <a:ext cx="499959" cy="223667"/>
            </a:xfrm>
            <a:prstGeom prst="rect">
              <a:avLst/>
            </a:prstGeom>
            <a:solidFill>
              <a:schemeClr val="accent1">
                <a:lumMod val="20000"/>
                <a:lumOff val="8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000" dirty="0">
                  <a:solidFill>
                    <a:schemeClr val="tx1"/>
                  </a:solidFill>
                </a:rPr>
                <a:t>Extract</a:t>
              </a:r>
              <a:endParaRPr lang="zh-CN" altLang="en-US" sz="1000" dirty="0">
                <a:solidFill>
                  <a:schemeClr val="tx1"/>
                </a:solidFill>
              </a:endParaRPr>
            </a:p>
          </p:txBody>
        </p:sp>
        <p:sp>
          <p:nvSpPr>
            <p:cNvPr id="62" name="矩形 95">
              <a:extLst>
                <a:ext uri="{FF2B5EF4-FFF2-40B4-BE49-F238E27FC236}">
                  <a16:creationId xmlns:a16="http://schemas.microsoft.com/office/drawing/2014/main" id="{4B24249A-D5CB-F733-0A7B-22E6DC5BD1A4}"/>
                </a:ext>
              </a:extLst>
            </p:cNvPr>
            <p:cNvSpPr/>
            <p:nvPr/>
          </p:nvSpPr>
          <p:spPr>
            <a:xfrm>
              <a:off x="6466577" y="3494273"/>
              <a:ext cx="499959" cy="223667"/>
            </a:xfrm>
            <a:prstGeom prst="rect">
              <a:avLst/>
            </a:prstGeom>
            <a:solidFill>
              <a:schemeClr val="accent1">
                <a:lumMod val="20000"/>
                <a:lumOff val="8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000" dirty="0">
                  <a:solidFill>
                    <a:schemeClr val="tx1"/>
                  </a:solidFill>
                </a:rPr>
                <a:t>Extract</a:t>
              </a:r>
              <a:endParaRPr lang="zh-CN" altLang="en-US" sz="1000" dirty="0">
                <a:solidFill>
                  <a:schemeClr val="tx1"/>
                </a:solidFill>
              </a:endParaRPr>
            </a:p>
          </p:txBody>
        </p:sp>
        <p:sp>
          <p:nvSpPr>
            <p:cNvPr id="63" name="矩形 96">
              <a:extLst>
                <a:ext uri="{FF2B5EF4-FFF2-40B4-BE49-F238E27FC236}">
                  <a16:creationId xmlns:a16="http://schemas.microsoft.com/office/drawing/2014/main" id="{F6D7DBFA-3E00-DBD3-79C1-A6CA0D2CA183}"/>
                </a:ext>
              </a:extLst>
            </p:cNvPr>
            <p:cNvSpPr/>
            <p:nvPr/>
          </p:nvSpPr>
          <p:spPr>
            <a:xfrm>
              <a:off x="6466576" y="3893845"/>
              <a:ext cx="499959" cy="223667"/>
            </a:xfrm>
            <a:prstGeom prst="rect">
              <a:avLst/>
            </a:prstGeom>
            <a:solidFill>
              <a:schemeClr val="accent1">
                <a:lumMod val="20000"/>
                <a:lumOff val="8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000" dirty="0">
                  <a:solidFill>
                    <a:schemeClr val="tx1"/>
                  </a:solidFill>
                </a:rPr>
                <a:t>Extract</a:t>
              </a:r>
              <a:endParaRPr lang="zh-CN" altLang="en-US" sz="1000" dirty="0">
                <a:solidFill>
                  <a:schemeClr val="tx1"/>
                </a:solidFill>
              </a:endParaRPr>
            </a:p>
          </p:txBody>
        </p:sp>
        <p:sp>
          <p:nvSpPr>
            <p:cNvPr id="64" name="矩形 97">
              <a:extLst>
                <a:ext uri="{FF2B5EF4-FFF2-40B4-BE49-F238E27FC236}">
                  <a16:creationId xmlns:a16="http://schemas.microsoft.com/office/drawing/2014/main" id="{EF0B4A68-3426-4372-3F95-4D5F10931BA8}"/>
                </a:ext>
              </a:extLst>
            </p:cNvPr>
            <p:cNvSpPr/>
            <p:nvPr/>
          </p:nvSpPr>
          <p:spPr>
            <a:xfrm>
              <a:off x="6466575" y="2138378"/>
              <a:ext cx="499959" cy="223667"/>
            </a:xfrm>
            <a:prstGeom prst="rect">
              <a:avLst/>
            </a:prstGeom>
            <a:solidFill>
              <a:schemeClr val="accent1">
                <a:lumMod val="20000"/>
                <a:lumOff val="8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000" dirty="0">
                  <a:solidFill>
                    <a:schemeClr val="tx1"/>
                  </a:solidFill>
                </a:rPr>
                <a:t>Extract</a:t>
              </a:r>
              <a:endParaRPr lang="zh-CN" altLang="en-US" sz="1000" dirty="0">
                <a:solidFill>
                  <a:schemeClr val="tx1"/>
                </a:solidFill>
              </a:endParaRPr>
            </a:p>
          </p:txBody>
        </p:sp>
        <p:sp>
          <p:nvSpPr>
            <p:cNvPr id="65" name="矩形 98">
              <a:extLst>
                <a:ext uri="{FF2B5EF4-FFF2-40B4-BE49-F238E27FC236}">
                  <a16:creationId xmlns:a16="http://schemas.microsoft.com/office/drawing/2014/main" id="{D3702CFD-034E-2D37-18C6-01D788898C3B}"/>
                </a:ext>
              </a:extLst>
            </p:cNvPr>
            <p:cNvSpPr/>
            <p:nvPr/>
          </p:nvSpPr>
          <p:spPr>
            <a:xfrm>
              <a:off x="6463853" y="2519881"/>
              <a:ext cx="499959" cy="223667"/>
            </a:xfrm>
            <a:prstGeom prst="rect">
              <a:avLst/>
            </a:prstGeom>
            <a:solidFill>
              <a:schemeClr val="accent1">
                <a:lumMod val="20000"/>
                <a:lumOff val="8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000" dirty="0">
                  <a:solidFill>
                    <a:schemeClr val="tx1"/>
                  </a:solidFill>
                </a:rPr>
                <a:t>Extract</a:t>
              </a:r>
              <a:endParaRPr lang="zh-CN" altLang="en-US" sz="1000" dirty="0">
                <a:solidFill>
                  <a:schemeClr val="tx1"/>
                </a:solidFill>
              </a:endParaRPr>
            </a:p>
          </p:txBody>
        </p:sp>
        <p:sp>
          <p:nvSpPr>
            <p:cNvPr id="66" name="矩形 99">
              <a:extLst>
                <a:ext uri="{FF2B5EF4-FFF2-40B4-BE49-F238E27FC236}">
                  <a16:creationId xmlns:a16="http://schemas.microsoft.com/office/drawing/2014/main" id="{249A1B55-FC61-214D-F6A0-8D2C0CB3E2C9}"/>
                </a:ext>
              </a:extLst>
            </p:cNvPr>
            <p:cNvSpPr/>
            <p:nvPr/>
          </p:nvSpPr>
          <p:spPr>
            <a:xfrm>
              <a:off x="5674445" y="1552797"/>
              <a:ext cx="795989" cy="223666"/>
            </a:xfrm>
            <a:prstGeom prst="rect">
              <a:avLst/>
            </a:prstGeom>
            <a:solidFill>
              <a:srgbClr val="B4A7D6"/>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100" dirty="0">
                  <a:solidFill>
                    <a:schemeClr val="tx1"/>
                  </a:solidFill>
                </a:rPr>
                <a:t>Hypothesis</a:t>
              </a:r>
              <a:endParaRPr lang="zh-CN" altLang="en-US" sz="1100" dirty="0">
                <a:solidFill>
                  <a:schemeClr val="tx1"/>
                </a:solidFill>
              </a:endParaRPr>
            </a:p>
          </p:txBody>
        </p:sp>
        <p:sp>
          <p:nvSpPr>
            <p:cNvPr id="67" name="矩形 100">
              <a:extLst>
                <a:ext uri="{FF2B5EF4-FFF2-40B4-BE49-F238E27FC236}">
                  <a16:creationId xmlns:a16="http://schemas.microsoft.com/office/drawing/2014/main" id="{B00CEE9E-1F8F-BBAD-26B2-F7D8134A7394}"/>
                </a:ext>
              </a:extLst>
            </p:cNvPr>
            <p:cNvSpPr/>
            <p:nvPr/>
          </p:nvSpPr>
          <p:spPr>
            <a:xfrm>
              <a:off x="6463853" y="1552797"/>
              <a:ext cx="499959" cy="223667"/>
            </a:xfrm>
            <a:prstGeom prst="rect">
              <a:avLst/>
            </a:prstGeom>
            <a:solidFill>
              <a:schemeClr val="accent1">
                <a:lumMod val="20000"/>
                <a:lumOff val="8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000" dirty="0">
                  <a:solidFill>
                    <a:schemeClr val="tx1"/>
                  </a:solidFill>
                </a:rPr>
                <a:t>Extract</a:t>
              </a:r>
              <a:endParaRPr lang="zh-CN" altLang="en-US" sz="1000" dirty="0">
                <a:solidFill>
                  <a:schemeClr val="tx1"/>
                </a:solidFill>
              </a:endParaRPr>
            </a:p>
          </p:txBody>
        </p:sp>
        <p:grpSp>
          <p:nvGrpSpPr>
            <p:cNvPr id="68" name="组合 119">
              <a:extLst>
                <a:ext uri="{FF2B5EF4-FFF2-40B4-BE49-F238E27FC236}">
                  <a16:creationId xmlns:a16="http://schemas.microsoft.com/office/drawing/2014/main" id="{2560F39C-3907-DD97-16AB-67AB901339FC}"/>
                </a:ext>
              </a:extLst>
            </p:cNvPr>
            <p:cNvGrpSpPr/>
            <p:nvPr/>
          </p:nvGrpSpPr>
          <p:grpSpPr>
            <a:xfrm>
              <a:off x="5861369" y="967027"/>
              <a:ext cx="1539350" cy="223667"/>
              <a:chOff x="5861369" y="967027"/>
              <a:chExt cx="1539350" cy="223667"/>
            </a:xfrm>
          </p:grpSpPr>
          <p:sp>
            <p:nvSpPr>
              <p:cNvPr id="115" name="矩形 61">
                <a:extLst>
                  <a:ext uri="{FF2B5EF4-FFF2-40B4-BE49-F238E27FC236}">
                    <a16:creationId xmlns:a16="http://schemas.microsoft.com/office/drawing/2014/main" id="{77714B7E-9CCD-2670-339B-5D7A657A7273}"/>
                  </a:ext>
                </a:extLst>
              </p:cNvPr>
              <p:cNvSpPr/>
              <p:nvPr/>
            </p:nvSpPr>
            <p:spPr>
              <a:xfrm>
                <a:off x="5861369" y="967027"/>
                <a:ext cx="894665" cy="223667"/>
              </a:xfrm>
              <a:prstGeom prst="rect">
                <a:avLst/>
              </a:prstGeom>
              <a:solidFill>
                <a:schemeClr val="accent6">
                  <a:lumMod val="60000"/>
                  <a:lumOff val="4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200" dirty="0">
                    <a:solidFill>
                      <a:schemeClr val="tx1"/>
                    </a:solidFill>
                  </a:rPr>
                  <a:t>Transformer</a:t>
                </a:r>
                <a:endParaRPr lang="zh-CN" altLang="en-US" sz="1200" dirty="0">
                  <a:solidFill>
                    <a:schemeClr val="tx1"/>
                  </a:solidFill>
                </a:endParaRPr>
              </a:p>
            </p:txBody>
          </p:sp>
          <p:sp>
            <p:nvSpPr>
              <p:cNvPr id="116" name="矩形 62">
                <a:extLst>
                  <a:ext uri="{FF2B5EF4-FFF2-40B4-BE49-F238E27FC236}">
                    <a16:creationId xmlns:a16="http://schemas.microsoft.com/office/drawing/2014/main" id="{3AED8C5B-E805-F223-3601-E121DD1294DE}"/>
                  </a:ext>
                </a:extLst>
              </p:cNvPr>
              <p:cNvSpPr/>
              <p:nvPr/>
            </p:nvSpPr>
            <p:spPr>
              <a:xfrm>
                <a:off x="6861289" y="967027"/>
                <a:ext cx="539430" cy="223667"/>
              </a:xfrm>
              <a:prstGeom prst="rect">
                <a:avLst/>
              </a:prstGeom>
              <a:solidFill>
                <a:schemeClr val="accent2">
                  <a:lumMod val="60000"/>
                  <a:lumOff val="4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200" dirty="0">
                    <a:solidFill>
                      <a:schemeClr val="tx1"/>
                    </a:solidFill>
                  </a:rPr>
                  <a:t>Linear</a:t>
                </a:r>
                <a:endParaRPr lang="zh-CN" altLang="en-US" sz="1200" dirty="0">
                  <a:solidFill>
                    <a:schemeClr val="tx1"/>
                  </a:solidFill>
                </a:endParaRPr>
              </a:p>
            </p:txBody>
          </p:sp>
          <p:cxnSp>
            <p:nvCxnSpPr>
              <p:cNvPr id="117" name="直接箭头连接符 102">
                <a:extLst>
                  <a:ext uri="{FF2B5EF4-FFF2-40B4-BE49-F238E27FC236}">
                    <a16:creationId xmlns:a16="http://schemas.microsoft.com/office/drawing/2014/main" id="{BAE67EB8-34CD-74EA-AB42-982D4C89F1E5}"/>
                  </a:ext>
                </a:extLst>
              </p:cNvPr>
              <p:cNvCxnSpPr>
                <a:stCxn id="115" idx="3"/>
                <a:endCxn id="116" idx="1"/>
              </p:cNvCxnSpPr>
              <p:nvPr/>
            </p:nvCxnSpPr>
            <p:spPr>
              <a:xfrm>
                <a:off x="6756034" y="1078861"/>
                <a:ext cx="105255"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grpSp>
        <p:grpSp>
          <p:nvGrpSpPr>
            <p:cNvPr id="69" name="组合 106">
              <a:extLst>
                <a:ext uri="{FF2B5EF4-FFF2-40B4-BE49-F238E27FC236}">
                  <a16:creationId xmlns:a16="http://schemas.microsoft.com/office/drawing/2014/main" id="{76E1F86F-5BA5-E487-2005-B8450468E5F0}"/>
                </a:ext>
              </a:extLst>
            </p:cNvPr>
            <p:cNvGrpSpPr/>
            <p:nvPr/>
          </p:nvGrpSpPr>
          <p:grpSpPr>
            <a:xfrm>
              <a:off x="5687601" y="931175"/>
              <a:ext cx="173768" cy="285436"/>
              <a:chOff x="5687601" y="931175"/>
              <a:chExt cx="173768" cy="285436"/>
            </a:xfrm>
          </p:grpSpPr>
          <p:sp>
            <p:nvSpPr>
              <p:cNvPr id="113" name="左大括号 103">
                <a:extLst>
                  <a:ext uri="{FF2B5EF4-FFF2-40B4-BE49-F238E27FC236}">
                    <a16:creationId xmlns:a16="http://schemas.microsoft.com/office/drawing/2014/main" id="{FE2D5B4C-E5AD-BAC4-16A2-0E4AF0190277}"/>
                  </a:ext>
                </a:extLst>
              </p:cNvPr>
              <p:cNvSpPr/>
              <p:nvPr/>
            </p:nvSpPr>
            <p:spPr>
              <a:xfrm flipH="1">
                <a:off x="5687601" y="931175"/>
                <a:ext cx="45719" cy="285436"/>
              </a:xfrm>
              <a:prstGeom prst="leftBrace">
                <a:avLst/>
              </a:prstGeom>
            </p:spPr>
            <p:style>
              <a:lnRef idx="1">
                <a:schemeClr val="dk1"/>
              </a:lnRef>
              <a:fillRef idx="0">
                <a:schemeClr val="dk1"/>
              </a:fillRef>
              <a:effectRef idx="0">
                <a:schemeClr val="dk1"/>
              </a:effectRef>
              <a:fontRef idx="minor">
                <a:schemeClr val="tx1"/>
              </a:fontRef>
            </p:style>
            <p:txBody>
              <a:bodyPr rtlCol="0" anchor="ctr"/>
              <a:lstStyle/>
              <a:p>
                <a:pPr algn="ctr"/>
                <a:endParaRPr lang="zh-CN" altLang="en-US" sz="2800"/>
              </a:p>
            </p:txBody>
          </p:sp>
          <p:cxnSp>
            <p:nvCxnSpPr>
              <p:cNvPr id="114" name="直接箭头连接符 105">
                <a:extLst>
                  <a:ext uri="{FF2B5EF4-FFF2-40B4-BE49-F238E27FC236}">
                    <a16:creationId xmlns:a16="http://schemas.microsoft.com/office/drawing/2014/main" id="{4DCCF0C6-EAA4-3111-E80D-15E7E604B465}"/>
                  </a:ext>
                </a:extLst>
              </p:cNvPr>
              <p:cNvCxnSpPr>
                <a:stCxn id="113" idx="1"/>
                <a:endCxn id="115" idx="1"/>
              </p:cNvCxnSpPr>
              <p:nvPr/>
            </p:nvCxnSpPr>
            <p:spPr>
              <a:xfrm>
                <a:off x="5733320" y="1073893"/>
                <a:ext cx="128049" cy="4968"/>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grpSp>
        <p:sp>
          <p:nvSpPr>
            <p:cNvPr id="70" name="左大括号 108">
              <a:extLst>
                <a:ext uri="{FF2B5EF4-FFF2-40B4-BE49-F238E27FC236}">
                  <a16:creationId xmlns:a16="http://schemas.microsoft.com/office/drawing/2014/main" id="{4BA159ED-1A32-927C-DA4D-8DD210BCF6E8}"/>
                </a:ext>
              </a:extLst>
            </p:cNvPr>
            <p:cNvSpPr/>
            <p:nvPr/>
          </p:nvSpPr>
          <p:spPr>
            <a:xfrm flipH="1">
              <a:off x="6970394" y="1512851"/>
              <a:ext cx="59567" cy="285436"/>
            </a:xfrm>
            <a:prstGeom prst="leftBrace">
              <a:avLst/>
            </a:prstGeom>
          </p:spPr>
          <p:style>
            <a:lnRef idx="1">
              <a:schemeClr val="dk1"/>
            </a:lnRef>
            <a:fillRef idx="0">
              <a:schemeClr val="dk1"/>
            </a:fillRef>
            <a:effectRef idx="0">
              <a:schemeClr val="dk1"/>
            </a:effectRef>
            <a:fontRef idx="minor">
              <a:schemeClr val="tx1"/>
            </a:fontRef>
          </p:style>
          <p:txBody>
            <a:bodyPr rtlCol="0" anchor="ctr"/>
            <a:lstStyle/>
            <a:p>
              <a:pPr algn="ctr"/>
              <a:endParaRPr lang="zh-CN" altLang="en-US" sz="2800"/>
            </a:p>
          </p:txBody>
        </p:sp>
        <p:sp>
          <p:nvSpPr>
            <p:cNvPr id="71" name="左大括号 110">
              <a:extLst>
                <a:ext uri="{FF2B5EF4-FFF2-40B4-BE49-F238E27FC236}">
                  <a16:creationId xmlns:a16="http://schemas.microsoft.com/office/drawing/2014/main" id="{1B65FCC1-00AB-2906-A9CF-E595A85BAE17}"/>
                </a:ext>
              </a:extLst>
            </p:cNvPr>
            <p:cNvSpPr/>
            <p:nvPr/>
          </p:nvSpPr>
          <p:spPr>
            <a:xfrm flipH="1">
              <a:off x="6972231" y="2100154"/>
              <a:ext cx="59567" cy="285436"/>
            </a:xfrm>
            <a:prstGeom prst="leftBrace">
              <a:avLst/>
            </a:prstGeom>
          </p:spPr>
          <p:style>
            <a:lnRef idx="1">
              <a:schemeClr val="dk1"/>
            </a:lnRef>
            <a:fillRef idx="0">
              <a:schemeClr val="dk1"/>
            </a:fillRef>
            <a:effectRef idx="0">
              <a:schemeClr val="dk1"/>
            </a:effectRef>
            <a:fontRef idx="minor">
              <a:schemeClr val="tx1"/>
            </a:fontRef>
          </p:style>
          <p:txBody>
            <a:bodyPr rtlCol="0" anchor="ctr"/>
            <a:lstStyle/>
            <a:p>
              <a:pPr algn="ctr"/>
              <a:endParaRPr lang="zh-CN" altLang="en-US" sz="2800"/>
            </a:p>
          </p:txBody>
        </p:sp>
        <p:sp>
          <p:nvSpPr>
            <p:cNvPr id="72" name="左大括号 111">
              <a:extLst>
                <a:ext uri="{FF2B5EF4-FFF2-40B4-BE49-F238E27FC236}">
                  <a16:creationId xmlns:a16="http://schemas.microsoft.com/office/drawing/2014/main" id="{1A4E7279-43B9-DD3F-8CA9-5139D8A45307}"/>
                </a:ext>
              </a:extLst>
            </p:cNvPr>
            <p:cNvSpPr/>
            <p:nvPr/>
          </p:nvSpPr>
          <p:spPr>
            <a:xfrm flipH="1">
              <a:off x="6970394" y="2482440"/>
              <a:ext cx="59567" cy="285436"/>
            </a:xfrm>
            <a:prstGeom prst="leftBrace">
              <a:avLst/>
            </a:prstGeom>
          </p:spPr>
          <p:style>
            <a:lnRef idx="1">
              <a:schemeClr val="dk1"/>
            </a:lnRef>
            <a:fillRef idx="0">
              <a:schemeClr val="dk1"/>
            </a:fillRef>
            <a:effectRef idx="0">
              <a:schemeClr val="dk1"/>
            </a:effectRef>
            <a:fontRef idx="minor">
              <a:schemeClr val="tx1"/>
            </a:fontRef>
          </p:style>
          <p:txBody>
            <a:bodyPr rtlCol="0" anchor="ctr"/>
            <a:lstStyle/>
            <a:p>
              <a:pPr algn="ctr"/>
              <a:endParaRPr lang="zh-CN" altLang="en-US" sz="2800"/>
            </a:p>
          </p:txBody>
        </p:sp>
        <p:sp>
          <p:nvSpPr>
            <p:cNvPr id="73" name="左大括号 112">
              <a:extLst>
                <a:ext uri="{FF2B5EF4-FFF2-40B4-BE49-F238E27FC236}">
                  <a16:creationId xmlns:a16="http://schemas.microsoft.com/office/drawing/2014/main" id="{045218AB-18CF-4675-2A70-C376DCC62C69}"/>
                </a:ext>
              </a:extLst>
            </p:cNvPr>
            <p:cNvSpPr/>
            <p:nvPr/>
          </p:nvSpPr>
          <p:spPr>
            <a:xfrm flipH="1">
              <a:off x="6978105" y="3088026"/>
              <a:ext cx="59567" cy="285436"/>
            </a:xfrm>
            <a:prstGeom prst="leftBrace">
              <a:avLst/>
            </a:prstGeom>
          </p:spPr>
          <p:style>
            <a:lnRef idx="1">
              <a:schemeClr val="dk1"/>
            </a:lnRef>
            <a:fillRef idx="0">
              <a:schemeClr val="dk1"/>
            </a:fillRef>
            <a:effectRef idx="0">
              <a:schemeClr val="dk1"/>
            </a:effectRef>
            <a:fontRef idx="minor">
              <a:schemeClr val="tx1"/>
            </a:fontRef>
          </p:style>
          <p:txBody>
            <a:bodyPr rtlCol="0" anchor="ctr"/>
            <a:lstStyle/>
            <a:p>
              <a:pPr algn="ctr"/>
              <a:endParaRPr lang="zh-CN" altLang="en-US" sz="2800"/>
            </a:p>
          </p:txBody>
        </p:sp>
        <p:pic>
          <p:nvPicPr>
            <p:cNvPr id="74" name="图片 113">
              <a:extLst>
                <a:ext uri="{FF2B5EF4-FFF2-40B4-BE49-F238E27FC236}">
                  <a16:creationId xmlns:a16="http://schemas.microsoft.com/office/drawing/2014/main" id="{18568A2E-BBC7-90DE-6205-542C63EE6A38}"/>
                </a:ext>
              </a:extLst>
            </p:cNvPr>
            <p:cNvPicPr>
              <a:picLocks noChangeAspect="1"/>
            </p:cNvPicPr>
            <p:nvPr/>
          </p:nvPicPr>
          <p:blipFill>
            <a:blip r:embed="rId3"/>
            <a:stretch>
              <a:fillRect/>
            </a:stretch>
          </p:blipFill>
          <p:spPr>
            <a:xfrm>
              <a:off x="6984237" y="3457777"/>
              <a:ext cx="91448" cy="292633"/>
            </a:xfrm>
            <a:prstGeom prst="rect">
              <a:avLst/>
            </a:prstGeom>
          </p:spPr>
        </p:pic>
        <p:sp>
          <p:nvSpPr>
            <p:cNvPr id="75" name="左大括号 114">
              <a:extLst>
                <a:ext uri="{FF2B5EF4-FFF2-40B4-BE49-F238E27FC236}">
                  <a16:creationId xmlns:a16="http://schemas.microsoft.com/office/drawing/2014/main" id="{D690EE99-1B91-0C4D-3B9B-02E10B413DD2}"/>
                </a:ext>
              </a:extLst>
            </p:cNvPr>
            <p:cNvSpPr/>
            <p:nvPr/>
          </p:nvSpPr>
          <p:spPr>
            <a:xfrm flipH="1">
              <a:off x="6978104" y="3862960"/>
              <a:ext cx="59567" cy="285436"/>
            </a:xfrm>
            <a:prstGeom prst="leftBrace">
              <a:avLst/>
            </a:prstGeom>
          </p:spPr>
          <p:style>
            <a:lnRef idx="1">
              <a:schemeClr val="dk1"/>
            </a:lnRef>
            <a:fillRef idx="0">
              <a:schemeClr val="dk1"/>
            </a:fillRef>
            <a:effectRef idx="0">
              <a:schemeClr val="dk1"/>
            </a:effectRef>
            <a:fontRef idx="minor">
              <a:schemeClr val="tx1"/>
            </a:fontRef>
          </p:style>
          <p:txBody>
            <a:bodyPr rtlCol="0" anchor="ctr"/>
            <a:lstStyle/>
            <a:p>
              <a:pPr algn="ctr"/>
              <a:endParaRPr lang="zh-CN" altLang="en-US" sz="2800"/>
            </a:p>
          </p:txBody>
        </p:sp>
        <p:sp>
          <p:nvSpPr>
            <p:cNvPr id="76" name="文本框 115">
              <a:extLst>
                <a:ext uri="{FF2B5EF4-FFF2-40B4-BE49-F238E27FC236}">
                  <a16:creationId xmlns:a16="http://schemas.microsoft.com/office/drawing/2014/main" id="{43F05F95-6AC8-1B39-2619-34AD05AB28B8}"/>
                </a:ext>
              </a:extLst>
            </p:cNvPr>
            <p:cNvSpPr txBox="1"/>
            <p:nvPr/>
          </p:nvSpPr>
          <p:spPr>
            <a:xfrm>
              <a:off x="2793535" y="962640"/>
              <a:ext cx="1172827" cy="288095"/>
            </a:xfrm>
            <a:prstGeom prst="rect">
              <a:avLst/>
            </a:prstGeom>
            <a:noFill/>
          </p:spPr>
          <p:txBody>
            <a:bodyPr wrap="square" rtlCol="0">
              <a:spAutoFit/>
            </a:bodyPr>
            <a:lstStyle/>
            <a:p>
              <a:r>
                <a:rPr lang="en-US" altLang="zh-CN" sz="1400" dirty="0"/>
                <a:t>Classification</a:t>
              </a:r>
              <a:endParaRPr lang="zh-CN" altLang="en-US" sz="1400" dirty="0"/>
            </a:p>
          </p:txBody>
        </p:sp>
        <p:sp>
          <p:nvSpPr>
            <p:cNvPr id="77" name="文本框 116">
              <a:extLst>
                <a:ext uri="{FF2B5EF4-FFF2-40B4-BE49-F238E27FC236}">
                  <a16:creationId xmlns:a16="http://schemas.microsoft.com/office/drawing/2014/main" id="{B226ABF0-B29B-CD5B-D653-9F7A38A5D35C}"/>
                </a:ext>
              </a:extLst>
            </p:cNvPr>
            <p:cNvSpPr txBox="1"/>
            <p:nvPr/>
          </p:nvSpPr>
          <p:spPr>
            <a:xfrm>
              <a:off x="2923499" y="1544186"/>
              <a:ext cx="1042143" cy="288095"/>
            </a:xfrm>
            <a:prstGeom prst="rect">
              <a:avLst/>
            </a:prstGeom>
            <a:noFill/>
          </p:spPr>
          <p:txBody>
            <a:bodyPr wrap="square" rtlCol="0">
              <a:spAutoFit/>
            </a:bodyPr>
            <a:lstStyle/>
            <a:p>
              <a:r>
                <a:rPr lang="en-US" altLang="zh-CN" sz="1400" dirty="0"/>
                <a:t>Entailment</a:t>
              </a:r>
              <a:endParaRPr lang="zh-CN" altLang="en-US" sz="1400" dirty="0"/>
            </a:p>
          </p:txBody>
        </p:sp>
        <p:sp>
          <p:nvSpPr>
            <p:cNvPr id="78" name="文本框 117">
              <a:extLst>
                <a:ext uri="{FF2B5EF4-FFF2-40B4-BE49-F238E27FC236}">
                  <a16:creationId xmlns:a16="http://schemas.microsoft.com/office/drawing/2014/main" id="{4B82C814-AA1F-809F-F549-D6A5940CD7FA}"/>
                </a:ext>
              </a:extLst>
            </p:cNvPr>
            <p:cNvSpPr txBox="1"/>
            <p:nvPr/>
          </p:nvSpPr>
          <p:spPr>
            <a:xfrm>
              <a:off x="2931818" y="2244871"/>
              <a:ext cx="1042143" cy="288095"/>
            </a:xfrm>
            <a:prstGeom prst="rect">
              <a:avLst/>
            </a:prstGeom>
            <a:noFill/>
          </p:spPr>
          <p:txBody>
            <a:bodyPr wrap="square" rtlCol="0">
              <a:spAutoFit/>
            </a:bodyPr>
            <a:lstStyle/>
            <a:p>
              <a:r>
                <a:rPr lang="en-US" altLang="zh-CN" sz="1400" dirty="0"/>
                <a:t>Similarity</a:t>
              </a:r>
              <a:endParaRPr lang="zh-CN" altLang="en-US" sz="1400" dirty="0"/>
            </a:p>
          </p:txBody>
        </p:sp>
        <p:sp>
          <p:nvSpPr>
            <p:cNvPr id="79" name="文本框 118">
              <a:extLst>
                <a:ext uri="{FF2B5EF4-FFF2-40B4-BE49-F238E27FC236}">
                  <a16:creationId xmlns:a16="http://schemas.microsoft.com/office/drawing/2014/main" id="{BB30532D-FFAC-6D4D-84D0-B21111F153FB}"/>
                </a:ext>
              </a:extLst>
            </p:cNvPr>
            <p:cNvSpPr txBox="1"/>
            <p:nvPr/>
          </p:nvSpPr>
          <p:spPr>
            <a:xfrm>
              <a:off x="2993197" y="3404905"/>
              <a:ext cx="781974" cy="489761"/>
            </a:xfrm>
            <a:prstGeom prst="rect">
              <a:avLst/>
            </a:prstGeom>
            <a:noFill/>
          </p:spPr>
          <p:txBody>
            <a:bodyPr wrap="square" rtlCol="0">
              <a:spAutoFit/>
            </a:bodyPr>
            <a:lstStyle/>
            <a:p>
              <a:r>
                <a:rPr lang="en-US" altLang="zh-CN" sz="1400" dirty="0"/>
                <a:t>Multiple Choice</a:t>
              </a:r>
              <a:endParaRPr lang="zh-CN" altLang="en-US" sz="1400" dirty="0"/>
            </a:p>
          </p:txBody>
        </p:sp>
        <p:grpSp>
          <p:nvGrpSpPr>
            <p:cNvPr id="80" name="组合 120">
              <a:extLst>
                <a:ext uri="{FF2B5EF4-FFF2-40B4-BE49-F238E27FC236}">
                  <a16:creationId xmlns:a16="http://schemas.microsoft.com/office/drawing/2014/main" id="{34553C8F-06C3-803E-B8A8-C5A1D5F7362D}"/>
                </a:ext>
              </a:extLst>
            </p:cNvPr>
            <p:cNvGrpSpPr/>
            <p:nvPr/>
          </p:nvGrpSpPr>
          <p:grpSpPr>
            <a:xfrm>
              <a:off x="7212584" y="1543735"/>
              <a:ext cx="1539350" cy="223667"/>
              <a:chOff x="5861369" y="967027"/>
              <a:chExt cx="1539350" cy="223667"/>
            </a:xfrm>
          </p:grpSpPr>
          <p:sp>
            <p:nvSpPr>
              <p:cNvPr id="110" name="矩形 121">
                <a:extLst>
                  <a:ext uri="{FF2B5EF4-FFF2-40B4-BE49-F238E27FC236}">
                    <a16:creationId xmlns:a16="http://schemas.microsoft.com/office/drawing/2014/main" id="{E120B63C-3DE5-B61D-780E-0A9ADB8960F7}"/>
                  </a:ext>
                </a:extLst>
              </p:cNvPr>
              <p:cNvSpPr/>
              <p:nvPr/>
            </p:nvSpPr>
            <p:spPr>
              <a:xfrm>
                <a:off x="5861369" y="967027"/>
                <a:ext cx="894665" cy="223667"/>
              </a:xfrm>
              <a:prstGeom prst="rect">
                <a:avLst/>
              </a:prstGeom>
              <a:solidFill>
                <a:schemeClr val="accent6">
                  <a:lumMod val="60000"/>
                  <a:lumOff val="4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200" dirty="0">
                    <a:solidFill>
                      <a:schemeClr val="tx1"/>
                    </a:solidFill>
                  </a:rPr>
                  <a:t>Transformer</a:t>
                </a:r>
                <a:endParaRPr lang="zh-CN" altLang="en-US" sz="1200" dirty="0">
                  <a:solidFill>
                    <a:schemeClr val="tx1"/>
                  </a:solidFill>
                </a:endParaRPr>
              </a:p>
            </p:txBody>
          </p:sp>
          <p:sp>
            <p:nvSpPr>
              <p:cNvPr id="111" name="矩形 122">
                <a:extLst>
                  <a:ext uri="{FF2B5EF4-FFF2-40B4-BE49-F238E27FC236}">
                    <a16:creationId xmlns:a16="http://schemas.microsoft.com/office/drawing/2014/main" id="{A47C01C3-F8C1-0492-755F-9CA2E62901E5}"/>
                  </a:ext>
                </a:extLst>
              </p:cNvPr>
              <p:cNvSpPr/>
              <p:nvPr/>
            </p:nvSpPr>
            <p:spPr>
              <a:xfrm>
                <a:off x="6861289" y="967027"/>
                <a:ext cx="539430" cy="223667"/>
              </a:xfrm>
              <a:prstGeom prst="rect">
                <a:avLst/>
              </a:prstGeom>
              <a:solidFill>
                <a:schemeClr val="accent2">
                  <a:lumMod val="60000"/>
                  <a:lumOff val="4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200" dirty="0">
                    <a:solidFill>
                      <a:schemeClr val="tx1"/>
                    </a:solidFill>
                  </a:rPr>
                  <a:t>Linear</a:t>
                </a:r>
                <a:endParaRPr lang="zh-CN" altLang="en-US" sz="1200" dirty="0">
                  <a:solidFill>
                    <a:schemeClr val="tx1"/>
                  </a:solidFill>
                </a:endParaRPr>
              </a:p>
            </p:txBody>
          </p:sp>
          <p:cxnSp>
            <p:nvCxnSpPr>
              <p:cNvPr id="112" name="直接箭头连接符 123">
                <a:extLst>
                  <a:ext uri="{FF2B5EF4-FFF2-40B4-BE49-F238E27FC236}">
                    <a16:creationId xmlns:a16="http://schemas.microsoft.com/office/drawing/2014/main" id="{107205CA-6293-17FB-EB98-2231660ED17B}"/>
                  </a:ext>
                </a:extLst>
              </p:cNvPr>
              <p:cNvCxnSpPr>
                <a:stCxn id="110" idx="3"/>
                <a:endCxn id="111" idx="1"/>
              </p:cNvCxnSpPr>
              <p:nvPr/>
            </p:nvCxnSpPr>
            <p:spPr>
              <a:xfrm>
                <a:off x="6756034" y="1078861"/>
                <a:ext cx="105255"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grpSp>
        <p:grpSp>
          <p:nvGrpSpPr>
            <p:cNvPr id="81" name="组合 124">
              <a:extLst>
                <a:ext uri="{FF2B5EF4-FFF2-40B4-BE49-F238E27FC236}">
                  <a16:creationId xmlns:a16="http://schemas.microsoft.com/office/drawing/2014/main" id="{EB9173F6-CAD2-32B4-F1A2-69AF2BE47D1E}"/>
                </a:ext>
              </a:extLst>
            </p:cNvPr>
            <p:cNvGrpSpPr/>
            <p:nvPr/>
          </p:nvGrpSpPr>
          <p:grpSpPr>
            <a:xfrm>
              <a:off x="7216506" y="3118172"/>
              <a:ext cx="1539350" cy="223667"/>
              <a:chOff x="5861369" y="967027"/>
              <a:chExt cx="1539350" cy="223667"/>
            </a:xfrm>
          </p:grpSpPr>
          <p:sp>
            <p:nvSpPr>
              <p:cNvPr id="107" name="矩形 125">
                <a:extLst>
                  <a:ext uri="{FF2B5EF4-FFF2-40B4-BE49-F238E27FC236}">
                    <a16:creationId xmlns:a16="http://schemas.microsoft.com/office/drawing/2014/main" id="{77F99DDF-35AA-FBB9-0B83-F6882CBE5F6B}"/>
                  </a:ext>
                </a:extLst>
              </p:cNvPr>
              <p:cNvSpPr/>
              <p:nvPr/>
            </p:nvSpPr>
            <p:spPr>
              <a:xfrm>
                <a:off x="5861369" y="967027"/>
                <a:ext cx="894665" cy="223667"/>
              </a:xfrm>
              <a:prstGeom prst="rect">
                <a:avLst/>
              </a:prstGeom>
              <a:solidFill>
                <a:schemeClr val="accent6">
                  <a:lumMod val="60000"/>
                  <a:lumOff val="4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200" dirty="0">
                    <a:solidFill>
                      <a:schemeClr val="tx1"/>
                    </a:solidFill>
                  </a:rPr>
                  <a:t>Transformer</a:t>
                </a:r>
                <a:endParaRPr lang="zh-CN" altLang="en-US" sz="1200" dirty="0">
                  <a:solidFill>
                    <a:schemeClr val="tx1"/>
                  </a:solidFill>
                </a:endParaRPr>
              </a:p>
            </p:txBody>
          </p:sp>
          <p:sp>
            <p:nvSpPr>
              <p:cNvPr id="108" name="矩形 126">
                <a:extLst>
                  <a:ext uri="{FF2B5EF4-FFF2-40B4-BE49-F238E27FC236}">
                    <a16:creationId xmlns:a16="http://schemas.microsoft.com/office/drawing/2014/main" id="{18DCEE31-624F-E269-0FB6-AD31FBE79D15}"/>
                  </a:ext>
                </a:extLst>
              </p:cNvPr>
              <p:cNvSpPr/>
              <p:nvPr/>
            </p:nvSpPr>
            <p:spPr>
              <a:xfrm>
                <a:off x="6861289" y="967027"/>
                <a:ext cx="539430" cy="223667"/>
              </a:xfrm>
              <a:prstGeom prst="rect">
                <a:avLst/>
              </a:prstGeom>
              <a:solidFill>
                <a:schemeClr val="accent2">
                  <a:lumMod val="60000"/>
                  <a:lumOff val="4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200" dirty="0">
                    <a:solidFill>
                      <a:schemeClr val="tx1"/>
                    </a:solidFill>
                  </a:rPr>
                  <a:t>Linear</a:t>
                </a:r>
                <a:endParaRPr lang="zh-CN" altLang="en-US" sz="1200" dirty="0">
                  <a:solidFill>
                    <a:schemeClr val="tx1"/>
                  </a:solidFill>
                </a:endParaRPr>
              </a:p>
            </p:txBody>
          </p:sp>
          <p:cxnSp>
            <p:nvCxnSpPr>
              <p:cNvPr id="109" name="直接箭头连接符 127">
                <a:extLst>
                  <a:ext uri="{FF2B5EF4-FFF2-40B4-BE49-F238E27FC236}">
                    <a16:creationId xmlns:a16="http://schemas.microsoft.com/office/drawing/2014/main" id="{63CEE15F-22E3-56FD-EE84-43E11CBA4E78}"/>
                  </a:ext>
                </a:extLst>
              </p:cNvPr>
              <p:cNvCxnSpPr>
                <a:stCxn id="107" idx="3"/>
                <a:endCxn id="108" idx="1"/>
              </p:cNvCxnSpPr>
              <p:nvPr/>
            </p:nvCxnSpPr>
            <p:spPr>
              <a:xfrm>
                <a:off x="6756034" y="1078861"/>
                <a:ext cx="105255"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grpSp>
        <p:grpSp>
          <p:nvGrpSpPr>
            <p:cNvPr id="82" name="组合 128">
              <a:extLst>
                <a:ext uri="{FF2B5EF4-FFF2-40B4-BE49-F238E27FC236}">
                  <a16:creationId xmlns:a16="http://schemas.microsoft.com/office/drawing/2014/main" id="{101C6668-9D3D-F473-2C28-E8F7FD348DE3}"/>
                </a:ext>
              </a:extLst>
            </p:cNvPr>
            <p:cNvGrpSpPr/>
            <p:nvPr/>
          </p:nvGrpSpPr>
          <p:grpSpPr>
            <a:xfrm>
              <a:off x="7216506" y="3486560"/>
              <a:ext cx="1539350" cy="223667"/>
              <a:chOff x="5861369" y="967027"/>
              <a:chExt cx="1539350" cy="223667"/>
            </a:xfrm>
          </p:grpSpPr>
          <p:sp>
            <p:nvSpPr>
              <p:cNvPr id="104" name="矩形 129">
                <a:extLst>
                  <a:ext uri="{FF2B5EF4-FFF2-40B4-BE49-F238E27FC236}">
                    <a16:creationId xmlns:a16="http://schemas.microsoft.com/office/drawing/2014/main" id="{0CFA15DF-BD04-E9E1-818E-8EFDA7880381}"/>
                  </a:ext>
                </a:extLst>
              </p:cNvPr>
              <p:cNvSpPr/>
              <p:nvPr/>
            </p:nvSpPr>
            <p:spPr>
              <a:xfrm>
                <a:off x="5861369" y="967027"/>
                <a:ext cx="894665" cy="223667"/>
              </a:xfrm>
              <a:prstGeom prst="rect">
                <a:avLst/>
              </a:prstGeom>
              <a:solidFill>
                <a:schemeClr val="accent6">
                  <a:lumMod val="60000"/>
                  <a:lumOff val="4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200" dirty="0">
                    <a:solidFill>
                      <a:schemeClr val="tx1"/>
                    </a:solidFill>
                  </a:rPr>
                  <a:t>Transformer</a:t>
                </a:r>
                <a:endParaRPr lang="zh-CN" altLang="en-US" sz="1200" dirty="0">
                  <a:solidFill>
                    <a:schemeClr val="tx1"/>
                  </a:solidFill>
                </a:endParaRPr>
              </a:p>
            </p:txBody>
          </p:sp>
          <p:sp>
            <p:nvSpPr>
              <p:cNvPr id="105" name="矩形 130">
                <a:extLst>
                  <a:ext uri="{FF2B5EF4-FFF2-40B4-BE49-F238E27FC236}">
                    <a16:creationId xmlns:a16="http://schemas.microsoft.com/office/drawing/2014/main" id="{EED12AA7-A4CC-6909-D90E-71536E562A68}"/>
                  </a:ext>
                </a:extLst>
              </p:cNvPr>
              <p:cNvSpPr/>
              <p:nvPr/>
            </p:nvSpPr>
            <p:spPr>
              <a:xfrm>
                <a:off x="6861289" y="967027"/>
                <a:ext cx="539430" cy="223667"/>
              </a:xfrm>
              <a:prstGeom prst="rect">
                <a:avLst/>
              </a:prstGeom>
              <a:solidFill>
                <a:schemeClr val="accent2">
                  <a:lumMod val="60000"/>
                  <a:lumOff val="4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200" dirty="0">
                    <a:solidFill>
                      <a:schemeClr val="tx1"/>
                    </a:solidFill>
                  </a:rPr>
                  <a:t>Linear</a:t>
                </a:r>
                <a:endParaRPr lang="zh-CN" altLang="en-US" sz="1200" dirty="0">
                  <a:solidFill>
                    <a:schemeClr val="tx1"/>
                  </a:solidFill>
                </a:endParaRPr>
              </a:p>
            </p:txBody>
          </p:sp>
          <p:cxnSp>
            <p:nvCxnSpPr>
              <p:cNvPr id="106" name="直接箭头连接符 131">
                <a:extLst>
                  <a:ext uri="{FF2B5EF4-FFF2-40B4-BE49-F238E27FC236}">
                    <a16:creationId xmlns:a16="http://schemas.microsoft.com/office/drawing/2014/main" id="{5ED4D0EB-D3A0-1095-ED1F-7CD7F411E25A}"/>
                  </a:ext>
                </a:extLst>
              </p:cNvPr>
              <p:cNvCxnSpPr>
                <a:stCxn id="104" idx="3"/>
                <a:endCxn id="105" idx="1"/>
              </p:cNvCxnSpPr>
              <p:nvPr/>
            </p:nvCxnSpPr>
            <p:spPr>
              <a:xfrm>
                <a:off x="6756034" y="1078861"/>
                <a:ext cx="105255"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grpSp>
        <p:grpSp>
          <p:nvGrpSpPr>
            <p:cNvPr id="83" name="组合 132">
              <a:extLst>
                <a:ext uri="{FF2B5EF4-FFF2-40B4-BE49-F238E27FC236}">
                  <a16:creationId xmlns:a16="http://schemas.microsoft.com/office/drawing/2014/main" id="{2C3B2EE2-B766-453A-1718-3CE7B037F6D0}"/>
                </a:ext>
              </a:extLst>
            </p:cNvPr>
            <p:cNvGrpSpPr/>
            <p:nvPr/>
          </p:nvGrpSpPr>
          <p:grpSpPr>
            <a:xfrm>
              <a:off x="7212584" y="3893844"/>
              <a:ext cx="1539350" cy="223667"/>
              <a:chOff x="5861369" y="967027"/>
              <a:chExt cx="1539350" cy="223667"/>
            </a:xfrm>
          </p:grpSpPr>
          <p:sp>
            <p:nvSpPr>
              <p:cNvPr id="101" name="矩形 133">
                <a:extLst>
                  <a:ext uri="{FF2B5EF4-FFF2-40B4-BE49-F238E27FC236}">
                    <a16:creationId xmlns:a16="http://schemas.microsoft.com/office/drawing/2014/main" id="{EF8AB08E-8BC9-96DC-FB1C-9DE032DA22BA}"/>
                  </a:ext>
                </a:extLst>
              </p:cNvPr>
              <p:cNvSpPr/>
              <p:nvPr/>
            </p:nvSpPr>
            <p:spPr>
              <a:xfrm>
                <a:off x="5861369" y="967027"/>
                <a:ext cx="894665" cy="223667"/>
              </a:xfrm>
              <a:prstGeom prst="rect">
                <a:avLst/>
              </a:prstGeom>
              <a:solidFill>
                <a:schemeClr val="accent6">
                  <a:lumMod val="60000"/>
                  <a:lumOff val="4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200" dirty="0">
                    <a:solidFill>
                      <a:schemeClr val="tx1"/>
                    </a:solidFill>
                  </a:rPr>
                  <a:t>Transformer</a:t>
                </a:r>
                <a:endParaRPr lang="zh-CN" altLang="en-US" sz="1200" dirty="0">
                  <a:solidFill>
                    <a:schemeClr val="tx1"/>
                  </a:solidFill>
                </a:endParaRPr>
              </a:p>
            </p:txBody>
          </p:sp>
          <p:sp>
            <p:nvSpPr>
              <p:cNvPr id="102" name="矩形 134">
                <a:extLst>
                  <a:ext uri="{FF2B5EF4-FFF2-40B4-BE49-F238E27FC236}">
                    <a16:creationId xmlns:a16="http://schemas.microsoft.com/office/drawing/2014/main" id="{0611B336-05A2-6B97-8A48-01E08C480CC8}"/>
                  </a:ext>
                </a:extLst>
              </p:cNvPr>
              <p:cNvSpPr/>
              <p:nvPr/>
            </p:nvSpPr>
            <p:spPr>
              <a:xfrm>
                <a:off x="6861289" y="967027"/>
                <a:ext cx="539430" cy="223667"/>
              </a:xfrm>
              <a:prstGeom prst="rect">
                <a:avLst/>
              </a:prstGeom>
              <a:solidFill>
                <a:schemeClr val="accent2">
                  <a:lumMod val="60000"/>
                  <a:lumOff val="4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200" dirty="0">
                    <a:solidFill>
                      <a:schemeClr val="tx1"/>
                    </a:solidFill>
                  </a:rPr>
                  <a:t>Linear</a:t>
                </a:r>
                <a:endParaRPr lang="zh-CN" altLang="en-US" sz="1200" dirty="0">
                  <a:solidFill>
                    <a:schemeClr val="tx1"/>
                  </a:solidFill>
                </a:endParaRPr>
              </a:p>
            </p:txBody>
          </p:sp>
          <p:cxnSp>
            <p:nvCxnSpPr>
              <p:cNvPr id="103" name="直接箭头连接符 135">
                <a:extLst>
                  <a:ext uri="{FF2B5EF4-FFF2-40B4-BE49-F238E27FC236}">
                    <a16:creationId xmlns:a16="http://schemas.microsoft.com/office/drawing/2014/main" id="{B68A4D12-B8BE-676D-B693-CDCA0CF5521A}"/>
                  </a:ext>
                </a:extLst>
              </p:cNvPr>
              <p:cNvCxnSpPr>
                <a:stCxn id="101" idx="3"/>
                <a:endCxn id="102" idx="1"/>
              </p:cNvCxnSpPr>
              <p:nvPr/>
            </p:nvCxnSpPr>
            <p:spPr>
              <a:xfrm>
                <a:off x="6756034" y="1078861"/>
                <a:ext cx="105255"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grpSp>
        <p:cxnSp>
          <p:nvCxnSpPr>
            <p:cNvPr id="84" name="直接箭头连接符 137">
              <a:extLst>
                <a:ext uri="{FF2B5EF4-FFF2-40B4-BE49-F238E27FC236}">
                  <a16:creationId xmlns:a16="http://schemas.microsoft.com/office/drawing/2014/main" id="{64FF699B-04C5-8444-A082-3645BE94264F}"/>
                </a:ext>
              </a:extLst>
            </p:cNvPr>
            <p:cNvCxnSpPr>
              <a:stCxn id="70" idx="1"/>
              <a:endCxn id="110" idx="1"/>
            </p:cNvCxnSpPr>
            <p:nvPr/>
          </p:nvCxnSpPr>
          <p:spPr>
            <a:xfrm>
              <a:off x="7029961" y="1655569"/>
              <a:ext cx="182623"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85" name="直接箭头连接符 139">
              <a:extLst>
                <a:ext uri="{FF2B5EF4-FFF2-40B4-BE49-F238E27FC236}">
                  <a16:creationId xmlns:a16="http://schemas.microsoft.com/office/drawing/2014/main" id="{1F01232E-FC33-0252-EE2C-8DE3190CAA3D}"/>
                </a:ext>
              </a:extLst>
            </p:cNvPr>
            <p:cNvCxnSpPr>
              <a:stCxn id="73" idx="1"/>
              <a:endCxn id="107" idx="1"/>
            </p:cNvCxnSpPr>
            <p:nvPr/>
          </p:nvCxnSpPr>
          <p:spPr>
            <a:xfrm flipV="1">
              <a:off x="7037672" y="3230006"/>
              <a:ext cx="178834" cy="738"/>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86" name="直接箭头连接符 141">
              <a:extLst>
                <a:ext uri="{FF2B5EF4-FFF2-40B4-BE49-F238E27FC236}">
                  <a16:creationId xmlns:a16="http://schemas.microsoft.com/office/drawing/2014/main" id="{159A8109-7916-D60E-C506-F38D08760DA1}"/>
                </a:ext>
              </a:extLst>
            </p:cNvPr>
            <p:cNvCxnSpPr>
              <a:cxnSpLocks/>
              <a:stCxn id="74" idx="1"/>
              <a:endCxn id="104" idx="1"/>
            </p:cNvCxnSpPr>
            <p:nvPr/>
          </p:nvCxnSpPr>
          <p:spPr>
            <a:xfrm flipV="1">
              <a:off x="6984237" y="3598394"/>
              <a:ext cx="232269" cy="570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87" name="直接箭头连接符 143">
              <a:extLst>
                <a:ext uri="{FF2B5EF4-FFF2-40B4-BE49-F238E27FC236}">
                  <a16:creationId xmlns:a16="http://schemas.microsoft.com/office/drawing/2014/main" id="{FB5D7981-A62D-6F7F-B540-273B35095409}"/>
                </a:ext>
              </a:extLst>
            </p:cNvPr>
            <p:cNvCxnSpPr>
              <a:stCxn id="75" idx="1"/>
              <a:endCxn id="101" idx="1"/>
            </p:cNvCxnSpPr>
            <p:nvPr/>
          </p:nvCxnSpPr>
          <p:spPr>
            <a:xfrm>
              <a:off x="7037671" y="4005678"/>
              <a:ext cx="174913"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
          <p:nvSpPr>
            <p:cNvPr id="88" name="矩形 146">
              <a:extLst>
                <a:ext uri="{FF2B5EF4-FFF2-40B4-BE49-F238E27FC236}">
                  <a16:creationId xmlns:a16="http://schemas.microsoft.com/office/drawing/2014/main" id="{A5ECFF83-B6CD-CAEC-F571-99E9C7E6F715}"/>
                </a:ext>
              </a:extLst>
            </p:cNvPr>
            <p:cNvSpPr/>
            <p:nvPr/>
          </p:nvSpPr>
          <p:spPr>
            <a:xfrm>
              <a:off x="7224235" y="2134737"/>
              <a:ext cx="894665" cy="223667"/>
            </a:xfrm>
            <a:prstGeom prst="rect">
              <a:avLst/>
            </a:prstGeom>
            <a:solidFill>
              <a:schemeClr val="accent6">
                <a:lumMod val="60000"/>
                <a:lumOff val="4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200" dirty="0">
                  <a:solidFill>
                    <a:schemeClr val="tx1"/>
                  </a:solidFill>
                </a:rPr>
                <a:t>Transformer</a:t>
              </a:r>
              <a:endParaRPr lang="zh-CN" altLang="en-US" sz="1200" dirty="0">
                <a:solidFill>
                  <a:schemeClr val="tx1"/>
                </a:solidFill>
              </a:endParaRPr>
            </a:p>
          </p:txBody>
        </p:sp>
        <p:sp>
          <p:nvSpPr>
            <p:cNvPr id="89" name="矩形 147">
              <a:extLst>
                <a:ext uri="{FF2B5EF4-FFF2-40B4-BE49-F238E27FC236}">
                  <a16:creationId xmlns:a16="http://schemas.microsoft.com/office/drawing/2014/main" id="{05991A94-114C-A31A-80F2-4783B3361B3B}"/>
                </a:ext>
              </a:extLst>
            </p:cNvPr>
            <p:cNvSpPr/>
            <p:nvPr/>
          </p:nvSpPr>
          <p:spPr>
            <a:xfrm>
              <a:off x="7224235" y="2513324"/>
              <a:ext cx="894665" cy="223667"/>
            </a:xfrm>
            <a:prstGeom prst="rect">
              <a:avLst/>
            </a:prstGeom>
            <a:solidFill>
              <a:schemeClr val="accent6">
                <a:lumMod val="60000"/>
                <a:lumOff val="4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200" dirty="0">
                  <a:solidFill>
                    <a:schemeClr val="tx1"/>
                  </a:solidFill>
                </a:rPr>
                <a:t>Transformer</a:t>
              </a:r>
              <a:endParaRPr lang="zh-CN" altLang="en-US" sz="1200" dirty="0">
                <a:solidFill>
                  <a:schemeClr val="tx1"/>
                </a:solidFill>
              </a:endParaRPr>
            </a:p>
          </p:txBody>
        </p:sp>
        <p:cxnSp>
          <p:nvCxnSpPr>
            <p:cNvPr id="90" name="直接箭头连接符 149">
              <a:extLst>
                <a:ext uri="{FF2B5EF4-FFF2-40B4-BE49-F238E27FC236}">
                  <a16:creationId xmlns:a16="http://schemas.microsoft.com/office/drawing/2014/main" id="{1862393A-72A0-CAB5-DD55-EFEB3E48FFA7}"/>
                </a:ext>
              </a:extLst>
            </p:cNvPr>
            <p:cNvCxnSpPr>
              <a:stCxn id="71" idx="1"/>
              <a:endCxn id="88" idx="1"/>
            </p:cNvCxnSpPr>
            <p:nvPr/>
          </p:nvCxnSpPr>
          <p:spPr>
            <a:xfrm>
              <a:off x="7031798" y="2242872"/>
              <a:ext cx="192437" cy="3699"/>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91" name="直接箭头连接符 151">
              <a:extLst>
                <a:ext uri="{FF2B5EF4-FFF2-40B4-BE49-F238E27FC236}">
                  <a16:creationId xmlns:a16="http://schemas.microsoft.com/office/drawing/2014/main" id="{6458F005-F97E-DC33-5214-4E082647F82D}"/>
                </a:ext>
              </a:extLst>
            </p:cNvPr>
            <p:cNvCxnSpPr>
              <a:stCxn id="72" idx="1"/>
              <a:endCxn id="89" idx="1"/>
            </p:cNvCxnSpPr>
            <p:nvPr/>
          </p:nvCxnSpPr>
          <p:spPr>
            <a:xfrm>
              <a:off x="7029961" y="2625158"/>
              <a:ext cx="194274"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
          <p:nvSpPr>
            <p:cNvPr id="92" name="矩形 155">
              <a:extLst>
                <a:ext uri="{FF2B5EF4-FFF2-40B4-BE49-F238E27FC236}">
                  <a16:creationId xmlns:a16="http://schemas.microsoft.com/office/drawing/2014/main" id="{1C76A76B-7AC3-699B-F476-A3128B04FCCD}"/>
                </a:ext>
              </a:extLst>
            </p:cNvPr>
            <p:cNvSpPr/>
            <p:nvPr/>
          </p:nvSpPr>
          <p:spPr>
            <a:xfrm>
              <a:off x="8482219" y="2328286"/>
              <a:ext cx="539430" cy="223667"/>
            </a:xfrm>
            <a:prstGeom prst="rect">
              <a:avLst/>
            </a:prstGeom>
            <a:solidFill>
              <a:schemeClr val="accent2">
                <a:lumMod val="60000"/>
                <a:lumOff val="4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200" dirty="0">
                  <a:solidFill>
                    <a:schemeClr val="tx1"/>
                  </a:solidFill>
                </a:rPr>
                <a:t>Linear</a:t>
              </a:r>
              <a:endParaRPr lang="zh-CN" altLang="en-US" sz="1200" dirty="0">
                <a:solidFill>
                  <a:schemeClr val="tx1"/>
                </a:solidFill>
              </a:endParaRPr>
            </a:p>
          </p:txBody>
        </p:sp>
        <p:sp>
          <p:nvSpPr>
            <p:cNvPr id="93" name="流程图: 或者 156">
              <a:extLst>
                <a:ext uri="{FF2B5EF4-FFF2-40B4-BE49-F238E27FC236}">
                  <a16:creationId xmlns:a16="http://schemas.microsoft.com/office/drawing/2014/main" id="{BE9AE0C2-EED7-C52B-B184-79A20CE9A1EF}"/>
                </a:ext>
              </a:extLst>
            </p:cNvPr>
            <p:cNvSpPr/>
            <p:nvPr/>
          </p:nvSpPr>
          <p:spPr>
            <a:xfrm>
              <a:off x="8238064" y="2377196"/>
              <a:ext cx="124990" cy="125845"/>
            </a:xfrm>
            <a:prstGeom prst="flowChartOr">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800"/>
            </a:p>
          </p:txBody>
        </p:sp>
        <p:cxnSp>
          <p:nvCxnSpPr>
            <p:cNvPr id="94" name="连接符: 肘形 158">
              <a:extLst>
                <a:ext uri="{FF2B5EF4-FFF2-40B4-BE49-F238E27FC236}">
                  <a16:creationId xmlns:a16="http://schemas.microsoft.com/office/drawing/2014/main" id="{1B213086-A75A-042A-6A4B-ABD4CCE665D2}"/>
                </a:ext>
              </a:extLst>
            </p:cNvPr>
            <p:cNvCxnSpPr>
              <a:stCxn id="88" idx="3"/>
              <a:endCxn id="93" idx="0"/>
            </p:cNvCxnSpPr>
            <p:nvPr/>
          </p:nvCxnSpPr>
          <p:spPr>
            <a:xfrm>
              <a:off x="8118900" y="2246571"/>
              <a:ext cx="181659" cy="130625"/>
            </a:xfrm>
            <a:prstGeom prst="bentConnector2">
              <a:avLst/>
            </a:prstGeom>
            <a:ln>
              <a:tailEnd type="triangle"/>
            </a:ln>
          </p:spPr>
          <p:style>
            <a:lnRef idx="1">
              <a:schemeClr val="dk1"/>
            </a:lnRef>
            <a:fillRef idx="0">
              <a:schemeClr val="dk1"/>
            </a:fillRef>
            <a:effectRef idx="0">
              <a:schemeClr val="dk1"/>
            </a:effectRef>
            <a:fontRef idx="minor">
              <a:schemeClr val="tx1"/>
            </a:fontRef>
          </p:style>
        </p:cxnSp>
        <p:cxnSp>
          <p:nvCxnSpPr>
            <p:cNvPr id="95" name="连接符: 肘形 162">
              <a:extLst>
                <a:ext uri="{FF2B5EF4-FFF2-40B4-BE49-F238E27FC236}">
                  <a16:creationId xmlns:a16="http://schemas.microsoft.com/office/drawing/2014/main" id="{0EAFFF4C-45FA-BB7F-6084-FE620C43B421}"/>
                </a:ext>
              </a:extLst>
            </p:cNvPr>
            <p:cNvCxnSpPr>
              <a:stCxn id="89" idx="3"/>
              <a:endCxn id="93" idx="4"/>
            </p:cNvCxnSpPr>
            <p:nvPr/>
          </p:nvCxnSpPr>
          <p:spPr>
            <a:xfrm flipV="1">
              <a:off x="8118900" y="2503041"/>
              <a:ext cx="181659" cy="122117"/>
            </a:xfrm>
            <a:prstGeom prst="bentConnector2">
              <a:avLst/>
            </a:prstGeom>
            <a:ln>
              <a:tailEnd type="triangle"/>
            </a:ln>
          </p:spPr>
          <p:style>
            <a:lnRef idx="1">
              <a:schemeClr val="dk1"/>
            </a:lnRef>
            <a:fillRef idx="0">
              <a:schemeClr val="dk1"/>
            </a:fillRef>
            <a:effectRef idx="0">
              <a:schemeClr val="dk1"/>
            </a:effectRef>
            <a:fontRef idx="minor">
              <a:schemeClr val="tx1"/>
            </a:fontRef>
          </p:style>
        </p:cxnSp>
        <p:cxnSp>
          <p:nvCxnSpPr>
            <p:cNvPr id="96" name="直接箭头连接符 164">
              <a:extLst>
                <a:ext uri="{FF2B5EF4-FFF2-40B4-BE49-F238E27FC236}">
                  <a16:creationId xmlns:a16="http://schemas.microsoft.com/office/drawing/2014/main" id="{BA3DD60F-9F7C-695E-FA52-3F81EBEFC088}"/>
                </a:ext>
              </a:extLst>
            </p:cNvPr>
            <p:cNvCxnSpPr>
              <a:stCxn id="93" idx="6"/>
              <a:endCxn id="92" idx="1"/>
            </p:cNvCxnSpPr>
            <p:nvPr/>
          </p:nvCxnSpPr>
          <p:spPr>
            <a:xfrm>
              <a:off x="8363054" y="2440119"/>
              <a:ext cx="119165" cy="1"/>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pic>
          <p:nvPicPr>
            <p:cNvPr id="97" name="图片 165">
              <a:extLst>
                <a:ext uri="{FF2B5EF4-FFF2-40B4-BE49-F238E27FC236}">
                  <a16:creationId xmlns:a16="http://schemas.microsoft.com/office/drawing/2014/main" id="{23720164-14BF-5A2B-9FEE-CC930E9A9924}"/>
                </a:ext>
              </a:extLst>
            </p:cNvPr>
            <p:cNvPicPr>
              <a:picLocks noChangeAspect="1"/>
            </p:cNvPicPr>
            <p:nvPr/>
          </p:nvPicPr>
          <p:blipFill>
            <a:blip r:embed="rId4"/>
            <a:stretch>
              <a:fillRect/>
            </a:stretch>
          </p:blipFill>
          <p:spPr>
            <a:xfrm>
              <a:off x="9098742" y="3341840"/>
              <a:ext cx="348994" cy="521116"/>
            </a:xfrm>
            <a:prstGeom prst="rect">
              <a:avLst/>
            </a:prstGeom>
          </p:spPr>
        </p:pic>
        <p:cxnSp>
          <p:nvCxnSpPr>
            <p:cNvPr id="98" name="直接箭头连接符 167">
              <a:extLst>
                <a:ext uri="{FF2B5EF4-FFF2-40B4-BE49-F238E27FC236}">
                  <a16:creationId xmlns:a16="http://schemas.microsoft.com/office/drawing/2014/main" id="{ACB8FCBD-895A-CE64-C455-771BE3B33C90}"/>
                </a:ext>
              </a:extLst>
            </p:cNvPr>
            <p:cNvCxnSpPr>
              <a:cxnSpLocks/>
              <a:stCxn id="105" idx="3"/>
              <a:endCxn id="97" idx="1"/>
            </p:cNvCxnSpPr>
            <p:nvPr/>
          </p:nvCxnSpPr>
          <p:spPr>
            <a:xfrm>
              <a:off x="8755856" y="3598394"/>
              <a:ext cx="342886" cy="4004"/>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99" name="连接符: 肘形 173">
              <a:extLst>
                <a:ext uri="{FF2B5EF4-FFF2-40B4-BE49-F238E27FC236}">
                  <a16:creationId xmlns:a16="http://schemas.microsoft.com/office/drawing/2014/main" id="{E552A247-93B1-9999-5788-F2F0400E4D4F}"/>
                </a:ext>
              </a:extLst>
            </p:cNvPr>
            <p:cNvCxnSpPr>
              <a:cxnSpLocks/>
              <a:stCxn id="102" idx="3"/>
            </p:cNvCxnSpPr>
            <p:nvPr/>
          </p:nvCxnSpPr>
          <p:spPr>
            <a:xfrm flipV="1">
              <a:off x="8751934" y="3717940"/>
              <a:ext cx="355235" cy="287738"/>
            </a:xfrm>
            <a:prstGeom prst="bentConnector3">
              <a:avLst/>
            </a:prstGeom>
            <a:ln>
              <a:tailEnd type="triangle"/>
            </a:ln>
          </p:spPr>
          <p:style>
            <a:lnRef idx="1">
              <a:schemeClr val="dk1"/>
            </a:lnRef>
            <a:fillRef idx="0">
              <a:schemeClr val="dk1"/>
            </a:fillRef>
            <a:effectRef idx="0">
              <a:schemeClr val="dk1"/>
            </a:effectRef>
            <a:fontRef idx="minor">
              <a:schemeClr val="tx1"/>
            </a:fontRef>
          </p:style>
        </p:cxnSp>
        <p:cxnSp>
          <p:nvCxnSpPr>
            <p:cNvPr id="100" name="连接符: 肘形 177">
              <a:extLst>
                <a:ext uri="{FF2B5EF4-FFF2-40B4-BE49-F238E27FC236}">
                  <a16:creationId xmlns:a16="http://schemas.microsoft.com/office/drawing/2014/main" id="{C9C9DBA5-A961-9332-0305-7C7B0B5F8B05}"/>
                </a:ext>
              </a:extLst>
            </p:cNvPr>
            <p:cNvCxnSpPr>
              <a:cxnSpLocks/>
            </p:cNvCxnSpPr>
            <p:nvPr/>
          </p:nvCxnSpPr>
          <p:spPr>
            <a:xfrm>
              <a:off x="8755856" y="3201866"/>
              <a:ext cx="355235" cy="287738"/>
            </a:xfrm>
            <a:prstGeom prst="bentConnector3">
              <a:avLst/>
            </a:prstGeom>
            <a:ln>
              <a:tailEnd type="triangle"/>
            </a:ln>
          </p:spPr>
          <p:style>
            <a:lnRef idx="1">
              <a:schemeClr val="dk1"/>
            </a:lnRef>
            <a:fillRef idx="0">
              <a:schemeClr val="dk1"/>
            </a:fillRef>
            <a:effectRef idx="0">
              <a:schemeClr val="dk1"/>
            </a:effectRef>
            <a:fontRef idx="minor">
              <a:schemeClr val="tx1"/>
            </a:fontRef>
          </p:style>
        </p:cxnSp>
      </p:grpSp>
      <p:sp>
        <p:nvSpPr>
          <p:cNvPr id="118" name="Content Placeholder 3">
            <a:extLst>
              <a:ext uri="{FF2B5EF4-FFF2-40B4-BE49-F238E27FC236}">
                <a16:creationId xmlns:a16="http://schemas.microsoft.com/office/drawing/2014/main" id="{B8D60D4A-1E22-DA6F-6E9D-453C2ACF0AB8}"/>
              </a:ext>
            </a:extLst>
          </p:cNvPr>
          <p:cNvSpPr>
            <a:spLocks noGrp="1"/>
          </p:cNvSpPr>
          <p:nvPr>
            <p:ph idx="1"/>
          </p:nvPr>
        </p:nvSpPr>
        <p:spPr>
          <a:xfrm>
            <a:off x="838200" y="1033670"/>
            <a:ext cx="10412895" cy="5679859"/>
          </a:xfrm>
        </p:spPr>
        <p:txBody>
          <a:bodyPr>
            <a:normAutofit fontScale="92500"/>
          </a:bodyPr>
          <a:lstStyle/>
          <a:p>
            <a:pPr indent="-457200">
              <a:lnSpc>
                <a:spcPct val="180000"/>
              </a:lnSpc>
              <a:spcBef>
                <a:spcPts val="0"/>
              </a:spcBef>
              <a:buFont typeface="Wingdings" panose="05000000000000000000" pitchFamily="2" charset="2"/>
              <a:buChar char="p"/>
            </a:pPr>
            <a:r>
              <a:rPr lang="zh-CN" altLang="en-US" dirty="0"/>
              <a:t>解码器用于不同分类任务的操作展示</a:t>
            </a:r>
            <a:endParaRPr lang="en-US" altLang="zh-CN" dirty="0"/>
          </a:p>
          <a:p>
            <a:pPr indent="-457200">
              <a:lnSpc>
                <a:spcPct val="180000"/>
              </a:lnSpc>
              <a:spcBef>
                <a:spcPts val="0"/>
              </a:spcBef>
              <a:buFont typeface="Wingdings" panose="05000000000000000000" pitchFamily="2" charset="2"/>
              <a:buChar char="p"/>
            </a:pPr>
            <a:endParaRPr lang="en-US" altLang="zh-CN" dirty="0"/>
          </a:p>
          <a:p>
            <a:pPr indent="-457200">
              <a:lnSpc>
                <a:spcPct val="180000"/>
              </a:lnSpc>
              <a:spcBef>
                <a:spcPts val="0"/>
              </a:spcBef>
              <a:buFont typeface="Wingdings" panose="05000000000000000000" pitchFamily="2" charset="2"/>
              <a:buChar char="p"/>
            </a:pPr>
            <a:endParaRPr lang="en-US" altLang="zh-CN" dirty="0"/>
          </a:p>
          <a:p>
            <a:pPr indent="-457200">
              <a:lnSpc>
                <a:spcPct val="180000"/>
              </a:lnSpc>
              <a:spcBef>
                <a:spcPts val="0"/>
              </a:spcBef>
              <a:buFont typeface="Wingdings" panose="05000000000000000000" pitchFamily="2" charset="2"/>
              <a:buChar char="p"/>
            </a:pPr>
            <a:endParaRPr lang="en-US" altLang="zh-CN" dirty="0"/>
          </a:p>
          <a:p>
            <a:pPr indent="-457200">
              <a:lnSpc>
                <a:spcPct val="180000"/>
              </a:lnSpc>
              <a:spcBef>
                <a:spcPts val="0"/>
              </a:spcBef>
              <a:buFont typeface="Wingdings" panose="05000000000000000000" pitchFamily="2" charset="2"/>
              <a:buChar char="p"/>
            </a:pPr>
            <a:endParaRPr lang="en-US" altLang="zh-CN" dirty="0"/>
          </a:p>
          <a:p>
            <a:pPr indent="-457200">
              <a:lnSpc>
                <a:spcPct val="180000"/>
              </a:lnSpc>
              <a:spcBef>
                <a:spcPts val="0"/>
              </a:spcBef>
              <a:buFont typeface="Wingdings" panose="05000000000000000000" pitchFamily="2" charset="2"/>
              <a:buChar char="p"/>
            </a:pPr>
            <a:endParaRPr lang="en-US" altLang="zh-CN" dirty="0"/>
          </a:p>
          <a:p>
            <a:pPr indent="-457200">
              <a:lnSpc>
                <a:spcPct val="180000"/>
              </a:lnSpc>
              <a:spcBef>
                <a:spcPts val="0"/>
              </a:spcBef>
              <a:buFont typeface="Wingdings" panose="05000000000000000000" pitchFamily="2" charset="2"/>
              <a:buChar char="p"/>
            </a:pPr>
            <a:endParaRPr lang="en-US" altLang="zh-CN" dirty="0"/>
          </a:p>
          <a:p>
            <a:pPr indent="-457200">
              <a:lnSpc>
                <a:spcPct val="180000"/>
              </a:lnSpc>
              <a:spcBef>
                <a:spcPts val="0"/>
              </a:spcBef>
              <a:buFont typeface="Wingdings" panose="05000000000000000000" pitchFamily="2" charset="2"/>
              <a:buChar char="p"/>
            </a:pPr>
            <a:r>
              <a:rPr lang="zh-CN" altLang="en-US" dirty="0"/>
              <a:t>从上述流程看，</a:t>
            </a:r>
            <a:r>
              <a:rPr lang="en-US" altLang="zh-CN" dirty="0"/>
              <a:t>Transformer</a:t>
            </a:r>
            <a:r>
              <a:rPr lang="zh-CN" altLang="en-US" dirty="0"/>
              <a:t>解码器的应用流程与</a:t>
            </a:r>
            <a:r>
              <a:rPr lang="en-US" altLang="zh-CN" dirty="0"/>
              <a:t>Transformer</a:t>
            </a:r>
            <a:r>
              <a:rPr lang="zh-CN" altLang="en-US" dirty="0"/>
              <a:t>编码器十分相似，那么他们的区别在哪里？</a:t>
            </a:r>
            <a:endParaRPr lang="en-US" altLang="zh-CN" dirty="0"/>
          </a:p>
          <a:p>
            <a:pPr indent="-457200">
              <a:lnSpc>
                <a:spcPct val="180000"/>
              </a:lnSpc>
              <a:spcBef>
                <a:spcPts val="0"/>
              </a:spcBef>
              <a:buFont typeface="Wingdings" panose="05000000000000000000" pitchFamily="2" charset="2"/>
              <a:buChar char="p"/>
            </a:pPr>
            <a:endParaRPr lang="en-US" altLang="zh-CN" dirty="0"/>
          </a:p>
        </p:txBody>
      </p:sp>
    </p:spTree>
    <p:extLst>
      <p:ext uri="{BB962C8B-B14F-4D97-AF65-F5344CB8AC3E}">
        <p14:creationId xmlns:p14="http://schemas.microsoft.com/office/powerpoint/2010/main" val="1760172176"/>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37D39C4-83FD-FAE6-E663-413E045EF9BF}"/>
            </a:ext>
          </a:extLst>
        </p:cNvPr>
        <p:cNvGrpSpPr/>
        <p:nvPr/>
      </p:nvGrpSpPr>
      <p:grpSpPr>
        <a:xfrm>
          <a:off x="0" y="0"/>
          <a:ext cx="0" cy="0"/>
          <a:chOff x="0" y="0"/>
          <a:chExt cx="0" cy="0"/>
        </a:xfrm>
      </p:grpSpPr>
      <p:sp>
        <p:nvSpPr>
          <p:cNvPr id="2" name="标题 1">
            <a:extLst>
              <a:ext uri="{FF2B5EF4-FFF2-40B4-BE49-F238E27FC236}">
                <a16:creationId xmlns:a16="http://schemas.microsoft.com/office/drawing/2014/main" id="{C5A299F4-C4ED-2618-8DDB-7B6410B821F7}"/>
              </a:ext>
            </a:extLst>
          </p:cNvPr>
          <p:cNvSpPr>
            <a:spLocks noGrp="1"/>
          </p:cNvSpPr>
          <p:nvPr>
            <p:ph type="title"/>
          </p:nvPr>
        </p:nvSpPr>
        <p:spPr/>
        <p:txBody>
          <a:bodyPr/>
          <a:lstStyle/>
          <a:p>
            <a:r>
              <a:rPr lang="en-US" altLang="zh-CN" dirty="0"/>
              <a:t>Transformer</a:t>
            </a:r>
            <a:r>
              <a:rPr lang="zh-CN" altLang="en-US" dirty="0"/>
              <a:t>解码器在文本处理中的应用</a:t>
            </a:r>
          </a:p>
        </p:txBody>
      </p:sp>
      <p:sp>
        <p:nvSpPr>
          <p:cNvPr id="118" name="Content Placeholder 3">
            <a:extLst>
              <a:ext uri="{FF2B5EF4-FFF2-40B4-BE49-F238E27FC236}">
                <a16:creationId xmlns:a16="http://schemas.microsoft.com/office/drawing/2014/main" id="{AD8A0828-01B5-8BEC-EA83-82902C53107C}"/>
              </a:ext>
            </a:extLst>
          </p:cNvPr>
          <p:cNvSpPr>
            <a:spLocks noGrp="1"/>
          </p:cNvSpPr>
          <p:nvPr>
            <p:ph idx="1"/>
          </p:nvPr>
        </p:nvSpPr>
        <p:spPr>
          <a:xfrm>
            <a:off x="838200" y="1033670"/>
            <a:ext cx="10412895" cy="5141662"/>
          </a:xfrm>
        </p:spPr>
        <p:txBody>
          <a:bodyPr>
            <a:normAutofit lnSpcReduction="10000"/>
          </a:bodyPr>
          <a:lstStyle/>
          <a:p>
            <a:pPr indent="-457200">
              <a:lnSpc>
                <a:spcPct val="180000"/>
              </a:lnSpc>
              <a:spcBef>
                <a:spcPts val="0"/>
              </a:spcBef>
              <a:buFont typeface="Wingdings" panose="05000000000000000000" pitchFamily="2" charset="2"/>
              <a:buChar char="p"/>
            </a:pPr>
            <a:r>
              <a:rPr lang="zh-CN" altLang="en-US" dirty="0"/>
              <a:t>回顾：解码器与编码器最核心的差异</a:t>
            </a:r>
            <a:endParaRPr lang="en-US" altLang="zh-CN" dirty="0"/>
          </a:p>
          <a:p>
            <a:pPr lvl="2" indent="-457200">
              <a:lnSpc>
                <a:spcPct val="180000"/>
              </a:lnSpc>
              <a:spcBef>
                <a:spcPts val="0"/>
              </a:spcBef>
              <a:buFont typeface="Wingdings" panose="05000000000000000000" pitchFamily="2" charset="2"/>
              <a:buChar char="p"/>
            </a:pPr>
            <a:r>
              <a:rPr lang="zh-CN" altLang="en-US" dirty="0"/>
              <a:t>掩码自注意力机制</a:t>
            </a:r>
            <a:endParaRPr lang="en-US" altLang="zh-CN" dirty="0"/>
          </a:p>
          <a:p>
            <a:pPr lvl="2" indent="-457200">
              <a:lnSpc>
                <a:spcPct val="180000"/>
              </a:lnSpc>
              <a:spcBef>
                <a:spcPts val="0"/>
              </a:spcBef>
              <a:buFont typeface="Wingdings" panose="05000000000000000000" pitchFamily="2" charset="2"/>
              <a:buChar char="p"/>
            </a:pPr>
            <a:endParaRPr lang="en-US" altLang="zh-CN" dirty="0"/>
          </a:p>
          <a:p>
            <a:pPr lvl="2" indent="-457200">
              <a:lnSpc>
                <a:spcPct val="180000"/>
              </a:lnSpc>
              <a:spcBef>
                <a:spcPts val="0"/>
              </a:spcBef>
              <a:buFont typeface="Wingdings" panose="05000000000000000000" pitchFamily="2" charset="2"/>
              <a:buChar char="p"/>
            </a:pPr>
            <a:endParaRPr lang="en-US" altLang="zh-CN" dirty="0"/>
          </a:p>
          <a:p>
            <a:pPr lvl="2" indent="-457200">
              <a:lnSpc>
                <a:spcPct val="180000"/>
              </a:lnSpc>
              <a:spcBef>
                <a:spcPts val="0"/>
              </a:spcBef>
              <a:buFont typeface="Wingdings" panose="05000000000000000000" pitchFamily="2" charset="2"/>
              <a:buChar char="p"/>
            </a:pPr>
            <a:endParaRPr lang="en-US" altLang="zh-CN" dirty="0"/>
          </a:p>
          <a:p>
            <a:pPr lvl="2" indent="-457200">
              <a:lnSpc>
                <a:spcPct val="180000"/>
              </a:lnSpc>
              <a:spcBef>
                <a:spcPts val="0"/>
              </a:spcBef>
              <a:buFont typeface="Wingdings" panose="05000000000000000000" pitchFamily="2" charset="2"/>
              <a:buChar char="p"/>
            </a:pPr>
            <a:endParaRPr lang="en-US" altLang="zh-CN" dirty="0"/>
          </a:p>
          <a:p>
            <a:pPr lvl="2" indent="-457200">
              <a:lnSpc>
                <a:spcPct val="180000"/>
              </a:lnSpc>
              <a:spcBef>
                <a:spcPts val="0"/>
              </a:spcBef>
              <a:buFont typeface="Wingdings" panose="05000000000000000000" pitchFamily="2" charset="2"/>
              <a:buChar char="p"/>
            </a:pPr>
            <a:endParaRPr lang="en-US" altLang="zh-CN" dirty="0"/>
          </a:p>
          <a:p>
            <a:pPr indent="-457200">
              <a:lnSpc>
                <a:spcPct val="180000"/>
              </a:lnSpc>
              <a:spcBef>
                <a:spcPts val="0"/>
              </a:spcBef>
              <a:buFont typeface="Wingdings" panose="05000000000000000000" pitchFamily="2" charset="2"/>
              <a:buChar char="p"/>
            </a:pPr>
            <a:r>
              <a:rPr lang="en-US" altLang="zh-CN" dirty="0"/>
              <a:t>Transformer</a:t>
            </a:r>
            <a:r>
              <a:rPr lang="zh-CN" altLang="en-US" dirty="0"/>
              <a:t>解码器中，每个</a:t>
            </a:r>
            <a:r>
              <a:rPr lang="en-US" altLang="zh-CN" dirty="0"/>
              <a:t>Token</a:t>
            </a:r>
            <a:r>
              <a:rPr lang="zh-CN" altLang="en-US" dirty="0"/>
              <a:t>只能获取其上文的信息，而编码器可以获取上下文信息</a:t>
            </a:r>
            <a:endParaRPr lang="en-US" altLang="zh-CN" dirty="0"/>
          </a:p>
        </p:txBody>
      </p:sp>
      <p:grpSp>
        <p:nvGrpSpPr>
          <p:cNvPr id="3" name="Group 2">
            <a:extLst>
              <a:ext uri="{FF2B5EF4-FFF2-40B4-BE49-F238E27FC236}">
                <a16:creationId xmlns:a16="http://schemas.microsoft.com/office/drawing/2014/main" id="{7F3F16EA-AA64-3BD9-C668-CA9DDE77B374}"/>
              </a:ext>
            </a:extLst>
          </p:cNvPr>
          <p:cNvGrpSpPr/>
          <p:nvPr/>
        </p:nvGrpSpPr>
        <p:grpSpPr>
          <a:xfrm>
            <a:off x="1374271" y="2841491"/>
            <a:ext cx="1040373" cy="1087153"/>
            <a:chOff x="9393730" y="4594955"/>
            <a:chExt cx="1040373" cy="1087153"/>
          </a:xfrm>
          <a:solidFill>
            <a:schemeClr val="accent2">
              <a:lumMod val="75000"/>
            </a:schemeClr>
          </a:solidFill>
          <a:effectLst>
            <a:outerShdw blurRad="50800" dist="38100" dir="2700000" algn="tl" rotWithShape="0">
              <a:prstClr val="black">
                <a:alpha val="40000"/>
              </a:prstClr>
            </a:outerShdw>
          </a:effectLst>
        </p:grpSpPr>
        <p:sp>
          <p:nvSpPr>
            <p:cNvPr id="4" name="Rectangle 3">
              <a:extLst>
                <a:ext uri="{FF2B5EF4-FFF2-40B4-BE49-F238E27FC236}">
                  <a16:creationId xmlns:a16="http://schemas.microsoft.com/office/drawing/2014/main" id="{8E83B784-26BA-8FF1-9FB8-B4C7467D6693}"/>
                </a:ext>
              </a:extLst>
            </p:cNvPr>
            <p:cNvSpPr/>
            <p:nvPr/>
          </p:nvSpPr>
          <p:spPr>
            <a:xfrm rot="16200000">
              <a:off x="9393730" y="5452714"/>
              <a:ext cx="229394" cy="229394"/>
            </a:xfrm>
            <a:prstGeom prst="rect">
              <a:avLst/>
            </a:prstGeom>
            <a:grpFill/>
            <a:ln w="9525">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Rectangle 4">
              <a:extLst>
                <a:ext uri="{FF2B5EF4-FFF2-40B4-BE49-F238E27FC236}">
                  <a16:creationId xmlns:a16="http://schemas.microsoft.com/office/drawing/2014/main" id="{8A00C17E-D1EB-1328-9A03-A9A0EC769C96}"/>
                </a:ext>
              </a:extLst>
            </p:cNvPr>
            <p:cNvSpPr/>
            <p:nvPr/>
          </p:nvSpPr>
          <p:spPr>
            <a:xfrm rot="16200000">
              <a:off x="9393730" y="5167510"/>
              <a:ext cx="229394" cy="229394"/>
            </a:xfrm>
            <a:prstGeom prst="rect">
              <a:avLst/>
            </a:prstGeom>
            <a:grpFill/>
            <a:ln w="9525">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Rectangle 5">
              <a:extLst>
                <a:ext uri="{FF2B5EF4-FFF2-40B4-BE49-F238E27FC236}">
                  <a16:creationId xmlns:a16="http://schemas.microsoft.com/office/drawing/2014/main" id="{380E08C5-BC1C-300A-6630-E75563346B15}"/>
                </a:ext>
              </a:extLst>
            </p:cNvPr>
            <p:cNvSpPr/>
            <p:nvPr/>
          </p:nvSpPr>
          <p:spPr>
            <a:xfrm rot="16200000">
              <a:off x="9393730" y="4882307"/>
              <a:ext cx="229394" cy="229394"/>
            </a:xfrm>
            <a:prstGeom prst="rect">
              <a:avLst/>
            </a:prstGeom>
            <a:grpFill/>
            <a:ln w="9525">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Rectangle 6">
              <a:extLst>
                <a:ext uri="{FF2B5EF4-FFF2-40B4-BE49-F238E27FC236}">
                  <a16:creationId xmlns:a16="http://schemas.microsoft.com/office/drawing/2014/main" id="{AA18532F-BFBE-B561-EB70-D7AF820E6572}"/>
                </a:ext>
              </a:extLst>
            </p:cNvPr>
            <p:cNvSpPr/>
            <p:nvPr/>
          </p:nvSpPr>
          <p:spPr>
            <a:xfrm rot="16200000">
              <a:off x="9393730" y="4597103"/>
              <a:ext cx="229394" cy="229394"/>
            </a:xfrm>
            <a:prstGeom prst="rect">
              <a:avLst/>
            </a:prstGeom>
            <a:grpFill/>
            <a:ln w="9525">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Rectangle 7">
              <a:extLst>
                <a:ext uri="{FF2B5EF4-FFF2-40B4-BE49-F238E27FC236}">
                  <a16:creationId xmlns:a16="http://schemas.microsoft.com/office/drawing/2014/main" id="{CAB0F2DF-6840-3640-0FAC-706BA34CB9FA}"/>
                </a:ext>
              </a:extLst>
            </p:cNvPr>
            <p:cNvSpPr/>
            <p:nvPr/>
          </p:nvSpPr>
          <p:spPr>
            <a:xfrm rot="16200000">
              <a:off x="9658625" y="5452714"/>
              <a:ext cx="229394" cy="229394"/>
            </a:xfrm>
            <a:prstGeom prst="rect">
              <a:avLst/>
            </a:prstGeom>
            <a:grpFill/>
            <a:ln w="9525">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Rectangle 8">
              <a:extLst>
                <a:ext uri="{FF2B5EF4-FFF2-40B4-BE49-F238E27FC236}">
                  <a16:creationId xmlns:a16="http://schemas.microsoft.com/office/drawing/2014/main" id="{8D65DE69-2FD7-368E-CB04-C7819B999E55}"/>
                </a:ext>
              </a:extLst>
            </p:cNvPr>
            <p:cNvSpPr/>
            <p:nvPr/>
          </p:nvSpPr>
          <p:spPr>
            <a:xfrm rot="16200000">
              <a:off x="9658625" y="5167510"/>
              <a:ext cx="229394" cy="229394"/>
            </a:xfrm>
            <a:prstGeom prst="rect">
              <a:avLst/>
            </a:prstGeom>
            <a:grpFill/>
            <a:ln w="9525">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6629C592-BAD8-80E4-D758-FF41234B238B}"/>
                </a:ext>
              </a:extLst>
            </p:cNvPr>
            <p:cNvSpPr/>
            <p:nvPr/>
          </p:nvSpPr>
          <p:spPr>
            <a:xfrm rot="16200000">
              <a:off x="9658625" y="4882307"/>
              <a:ext cx="229394" cy="229394"/>
            </a:xfrm>
            <a:prstGeom prst="rect">
              <a:avLst/>
            </a:prstGeom>
            <a:grpFill/>
            <a:ln w="9525">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a:extLst>
                <a:ext uri="{FF2B5EF4-FFF2-40B4-BE49-F238E27FC236}">
                  <a16:creationId xmlns:a16="http://schemas.microsoft.com/office/drawing/2014/main" id="{6C838794-FFD2-0CDC-6638-B09F18E6CD6C}"/>
                </a:ext>
              </a:extLst>
            </p:cNvPr>
            <p:cNvSpPr/>
            <p:nvPr/>
          </p:nvSpPr>
          <p:spPr>
            <a:xfrm rot="16200000">
              <a:off x="9658625" y="4597103"/>
              <a:ext cx="229394" cy="229394"/>
            </a:xfrm>
            <a:prstGeom prst="rect">
              <a:avLst/>
            </a:prstGeom>
            <a:solidFill>
              <a:schemeClr val="bg1">
                <a:lumMod val="85000"/>
              </a:schemeClr>
            </a:solidFill>
            <a:ln w="9525">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831F471F-4894-EA76-28A6-E0888453BC8E}"/>
                </a:ext>
              </a:extLst>
            </p:cNvPr>
            <p:cNvSpPr/>
            <p:nvPr/>
          </p:nvSpPr>
          <p:spPr>
            <a:xfrm rot="16200000">
              <a:off x="9923519" y="5452714"/>
              <a:ext cx="229394" cy="229394"/>
            </a:xfrm>
            <a:prstGeom prst="rect">
              <a:avLst/>
            </a:prstGeom>
            <a:grpFill/>
            <a:ln w="9525">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a:extLst>
                <a:ext uri="{FF2B5EF4-FFF2-40B4-BE49-F238E27FC236}">
                  <a16:creationId xmlns:a16="http://schemas.microsoft.com/office/drawing/2014/main" id="{051F0EAC-4C72-71F5-6FDB-5227FDCBE43F}"/>
                </a:ext>
              </a:extLst>
            </p:cNvPr>
            <p:cNvSpPr/>
            <p:nvPr/>
          </p:nvSpPr>
          <p:spPr>
            <a:xfrm rot="16200000">
              <a:off x="9923519" y="5167510"/>
              <a:ext cx="229394" cy="229394"/>
            </a:xfrm>
            <a:prstGeom prst="rect">
              <a:avLst/>
            </a:prstGeom>
            <a:grpFill/>
            <a:ln w="9525">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68E8333F-4DA3-A117-2FA5-B6F53FE8B65E}"/>
                </a:ext>
              </a:extLst>
            </p:cNvPr>
            <p:cNvSpPr/>
            <p:nvPr/>
          </p:nvSpPr>
          <p:spPr>
            <a:xfrm rot="16200000">
              <a:off x="9923519" y="4882307"/>
              <a:ext cx="229394" cy="229394"/>
            </a:xfrm>
            <a:prstGeom prst="rect">
              <a:avLst/>
            </a:prstGeom>
            <a:solidFill>
              <a:schemeClr val="bg1">
                <a:lumMod val="85000"/>
              </a:schemeClr>
            </a:solidFill>
            <a:ln w="9525">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Rectangle 14">
              <a:extLst>
                <a:ext uri="{FF2B5EF4-FFF2-40B4-BE49-F238E27FC236}">
                  <a16:creationId xmlns:a16="http://schemas.microsoft.com/office/drawing/2014/main" id="{8755C667-0E1B-0A20-78AF-6162971F7EE2}"/>
                </a:ext>
              </a:extLst>
            </p:cNvPr>
            <p:cNvSpPr/>
            <p:nvPr/>
          </p:nvSpPr>
          <p:spPr>
            <a:xfrm rot="16200000">
              <a:off x="9923519" y="4597103"/>
              <a:ext cx="229394" cy="229394"/>
            </a:xfrm>
            <a:prstGeom prst="rect">
              <a:avLst/>
            </a:prstGeom>
            <a:solidFill>
              <a:schemeClr val="bg1">
                <a:lumMod val="85000"/>
              </a:schemeClr>
            </a:solidFill>
            <a:ln w="9525">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15">
              <a:extLst>
                <a:ext uri="{FF2B5EF4-FFF2-40B4-BE49-F238E27FC236}">
                  <a16:creationId xmlns:a16="http://schemas.microsoft.com/office/drawing/2014/main" id="{1E17EC98-119E-DE00-2B3C-4E593D68B568}"/>
                </a:ext>
              </a:extLst>
            </p:cNvPr>
            <p:cNvSpPr/>
            <p:nvPr/>
          </p:nvSpPr>
          <p:spPr>
            <a:xfrm rot="16200000">
              <a:off x="10204709" y="5450566"/>
              <a:ext cx="229394" cy="229394"/>
            </a:xfrm>
            <a:prstGeom prst="rect">
              <a:avLst/>
            </a:prstGeom>
            <a:grpFill/>
            <a:ln w="9525">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Rectangle 16">
              <a:extLst>
                <a:ext uri="{FF2B5EF4-FFF2-40B4-BE49-F238E27FC236}">
                  <a16:creationId xmlns:a16="http://schemas.microsoft.com/office/drawing/2014/main" id="{A7AE6B0A-6403-CE60-CA08-FA0D497876D4}"/>
                </a:ext>
              </a:extLst>
            </p:cNvPr>
            <p:cNvSpPr/>
            <p:nvPr/>
          </p:nvSpPr>
          <p:spPr>
            <a:xfrm rot="16200000">
              <a:off x="10204709" y="5165362"/>
              <a:ext cx="229394" cy="229394"/>
            </a:xfrm>
            <a:prstGeom prst="rect">
              <a:avLst/>
            </a:prstGeom>
            <a:solidFill>
              <a:schemeClr val="bg1">
                <a:lumMod val="85000"/>
              </a:schemeClr>
            </a:solidFill>
            <a:ln w="9525">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Rectangle 17">
              <a:extLst>
                <a:ext uri="{FF2B5EF4-FFF2-40B4-BE49-F238E27FC236}">
                  <a16:creationId xmlns:a16="http://schemas.microsoft.com/office/drawing/2014/main" id="{A4F70116-84F0-07D8-ECE8-11E5E04B44A9}"/>
                </a:ext>
              </a:extLst>
            </p:cNvPr>
            <p:cNvSpPr/>
            <p:nvPr/>
          </p:nvSpPr>
          <p:spPr>
            <a:xfrm rot="16200000">
              <a:off x="10204709" y="4880159"/>
              <a:ext cx="229394" cy="229394"/>
            </a:xfrm>
            <a:prstGeom prst="rect">
              <a:avLst/>
            </a:prstGeom>
            <a:solidFill>
              <a:schemeClr val="bg1">
                <a:lumMod val="85000"/>
              </a:schemeClr>
            </a:solidFill>
            <a:ln w="9525">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Rectangle 18">
              <a:extLst>
                <a:ext uri="{FF2B5EF4-FFF2-40B4-BE49-F238E27FC236}">
                  <a16:creationId xmlns:a16="http://schemas.microsoft.com/office/drawing/2014/main" id="{81599B2C-A998-6D45-0390-230DF84CC3BF}"/>
                </a:ext>
              </a:extLst>
            </p:cNvPr>
            <p:cNvSpPr/>
            <p:nvPr/>
          </p:nvSpPr>
          <p:spPr>
            <a:xfrm rot="16200000">
              <a:off x="10204709" y="4594955"/>
              <a:ext cx="229394" cy="229394"/>
            </a:xfrm>
            <a:prstGeom prst="rect">
              <a:avLst/>
            </a:prstGeom>
            <a:solidFill>
              <a:schemeClr val="bg1">
                <a:lumMod val="85000"/>
              </a:schemeClr>
            </a:solidFill>
            <a:ln w="9525">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20" name="TextBox 19">
            <a:extLst>
              <a:ext uri="{FF2B5EF4-FFF2-40B4-BE49-F238E27FC236}">
                <a16:creationId xmlns:a16="http://schemas.microsoft.com/office/drawing/2014/main" id="{B4E983FF-37CE-9D4E-0A5B-4646860B2DD3}"/>
              </a:ext>
            </a:extLst>
          </p:cNvPr>
          <p:cNvSpPr txBox="1"/>
          <p:nvPr/>
        </p:nvSpPr>
        <p:spPr>
          <a:xfrm>
            <a:off x="1172147" y="2303113"/>
            <a:ext cx="1484702" cy="369332"/>
          </a:xfrm>
          <a:prstGeom prst="rect">
            <a:avLst/>
          </a:prstGeom>
          <a:noFill/>
        </p:spPr>
        <p:txBody>
          <a:bodyPr wrap="none" rtlCol="0">
            <a:spAutoFit/>
          </a:bodyPr>
          <a:lstStyle/>
          <a:p>
            <a:r>
              <a:rPr lang="en-US" altLang="zh-CN" dirty="0"/>
              <a:t>Masked</a:t>
            </a:r>
            <a:r>
              <a:rPr lang="zh-CN" altLang="en-US" dirty="0"/>
              <a:t> </a:t>
            </a:r>
            <a:r>
              <a:rPr lang="en-US" altLang="zh-CN" dirty="0"/>
              <a:t>QK</a:t>
            </a:r>
            <a:r>
              <a:rPr lang="en-US" altLang="zh-CN" baseline="30000" dirty="0"/>
              <a:t>T</a:t>
            </a:r>
            <a:endParaRPr lang="en-US" dirty="0"/>
          </a:p>
        </p:txBody>
      </p:sp>
      <mc:AlternateContent xmlns:mc="http://schemas.openxmlformats.org/markup-compatibility/2006" xmlns:a14="http://schemas.microsoft.com/office/drawing/2010/main">
        <mc:Choice Requires="a14">
          <p:sp>
            <p:nvSpPr>
              <p:cNvPr id="21" name="TextBox 20">
                <a:extLst>
                  <a:ext uri="{FF2B5EF4-FFF2-40B4-BE49-F238E27FC236}">
                    <a16:creationId xmlns:a16="http://schemas.microsoft.com/office/drawing/2014/main" id="{C3FA9533-D98C-3B85-06B4-23ED43B7714E}"/>
                  </a:ext>
                </a:extLst>
              </p:cNvPr>
              <p:cNvSpPr txBox="1"/>
              <p:nvPr/>
            </p:nvSpPr>
            <p:spPr>
              <a:xfrm>
                <a:off x="3913643" y="2730818"/>
                <a:ext cx="287322" cy="276999"/>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n-US" altLang="zh-CN" b="0" i="1" smtClean="0">
                              <a:latin typeface="Cambria Math" panose="02040503050406030204" pitchFamily="18" charset="0"/>
                            </a:rPr>
                          </m:ctrlPr>
                        </m:sSubPr>
                        <m:e>
                          <m:r>
                            <a:rPr lang="en-US" altLang="zh-CN" b="0" i="1" smtClean="0">
                              <a:latin typeface="Cambria Math" panose="02040503050406030204" pitchFamily="18" charset="0"/>
                            </a:rPr>
                            <m:t>𝑣</m:t>
                          </m:r>
                        </m:e>
                        <m:sub>
                          <m:r>
                            <a:rPr lang="en-US" altLang="zh-CN" b="0" i="1" smtClean="0">
                              <a:latin typeface="Cambria Math" panose="02040503050406030204" pitchFamily="18" charset="0"/>
                            </a:rPr>
                            <m:t>1</m:t>
                          </m:r>
                        </m:sub>
                      </m:sSub>
                    </m:oMath>
                  </m:oMathPara>
                </a14:m>
                <a:endParaRPr lang="en-US"/>
              </a:p>
            </p:txBody>
          </p:sp>
        </mc:Choice>
        <mc:Fallback xmlns="">
          <p:sp>
            <p:nvSpPr>
              <p:cNvPr id="21" name="TextBox 20">
                <a:extLst>
                  <a:ext uri="{FF2B5EF4-FFF2-40B4-BE49-F238E27FC236}">
                    <a16:creationId xmlns:a16="http://schemas.microsoft.com/office/drawing/2014/main" id="{C3FA9533-D98C-3B85-06B4-23ED43B7714E}"/>
                  </a:ext>
                </a:extLst>
              </p:cNvPr>
              <p:cNvSpPr txBox="1">
                <a:spLocks noRot="1" noChangeAspect="1" noMove="1" noResize="1" noEditPoints="1" noAdjustHandles="1" noChangeArrowheads="1" noChangeShapeType="1" noTextEdit="1"/>
              </p:cNvSpPr>
              <p:nvPr/>
            </p:nvSpPr>
            <p:spPr>
              <a:xfrm>
                <a:off x="3913643" y="2730818"/>
                <a:ext cx="287322" cy="276999"/>
              </a:xfrm>
              <a:prstGeom prst="rect">
                <a:avLst/>
              </a:prstGeom>
              <a:blipFill>
                <a:blip r:embed="rId3"/>
                <a:stretch>
                  <a:fillRect l="-13043" r="-4348" b="-18182"/>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2" name="TextBox 21">
                <a:extLst>
                  <a:ext uri="{FF2B5EF4-FFF2-40B4-BE49-F238E27FC236}">
                    <a16:creationId xmlns:a16="http://schemas.microsoft.com/office/drawing/2014/main" id="{5EA5B050-047F-3726-7945-5409AA5EE8FE}"/>
                  </a:ext>
                </a:extLst>
              </p:cNvPr>
              <p:cNvSpPr txBox="1"/>
              <p:nvPr/>
            </p:nvSpPr>
            <p:spPr>
              <a:xfrm>
                <a:off x="3919739" y="3042228"/>
                <a:ext cx="292644" cy="276999"/>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n-US" altLang="zh-CN" b="0" i="1" smtClean="0">
                              <a:latin typeface="Cambria Math" panose="02040503050406030204" pitchFamily="18" charset="0"/>
                            </a:rPr>
                          </m:ctrlPr>
                        </m:sSubPr>
                        <m:e>
                          <m:r>
                            <a:rPr lang="en-US" altLang="zh-CN" b="0" i="1" smtClean="0">
                              <a:latin typeface="Cambria Math" panose="02040503050406030204" pitchFamily="18" charset="0"/>
                            </a:rPr>
                            <m:t>𝑣</m:t>
                          </m:r>
                        </m:e>
                        <m:sub>
                          <m:r>
                            <a:rPr lang="en-US" altLang="zh-CN" b="0" i="1" smtClean="0">
                              <a:latin typeface="Cambria Math" panose="02040503050406030204" pitchFamily="18" charset="0"/>
                            </a:rPr>
                            <m:t>2</m:t>
                          </m:r>
                        </m:sub>
                      </m:sSub>
                    </m:oMath>
                  </m:oMathPara>
                </a14:m>
                <a:endParaRPr lang="en-US"/>
              </a:p>
            </p:txBody>
          </p:sp>
        </mc:Choice>
        <mc:Fallback xmlns="">
          <p:sp>
            <p:nvSpPr>
              <p:cNvPr id="22" name="TextBox 21">
                <a:extLst>
                  <a:ext uri="{FF2B5EF4-FFF2-40B4-BE49-F238E27FC236}">
                    <a16:creationId xmlns:a16="http://schemas.microsoft.com/office/drawing/2014/main" id="{5EA5B050-047F-3726-7945-5409AA5EE8FE}"/>
                  </a:ext>
                </a:extLst>
              </p:cNvPr>
              <p:cNvSpPr txBox="1">
                <a:spLocks noRot="1" noChangeAspect="1" noMove="1" noResize="1" noEditPoints="1" noAdjustHandles="1" noChangeArrowheads="1" noChangeShapeType="1" noTextEdit="1"/>
              </p:cNvSpPr>
              <p:nvPr/>
            </p:nvSpPr>
            <p:spPr>
              <a:xfrm>
                <a:off x="3919739" y="3042228"/>
                <a:ext cx="292644" cy="276999"/>
              </a:xfrm>
              <a:prstGeom prst="rect">
                <a:avLst/>
              </a:prstGeom>
              <a:blipFill>
                <a:blip r:embed="rId4"/>
                <a:stretch>
                  <a:fillRect l="-8333" r="-4167" b="-17391"/>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3" name="TextBox 22">
                <a:extLst>
                  <a:ext uri="{FF2B5EF4-FFF2-40B4-BE49-F238E27FC236}">
                    <a16:creationId xmlns:a16="http://schemas.microsoft.com/office/drawing/2014/main" id="{027F5591-67BC-E53A-82FD-77605044DE9B}"/>
                  </a:ext>
                </a:extLst>
              </p:cNvPr>
              <p:cNvSpPr txBox="1"/>
              <p:nvPr/>
            </p:nvSpPr>
            <p:spPr>
              <a:xfrm>
                <a:off x="3916691" y="3347225"/>
                <a:ext cx="292644" cy="276999"/>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n-US" altLang="zh-CN" b="0" i="1" smtClean="0">
                              <a:latin typeface="Cambria Math" panose="02040503050406030204" pitchFamily="18" charset="0"/>
                            </a:rPr>
                          </m:ctrlPr>
                        </m:sSubPr>
                        <m:e>
                          <m:r>
                            <a:rPr lang="en-US" altLang="zh-CN" b="0" i="1" smtClean="0">
                              <a:latin typeface="Cambria Math" panose="02040503050406030204" pitchFamily="18" charset="0"/>
                            </a:rPr>
                            <m:t>𝑣</m:t>
                          </m:r>
                        </m:e>
                        <m:sub>
                          <m:r>
                            <a:rPr lang="en-US" altLang="zh-CN" b="0" i="1" smtClean="0">
                              <a:latin typeface="Cambria Math" panose="02040503050406030204" pitchFamily="18" charset="0"/>
                            </a:rPr>
                            <m:t>3</m:t>
                          </m:r>
                        </m:sub>
                      </m:sSub>
                    </m:oMath>
                  </m:oMathPara>
                </a14:m>
                <a:endParaRPr lang="en-US"/>
              </a:p>
            </p:txBody>
          </p:sp>
        </mc:Choice>
        <mc:Fallback xmlns="">
          <p:sp>
            <p:nvSpPr>
              <p:cNvPr id="23" name="TextBox 22">
                <a:extLst>
                  <a:ext uri="{FF2B5EF4-FFF2-40B4-BE49-F238E27FC236}">
                    <a16:creationId xmlns:a16="http://schemas.microsoft.com/office/drawing/2014/main" id="{027F5591-67BC-E53A-82FD-77605044DE9B}"/>
                  </a:ext>
                </a:extLst>
              </p:cNvPr>
              <p:cNvSpPr txBox="1">
                <a:spLocks noRot="1" noChangeAspect="1" noMove="1" noResize="1" noEditPoints="1" noAdjustHandles="1" noChangeArrowheads="1" noChangeShapeType="1" noTextEdit="1"/>
              </p:cNvSpPr>
              <p:nvPr/>
            </p:nvSpPr>
            <p:spPr>
              <a:xfrm>
                <a:off x="3916691" y="3347225"/>
                <a:ext cx="292644" cy="276999"/>
              </a:xfrm>
              <a:prstGeom prst="rect">
                <a:avLst/>
              </a:prstGeom>
              <a:blipFill>
                <a:blip r:embed="rId5"/>
                <a:stretch>
                  <a:fillRect l="-8333" r="-4167" b="-17391"/>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4" name="TextBox 23">
                <a:extLst>
                  <a:ext uri="{FF2B5EF4-FFF2-40B4-BE49-F238E27FC236}">
                    <a16:creationId xmlns:a16="http://schemas.microsoft.com/office/drawing/2014/main" id="{016C600C-332A-D22A-B730-B57C9F91A9DE}"/>
                  </a:ext>
                </a:extLst>
              </p:cNvPr>
              <p:cNvSpPr txBox="1"/>
              <p:nvPr/>
            </p:nvSpPr>
            <p:spPr>
              <a:xfrm>
                <a:off x="3904499" y="3688797"/>
                <a:ext cx="282770" cy="276999"/>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n-US" altLang="zh-CN" b="0" i="1" smtClean="0">
                              <a:latin typeface="Cambria Math" panose="02040503050406030204" pitchFamily="18" charset="0"/>
                            </a:rPr>
                          </m:ctrlPr>
                        </m:sSubPr>
                        <m:e>
                          <m:r>
                            <a:rPr lang="en-US" altLang="zh-CN" b="0" i="1" smtClean="0">
                              <a:latin typeface="Cambria Math" panose="02040503050406030204" pitchFamily="18" charset="0"/>
                            </a:rPr>
                            <m:t>𝑣</m:t>
                          </m:r>
                        </m:e>
                        <m:sub>
                          <m:r>
                            <a:rPr lang="en-US" altLang="zh-CN" b="0" i="1" smtClean="0">
                              <a:latin typeface="Cambria Math" panose="02040503050406030204" pitchFamily="18" charset="0"/>
                            </a:rPr>
                            <m:t>4</m:t>
                          </m:r>
                        </m:sub>
                      </m:sSub>
                    </m:oMath>
                  </m:oMathPara>
                </a14:m>
                <a:endParaRPr lang="en-US"/>
              </a:p>
            </p:txBody>
          </p:sp>
        </mc:Choice>
        <mc:Fallback xmlns="">
          <p:sp>
            <p:nvSpPr>
              <p:cNvPr id="24" name="TextBox 23">
                <a:extLst>
                  <a:ext uri="{FF2B5EF4-FFF2-40B4-BE49-F238E27FC236}">
                    <a16:creationId xmlns:a16="http://schemas.microsoft.com/office/drawing/2014/main" id="{016C600C-332A-D22A-B730-B57C9F91A9DE}"/>
                  </a:ext>
                </a:extLst>
              </p:cNvPr>
              <p:cNvSpPr txBox="1">
                <a:spLocks noRot="1" noChangeAspect="1" noMove="1" noResize="1" noEditPoints="1" noAdjustHandles="1" noChangeArrowheads="1" noChangeShapeType="1" noTextEdit="1"/>
              </p:cNvSpPr>
              <p:nvPr/>
            </p:nvSpPr>
            <p:spPr>
              <a:xfrm>
                <a:off x="3904499" y="3688797"/>
                <a:ext cx="282770" cy="276999"/>
              </a:xfrm>
              <a:prstGeom prst="rect">
                <a:avLst/>
              </a:prstGeom>
              <a:blipFill>
                <a:blip r:embed="rId6"/>
                <a:stretch>
                  <a:fillRect l="-8696" r="-4348" b="-17391"/>
                </a:stretch>
              </a:blipFill>
            </p:spPr>
            <p:txBody>
              <a:bodyPr/>
              <a:lstStyle/>
              <a:p>
                <a:r>
                  <a:rPr lang="en-US">
                    <a:noFill/>
                  </a:rPr>
                  <a:t> </a:t>
                </a:r>
              </a:p>
            </p:txBody>
          </p:sp>
        </mc:Fallback>
      </mc:AlternateContent>
      <p:grpSp>
        <p:nvGrpSpPr>
          <p:cNvPr id="25" name="Group 24">
            <a:extLst>
              <a:ext uri="{FF2B5EF4-FFF2-40B4-BE49-F238E27FC236}">
                <a16:creationId xmlns:a16="http://schemas.microsoft.com/office/drawing/2014/main" id="{BB8D4E58-2861-A6A5-F075-6D3446092307}"/>
              </a:ext>
            </a:extLst>
          </p:cNvPr>
          <p:cNvGrpSpPr/>
          <p:nvPr/>
        </p:nvGrpSpPr>
        <p:grpSpPr>
          <a:xfrm>
            <a:off x="3078627" y="2807129"/>
            <a:ext cx="759183" cy="1085005"/>
            <a:chOff x="6843089" y="2727932"/>
            <a:chExt cx="1664221" cy="2378463"/>
          </a:xfrm>
          <a:solidFill>
            <a:schemeClr val="accent5">
              <a:lumMod val="40000"/>
              <a:lumOff val="60000"/>
            </a:schemeClr>
          </a:solidFill>
          <a:effectLst>
            <a:outerShdw blurRad="50800" dist="38100" dir="2700000" algn="tl" rotWithShape="0">
              <a:prstClr val="black">
                <a:alpha val="40000"/>
              </a:prstClr>
            </a:outerShdw>
          </a:effectLst>
        </p:grpSpPr>
        <p:sp>
          <p:nvSpPr>
            <p:cNvPr id="26" name="Rectangle 25">
              <a:extLst>
                <a:ext uri="{FF2B5EF4-FFF2-40B4-BE49-F238E27FC236}">
                  <a16:creationId xmlns:a16="http://schemas.microsoft.com/office/drawing/2014/main" id="{D4F80355-D525-CF11-540A-5120EFD7F104}"/>
                </a:ext>
              </a:extLst>
            </p:cNvPr>
            <p:cNvSpPr/>
            <p:nvPr/>
          </p:nvSpPr>
          <p:spPr>
            <a:xfrm rot="16200000">
              <a:off x="6843089" y="4603535"/>
              <a:ext cx="502860" cy="502860"/>
            </a:xfrm>
            <a:prstGeom prst="rect">
              <a:avLst/>
            </a:prstGeom>
            <a:grpFill/>
            <a:ln w="9525">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7" name="Rectangle 26">
              <a:extLst>
                <a:ext uri="{FF2B5EF4-FFF2-40B4-BE49-F238E27FC236}">
                  <a16:creationId xmlns:a16="http://schemas.microsoft.com/office/drawing/2014/main" id="{B8F53A98-EEBB-D525-7A22-A8753641C06C}"/>
                </a:ext>
              </a:extLst>
            </p:cNvPr>
            <p:cNvSpPr/>
            <p:nvPr/>
          </p:nvSpPr>
          <p:spPr>
            <a:xfrm rot="16200000">
              <a:off x="6843089" y="3978334"/>
              <a:ext cx="502860" cy="502860"/>
            </a:xfrm>
            <a:prstGeom prst="rect">
              <a:avLst/>
            </a:prstGeom>
            <a:grpFill/>
            <a:ln w="9525">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8" name="Rectangle 27">
              <a:extLst>
                <a:ext uri="{FF2B5EF4-FFF2-40B4-BE49-F238E27FC236}">
                  <a16:creationId xmlns:a16="http://schemas.microsoft.com/office/drawing/2014/main" id="{D1EFDFD1-A257-5979-4261-3C8E507C2173}"/>
                </a:ext>
              </a:extLst>
            </p:cNvPr>
            <p:cNvSpPr/>
            <p:nvPr/>
          </p:nvSpPr>
          <p:spPr>
            <a:xfrm rot="16200000">
              <a:off x="6843089" y="3353133"/>
              <a:ext cx="502860" cy="502860"/>
            </a:xfrm>
            <a:prstGeom prst="rect">
              <a:avLst/>
            </a:prstGeom>
            <a:grpFill/>
            <a:ln w="9525">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9" name="Rectangle 28">
              <a:extLst>
                <a:ext uri="{FF2B5EF4-FFF2-40B4-BE49-F238E27FC236}">
                  <a16:creationId xmlns:a16="http://schemas.microsoft.com/office/drawing/2014/main" id="{06AC7CCF-FE58-2652-2012-55BF50CB23C7}"/>
                </a:ext>
              </a:extLst>
            </p:cNvPr>
            <p:cNvSpPr/>
            <p:nvPr/>
          </p:nvSpPr>
          <p:spPr>
            <a:xfrm rot="16200000">
              <a:off x="6843089" y="2727932"/>
              <a:ext cx="502860" cy="502860"/>
            </a:xfrm>
            <a:prstGeom prst="rect">
              <a:avLst/>
            </a:prstGeom>
            <a:grpFill/>
            <a:ln w="9525">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0" name="Rectangle 29">
              <a:extLst>
                <a:ext uri="{FF2B5EF4-FFF2-40B4-BE49-F238E27FC236}">
                  <a16:creationId xmlns:a16="http://schemas.microsoft.com/office/drawing/2014/main" id="{540D0DD6-86AC-4F1A-D3F1-F4B80ADAA4A7}"/>
                </a:ext>
              </a:extLst>
            </p:cNvPr>
            <p:cNvSpPr/>
            <p:nvPr/>
          </p:nvSpPr>
          <p:spPr>
            <a:xfrm rot="16200000">
              <a:off x="7423770" y="4603535"/>
              <a:ext cx="502860" cy="502860"/>
            </a:xfrm>
            <a:prstGeom prst="rect">
              <a:avLst/>
            </a:prstGeom>
            <a:grpFill/>
            <a:ln w="9525">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1" name="Rectangle 30">
              <a:extLst>
                <a:ext uri="{FF2B5EF4-FFF2-40B4-BE49-F238E27FC236}">
                  <a16:creationId xmlns:a16="http://schemas.microsoft.com/office/drawing/2014/main" id="{D10AC455-418E-00BB-3EC6-5B39A125CFBB}"/>
                </a:ext>
              </a:extLst>
            </p:cNvPr>
            <p:cNvSpPr/>
            <p:nvPr/>
          </p:nvSpPr>
          <p:spPr>
            <a:xfrm rot="16200000">
              <a:off x="7423770" y="3978334"/>
              <a:ext cx="502860" cy="502860"/>
            </a:xfrm>
            <a:prstGeom prst="rect">
              <a:avLst/>
            </a:prstGeom>
            <a:grpFill/>
            <a:ln w="9525">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2" name="Rectangle 31">
              <a:extLst>
                <a:ext uri="{FF2B5EF4-FFF2-40B4-BE49-F238E27FC236}">
                  <a16:creationId xmlns:a16="http://schemas.microsoft.com/office/drawing/2014/main" id="{360E21A7-65AB-3B6F-6F14-39DE1828A3B0}"/>
                </a:ext>
              </a:extLst>
            </p:cNvPr>
            <p:cNvSpPr/>
            <p:nvPr/>
          </p:nvSpPr>
          <p:spPr>
            <a:xfrm rot="16200000">
              <a:off x="7423770" y="3353133"/>
              <a:ext cx="502860" cy="502860"/>
            </a:xfrm>
            <a:prstGeom prst="rect">
              <a:avLst/>
            </a:prstGeom>
            <a:grpFill/>
            <a:ln w="9525">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3" name="Rectangle 32">
              <a:extLst>
                <a:ext uri="{FF2B5EF4-FFF2-40B4-BE49-F238E27FC236}">
                  <a16:creationId xmlns:a16="http://schemas.microsoft.com/office/drawing/2014/main" id="{77F7254E-9852-1584-8EC9-C45FA5693B9C}"/>
                </a:ext>
              </a:extLst>
            </p:cNvPr>
            <p:cNvSpPr/>
            <p:nvPr/>
          </p:nvSpPr>
          <p:spPr>
            <a:xfrm rot="16200000">
              <a:off x="7423770" y="2727932"/>
              <a:ext cx="502860" cy="502860"/>
            </a:xfrm>
            <a:prstGeom prst="rect">
              <a:avLst/>
            </a:prstGeom>
            <a:grpFill/>
            <a:ln w="9525">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4" name="Rectangle 33">
              <a:extLst>
                <a:ext uri="{FF2B5EF4-FFF2-40B4-BE49-F238E27FC236}">
                  <a16:creationId xmlns:a16="http://schemas.microsoft.com/office/drawing/2014/main" id="{F2276E65-E9F2-6018-8CAA-EF07B709BFFE}"/>
                </a:ext>
              </a:extLst>
            </p:cNvPr>
            <p:cNvSpPr/>
            <p:nvPr/>
          </p:nvSpPr>
          <p:spPr>
            <a:xfrm rot="16200000">
              <a:off x="8004450" y="4603535"/>
              <a:ext cx="502860" cy="502860"/>
            </a:xfrm>
            <a:prstGeom prst="rect">
              <a:avLst/>
            </a:prstGeom>
            <a:grpFill/>
            <a:ln w="9525">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5" name="Rectangle 34">
              <a:extLst>
                <a:ext uri="{FF2B5EF4-FFF2-40B4-BE49-F238E27FC236}">
                  <a16:creationId xmlns:a16="http://schemas.microsoft.com/office/drawing/2014/main" id="{61E4CBD2-50AF-B8C3-68C4-E9AEF2D1D33C}"/>
                </a:ext>
              </a:extLst>
            </p:cNvPr>
            <p:cNvSpPr/>
            <p:nvPr/>
          </p:nvSpPr>
          <p:spPr>
            <a:xfrm rot="16200000">
              <a:off x="8004450" y="3978334"/>
              <a:ext cx="502860" cy="502860"/>
            </a:xfrm>
            <a:prstGeom prst="rect">
              <a:avLst/>
            </a:prstGeom>
            <a:grpFill/>
            <a:ln w="9525">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6" name="Rectangle 35">
              <a:extLst>
                <a:ext uri="{FF2B5EF4-FFF2-40B4-BE49-F238E27FC236}">
                  <a16:creationId xmlns:a16="http://schemas.microsoft.com/office/drawing/2014/main" id="{AA5C040E-EC83-BDD7-D4C8-0693A7234E83}"/>
                </a:ext>
              </a:extLst>
            </p:cNvPr>
            <p:cNvSpPr/>
            <p:nvPr/>
          </p:nvSpPr>
          <p:spPr>
            <a:xfrm rot="16200000">
              <a:off x="8004450" y="3353133"/>
              <a:ext cx="502860" cy="502860"/>
            </a:xfrm>
            <a:prstGeom prst="rect">
              <a:avLst/>
            </a:prstGeom>
            <a:grpFill/>
            <a:ln w="9525">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7" name="Rectangle 36">
              <a:extLst>
                <a:ext uri="{FF2B5EF4-FFF2-40B4-BE49-F238E27FC236}">
                  <a16:creationId xmlns:a16="http://schemas.microsoft.com/office/drawing/2014/main" id="{276E85A2-FD09-54E6-C7C4-7BA91CC14D7C}"/>
                </a:ext>
              </a:extLst>
            </p:cNvPr>
            <p:cNvSpPr/>
            <p:nvPr/>
          </p:nvSpPr>
          <p:spPr>
            <a:xfrm rot="16200000">
              <a:off x="8004450" y="2727932"/>
              <a:ext cx="502860" cy="502860"/>
            </a:xfrm>
            <a:prstGeom prst="rect">
              <a:avLst/>
            </a:prstGeom>
            <a:grpFill/>
            <a:ln w="9525">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38" name="Group 37">
            <a:extLst>
              <a:ext uri="{FF2B5EF4-FFF2-40B4-BE49-F238E27FC236}">
                <a16:creationId xmlns:a16="http://schemas.microsoft.com/office/drawing/2014/main" id="{2ED917D0-DCF7-2D12-68FF-12C3854B00AC}"/>
              </a:ext>
            </a:extLst>
          </p:cNvPr>
          <p:cNvGrpSpPr/>
          <p:nvPr/>
        </p:nvGrpSpPr>
        <p:grpSpPr>
          <a:xfrm>
            <a:off x="4879157" y="2786289"/>
            <a:ext cx="759183" cy="1085005"/>
            <a:chOff x="6843089" y="2727932"/>
            <a:chExt cx="1664221" cy="2378463"/>
          </a:xfrm>
          <a:solidFill>
            <a:schemeClr val="accent6">
              <a:lumMod val="60000"/>
              <a:lumOff val="40000"/>
            </a:schemeClr>
          </a:solidFill>
          <a:effectLst>
            <a:outerShdw blurRad="50800" dist="38100" dir="2700000" algn="tl" rotWithShape="0">
              <a:prstClr val="black">
                <a:alpha val="40000"/>
              </a:prstClr>
            </a:outerShdw>
          </a:effectLst>
        </p:grpSpPr>
        <p:sp>
          <p:nvSpPr>
            <p:cNvPr id="39" name="Rectangle 38">
              <a:extLst>
                <a:ext uri="{FF2B5EF4-FFF2-40B4-BE49-F238E27FC236}">
                  <a16:creationId xmlns:a16="http://schemas.microsoft.com/office/drawing/2014/main" id="{80ECEFF8-3B7B-9A9E-BCA7-147D8BD24CB6}"/>
                </a:ext>
              </a:extLst>
            </p:cNvPr>
            <p:cNvSpPr/>
            <p:nvPr/>
          </p:nvSpPr>
          <p:spPr>
            <a:xfrm rot="16200000">
              <a:off x="6843089" y="4603535"/>
              <a:ext cx="502860" cy="502860"/>
            </a:xfrm>
            <a:prstGeom prst="rect">
              <a:avLst/>
            </a:prstGeom>
            <a:grpFill/>
            <a:ln w="9525">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0" name="Rectangle 39">
              <a:extLst>
                <a:ext uri="{FF2B5EF4-FFF2-40B4-BE49-F238E27FC236}">
                  <a16:creationId xmlns:a16="http://schemas.microsoft.com/office/drawing/2014/main" id="{3602112C-E292-2B41-3B3D-249BC2443A01}"/>
                </a:ext>
              </a:extLst>
            </p:cNvPr>
            <p:cNvSpPr/>
            <p:nvPr/>
          </p:nvSpPr>
          <p:spPr>
            <a:xfrm rot="16200000">
              <a:off x="6843089" y="3978334"/>
              <a:ext cx="502860" cy="502860"/>
            </a:xfrm>
            <a:prstGeom prst="rect">
              <a:avLst/>
            </a:prstGeom>
            <a:grpFill/>
            <a:ln w="9525">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1" name="Rectangle 40">
              <a:extLst>
                <a:ext uri="{FF2B5EF4-FFF2-40B4-BE49-F238E27FC236}">
                  <a16:creationId xmlns:a16="http://schemas.microsoft.com/office/drawing/2014/main" id="{03ECF9B7-7C3D-7B5B-C9AA-288B6F4DDC26}"/>
                </a:ext>
              </a:extLst>
            </p:cNvPr>
            <p:cNvSpPr/>
            <p:nvPr/>
          </p:nvSpPr>
          <p:spPr>
            <a:xfrm rot="16200000">
              <a:off x="6843089" y="3353133"/>
              <a:ext cx="502860" cy="502860"/>
            </a:xfrm>
            <a:prstGeom prst="rect">
              <a:avLst/>
            </a:prstGeom>
            <a:grpFill/>
            <a:ln w="9525">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2" name="Rectangle 41">
              <a:extLst>
                <a:ext uri="{FF2B5EF4-FFF2-40B4-BE49-F238E27FC236}">
                  <a16:creationId xmlns:a16="http://schemas.microsoft.com/office/drawing/2014/main" id="{D565E45A-3B4A-2BA1-A956-8F76AD61A264}"/>
                </a:ext>
              </a:extLst>
            </p:cNvPr>
            <p:cNvSpPr/>
            <p:nvPr/>
          </p:nvSpPr>
          <p:spPr>
            <a:xfrm rot="16200000">
              <a:off x="6843089" y="2727932"/>
              <a:ext cx="502860" cy="502860"/>
            </a:xfrm>
            <a:prstGeom prst="rect">
              <a:avLst/>
            </a:prstGeom>
            <a:grpFill/>
            <a:ln w="9525">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3" name="Rectangle 42">
              <a:extLst>
                <a:ext uri="{FF2B5EF4-FFF2-40B4-BE49-F238E27FC236}">
                  <a16:creationId xmlns:a16="http://schemas.microsoft.com/office/drawing/2014/main" id="{BD00810D-1CDD-4512-247F-D10F8F8A8862}"/>
                </a:ext>
              </a:extLst>
            </p:cNvPr>
            <p:cNvSpPr/>
            <p:nvPr/>
          </p:nvSpPr>
          <p:spPr>
            <a:xfrm rot="16200000">
              <a:off x="7423770" y="4603535"/>
              <a:ext cx="502860" cy="502860"/>
            </a:xfrm>
            <a:prstGeom prst="rect">
              <a:avLst/>
            </a:prstGeom>
            <a:grpFill/>
            <a:ln w="9525">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4" name="Rectangle 43">
              <a:extLst>
                <a:ext uri="{FF2B5EF4-FFF2-40B4-BE49-F238E27FC236}">
                  <a16:creationId xmlns:a16="http://schemas.microsoft.com/office/drawing/2014/main" id="{29B4C673-1D41-76A2-1405-547108A79953}"/>
                </a:ext>
              </a:extLst>
            </p:cNvPr>
            <p:cNvSpPr/>
            <p:nvPr/>
          </p:nvSpPr>
          <p:spPr>
            <a:xfrm rot="16200000">
              <a:off x="7423770" y="3978334"/>
              <a:ext cx="502860" cy="502860"/>
            </a:xfrm>
            <a:prstGeom prst="rect">
              <a:avLst/>
            </a:prstGeom>
            <a:grpFill/>
            <a:ln w="9525">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5" name="Rectangle 44">
              <a:extLst>
                <a:ext uri="{FF2B5EF4-FFF2-40B4-BE49-F238E27FC236}">
                  <a16:creationId xmlns:a16="http://schemas.microsoft.com/office/drawing/2014/main" id="{44E73117-CCFA-B8DA-CA81-4C84D2C4A99E}"/>
                </a:ext>
              </a:extLst>
            </p:cNvPr>
            <p:cNvSpPr/>
            <p:nvPr/>
          </p:nvSpPr>
          <p:spPr>
            <a:xfrm rot="16200000">
              <a:off x="7423770" y="3353133"/>
              <a:ext cx="502860" cy="502860"/>
            </a:xfrm>
            <a:prstGeom prst="rect">
              <a:avLst/>
            </a:prstGeom>
            <a:grpFill/>
            <a:ln w="9525">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6" name="Rectangle 45">
              <a:extLst>
                <a:ext uri="{FF2B5EF4-FFF2-40B4-BE49-F238E27FC236}">
                  <a16:creationId xmlns:a16="http://schemas.microsoft.com/office/drawing/2014/main" id="{17CA9A2D-9EC6-BECF-7617-762F5591C83D}"/>
                </a:ext>
              </a:extLst>
            </p:cNvPr>
            <p:cNvSpPr/>
            <p:nvPr/>
          </p:nvSpPr>
          <p:spPr>
            <a:xfrm rot="16200000">
              <a:off x="7423770" y="2727932"/>
              <a:ext cx="502860" cy="502860"/>
            </a:xfrm>
            <a:prstGeom prst="rect">
              <a:avLst/>
            </a:prstGeom>
            <a:grpFill/>
            <a:ln w="9525">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7" name="Rectangle 46">
              <a:extLst>
                <a:ext uri="{FF2B5EF4-FFF2-40B4-BE49-F238E27FC236}">
                  <a16:creationId xmlns:a16="http://schemas.microsoft.com/office/drawing/2014/main" id="{9470AC31-860B-C997-6DDC-35771170DDF4}"/>
                </a:ext>
              </a:extLst>
            </p:cNvPr>
            <p:cNvSpPr/>
            <p:nvPr/>
          </p:nvSpPr>
          <p:spPr>
            <a:xfrm rot="16200000">
              <a:off x="8004450" y="4603535"/>
              <a:ext cx="502860" cy="502860"/>
            </a:xfrm>
            <a:prstGeom prst="rect">
              <a:avLst/>
            </a:prstGeom>
            <a:grpFill/>
            <a:ln w="9525">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8" name="Rectangle 47">
              <a:extLst>
                <a:ext uri="{FF2B5EF4-FFF2-40B4-BE49-F238E27FC236}">
                  <a16:creationId xmlns:a16="http://schemas.microsoft.com/office/drawing/2014/main" id="{6580AA5F-F2C2-6235-3BBF-09E451D05A34}"/>
                </a:ext>
              </a:extLst>
            </p:cNvPr>
            <p:cNvSpPr/>
            <p:nvPr/>
          </p:nvSpPr>
          <p:spPr>
            <a:xfrm rot="16200000">
              <a:off x="8004450" y="3978334"/>
              <a:ext cx="502860" cy="502860"/>
            </a:xfrm>
            <a:prstGeom prst="rect">
              <a:avLst/>
            </a:prstGeom>
            <a:grpFill/>
            <a:ln w="9525">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9" name="Rectangle 48">
              <a:extLst>
                <a:ext uri="{FF2B5EF4-FFF2-40B4-BE49-F238E27FC236}">
                  <a16:creationId xmlns:a16="http://schemas.microsoft.com/office/drawing/2014/main" id="{B8DC70AF-4805-38DA-5589-68286DA4A134}"/>
                </a:ext>
              </a:extLst>
            </p:cNvPr>
            <p:cNvSpPr/>
            <p:nvPr/>
          </p:nvSpPr>
          <p:spPr>
            <a:xfrm rot="16200000">
              <a:off x="8004450" y="3353133"/>
              <a:ext cx="502860" cy="502860"/>
            </a:xfrm>
            <a:prstGeom prst="rect">
              <a:avLst/>
            </a:prstGeom>
            <a:grpFill/>
            <a:ln w="9525">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0" name="Rectangle 49">
              <a:extLst>
                <a:ext uri="{FF2B5EF4-FFF2-40B4-BE49-F238E27FC236}">
                  <a16:creationId xmlns:a16="http://schemas.microsoft.com/office/drawing/2014/main" id="{8BE5B0AE-9672-0ADC-222C-92EE4F423612}"/>
                </a:ext>
              </a:extLst>
            </p:cNvPr>
            <p:cNvSpPr/>
            <p:nvPr/>
          </p:nvSpPr>
          <p:spPr>
            <a:xfrm rot="16200000">
              <a:off x="8004450" y="2727932"/>
              <a:ext cx="502860" cy="502860"/>
            </a:xfrm>
            <a:prstGeom prst="rect">
              <a:avLst/>
            </a:prstGeom>
            <a:grpFill/>
            <a:ln w="9525">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mc:AlternateContent xmlns:mc="http://schemas.openxmlformats.org/markup-compatibility/2006" xmlns:a14="http://schemas.microsoft.com/office/drawing/2010/main">
        <mc:Choice Requires="a14">
          <p:sp>
            <p:nvSpPr>
              <p:cNvPr id="51" name="TextBox 50">
                <a:extLst>
                  <a:ext uri="{FF2B5EF4-FFF2-40B4-BE49-F238E27FC236}">
                    <a16:creationId xmlns:a16="http://schemas.microsoft.com/office/drawing/2014/main" id="{90C13CC8-B0AA-0220-C231-21FD57BF5F98}"/>
                  </a:ext>
                </a:extLst>
              </p:cNvPr>
              <p:cNvSpPr txBox="1"/>
              <p:nvPr/>
            </p:nvSpPr>
            <p:spPr>
              <a:xfrm>
                <a:off x="2631270" y="3156474"/>
                <a:ext cx="314509" cy="369332"/>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altLang="zh-CN" b="0" i="1" smtClean="0">
                          <a:latin typeface="Cambria Math" panose="02040503050406030204" pitchFamily="18" charset="0"/>
                        </a:rPr>
                        <m:t>⋅</m:t>
                      </m:r>
                    </m:oMath>
                  </m:oMathPara>
                </a14:m>
                <a:endParaRPr lang="en-US" dirty="0"/>
              </a:p>
            </p:txBody>
          </p:sp>
        </mc:Choice>
        <mc:Fallback xmlns="">
          <p:sp>
            <p:nvSpPr>
              <p:cNvPr id="51" name="TextBox 50">
                <a:extLst>
                  <a:ext uri="{FF2B5EF4-FFF2-40B4-BE49-F238E27FC236}">
                    <a16:creationId xmlns:a16="http://schemas.microsoft.com/office/drawing/2014/main" id="{90C13CC8-B0AA-0220-C231-21FD57BF5F98}"/>
                  </a:ext>
                </a:extLst>
              </p:cNvPr>
              <p:cNvSpPr txBox="1">
                <a:spLocks noRot="1" noChangeAspect="1" noMove="1" noResize="1" noEditPoints="1" noAdjustHandles="1" noChangeArrowheads="1" noChangeShapeType="1" noTextEdit="1"/>
              </p:cNvSpPr>
              <p:nvPr/>
            </p:nvSpPr>
            <p:spPr>
              <a:xfrm>
                <a:off x="2631270" y="3156474"/>
                <a:ext cx="314509" cy="369332"/>
              </a:xfrm>
              <a:prstGeom prst="rect">
                <a:avLst/>
              </a:prstGeom>
              <a:blipFill>
                <a:blip r:embed="rId7"/>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52" name="TextBox 51">
                <a:extLst>
                  <a:ext uri="{FF2B5EF4-FFF2-40B4-BE49-F238E27FC236}">
                    <a16:creationId xmlns:a16="http://schemas.microsoft.com/office/drawing/2014/main" id="{3EF6FEE1-964B-D3F8-B3F1-A29F652B5D87}"/>
                  </a:ext>
                </a:extLst>
              </p:cNvPr>
              <p:cNvSpPr txBox="1"/>
              <p:nvPr/>
            </p:nvSpPr>
            <p:spPr>
              <a:xfrm>
                <a:off x="4305581" y="3182081"/>
                <a:ext cx="421910" cy="369332"/>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altLang="zh-CN" b="0" i="1" smtClean="0">
                          <a:latin typeface="Cambria Math" panose="02040503050406030204" pitchFamily="18" charset="0"/>
                        </a:rPr>
                        <m:t>=</m:t>
                      </m:r>
                    </m:oMath>
                  </m:oMathPara>
                </a14:m>
                <a:endParaRPr lang="en-US" dirty="0"/>
              </a:p>
            </p:txBody>
          </p:sp>
        </mc:Choice>
        <mc:Fallback xmlns="">
          <p:sp>
            <p:nvSpPr>
              <p:cNvPr id="52" name="TextBox 51">
                <a:extLst>
                  <a:ext uri="{FF2B5EF4-FFF2-40B4-BE49-F238E27FC236}">
                    <a16:creationId xmlns:a16="http://schemas.microsoft.com/office/drawing/2014/main" id="{3EF6FEE1-964B-D3F8-B3F1-A29F652B5D87}"/>
                  </a:ext>
                </a:extLst>
              </p:cNvPr>
              <p:cNvSpPr txBox="1">
                <a:spLocks noRot="1" noChangeAspect="1" noMove="1" noResize="1" noEditPoints="1" noAdjustHandles="1" noChangeArrowheads="1" noChangeShapeType="1" noTextEdit="1"/>
              </p:cNvSpPr>
              <p:nvPr/>
            </p:nvSpPr>
            <p:spPr>
              <a:xfrm>
                <a:off x="4305581" y="3182081"/>
                <a:ext cx="421910" cy="369332"/>
              </a:xfrm>
              <a:prstGeom prst="rect">
                <a:avLst/>
              </a:prstGeom>
              <a:blipFill>
                <a:blip r:embed="rId8"/>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53" name="TextBox 52">
                <a:extLst>
                  <a:ext uri="{FF2B5EF4-FFF2-40B4-BE49-F238E27FC236}">
                    <a16:creationId xmlns:a16="http://schemas.microsoft.com/office/drawing/2014/main" id="{6FE9A6D8-2793-40C4-1759-B72204EAF5EB}"/>
                  </a:ext>
                </a:extLst>
              </p:cNvPr>
              <p:cNvSpPr txBox="1"/>
              <p:nvPr/>
            </p:nvSpPr>
            <p:spPr>
              <a:xfrm>
                <a:off x="944690" y="4006056"/>
                <a:ext cx="1780296" cy="710066"/>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m:rPr>
                          <m:sty m:val="p"/>
                        </m:rPr>
                        <a:rPr lang="en-US" i="1" smtClean="0">
                          <a:latin typeface="Cambria Math" panose="02040503050406030204" pitchFamily="18" charset="0"/>
                        </a:rPr>
                        <m:t>A</m:t>
                      </m:r>
                      <m:r>
                        <a:rPr lang="en-US" altLang="zh-CN" b="0" i="1" smtClean="0">
                          <a:latin typeface="Cambria Math" panose="02040503050406030204" pitchFamily="18" charset="0"/>
                        </a:rPr>
                        <m:t>=</m:t>
                      </m:r>
                      <m:d>
                        <m:dPr>
                          <m:begChr m:val="{"/>
                          <m:endChr m:val="}"/>
                          <m:ctrlPr>
                            <a:rPr lang="en-US" altLang="zh-CN" b="0" i="1" smtClean="0">
                              <a:latin typeface="Cambria Math" panose="02040503050406030204" pitchFamily="18" charset="0"/>
                            </a:rPr>
                          </m:ctrlPr>
                        </m:dPr>
                        <m:e>
                          <m:sSub>
                            <m:sSubPr>
                              <m:ctrlPr>
                                <a:rPr lang="en-US" altLang="zh-CN" b="0" i="1" smtClean="0">
                                  <a:latin typeface="Cambria Math" panose="02040503050406030204" pitchFamily="18" charset="0"/>
                                </a:rPr>
                              </m:ctrlPr>
                            </m:sSubPr>
                            <m:e>
                              <m:r>
                                <a:rPr lang="en-US" altLang="zh-CN" b="0" i="1" smtClean="0">
                                  <a:latin typeface="Cambria Math" panose="02040503050406030204" pitchFamily="18" charset="0"/>
                                </a:rPr>
                                <m:t>𝑎</m:t>
                              </m:r>
                            </m:e>
                            <m:sub>
                              <m:r>
                                <a:rPr lang="en-US" altLang="zh-CN" b="0" i="1" smtClean="0">
                                  <a:latin typeface="Cambria Math" panose="02040503050406030204" pitchFamily="18" charset="0"/>
                                </a:rPr>
                                <m:t>𝑖</m:t>
                              </m:r>
                              <m:r>
                                <a:rPr lang="en-US" altLang="zh-CN" b="0" i="1" smtClean="0">
                                  <a:latin typeface="Cambria Math" panose="02040503050406030204" pitchFamily="18" charset="0"/>
                                </a:rPr>
                                <m:t>,</m:t>
                              </m:r>
                              <m:r>
                                <a:rPr lang="en-US" altLang="zh-CN" b="0" i="1" smtClean="0">
                                  <a:latin typeface="Cambria Math" panose="02040503050406030204" pitchFamily="18" charset="0"/>
                                </a:rPr>
                                <m:t>𝑗</m:t>
                              </m:r>
                            </m:sub>
                          </m:sSub>
                        </m:e>
                      </m:d>
                    </m:oMath>
                  </m:oMathPara>
                </a14:m>
                <a:endParaRPr lang="en-US" altLang="zh-CN" b="0" i="1" dirty="0">
                  <a:latin typeface="Cambria Math" panose="02040503050406030204" pitchFamily="18" charset="0"/>
                </a:endParaRPr>
              </a:p>
              <a:p>
                <a:pPr/>
                <a14:m>
                  <m:oMathPara xmlns:m="http://schemas.openxmlformats.org/officeDocument/2006/math">
                    <m:oMathParaPr>
                      <m:jc m:val="centerGroup"/>
                    </m:oMathParaPr>
                    <m:oMath xmlns:m="http://schemas.openxmlformats.org/officeDocument/2006/math">
                      <m:sSub>
                        <m:sSubPr>
                          <m:ctrlPr>
                            <a:rPr lang="en-US" altLang="zh-CN" b="0" i="1" smtClean="0">
                              <a:latin typeface="Cambria Math" panose="02040503050406030204" pitchFamily="18" charset="0"/>
                            </a:rPr>
                          </m:ctrlPr>
                        </m:sSubPr>
                        <m:e>
                          <m:r>
                            <a:rPr lang="en-US" altLang="zh-CN" b="0" i="1" smtClean="0">
                              <a:latin typeface="Cambria Math" panose="02040503050406030204" pitchFamily="18" charset="0"/>
                            </a:rPr>
                            <m:t>𝑎</m:t>
                          </m:r>
                        </m:e>
                        <m:sub>
                          <m:r>
                            <a:rPr lang="en-US" altLang="zh-CN" b="0" i="1" smtClean="0">
                              <a:latin typeface="Cambria Math" panose="02040503050406030204" pitchFamily="18" charset="0"/>
                            </a:rPr>
                            <m:t>𝑖</m:t>
                          </m:r>
                          <m:r>
                            <a:rPr lang="en-US" altLang="zh-CN" b="0" i="1" smtClean="0">
                              <a:latin typeface="Cambria Math" panose="02040503050406030204" pitchFamily="18" charset="0"/>
                            </a:rPr>
                            <m:t>,</m:t>
                          </m:r>
                          <m:r>
                            <a:rPr lang="en-US" altLang="zh-CN" b="0" i="1" smtClean="0">
                              <a:latin typeface="Cambria Math" panose="02040503050406030204" pitchFamily="18" charset="0"/>
                            </a:rPr>
                            <m:t>𝑗</m:t>
                          </m:r>
                        </m:sub>
                      </m:sSub>
                      <m:r>
                        <a:rPr lang="en-US" altLang="zh-CN" b="0" i="1" smtClean="0">
                          <a:latin typeface="Cambria Math" panose="02040503050406030204" pitchFamily="18" charset="0"/>
                        </a:rPr>
                        <m:t>=0</m:t>
                      </m:r>
                      <m:r>
                        <a:rPr lang="zh-CN" altLang="en-US" b="0" i="1" smtClean="0">
                          <a:latin typeface="Cambria Math" panose="02040503050406030204" pitchFamily="18" charset="0"/>
                        </a:rPr>
                        <m:t> </m:t>
                      </m:r>
                      <m:r>
                        <a:rPr lang="en-US" altLang="zh-CN" b="0" i="1" smtClean="0">
                          <a:latin typeface="Cambria Math" panose="02040503050406030204" pitchFamily="18" charset="0"/>
                        </a:rPr>
                        <m:t>𝑖𝑓</m:t>
                      </m:r>
                      <m:r>
                        <a:rPr lang="zh-CN" altLang="en-US" b="0" i="1" smtClean="0">
                          <a:latin typeface="Cambria Math" panose="02040503050406030204" pitchFamily="18" charset="0"/>
                        </a:rPr>
                        <m:t> </m:t>
                      </m:r>
                      <m:r>
                        <a:rPr lang="en-US" altLang="zh-CN" b="0" i="1" smtClean="0">
                          <a:latin typeface="Cambria Math" panose="02040503050406030204" pitchFamily="18" charset="0"/>
                        </a:rPr>
                        <m:t>𝑗</m:t>
                      </m:r>
                      <m:r>
                        <a:rPr lang="en-US" altLang="zh-CN" b="0" i="1" smtClean="0">
                          <a:latin typeface="Cambria Math" panose="02040503050406030204" pitchFamily="18" charset="0"/>
                        </a:rPr>
                        <m:t>&gt;</m:t>
                      </m:r>
                      <m:r>
                        <a:rPr lang="en-US" altLang="zh-CN" b="0" i="1" smtClean="0">
                          <a:latin typeface="Cambria Math" panose="02040503050406030204" pitchFamily="18" charset="0"/>
                        </a:rPr>
                        <m:t>𝑖</m:t>
                      </m:r>
                    </m:oMath>
                  </m:oMathPara>
                </a14:m>
                <a:endParaRPr lang="en-US" dirty="0"/>
              </a:p>
            </p:txBody>
          </p:sp>
        </mc:Choice>
        <mc:Fallback xmlns="">
          <p:sp>
            <p:nvSpPr>
              <p:cNvPr id="53" name="TextBox 52">
                <a:extLst>
                  <a:ext uri="{FF2B5EF4-FFF2-40B4-BE49-F238E27FC236}">
                    <a16:creationId xmlns:a16="http://schemas.microsoft.com/office/drawing/2014/main" id="{6FE9A6D8-2793-40C4-1759-B72204EAF5EB}"/>
                  </a:ext>
                </a:extLst>
              </p:cNvPr>
              <p:cNvSpPr txBox="1">
                <a:spLocks noRot="1" noChangeAspect="1" noMove="1" noResize="1" noEditPoints="1" noAdjustHandles="1" noChangeArrowheads="1" noChangeShapeType="1" noTextEdit="1"/>
              </p:cNvSpPr>
              <p:nvPr/>
            </p:nvSpPr>
            <p:spPr>
              <a:xfrm>
                <a:off x="944690" y="4006056"/>
                <a:ext cx="1780296" cy="710066"/>
              </a:xfrm>
              <a:prstGeom prst="rect">
                <a:avLst/>
              </a:prstGeom>
              <a:blipFill>
                <a:blip r:embed="rId9"/>
                <a:stretch>
                  <a:fillRect b="-5263"/>
                </a:stretch>
              </a:blipFill>
            </p:spPr>
            <p:txBody>
              <a:bodyPr/>
              <a:lstStyle/>
              <a:p>
                <a:r>
                  <a:rPr lang="en-US">
                    <a:noFill/>
                  </a:rPr>
                  <a:t> </a:t>
                </a:r>
              </a:p>
            </p:txBody>
          </p:sp>
        </mc:Fallback>
      </mc:AlternateContent>
      <p:sp>
        <p:nvSpPr>
          <p:cNvPr id="54" name="TextBox 53">
            <a:extLst>
              <a:ext uri="{FF2B5EF4-FFF2-40B4-BE49-F238E27FC236}">
                <a16:creationId xmlns:a16="http://schemas.microsoft.com/office/drawing/2014/main" id="{A804B9AC-C154-D53B-33C2-CE442F19CE6C}"/>
              </a:ext>
            </a:extLst>
          </p:cNvPr>
          <p:cNvSpPr txBox="1"/>
          <p:nvPr/>
        </p:nvSpPr>
        <p:spPr>
          <a:xfrm>
            <a:off x="3314422" y="2266551"/>
            <a:ext cx="338554" cy="369332"/>
          </a:xfrm>
          <a:prstGeom prst="rect">
            <a:avLst/>
          </a:prstGeom>
          <a:noFill/>
        </p:spPr>
        <p:txBody>
          <a:bodyPr wrap="none" rtlCol="0">
            <a:spAutoFit/>
          </a:bodyPr>
          <a:lstStyle/>
          <a:p>
            <a:r>
              <a:rPr lang="en-US" altLang="zh-CN" dirty="0"/>
              <a:t>V</a:t>
            </a:r>
            <a:endParaRPr lang="en-US" dirty="0"/>
          </a:p>
        </p:txBody>
      </p:sp>
      <mc:AlternateContent xmlns:mc="http://schemas.openxmlformats.org/markup-compatibility/2006" xmlns:a14="http://schemas.microsoft.com/office/drawing/2010/main">
        <mc:Choice Requires="a14">
          <p:sp>
            <p:nvSpPr>
              <p:cNvPr id="55" name="TextBox 54">
                <a:extLst>
                  <a:ext uri="{FF2B5EF4-FFF2-40B4-BE49-F238E27FC236}">
                    <a16:creationId xmlns:a16="http://schemas.microsoft.com/office/drawing/2014/main" id="{8D379181-7514-4223-C068-CAD948F8C607}"/>
                  </a:ext>
                </a:extLst>
              </p:cNvPr>
              <p:cNvSpPr txBox="1"/>
              <p:nvPr/>
            </p:nvSpPr>
            <p:spPr>
              <a:xfrm>
                <a:off x="5747847" y="2718191"/>
                <a:ext cx="3439403" cy="1200329"/>
              </a:xfrm>
              <a:prstGeom prst="rect">
                <a:avLst/>
              </a:prstGeom>
              <a:noFill/>
            </p:spPr>
            <p:txBody>
              <a:bodyPr wrap="none" rtlCol="0">
                <a:spAutoFit/>
              </a:bodyPr>
              <a:lstStyle/>
              <a:p>
                <a:pPr/>
                <a14:m>
                  <m:oMathPara xmlns:m="http://schemas.openxmlformats.org/officeDocument/2006/math">
                    <m:oMathParaPr>
                      <m:jc m:val="left"/>
                    </m:oMathParaPr>
                    <m:oMath xmlns:m="http://schemas.openxmlformats.org/officeDocument/2006/math">
                      <m:sSub>
                        <m:sSubPr>
                          <m:ctrlPr>
                            <a:rPr lang="en-US" altLang="zh-CN" b="0" i="1" smtClean="0">
                              <a:latin typeface="Cambria Math" panose="02040503050406030204" pitchFamily="18" charset="0"/>
                            </a:rPr>
                          </m:ctrlPr>
                        </m:sSubPr>
                        <m:e>
                          <m:r>
                            <a:rPr lang="en-US" altLang="zh-CN" b="0" i="1" smtClean="0">
                              <a:latin typeface="Cambria Math" panose="02040503050406030204" pitchFamily="18" charset="0"/>
                            </a:rPr>
                            <m:t>𝑎</m:t>
                          </m:r>
                        </m:e>
                        <m:sub>
                          <m:r>
                            <a:rPr lang="en-US" altLang="zh-CN" b="0" i="1" smtClean="0">
                              <a:latin typeface="Cambria Math" panose="02040503050406030204" pitchFamily="18" charset="0"/>
                            </a:rPr>
                            <m:t>11</m:t>
                          </m:r>
                        </m:sub>
                      </m:sSub>
                      <m:sSub>
                        <m:sSubPr>
                          <m:ctrlPr>
                            <a:rPr lang="en-US" altLang="zh-CN" b="0" i="1" smtClean="0">
                              <a:latin typeface="Cambria Math" panose="02040503050406030204" pitchFamily="18" charset="0"/>
                            </a:rPr>
                          </m:ctrlPr>
                        </m:sSubPr>
                        <m:e>
                          <m:r>
                            <a:rPr lang="en-US" altLang="zh-CN" b="0" i="1" smtClean="0">
                              <a:latin typeface="Cambria Math" panose="02040503050406030204" pitchFamily="18" charset="0"/>
                            </a:rPr>
                            <m:t>𝑣</m:t>
                          </m:r>
                        </m:e>
                        <m:sub>
                          <m:r>
                            <a:rPr lang="en-US" altLang="zh-CN" b="0" i="1" smtClean="0">
                              <a:latin typeface="Cambria Math" panose="02040503050406030204" pitchFamily="18" charset="0"/>
                            </a:rPr>
                            <m:t>1</m:t>
                          </m:r>
                        </m:sub>
                      </m:sSub>
                    </m:oMath>
                  </m:oMathPara>
                </a14:m>
                <a:endParaRPr lang="en-US" altLang="zh-CN" b="0" dirty="0"/>
              </a:p>
              <a:p>
                <a:pPr/>
                <a14:m>
                  <m:oMathPara xmlns:m="http://schemas.openxmlformats.org/officeDocument/2006/math">
                    <m:oMathParaPr>
                      <m:jc m:val="left"/>
                    </m:oMathParaPr>
                    <m:oMath xmlns:m="http://schemas.openxmlformats.org/officeDocument/2006/math">
                      <m:sSub>
                        <m:sSubPr>
                          <m:ctrlPr>
                            <a:rPr lang="en-US" altLang="zh-CN" b="0" i="1" smtClean="0">
                              <a:latin typeface="Cambria Math" panose="02040503050406030204" pitchFamily="18" charset="0"/>
                            </a:rPr>
                          </m:ctrlPr>
                        </m:sSubPr>
                        <m:e>
                          <m:r>
                            <a:rPr lang="en-US" altLang="zh-CN" b="0" i="1" smtClean="0">
                              <a:latin typeface="Cambria Math" panose="02040503050406030204" pitchFamily="18" charset="0"/>
                            </a:rPr>
                            <m:t>𝑎</m:t>
                          </m:r>
                        </m:e>
                        <m:sub>
                          <m:r>
                            <a:rPr lang="en-US" altLang="zh-CN" b="0" i="1" smtClean="0">
                              <a:latin typeface="Cambria Math" panose="02040503050406030204" pitchFamily="18" charset="0"/>
                            </a:rPr>
                            <m:t>21</m:t>
                          </m:r>
                        </m:sub>
                      </m:sSub>
                      <m:sSub>
                        <m:sSubPr>
                          <m:ctrlPr>
                            <a:rPr lang="en-US" altLang="zh-CN" b="0" i="1" smtClean="0">
                              <a:latin typeface="Cambria Math" panose="02040503050406030204" pitchFamily="18" charset="0"/>
                            </a:rPr>
                          </m:ctrlPr>
                        </m:sSubPr>
                        <m:e>
                          <m:r>
                            <a:rPr lang="en-US" altLang="zh-CN" b="0" i="1" smtClean="0">
                              <a:latin typeface="Cambria Math" panose="02040503050406030204" pitchFamily="18" charset="0"/>
                            </a:rPr>
                            <m:t>𝑣</m:t>
                          </m:r>
                        </m:e>
                        <m:sub>
                          <m:r>
                            <a:rPr lang="en-US" altLang="zh-CN" b="0" i="1" smtClean="0">
                              <a:latin typeface="Cambria Math" panose="02040503050406030204" pitchFamily="18" charset="0"/>
                            </a:rPr>
                            <m:t>1</m:t>
                          </m:r>
                        </m:sub>
                      </m:sSub>
                      <m:r>
                        <a:rPr lang="en-US" altLang="zh-CN" b="0" i="1" smtClean="0">
                          <a:latin typeface="Cambria Math" panose="02040503050406030204" pitchFamily="18" charset="0"/>
                        </a:rPr>
                        <m:t>+</m:t>
                      </m:r>
                      <m:sSub>
                        <m:sSubPr>
                          <m:ctrlPr>
                            <a:rPr lang="en-US" altLang="zh-CN" b="0" i="1" smtClean="0">
                              <a:latin typeface="Cambria Math" panose="02040503050406030204" pitchFamily="18" charset="0"/>
                            </a:rPr>
                          </m:ctrlPr>
                        </m:sSubPr>
                        <m:e>
                          <m:r>
                            <a:rPr lang="en-US" altLang="zh-CN" b="0" i="1" smtClean="0">
                              <a:latin typeface="Cambria Math" panose="02040503050406030204" pitchFamily="18" charset="0"/>
                            </a:rPr>
                            <m:t>𝑎</m:t>
                          </m:r>
                        </m:e>
                        <m:sub>
                          <m:r>
                            <a:rPr lang="en-US" altLang="zh-CN" b="0" i="1" smtClean="0">
                              <a:latin typeface="Cambria Math" panose="02040503050406030204" pitchFamily="18" charset="0"/>
                            </a:rPr>
                            <m:t>22</m:t>
                          </m:r>
                        </m:sub>
                      </m:sSub>
                      <m:sSub>
                        <m:sSubPr>
                          <m:ctrlPr>
                            <a:rPr lang="en-US" altLang="zh-CN" b="0" i="1" smtClean="0">
                              <a:latin typeface="Cambria Math" panose="02040503050406030204" pitchFamily="18" charset="0"/>
                            </a:rPr>
                          </m:ctrlPr>
                        </m:sSubPr>
                        <m:e>
                          <m:r>
                            <a:rPr lang="en-US" altLang="zh-CN" b="0" i="1" smtClean="0">
                              <a:latin typeface="Cambria Math" panose="02040503050406030204" pitchFamily="18" charset="0"/>
                            </a:rPr>
                            <m:t>𝑣</m:t>
                          </m:r>
                        </m:e>
                        <m:sub>
                          <m:r>
                            <a:rPr lang="en-US" altLang="zh-CN" b="0" i="1" smtClean="0">
                              <a:latin typeface="Cambria Math" panose="02040503050406030204" pitchFamily="18" charset="0"/>
                            </a:rPr>
                            <m:t>2</m:t>
                          </m:r>
                        </m:sub>
                      </m:sSub>
                    </m:oMath>
                  </m:oMathPara>
                </a14:m>
                <a:endParaRPr lang="en-US" altLang="zh-CN" b="0" dirty="0"/>
              </a:p>
              <a:p>
                <a:pPr/>
                <a14:m>
                  <m:oMathPara xmlns:m="http://schemas.openxmlformats.org/officeDocument/2006/math">
                    <m:oMathParaPr>
                      <m:jc m:val="left"/>
                    </m:oMathParaPr>
                    <m:oMath xmlns:m="http://schemas.openxmlformats.org/officeDocument/2006/math">
                      <m:sSub>
                        <m:sSubPr>
                          <m:ctrlPr>
                            <a:rPr lang="en-US" altLang="zh-CN" b="0" i="1" smtClean="0">
                              <a:latin typeface="Cambria Math" panose="02040503050406030204" pitchFamily="18" charset="0"/>
                            </a:rPr>
                          </m:ctrlPr>
                        </m:sSubPr>
                        <m:e>
                          <m:r>
                            <a:rPr lang="en-US" altLang="zh-CN" b="0" i="1" smtClean="0">
                              <a:latin typeface="Cambria Math" panose="02040503050406030204" pitchFamily="18" charset="0"/>
                            </a:rPr>
                            <m:t>𝑎</m:t>
                          </m:r>
                        </m:e>
                        <m:sub>
                          <m:r>
                            <a:rPr lang="en-US" altLang="zh-CN" b="0" i="1" smtClean="0">
                              <a:latin typeface="Cambria Math" panose="02040503050406030204" pitchFamily="18" charset="0"/>
                            </a:rPr>
                            <m:t>31</m:t>
                          </m:r>
                        </m:sub>
                      </m:sSub>
                      <m:sSub>
                        <m:sSubPr>
                          <m:ctrlPr>
                            <a:rPr lang="en-US" altLang="zh-CN" b="0" i="1" smtClean="0">
                              <a:latin typeface="Cambria Math" panose="02040503050406030204" pitchFamily="18" charset="0"/>
                            </a:rPr>
                          </m:ctrlPr>
                        </m:sSubPr>
                        <m:e>
                          <m:r>
                            <a:rPr lang="en-US" altLang="zh-CN" b="0" i="1" smtClean="0">
                              <a:latin typeface="Cambria Math" panose="02040503050406030204" pitchFamily="18" charset="0"/>
                            </a:rPr>
                            <m:t>𝑣</m:t>
                          </m:r>
                        </m:e>
                        <m:sub>
                          <m:r>
                            <a:rPr lang="en-US" altLang="zh-CN" b="0" i="1" smtClean="0">
                              <a:latin typeface="Cambria Math" panose="02040503050406030204" pitchFamily="18" charset="0"/>
                            </a:rPr>
                            <m:t>1</m:t>
                          </m:r>
                        </m:sub>
                      </m:sSub>
                      <m:r>
                        <a:rPr lang="en-US" altLang="zh-CN" b="0" i="1" smtClean="0">
                          <a:latin typeface="Cambria Math" panose="02040503050406030204" pitchFamily="18" charset="0"/>
                        </a:rPr>
                        <m:t>+</m:t>
                      </m:r>
                      <m:sSub>
                        <m:sSubPr>
                          <m:ctrlPr>
                            <a:rPr lang="en-US" altLang="zh-CN" b="0" i="1" smtClean="0">
                              <a:latin typeface="Cambria Math" panose="02040503050406030204" pitchFamily="18" charset="0"/>
                            </a:rPr>
                          </m:ctrlPr>
                        </m:sSubPr>
                        <m:e>
                          <m:r>
                            <a:rPr lang="en-US" altLang="zh-CN" b="0" i="1" smtClean="0">
                              <a:latin typeface="Cambria Math" panose="02040503050406030204" pitchFamily="18" charset="0"/>
                            </a:rPr>
                            <m:t>𝑎</m:t>
                          </m:r>
                        </m:e>
                        <m:sub>
                          <m:r>
                            <a:rPr lang="en-US" altLang="zh-CN" b="0" i="1" smtClean="0">
                              <a:latin typeface="Cambria Math" panose="02040503050406030204" pitchFamily="18" charset="0"/>
                            </a:rPr>
                            <m:t>32</m:t>
                          </m:r>
                        </m:sub>
                      </m:sSub>
                      <m:sSub>
                        <m:sSubPr>
                          <m:ctrlPr>
                            <a:rPr lang="en-US" altLang="zh-CN" b="0" i="1" smtClean="0">
                              <a:latin typeface="Cambria Math" panose="02040503050406030204" pitchFamily="18" charset="0"/>
                            </a:rPr>
                          </m:ctrlPr>
                        </m:sSubPr>
                        <m:e>
                          <m:r>
                            <a:rPr lang="en-US" altLang="zh-CN" b="0" i="1" smtClean="0">
                              <a:latin typeface="Cambria Math" panose="02040503050406030204" pitchFamily="18" charset="0"/>
                            </a:rPr>
                            <m:t>𝑣</m:t>
                          </m:r>
                        </m:e>
                        <m:sub>
                          <m:r>
                            <a:rPr lang="en-US" altLang="zh-CN" b="0" i="1" smtClean="0">
                              <a:latin typeface="Cambria Math" panose="02040503050406030204" pitchFamily="18" charset="0"/>
                            </a:rPr>
                            <m:t>2</m:t>
                          </m:r>
                        </m:sub>
                      </m:sSub>
                      <m:r>
                        <a:rPr lang="en-US" altLang="zh-CN" b="0" i="1" smtClean="0">
                          <a:latin typeface="Cambria Math" panose="02040503050406030204" pitchFamily="18" charset="0"/>
                        </a:rPr>
                        <m:t>+</m:t>
                      </m:r>
                      <m:sSub>
                        <m:sSubPr>
                          <m:ctrlPr>
                            <a:rPr lang="en-US" altLang="zh-CN" b="0" i="1" smtClean="0">
                              <a:latin typeface="Cambria Math" panose="02040503050406030204" pitchFamily="18" charset="0"/>
                            </a:rPr>
                          </m:ctrlPr>
                        </m:sSubPr>
                        <m:e>
                          <m:r>
                            <a:rPr lang="en-US" altLang="zh-CN" b="0" i="1" smtClean="0">
                              <a:latin typeface="Cambria Math" panose="02040503050406030204" pitchFamily="18" charset="0"/>
                            </a:rPr>
                            <m:t>𝑎</m:t>
                          </m:r>
                        </m:e>
                        <m:sub>
                          <m:r>
                            <a:rPr lang="en-US" altLang="zh-CN" b="0" i="1" smtClean="0">
                              <a:latin typeface="Cambria Math" panose="02040503050406030204" pitchFamily="18" charset="0"/>
                            </a:rPr>
                            <m:t>33</m:t>
                          </m:r>
                        </m:sub>
                      </m:sSub>
                      <m:sSub>
                        <m:sSubPr>
                          <m:ctrlPr>
                            <a:rPr lang="en-US" altLang="zh-CN" b="0" i="1" smtClean="0">
                              <a:latin typeface="Cambria Math" panose="02040503050406030204" pitchFamily="18" charset="0"/>
                            </a:rPr>
                          </m:ctrlPr>
                        </m:sSubPr>
                        <m:e>
                          <m:r>
                            <a:rPr lang="en-US" altLang="zh-CN" b="0" i="1" smtClean="0">
                              <a:latin typeface="Cambria Math" panose="02040503050406030204" pitchFamily="18" charset="0"/>
                            </a:rPr>
                            <m:t>𝑣</m:t>
                          </m:r>
                        </m:e>
                        <m:sub>
                          <m:r>
                            <a:rPr lang="en-US" altLang="zh-CN" b="0" i="1" smtClean="0">
                              <a:latin typeface="Cambria Math" panose="02040503050406030204" pitchFamily="18" charset="0"/>
                            </a:rPr>
                            <m:t>3</m:t>
                          </m:r>
                        </m:sub>
                      </m:sSub>
                    </m:oMath>
                  </m:oMathPara>
                </a14:m>
                <a:endParaRPr lang="en-US" altLang="zh-CN" b="0" dirty="0"/>
              </a:p>
              <a:p>
                <a:pPr/>
                <a14:m>
                  <m:oMathPara xmlns:m="http://schemas.openxmlformats.org/officeDocument/2006/math">
                    <m:oMathParaPr>
                      <m:jc m:val="left"/>
                    </m:oMathParaPr>
                    <m:oMath xmlns:m="http://schemas.openxmlformats.org/officeDocument/2006/math">
                      <m:sSub>
                        <m:sSubPr>
                          <m:ctrlPr>
                            <a:rPr lang="en-US" altLang="zh-CN" b="0" i="1" smtClean="0">
                              <a:latin typeface="Cambria Math" panose="02040503050406030204" pitchFamily="18" charset="0"/>
                            </a:rPr>
                          </m:ctrlPr>
                        </m:sSubPr>
                        <m:e>
                          <m:r>
                            <a:rPr lang="en-US" altLang="zh-CN" b="0" i="1" smtClean="0">
                              <a:latin typeface="Cambria Math" panose="02040503050406030204" pitchFamily="18" charset="0"/>
                            </a:rPr>
                            <m:t>𝑎</m:t>
                          </m:r>
                        </m:e>
                        <m:sub>
                          <m:r>
                            <a:rPr lang="en-US" altLang="zh-CN" b="0" i="1" smtClean="0">
                              <a:latin typeface="Cambria Math" panose="02040503050406030204" pitchFamily="18" charset="0"/>
                            </a:rPr>
                            <m:t>41</m:t>
                          </m:r>
                        </m:sub>
                      </m:sSub>
                      <m:sSub>
                        <m:sSubPr>
                          <m:ctrlPr>
                            <a:rPr lang="en-US" altLang="zh-CN" b="0" i="1" smtClean="0">
                              <a:latin typeface="Cambria Math" panose="02040503050406030204" pitchFamily="18" charset="0"/>
                            </a:rPr>
                          </m:ctrlPr>
                        </m:sSubPr>
                        <m:e>
                          <m:r>
                            <a:rPr lang="en-US" altLang="zh-CN" b="0" i="1" smtClean="0">
                              <a:latin typeface="Cambria Math" panose="02040503050406030204" pitchFamily="18" charset="0"/>
                            </a:rPr>
                            <m:t>𝑣</m:t>
                          </m:r>
                        </m:e>
                        <m:sub>
                          <m:r>
                            <a:rPr lang="en-US" altLang="zh-CN" b="0" i="1" smtClean="0">
                              <a:latin typeface="Cambria Math" panose="02040503050406030204" pitchFamily="18" charset="0"/>
                            </a:rPr>
                            <m:t>1</m:t>
                          </m:r>
                        </m:sub>
                      </m:sSub>
                      <m:r>
                        <a:rPr lang="en-US" altLang="zh-CN" b="0" i="1" smtClean="0">
                          <a:latin typeface="Cambria Math" panose="02040503050406030204" pitchFamily="18" charset="0"/>
                        </a:rPr>
                        <m:t>+</m:t>
                      </m:r>
                      <m:sSub>
                        <m:sSubPr>
                          <m:ctrlPr>
                            <a:rPr lang="en-US" altLang="zh-CN" b="0" i="1" smtClean="0">
                              <a:latin typeface="Cambria Math" panose="02040503050406030204" pitchFamily="18" charset="0"/>
                            </a:rPr>
                          </m:ctrlPr>
                        </m:sSubPr>
                        <m:e>
                          <m:r>
                            <a:rPr lang="en-US" altLang="zh-CN" b="0" i="1" smtClean="0">
                              <a:latin typeface="Cambria Math" panose="02040503050406030204" pitchFamily="18" charset="0"/>
                            </a:rPr>
                            <m:t>𝑎</m:t>
                          </m:r>
                        </m:e>
                        <m:sub>
                          <m:r>
                            <a:rPr lang="en-US" altLang="zh-CN" b="0" i="1" smtClean="0">
                              <a:latin typeface="Cambria Math" panose="02040503050406030204" pitchFamily="18" charset="0"/>
                            </a:rPr>
                            <m:t>42</m:t>
                          </m:r>
                        </m:sub>
                      </m:sSub>
                      <m:sSub>
                        <m:sSubPr>
                          <m:ctrlPr>
                            <a:rPr lang="en-US" altLang="zh-CN" b="0" i="1" smtClean="0">
                              <a:latin typeface="Cambria Math" panose="02040503050406030204" pitchFamily="18" charset="0"/>
                            </a:rPr>
                          </m:ctrlPr>
                        </m:sSubPr>
                        <m:e>
                          <m:r>
                            <a:rPr lang="en-US" altLang="zh-CN" b="0" i="1" smtClean="0">
                              <a:latin typeface="Cambria Math" panose="02040503050406030204" pitchFamily="18" charset="0"/>
                            </a:rPr>
                            <m:t>𝑣</m:t>
                          </m:r>
                        </m:e>
                        <m:sub>
                          <m:r>
                            <a:rPr lang="en-US" altLang="zh-CN" b="0" i="1" smtClean="0">
                              <a:latin typeface="Cambria Math" panose="02040503050406030204" pitchFamily="18" charset="0"/>
                            </a:rPr>
                            <m:t>2</m:t>
                          </m:r>
                        </m:sub>
                      </m:sSub>
                      <m:r>
                        <a:rPr lang="en-US" altLang="zh-CN" b="0" i="1" smtClean="0">
                          <a:latin typeface="Cambria Math" panose="02040503050406030204" pitchFamily="18" charset="0"/>
                        </a:rPr>
                        <m:t>+</m:t>
                      </m:r>
                      <m:sSub>
                        <m:sSubPr>
                          <m:ctrlPr>
                            <a:rPr lang="en-US" altLang="zh-CN" b="0" i="1" smtClean="0">
                              <a:latin typeface="Cambria Math" panose="02040503050406030204" pitchFamily="18" charset="0"/>
                            </a:rPr>
                          </m:ctrlPr>
                        </m:sSubPr>
                        <m:e>
                          <m:r>
                            <a:rPr lang="en-US" altLang="zh-CN" b="0" i="1" smtClean="0">
                              <a:latin typeface="Cambria Math" panose="02040503050406030204" pitchFamily="18" charset="0"/>
                            </a:rPr>
                            <m:t>𝑎</m:t>
                          </m:r>
                        </m:e>
                        <m:sub>
                          <m:r>
                            <a:rPr lang="en-US" altLang="zh-CN" b="0" i="1" smtClean="0">
                              <a:latin typeface="Cambria Math" panose="02040503050406030204" pitchFamily="18" charset="0"/>
                            </a:rPr>
                            <m:t>43</m:t>
                          </m:r>
                        </m:sub>
                      </m:sSub>
                      <m:sSub>
                        <m:sSubPr>
                          <m:ctrlPr>
                            <a:rPr lang="en-US" altLang="zh-CN" b="0" i="1" smtClean="0">
                              <a:latin typeface="Cambria Math" panose="02040503050406030204" pitchFamily="18" charset="0"/>
                            </a:rPr>
                          </m:ctrlPr>
                        </m:sSubPr>
                        <m:e>
                          <m:r>
                            <a:rPr lang="en-US" altLang="zh-CN" b="0" i="1" smtClean="0">
                              <a:latin typeface="Cambria Math" panose="02040503050406030204" pitchFamily="18" charset="0"/>
                            </a:rPr>
                            <m:t>𝑣</m:t>
                          </m:r>
                        </m:e>
                        <m:sub>
                          <m:r>
                            <a:rPr lang="en-US" altLang="zh-CN" b="0" i="1" smtClean="0">
                              <a:latin typeface="Cambria Math" panose="02040503050406030204" pitchFamily="18" charset="0"/>
                            </a:rPr>
                            <m:t>3</m:t>
                          </m:r>
                        </m:sub>
                      </m:sSub>
                      <m:r>
                        <a:rPr lang="en-US" altLang="zh-CN" b="0" i="1" smtClean="0">
                          <a:latin typeface="Cambria Math" panose="02040503050406030204" pitchFamily="18" charset="0"/>
                        </a:rPr>
                        <m:t>+</m:t>
                      </m:r>
                      <m:sSub>
                        <m:sSubPr>
                          <m:ctrlPr>
                            <a:rPr lang="en-US" altLang="zh-CN" b="0" i="1" smtClean="0">
                              <a:latin typeface="Cambria Math" panose="02040503050406030204" pitchFamily="18" charset="0"/>
                            </a:rPr>
                          </m:ctrlPr>
                        </m:sSubPr>
                        <m:e>
                          <m:r>
                            <a:rPr lang="en-US" altLang="zh-CN" b="0" i="1" smtClean="0">
                              <a:latin typeface="Cambria Math" panose="02040503050406030204" pitchFamily="18" charset="0"/>
                            </a:rPr>
                            <m:t>𝑎</m:t>
                          </m:r>
                        </m:e>
                        <m:sub>
                          <m:r>
                            <a:rPr lang="en-US" altLang="zh-CN" b="0" i="1" smtClean="0">
                              <a:latin typeface="Cambria Math" panose="02040503050406030204" pitchFamily="18" charset="0"/>
                            </a:rPr>
                            <m:t>44</m:t>
                          </m:r>
                        </m:sub>
                      </m:sSub>
                      <m:sSub>
                        <m:sSubPr>
                          <m:ctrlPr>
                            <a:rPr lang="en-US" altLang="zh-CN" b="0" i="1" smtClean="0">
                              <a:latin typeface="Cambria Math" panose="02040503050406030204" pitchFamily="18" charset="0"/>
                            </a:rPr>
                          </m:ctrlPr>
                        </m:sSubPr>
                        <m:e>
                          <m:r>
                            <a:rPr lang="en-US" altLang="zh-CN" b="0" i="1" smtClean="0">
                              <a:latin typeface="Cambria Math" panose="02040503050406030204" pitchFamily="18" charset="0"/>
                            </a:rPr>
                            <m:t>𝑣</m:t>
                          </m:r>
                        </m:e>
                        <m:sub>
                          <m:r>
                            <a:rPr lang="en-US" altLang="zh-CN" b="0" i="1" smtClean="0">
                              <a:latin typeface="Cambria Math" panose="02040503050406030204" pitchFamily="18" charset="0"/>
                            </a:rPr>
                            <m:t>4</m:t>
                          </m:r>
                        </m:sub>
                      </m:sSub>
                    </m:oMath>
                  </m:oMathPara>
                </a14:m>
                <a:endParaRPr lang="en-US" dirty="0"/>
              </a:p>
            </p:txBody>
          </p:sp>
        </mc:Choice>
        <mc:Fallback xmlns="">
          <p:sp>
            <p:nvSpPr>
              <p:cNvPr id="55" name="TextBox 54">
                <a:extLst>
                  <a:ext uri="{FF2B5EF4-FFF2-40B4-BE49-F238E27FC236}">
                    <a16:creationId xmlns:a16="http://schemas.microsoft.com/office/drawing/2014/main" id="{8D379181-7514-4223-C068-CAD948F8C607}"/>
                  </a:ext>
                </a:extLst>
              </p:cNvPr>
              <p:cNvSpPr txBox="1">
                <a:spLocks noRot="1" noChangeAspect="1" noMove="1" noResize="1" noEditPoints="1" noAdjustHandles="1" noChangeArrowheads="1" noChangeShapeType="1" noTextEdit="1"/>
              </p:cNvSpPr>
              <p:nvPr/>
            </p:nvSpPr>
            <p:spPr>
              <a:xfrm>
                <a:off x="5747847" y="2718191"/>
                <a:ext cx="3439403" cy="1200329"/>
              </a:xfrm>
              <a:prstGeom prst="rect">
                <a:avLst/>
              </a:prstGeom>
              <a:blipFill>
                <a:blip r:embed="rId10"/>
                <a:stretch>
                  <a:fillRect/>
                </a:stretch>
              </a:blipFill>
            </p:spPr>
            <p:txBody>
              <a:bodyPr/>
              <a:lstStyle/>
              <a:p>
                <a:r>
                  <a:rPr lang="en-US">
                    <a:noFill/>
                  </a:rPr>
                  <a:t> </a:t>
                </a:r>
              </a:p>
            </p:txBody>
          </p:sp>
        </mc:Fallback>
      </mc:AlternateContent>
      <p:sp>
        <p:nvSpPr>
          <p:cNvPr id="56" name="TextBox 55">
            <a:extLst>
              <a:ext uri="{FF2B5EF4-FFF2-40B4-BE49-F238E27FC236}">
                <a16:creationId xmlns:a16="http://schemas.microsoft.com/office/drawing/2014/main" id="{C735694B-8DFF-4FE7-68CF-0AEF89896063}"/>
              </a:ext>
            </a:extLst>
          </p:cNvPr>
          <p:cNvSpPr txBox="1"/>
          <p:nvPr/>
        </p:nvSpPr>
        <p:spPr>
          <a:xfrm>
            <a:off x="9187250" y="2905082"/>
            <a:ext cx="2166550" cy="646331"/>
          </a:xfrm>
          <a:prstGeom prst="rect">
            <a:avLst/>
          </a:prstGeom>
          <a:noFill/>
        </p:spPr>
        <p:txBody>
          <a:bodyPr wrap="square" rtlCol="0">
            <a:spAutoFit/>
          </a:bodyPr>
          <a:lstStyle/>
          <a:p>
            <a:r>
              <a:rPr lang="en-US" dirty="0" err="1">
                <a:latin typeface="Microsoft YaHei" panose="020B0503020204020204" pitchFamily="34" charset="-122"/>
                <a:ea typeface="Microsoft YaHei" panose="020B0503020204020204" pitchFamily="34" charset="-122"/>
              </a:rPr>
              <a:t>输出中每个向量</a:t>
            </a:r>
            <a:r>
              <a:rPr lang="zh-CN" altLang="en-US" dirty="0">
                <a:latin typeface="Microsoft YaHei" panose="020B0503020204020204" pitchFamily="34" charset="-122"/>
                <a:ea typeface="Microsoft YaHei" panose="020B0503020204020204" pitchFamily="34" charset="-122"/>
              </a:rPr>
              <a:t>，不依赖其后面向量</a:t>
            </a:r>
            <a:endParaRPr lang="en-US" dirty="0">
              <a:latin typeface="Microsoft YaHei" panose="020B0503020204020204" pitchFamily="34" charset="-122"/>
              <a:ea typeface="Microsoft YaHei" panose="020B0503020204020204" pitchFamily="34" charset="-122"/>
            </a:endParaRPr>
          </a:p>
        </p:txBody>
      </p:sp>
    </p:spTree>
    <p:extLst>
      <p:ext uri="{BB962C8B-B14F-4D97-AF65-F5344CB8AC3E}">
        <p14:creationId xmlns:p14="http://schemas.microsoft.com/office/powerpoint/2010/main" val="2075928364"/>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F7605F7-CE2F-2AC3-F1E4-CE9583EBD33F}"/>
            </a:ext>
          </a:extLst>
        </p:cNvPr>
        <p:cNvGrpSpPr/>
        <p:nvPr/>
      </p:nvGrpSpPr>
      <p:grpSpPr>
        <a:xfrm>
          <a:off x="0" y="0"/>
          <a:ext cx="0" cy="0"/>
          <a:chOff x="0" y="0"/>
          <a:chExt cx="0" cy="0"/>
        </a:xfrm>
      </p:grpSpPr>
      <p:sp>
        <p:nvSpPr>
          <p:cNvPr id="2" name="标题 1">
            <a:extLst>
              <a:ext uri="{FF2B5EF4-FFF2-40B4-BE49-F238E27FC236}">
                <a16:creationId xmlns:a16="http://schemas.microsoft.com/office/drawing/2014/main" id="{07C7FC0D-4D92-8C5A-25DD-3125C28BEF41}"/>
              </a:ext>
            </a:extLst>
          </p:cNvPr>
          <p:cNvSpPr>
            <a:spLocks noGrp="1"/>
          </p:cNvSpPr>
          <p:nvPr>
            <p:ph type="title"/>
          </p:nvPr>
        </p:nvSpPr>
        <p:spPr/>
        <p:txBody>
          <a:bodyPr/>
          <a:lstStyle/>
          <a:p>
            <a:r>
              <a:rPr lang="en-US" altLang="zh-CN" dirty="0"/>
              <a:t>Transformer</a:t>
            </a:r>
            <a:r>
              <a:rPr lang="zh-CN" altLang="en-US" dirty="0"/>
              <a:t>在文本处理中的应用</a:t>
            </a:r>
          </a:p>
        </p:txBody>
      </p:sp>
      <p:sp>
        <p:nvSpPr>
          <p:cNvPr id="118" name="Content Placeholder 3">
            <a:extLst>
              <a:ext uri="{FF2B5EF4-FFF2-40B4-BE49-F238E27FC236}">
                <a16:creationId xmlns:a16="http://schemas.microsoft.com/office/drawing/2014/main" id="{A38F64DC-18AF-FD9E-1FA5-BCD62F6DE73F}"/>
              </a:ext>
            </a:extLst>
          </p:cNvPr>
          <p:cNvSpPr>
            <a:spLocks noGrp="1"/>
          </p:cNvSpPr>
          <p:nvPr>
            <p:ph idx="1"/>
          </p:nvPr>
        </p:nvSpPr>
        <p:spPr>
          <a:xfrm>
            <a:off x="838200" y="1033670"/>
            <a:ext cx="10748375" cy="5367130"/>
          </a:xfrm>
        </p:spPr>
        <p:txBody>
          <a:bodyPr>
            <a:normAutofit/>
          </a:bodyPr>
          <a:lstStyle/>
          <a:p>
            <a:pPr indent="-457200">
              <a:lnSpc>
                <a:spcPct val="180000"/>
              </a:lnSpc>
              <a:spcBef>
                <a:spcPts val="0"/>
              </a:spcBef>
              <a:buFont typeface="Wingdings" panose="05000000000000000000" pitchFamily="2" charset="2"/>
              <a:buChar char="p"/>
            </a:pPr>
            <a:r>
              <a:rPr lang="zh-CN" altLang="en-US" dirty="0"/>
              <a:t>不同模型的比较</a:t>
            </a:r>
            <a:endParaRPr lang="en-US" altLang="zh-CN" dirty="0"/>
          </a:p>
          <a:p>
            <a:pPr indent="-457200">
              <a:lnSpc>
                <a:spcPct val="180000"/>
              </a:lnSpc>
              <a:spcBef>
                <a:spcPts val="0"/>
              </a:spcBef>
              <a:buFont typeface="Wingdings" panose="05000000000000000000" pitchFamily="2" charset="2"/>
              <a:buChar char="p"/>
            </a:pPr>
            <a:endParaRPr lang="en-US" altLang="zh-CN" dirty="0"/>
          </a:p>
          <a:p>
            <a:pPr indent="-457200">
              <a:lnSpc>
                <a:spcPct val="180000"/>
              </a:lnSpc>
              <a:spcBef>
                <a:spcPts val="0"/>
              </a:spcBef>
              <a:buFont typeface="Wingdings" panose="05000000000000000000" pitchFamily="2" charset="2"/>
              <a:buChar char="p"/>
            </a:pPr>
            <a:endParaRPr lang="en-US" altLang="zh-CN" dirty="0"/>
          </a:p>
          <a:p>
            <a:pPr marL="0" indent="0">
              <a:lnSpc>
                <a:spcPct val="180000"/>
              </a:lnSpc>
              <a:spcBef>
                <a:spcPts val="0"/>
              </a:spcBef>
              <a:buNone/>
            </a:pPr>
            <a:endParaRPr lang="en-US" altLang="zh-CN" dirty="0"/>
          </a:p>
          <a:p>
            <a:pPr indent="-457200">
              <a:lnSpc>
                <a:spcPct val="180000"/>
              </a:lnSpc>
              <a:spcBef>
                <a:spcPts val="0"/>
              </a:spcBef>
              <a:buFont typeface="Wingdings" panose="05000000000000000000" pitchFamily="2" charset="2"/>
              <a:buChar char="p"/>
            </a:pPr>
            <a:r>
              <a:rPr lang="zh-CN" altLang="en-US" dirty="0"/>
              <a:t>典型的</a:t>
            </a:r>
            <a:r>
              <a:rPr lang="en-US" altLang="zh-CN" dirty="0"/>
              <a:t>Transformer</a:t>
            </a:r>
            <a:r>
              <a:rPr lang="zh-CN" altLang="en-US" dirty="0"/>
              <a:t>文本处理模型</a:t>
            </a:r>
            <a:endParaRPr lang="en-US" altLang="zh-CN" dirty="0"/>
          </a:p>
          <a:p>
            <a:pPr lvl="2" indent="-457200">
              <a:lnSpc>
                <a:spcPct val="180000"/>
              </a:lnSpc>
              <a:spcBef>
                <a:spcPts val="0"/>
              </a:spcBef>
              <a:buFont typeface="Wingdings" panose="05000000000000000000" pitchFamily="2" charset="2"/>
              <a:buChar char="p"/>
            </a:pPr>
            <a:r>
              <a:rPr lang="zh-CN" altLang="en-US" dirty="0"/>
              <a:t>编码器模型：</a:t>
            </a:r>
            <a:r>
              <a:rPr lang="en-US" altLang="zh-CN" dirty="0"/>
              <a:t>BERT</a:t>
            </a:r>
            <a:r>
              <a:rPr lang="zh-CN" altLang="en-US" dirty="0"/>
              <a:t>等</a:t>
            </a:r>
            <a:endParaRPr lang="en-US" altLang="zh-CN" dirty="0"/>
          </a:p>
          <a:p>
            <a:pPr lvl="2" indent="-457200">
              <a:lnSpc>
                <a:spcPct val="180000"/>
              </a:lnSpc>
              <a:spcBef>
                <a:spcPts val="0"/>
              </a:spcBef>
              <a:buFont typeface="Wingdings" panose="05000000000000000000" pitchFamily="2" charset="2"/>
              <a:buChar char="p"/>
            </a:pPr>
            <a:r>
              <a:rPr lang="zh-CN" altLang="en-US" dirty="0"/>
              <a:t>编码器</a:t>
            </a:r>
            <a:r>
              <a:rPr lang="en-US" altLang="zh-CN" dirty="0"/>
              <a:t>+</a:t>
            </a:r>
            <a:r>
              <a:rPr lang="zh-CN" altLang="en-US" dirty="0"/>
              <a:t>解码器模型：</a:t>
            </a:r>
            <a:r>
              <a:rPr lang="en-US" altLang="zh-CN" dirty="0"/>
              <a:t>T5</a:t>
            </a:r>
            <a:r>
              <a:rPr lang="zh-CN" altLang="en-US" dirty="0"/>
              <a:t>等</a:t>
            </a:r>
            <a:endParaRPr lang="en-US" altLang="zh-CN" dirty="0"/>
          </a:p>
          <a:p>
            <a:pPr lvl="2" indent="-457200">
              <a:lnSpc>
                <a:spcPct val="180000"/>
              </a:lnSpc>
              <a:spcBef>
                <a:spcPts val="0"/>
              </a:spcBef>
              <a:buFont typeface="Wingdings" panose="05000000000000000000" pitchFamily="2" charset="2"/>
              <a:buChar char="p"/>
            </a:pPr>
            <a:r>
              <a:rPr lang="zh-CN" altLang="en-US" dirty="0"/>
              <a:t>解码器模型：</a:t>
            </a:r>
            <a:r>
              <a:rPr lang="en-US" altLang="zh-CN" dirty="0"/>
              <a:t>GPT</a:t>
            </a:r>
            <a:r>
              <a:rPr lang="zh-CN" altLang="en-US" dirty="0"/>
              <a:t>等</a:t>
            </a:r>
            <a:endParaRPr lang="en-US" altLang="zh-CN" dirty="0"/>
          </a:p>
        </p:txBody>
      </p:sp>
      <p:graphicFrame>
        <p:nvGraphicFramePr>
          <p:cNvPr id="4" name="Table 3">
            <a:extLst>
              <a:ext uri="{FF2B5EF4-FFF2-40B4-BE49-F238E27FC236}">
                <a16:creationId xmlns:a16="http://schemas.microsoft.com/office/drawing/2014/main" id="{6FAC8FF9-3204-9785-BCF8-B2389EFBA75C}"/>
              </a:ext>
            </a:extLst>
          </p:cNvPr>
          <p:cNvGraphicFramePr>
            <a:graphicFrameLocks noGrp="1"/>
          </p:cNvGraphicFramePr>
          <p:nvPr>
            <p:extLst>
              <p:ext uri="{D42A27DB-BD31-4B8C-83A1-F6EECF244321}">
                <p14:modId xmlns:p14="http://schemas.microsoft.com/office/powerpoint/2010/main" val="3656759762"/>
              </p:ext>
            </p:extLst>
          </p:nvPr>
        </p:nvGraphicFramePr>
        <p:xfrm>
          <a:off x="1095504" y="1834482"/>
          <a:ext cx="10233765" cy="1752600"/>
        </p:xfrm>
        <a:graphic>
          <a:graphicData uri="http://schemas.openxmlformats.org/drawingml/2006/table">
            <a:tbl>
              <a:tblPr firstRow="1" firstCol="1" bandRow="1">
                <a:tableStyleId>{7DF18680-E054-41AD-8BC1-D1AEF772440D}</a:tableStyleId>
              </a:tblPr>
              <a:tblGrid>
                <a:gridCol w="2229855">
                  <a:extLst>
                    <a:ext uri="{9D8B030D-6E8A-4147-A177-3AD203B41FA5}">
                      <a16:colId xmlns:a16="http://schemas.microsoft.com/office/drawing/2014/main" val="2721039948"/>
                    </a:ext>
                  </a:extLst>
                </a:gridCol>
                <a:gridCol w="4001955">
                  <a:extLst>
                    <a:ext uri="{9D8B030D-6E8A-4147-A177-3AD203B41FA5}">
                      <a16:colId xmlns:a16="http://schemas.microsoft.com/office/drawing/2014/main" val="562651315"/>
                    </a:ext>
                  </a:extLst>
                </a:gridCol>
                <a:gridCol w="4001955">
                  <a:extLst>
                    <a:ext uri="{9D8B030D-6E8A-4147-A177-3AD203B41FA5}">
                      <a16:colId xmlns:a16="http://schemas.microsoft.com/office/drawing/2014/main" val="813302634"/>
                    </a:ext>
                  </a:extLst>
                </a:gridCol>
              </a:tblGrid>
              <a:tr h="370840">
                <a:tc>
                  <a:txBody>
                    <a:bodyPr/>
                    <a:lstStyle/>
                    <a:p>
                      <a:endParaRPr lang="en-US">
                        <a:latin typeface="Microsoft YaHei" panose="020B0503020204020204" pitchFamily="34" charset="-122"/>
                        <a:ea typeface="Microsoft YaHei" panose="020B0503020204020204" pitchFamily="34" charset="-122"/>
                      </a:endParaRPr>
                    </a:p>
                  </a:txBody>
                  <a:tcPr anchor="ctr"/>
                </a:tc>
                <a:tc>
                  <a:txBody>
                    <a:bodyPr/>
                    <a:lstStyle/>
                    <a:p>
                      <a:r>
                        <a:rPr lang="en-US" dirty="0" err="1"/>
                        <a:t>优势</a:t>
                      </a:r>
                      <a:endParaRPr lang="en-US" dirty="0">
                        <a:latin typeface="Microsoft YaHei" panose="020B0503020204020204" pitchFamily="34" charset="-122"/>
                        <a:ea typeface="Microsoft YaHei" panose="020B0503020204020204" pitchFamily="34" charset="-122"/>
                      </a:endParaRPr>
                    </a:p>
                  </a:txBody>
                  <a:tcPr anchor="ctr"/>
                </a:tc>
                <a:tc>
                  <a:txBody>
                    <a:bodyPr/>
                    <a:lstStyle/>
                    <a:p>
                      <a:r>
                        <a:rPr lang="en-US" dirty="0" err="1"/>
                        <a:t>局限</a:t>
                      </a:r>
                      <a:endParaRPr lang="en-US" dirty="0">
                        <a:latin typeface="Microsoft YaHei" panose="020B0503020204020204" pitchFamily="34" charset="-122"/>
                        <a:ea typeface="Microsoft YaHei" panose="020B0503020204020204" pitchFamily="34" charset="-122"/>
                      </a:endParaRPr>
                    </a:p>
                  </a:txBody>
                  <a:tcPr anchor="ctr"/>
                </a:tc>
                <a:extLst>
                  <a:ext uri="{0D108BD9-81ED-4DB2-BD59-A6C34878D82A}">
                    <a16:rowId xmlns:a16="http://schemas.microsoft.com/office/drawing/2014/main" val="2824229728"/>
                  </a:ext>
                </a:extLst>
              </a:tr>
              <a:tr h="370840">
                <a:tc>
                  <a:txBody>
                    <a:bodyPr/>
                    <a:lstStyle/>
                    <a:p>
                      <a:r>
                        <a:rPr lang="en-US" dirty="0" err="1"/>
                        <a:t>编码器</a:t>
                      </a:r>
                      <a:endParaRPr lang="en-US" dirty="0">
                        <a:latin typeface="Microsoft YaHei" panose="020B0503020204020204" pitchFamily="34" charset="-122"/>
                        <a:ea typeface="Microsoft YaHei" panose="020B0503020204020204" pitchFamily="34" charset="-122"/>
                      </a:endParaRPr>
                    </a:p>
                  </a:txBody>
                  <a:tcPr anchor="ctr"/>
                </a:tc>
                <a:tc>
                  <a:txBody>
                    <a:bodyPr/>
                    <a:lstStyle/>
                    <a:p>
                      <a:r>
                        <a:rPr lang="en-US" dirty="0" err="1"/>
                        <a:t>双向上下文信息编码</a:t>
                      </a:r>
                      <a:endParaRPr lang="en-US" dirty="0">
                        <a:latin typeface="Microsoft YaHei" panose="020B0503020204020204" pitchFamily="34" charset="-122"/>
                        <a:ea typeface="Microsoft YaHei" panose="020B0503020204020204" pitchFamily="34" charset="-122"/>
                      </a:endParaRPr>
                    </a:p>
                  </a:txBody>
                  <a:tcPr anchor="ctr"/>
                </a:tc>
                <a:tc>
                  <a:txBody>
                    <a:bodyPr/>
                    <a:lstStyle/>
                    <a:p>
                      <a:r>
                        <a:rPr lang="en-US" dirty="0" err="1"/>
                        <a:t>无法做生成任务</a:t>
                      </a:r>
                      <a:endParaRPr lang="en-US" dirty="0">
                        <a:latin typeface="Microsoft YaHei" panose="020B0503020204020204" pitchFamily="34" charset="-122"/>
                        <a:ea typeface="Microsoft YaHei" panose="020B0503020204020204" pitchFamily="34" charset="-122"/>
                      </a:endParaRPr>
                    </a:p>
                  </a:txBody>
                  <a:tcPr anchor="ctr"/>
                </a:tc>
                <a:extLst>
                  <a:ext uri="{0D108BD9-81ED-4DB2-BD59-A6C34878D82A}">
                    <a16:rowId xmlns:a16="http://schemas.microsoft.com/office/drawing/2014/main" val="1175080590"/>
                  </a:ext>
                </a:extLst>
              </a:tr>
              <a:tr h="370840">
                <a:tc>
                  <a:txBody>
                    <a:bodyPr/>
                    <a:lstStyle/>
                    <a:p>
                      <a:r>
                        <a:rPr lang="en-US" dirty="0" err="1"/>
                        <a:t>编码器</a:t>
                      </a:r>
                      <a:r>
                        <a:rPr lang="en-US" altLang="zh-CN" dirty="0"/>
                        <a:t>+</a:t>
                      </a:r>
                      <a:r>
                        <a:rPr lang="zh-CN" altLang="en-US" dirty="0"/>
                        <a:t>解码器</a:t>
                      </a:r>
                      <a:endParaRPr lang="en-US" dirty="0">
                        <a:latin typeface="Microsoft YaHei" panose="020B0503020204020204" pitchFamily="34" charset="-122"/>
                        <a:ea typeface="Microsoft YaHei" panose="020B0503020204020204" pitchFamily="34" charset="-122"/>
                      </a:endParaRPr>
                    </a:p>
                  </a:txBody>
                  <a:tcPr anchor="ctr"/>
                </a:tc>
                <a:tc>
                  <a:txBody>
                    <a:bodyPr/>
                    <a:lstStyle/>
                    <a:p>
                      <a:r>
                        <a:rPr lang="en-US" dirty="0" err="1"/>
                        <a:t>可以做理解与生成任务</a:t>
                      </a:r>
                      <a:endParaRPr lang="en-US" dirty="0">
                        <a:latin typeface="Microsoft YaHei" panose="020B0503020204020204" pitchFamily="34" charset="-122"/>
                        <a:ea typeface="Microsoft YaHei" panose="020B0503020204020204" pitchFamily="34" charset="-122"/>
                      </a:endParaRPr>
                    </a:p>
                  </a:txBody>
                  <a:tcPr anchor="ctr"/>
                </a:tc>
                <a:tc>
                  <a:txBody>
                    <a:bodyPr/>
                    <a:lstStyle/>
                    <a:p>
                      <a:r>
                        <a:rPr lang="en-US" dirty="0" err="1"/>
                        <a:t>架构复杂</a:t>
                      </a:r>
                      <a:r>
                        <a:rPr lang="zh-CN" altLang="en-US" dirty="0"/>
                        <a:t>，工程实现存在限制</a:t>
                      </a:r>
                      <a:endParaRPr lang="en-US" dirty="0">
                        <a:latin typeface="Microsoft YaHei" panose="020B0503020204020204" pitchFamily="34" charset="-122"/>
                        <a:ea typeface="Microsoft YaHei" panose="020B0503020204020204" pitchFamily="34" charset="-122"/>
                      </a:endParaRPr>
                    </a:p>
                  </a:txBody>
                  <a:tcPr anchor="ctr"/>
                </a:tc>
                <a:extLst>
                  <a:ext uri="{0D108BD9-81ED-4DB2-BD59-A6C34878D82A}">
                    <a16:rowId xmlns:a16="http://schemas.microsoft.com/office/drawing/2014/main" val="2301991509"/>
                  </a:ext>
                </a:extLst>
              </a:tr>
              <a:tr h="370840">
                <a:tc>
                  <a:txBody>
                    <a:bodyPr/>
                    <a:lstStyle/>
                    <a:p>
                      <a:r>
                        <a:rPr lang="en-US" dirty="0" err="1"/>
                        <a:t>解码器</a:t>
                      </a:r>
                      <a:endParaRPr lang="en-US" dirty="0">
                        <a:latin typeface="Microsoft YaHei" panose="020B0503020204020204" pitchFamily="34" charset="-122"/>
                        <a:ea typeface="Microsoft YaHei" panose="020B0503020204020204" pitchFamily="34" charset="-122"/>
                      </a:endParaRPr>
                    </a:p>
                  </a:txBody>
                  <a:tcPr anchor="ctr"/>
                </a:tc>
                <a:tc>
                  <a:txBody>
                    <a:bodyPr/>
                    <a:lstStyle/>
                    <a:p>
                      <a:r>
                        <a:rPr lang="en-US" dirty="0" err="1"/>
                        <a:t>可以做理解与生成任务</a:t>
                      </a:r>
                      <a:r>
                        <a:rPr lang="zh-CN" altLang="en-US" dirty="0"/>
                        <a:t>，</a:t>
                      </a:r>
                      <a:r>
                        <a:rPr lang="en-US" dirty="0" err="1"/>
                        <a:t>易于拓展模型大小</a:t>
                      </a:r>
                      <a:endParaRPr lang="en-US" dirty="0">
                        <a:latin typeface="Microsoft YaHei" panose="020B0503020204020204" pitchFamily="34" charset="-122"/>
                        <a:ea typeface="Microsoft YaHei" panose="020B0503020204020204" pitchFamily="34" charset="-122"/>
                      </a:endParaRPr>
                    </a:p>
                  </a:txBody>
                  <a:tcPr anchor="ctr"/>
                </a:tc>
                <a:tc>
                  <a:txBody>
                    <a:bodyPr/>
                    <a:lstStyle/>
                    <a:p>
                      <a:r>
                        <a:rPr lang="en-US" dirty="0" err="1"/>
                        <a:t>单向编码</a:t>
                      </a:r>
                      <a:r>
                        <a:rPr lang="zh-CN" altLang="en-US" dirty="0"/>
                        <a:t>，存在理解局限</a:t>
                      </a:r>
                      <a:endParaRPr lang="en-US" dirty="0">
                        <a:latin typeface="Microsoft YaHei" panose="020B0503020204020204" pitchFamily="34" charset="-122"/>
                        <a:ea typeface="Microsoft YaHei" panose="020B0503020204020204" pitchFamily="34" charset="-122"/>
                      </a:endParaRPr>
                    </a:p>
                  </a:txBody>
                  <a:tcPr anchor="ctr"/>
                </a:tc>
                <a:extLst>
                  <a:ext uri="{0D108BD9-81ED-4DB2-BD59-A6C34878D82A}">
                    <a16:rowId xmlns:a16="http://schemas.microsoft.com/office/drawing/2014/main" val="352524426"/>
                  </a:ext>
                </a:extLst>
              </a:tr>
            </a:tbl>
          </a:graphicData>
        </a:graphic>
      </p:graphicFrame>
    </p:spTree>
    <p:extLst>
      <p:ext uri="{BB962C8B-B14F-4D97-AF65-F5344CB8AC3E}">
        <p14:creationId xmlns:p14="http://schemas.microsoft.com/office/powerpoint/2010/main" val="2139213269"/>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A449FB9-3089-E2BC-9179-08CBFB49501C}"/>
              </a:ext>
            </a:extLst>
          </p:cNvPr>
          <p:cNvSpPr>
            <a:spLocks noGrp="1"/>
          </p:cNvSpPr>
          <p:nvPr>
            <p:ph type="title"/>
          </p:nvPr>
        </p:nvSpPr>
        <p:spPr/>
        <p:txBody>
          <a:bodyPr/>
          <a:lstStyle/>
          <a:p>
            <a:r>
              <a:rPr lang="en-US" altLang="zh-CN" dirty="0"/>
              <a:t>Transformer</a:t>
            </a:r>
            <a:r>
              <a:rPr lang="zh-CN" altLang="en-US" dirty="0"/>
              <a:t>在图像处理中的应用</a:t>
            </a:r>
            <a:endParaRPr lang="en-US" dirty="0"/>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D4F9FEE8-0FB2-813D-6C0C-908BA55720F4}"/>
                  </a:ext>
                </a:extLst>
              </p:cNvPr>
              <p:cNvSpPr>
                <a:spLocks noGrp="1"/>
              </p:cNvSpPr>
              <p:nvPr>
                <p:ph idx="1"/>
              </p:nvPr>
            </p:nvSpPr>
            <p:spPr>
              <a:xfrm>
                <a:off x="838200" y="1240971"/>
                <a:ext cx="3616234" cy="4935992"/>
              </a:xfrm>
            </p:spPr>
            <p:txBody>
              <a:bodyPr>
                <a:normAutofit/>
              </a:bodyPr>
              <a:lstStyle/>
              <a:p>
                <a:pPr indent="-457200">
                  <a:lnSpc>
                    <a:spcPct val="180000"/>
                  </a:lnSpc>
                  <a:spcBef>
                    <a:spcPts val="0"/>
                  </a:spcBef>
                  <a:buFont typeface="Wingdings" panose="05000000000000000000" pitchFamily="2" charset="2"/>
                  <a:buChar char="p"/>
                </a:pPr>
                <a:r>
                  <a:rPr lang="zh-CN" altLang="en-US" dirty="0"/>
                  <a:t>典型的模型是</a:t>
                </a:r>
                <a:r>
                  <a:rPr lang="en-US" altLang="zh-CN" dirty="0" err="1"/>
                  <a:t>ViT</a:t>
                </a:r>
                <a:endParaRPr lang="en-US" altLang="zh-CN" dirty="0"/>
              </a:p>
              <a:p>
                <a:pPr indent="-457200">
                  <a:lnSpc>
                    <a:spcPct val="180000"/>
                  </a:lnSpc>
                  <a:spcBef>
                    <a:spcPts val="0"/>
                  </a:spcBef>
                  <a:buFont typeface="Wingdings" panose="05000000000000000000" pitchFamily="2" charset="2"/>
                  <a:buChar char="p"/>
                </a:pPr>
                <a:r>
                  <a:rPr lang="zh-CN" altLang="en-US" dirty="0"/>
                  <a:t>将</a:t>
                </a:r>
                <a:r>
                  <a:rPr lang="en-US" altLang="zh-CN" dirty="0"/>
                  <a:t>patch</a:t>
                </a:r>
                <a:r>
                  <a:rPr lang="zh-CN" altLang="en-US" dirty="0"/>
                  <a:t>映射到它们的表征（使用线性投影）</a:t>
                </a:r>
                <a:endParaRPr lang="en-US" altLang="zh-CN" dirty="0"/>
              </a:p>
              <a:p>
                <a:pPr indent="-457200">
                  <a:lnSpc>
                    <a:spcPct val="180000"/>
                  </a:lnSpc>
                  <a:spcBef>
                    <a:spcPts val="0"/>
                  </a:spcBef>
                  <a:buFont typeface="Wingdings" panose="05000000000000000000" pitchFamily="2" charset="2"/>
                  <a:buChar char="p"/>
                </a:pPr>
                <a:endParaRPr lang="en-US" altLang="zh-CN" dirty="0"/>
              </a:p>
              <a:p>
                <a:pPr marL="0" indent="0">
                  <a:buNone/>
                </a:pPr>
                <a14:m>
                  <m:oMathPara xmlns:m="http://schemas.openxmlformats.org/officeDocument/2006/math">
                    <m:oMathParaPr>
                      <m:jc m:val="centerGroup"/>
                    </m:oMathParaPr>
                    <m:oMath xmlns:m="http://schemas.openxmlformats.org/officeDocument/2006/math">
                      <m:sSub>
                        <m:sSubPr>
                          <m:ctrlPr>
                            <a:rPr lang="en-US" altLang="zh-CN" b="0" i="1" smtClean="0">
                              <a:latin typeface="Cambria Math" panose="02040503050406030204" pitchFamily="18" charset="0"/>
                            </a:rPr>
                          </m:ctrlPr>
                        </m:sSubPr>
                        <m:e>
                          <m:r>
                            <a:rPr lang="en-US" altLang="zh-CN" b="1" i="0" smtClean="0">
                              <a:latin typeface="Cambria Math" panose="02040503050406030204" pitchFamily="18" charset="0"/>
                            </a:rPr>
                            <m:t>𝐳</m:t>
                          </m:r>
                        </m:e>
                        <m:sub>
                          <m:r>
                            <a:rPr lang="en-US" altLang="zh-CN" b="0" i="1" smtClean="0">
                              <a:latin typeface="Cambria Math" panose="02040503050406030204" pitchFamily="18" charset="0"/>
                            </a:rPr>
                            <m:t>𝑖</m:t>
                          </m:r>
                        </m:sub>
                      </m:sSub>
                      <m:r>
                        <a:rPr lang="en-US" altLang="zh-CN" b="0" i="1" smtClean="0">
                          <a:latin typeface="Cambria Math" panose="02040503050406030204" pitchFamily="18" charset="0"/>
                        </a:rPr>
                        <m:t>=</m:t>
                      </m:r>
                      <m:r>
                        <a:rPr lang="en-US" altLang="zh-CN" b="1" i="0" smtClean="0">
                          <a:latin typeface="Cambria Math" panose="02040503050406030204" pitchFamily="18" charset="0"/>
                        </a:rPr>
                        <m:t>𝐖</m:t>
                      </m:r>
                      <m:sSub>
                        <m:sSubPr>
                          <m:ctrlPr>
                            <a:rPr lang="en-US" altLang="zh-CN" b="0" i="1" smtClean="0">
                              <a:latin typeface="Cambria Math" panose="02040503050406030204" pitchFamily="18" charset="0"/>
                            </a:rPr>
                          </m:ctrlPr>
                        </m:sSubPr>
                        <m:e>
                          <m:r>
                            <a:rPr lang="en-US" altLang="zh-CN" b="1" i="0" smtClean="0">
                              <a:latin typeface="Cambria Math" panose="02040503050406030204" pitchFamily="18" charset="0"/>
                            </a:rPr>
                            <m:t>𝐱</m:t>
                          </m:r>
                        </m:e>
                        <m:sub>
                          <m:r>
                            <a:rPr lang="en-US" altLang="zh-CN" b="0" i="1" smtClean="0">
                              <a:latin typeface="Cambria Math" panose="02040503050406030204" pitchFamily="18" charset="0"/>
                            </a:rPr>
                            <m:t>𝑖</m:t>
                          </m:r>
                        </m:sub>
                      </m:sSub>
                      <m:r>
                        <a:rPr lang="en-US" altLang="zh-CN" b="0" i="1" smtClean="0">
                          <a:latin typeface="Cambria Math" panose="02040503050406030204" pitchFamily="18" charset="0"/>
                        </a:rPr>
                        <m:t>+</m:t>
                      </m:r>
                      <m:r>
                        <a:rPr lang="en-US" altLang="zh-CN" b="1" i="0" smtClean="0">
                          <a:latin typeface="Cambria Math" panose="02040503050406030204" pitchFamily="18" charset="0"/>
                        </a:rPr>
                        <m:t>𝐛</m:t>
                      </m:r>
                    </m:oMath>
                  </m:oMathPara>
                </a14:m>
                <a:endParaRPr lang="en-US" altLang="zh-CN" b="1" dirty="0"/>
              </a:p>
              <a:p>
                <a:endParaRPr lang="en-US" altLang="zh-CN" dirty="0"/>
              </a:p>
              <a:p>
                <a:pPr indent="-457200">
                  <a:lnSpc>
                    <a:spcPct val="180000"/>
                  </a:lnSpc>
                  <a:spcBef>
                    <a:spcPts val="0"/>
                  </a:spcBef>
                  <a:buFont typeface="Wingdings" panose="05000000000000000000" pitchFamily="2" charset="2"/>
                  <a:buChar char="p"/>
                </a:pPr>
                <a:r>
                  <a:rPr lang="en-US" altLang="zh-CN" dirty="0"/>
                  <a:t>Patch</a:t>
                </a:r>
                <a:r>
                  <a:rPr lang="zh-CN" altLang="en-US" dirty="0"/>
                  <a:t>表征与位置嵌入相结合</a:t>
                </a:r>
                <a:endParaRPr lang="en-US" altLang="en-US" dirty="0"/>
              </a:p>
            </p:txBody>
          </p:sp>
        </mc:Choice>
        <mc:Fallback xmlns="">
          <p:sp>
            <p:nvSpPr>
              <p:cNvPr id="3" name="Content Placeholder 2">
                <a:extLst>
                  <a:ext uri="{FF2B5EF4-FFF2-40B4-BE49-F238E27FC236}">
                    <a16:creationId xmlns:a16="http://schemas.microsoft.com/office/drawing/2014/main" id="{D4F9FEE8-0FB2-813D-6C0C-908BA55720F4}"/>
                  </a:ext>
                </a:extLst>
              </p:cNvPr>
              <p:cNvSpPr>
                <a:spLocks noGrp="1" noRot="1" noChangeAspect="1" noMove="1" noResize="1" noEditPoints="1" noAdjustHandles="1" noChangeArrowheads="1" noChangeShapeType="1" noTextEdit="1"/>
              </p:cNvSpPr>
              <p:nvPr>
                <p:ph idx="1"/>
              </p:nvPr>
            </p:nvSpPr>
            <p:spPr>
              <a:xfrm>
                <a:off x="838200" y="1240971"/>
                <a:ext cx="3616234" cy="4935992"/>
              </a:xfrm>
              <a:blipFill>
                <a:blip r:embed="rId3"/>
                <a:stretch>
                  <a:fillRect l="-2456" r="-2456"/>
                </a:stretch>
              </a:blipFill>
            </p:spPr>
            <p:txBody>
              <a:bodyPr/>
              <a:lstStyle/>
              <a:p>
                <a:r>
                  <a:rPr lang="en-US">
                    <a:noFill/>
                  </a:rPr>
                  <a:t> </a:t>
                </a:r>
              </a:p>
            </p:txBody>
          </p:sp>
        </mc:Fallback>
      </mc:AlternateContent>
      <p:sp>
        <p:nvSpPr>
          <p:cNvPr id="7" name="TextBox 6">
            <a:extLst>
              <a:ext uri="{FF2B5EF4-FFF2-40B4-BE49-F238E27FC236}">
                <a16:creationId xmlns:a16="http://schemas.microsoft.com/office/drawing/2014/main" id="{FBB99025-5C94-F623-CBD8-166E71FFFF9B}"/>
              </a:ext>
            </a:extLst>
          </p:cNvPr>
          <p:cNvSpPr txBox="1"/>
          <p:nvPr/>
        </p:nvSpPr>
        <p:spPr>
          <a:xfrm>
            <a:off x="1637214" y="6492875"/>
            <a:ext cx="9716586" cy="261610"/>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err="1">
                <a:ln>
                  <a:noFill/>
                </a:ln>
                <a:solidFill>
                  <a:srgbClr val="222222"/>
                </a:solidFill>
                <a:effectLst/>
                <a:uLnTx/>
                <a:uFillTx/>
                <a:latin typeface="Arial" panose="020B0604020202020204" pitchFamily="34" charset="0"/>
                <a:ea typeface="微软雅黑"/>
                <a:cs typeface="+mn-cs"/>
              </a:rPr>
              <a:t>Dosovitskiy</a:t>
            </a:r>
            <a:r>
              <a:rPr kumimoji="0" lang="en-US" sz="1100" b="0" i="0" u="none" strike="noStrike" kern="1200" cap="none" spc="0" normalizeH="0" baseline="0" noProof="0">
                <a:ln>
                  <a:noFill/>
                </a:ln>
                <a:solidFill>
                  <a:srgbClr val="222222"/>
                </a:solidFill>
                <a:effectLst/>
                <a:uLnTx/>
                <a:uFillTx/>
                <a:latin typeface="Arial" panose="020B0604020202020204" pitchFamily="34" charset="0"/>
                <a:ea typeface="微软雅黑"/>
                <a:cs typeface="+mn-cs"/>
              </a:rPr>
              <a:t>, Alexey. "An image is worth 16x16 words: Transformers for image recognition at scale." </a:t>
            </a:r>
            <a:r>
              <a:rPr kumimoji="0" lang="en-US" sz="1100" b="0" i="1" u="none" strike="noStrike" kern="1200" cap="none" spc="0" normalizeH="0" baseline="0" noProof="0" err="1">
                <a:ln>
                  <a:noFill/>
                </a:ln>
                <a:solidFill>
                  <a:srgbClr val="222222"/>
                </a:solidFill>
                <a:effectLst/>
                <a:uLnTx/>
                <a:uFillTx/>
                <a:latin typeface="Arial" panose="020B0604020202020204" pitchFamily="34" charset="0"/>
                <a:ea typeface="微软雅黑"/>
                <a:cs typeface="+mn-cs"/>
              </a:rPr>
              <a:t>arXiv</a:t>
            </a:r>
            <a:r>
              <a:rPr kumimoji="0" lang="en-US" sz="1100" b="0" i="1" u="none" strike="noStrike" kern="1200" cap="none" spc="0" normalizeH="0" baseline="0" noProof="0">
                <a:ln>
                  <a:noFill/>
                </a:ln>
                <a:solidFill>
                  <a:srgbClr val="222222"/>
                </a:solidFill>
                <a:effectLst/>
                <a:uLnTx/>
                <a:uFillTx/>
                <a:latin typeface="Arial" panose="020B0604020202020204" pitchFamily="34" charset="0"/>
                <a:ea typeface="微软雅黑"/>
                <a:cs typeface="+mn-cs"/>
              </a:rPr>
              <a:t> preprint arXiv:2010.11929</a:t>
            </a:r>
            <a:r>
              <a:rPr kumimoji="0" lang="en-US" sz="1100" b="0" i="0" u="none" strike="noStrike" kern="1200" cap="none" spc="0" normalizeH="0" baseline="0" noProof="0">
                <a:ln>
                  <a:noFill/>
                </a:ln>
                <a:solidFill>
                  <a:srgbClr val="222222"/>
                </a:solidFill>
                <a:effectLst/>
                <a:uLnTx/>
                <a:uFillTx/>
                <a:latin typeface="Arial" panose="020B0604020202020204" pitchFamily="34" charset="0"/>
                <a:ea typeface="微软雅黑"/>
                <a:cs typeface="+mn-cs"/>
              </a:rPr>
              <a:t> (2020).</a:t>
            </a:r>
            <a:endParaRPr kumimoji="0" lang="en-US" sz="1100" b="0" i="0" u="none" strike="noStrike" kern="1200" cap="none" spc="0" normalizeH="0" baseline="0" noProof="0">
              <a:ln>
                <a:noFill/>
              </a:ln>
              <a:solidFill>
                <a:prstClr val="black"/>
              </a:solidFill>
              <a:effectLst/>
              <a:uLnTx/>
              <a:uFillTx/>
              <a:latin typeface="Arial"/>
              <a:ea typeface="微软雅黑"/>
              <a:cs typeface="+mn-cs"/>
            </a:endParaRPr>
          </a:p>
        </p:txBody>
      </p:sp>
      <p:grpSp>
        <p:nvGrpSpPr>
          <p:cNvPr id="4" name="组合 75">
            <a:extLst>
              <a:ext uri="{FF2B5EF4-FFF2-40B4-BE49-F238E27FC236}">
                <a16:creationId xmlns:a16="http://schemas.microsoft.com/office/drawing/2014/main" id="{49E4D4AD-48AE-FCBB-B35A-2A098B519552}"/>
              </a:ext>
            </a:extLst>
          </p:cNvPr>
          <p:cNvGrpSpPr/>
          <p:nvPr/>
        </p:nvGrpSpPr>
        <p:grpSpPr>
          <a:xfrm>
            <a:off x="5045409" y="1265728"/>
            <a:ext cx="6133356" cy="4581003"/>
            <a:chOff x="458217" y="440754"/>
            <a:chExt cx="6133356" cy="4581003"/>
          </a:xfrm>
        </p:grpSpPr>
        <p:sp>
          <p:nvSpPr>
            <p:cNvPr id="6" name="矩形: 圆角 2">
              <a:extLst>
                <a:ext uri="{FF2B5EF4-FFF2-40B4-BE49-F238E27FC236}">
                  <a16:creationId xmlns:a16="http://schemas.microsoft.com/office/drawing/2014/main" id="{3510683D-A5D3-1D17-2748-C357B1722C6D}"/>
                </a:ext>
              </a:extLst>
            </p:cNvPr>
            <p:cNvSpPr/>
            <p:nvPr/>
          </p:nvSpPr>
          <p:spPr>
            <a:xfrm>
              <a:off x="2032730" y="1999840"/>
              <a:ext cx="4558843" cy="822301"/>
            </a:xfrm>
            <a:prstGeom prst="roundRect">
              <a:avLst/>
            </a:prstGeom>
            <a:solidFill>
              <a:schemeClr val="bg1">
                <a:lumMod val="9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200" dirty="0">
                  <a:solidFill>
                    <a:schemeClr val="tx1"/>
                  </a:solidFill>
                </a:rPr>
                <a:t>Transformer </a:t>
              </a:r>
              <a:r>
                <a:rPr lang="zh-CN" altLang="en-US" sz="1200" dirty="0">
                  <a:solidFill>
                    <a:schemeClr val="tx1"/>
                  </a:solidFill>
                </a:rPr>
                <a:t>编码器</a:t>
              </a:r>
            </a:p>
          </p:txBody>
        </p:sp>
        <p:sp>
          <p:nvSpPr>
            <p:cNvPr id="8" name="矩形: 圆角 4">
              <a:extLst>
                <a:ext uri="{FF2B5EF4-FFF2-40B4-BE49-F238E27FC236}">
                  <a16:creationId xmlns:a16="http://schemas.microsoft.com/office/drawing/2014/main" id="{D80C41B8-4BC2-F562-12EB-72C615375A9F}"/>
                </a:ext>
              </a:extLst>
            </p:cNvPr>
            <p:cNvSpPr/>
            <p:nvPr/>
          </p:nvSpPr>
          <p:spPr>
            <a:xfrm>
              <a:off x="2052466" y="1177538"/>
              <a:ext cx="769675" cy="565730"/>
            </a:xfrm>
            <a:prstGeom prst="roundRect">
              <a:avLst/>
            </a:prstGeom>
            <a:solidFill>
              <a:schemeClr val="accent2">
                <a:lumMod val="40000"/>
                <a:lumOff val="6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200" dirty="0">
                  <a:solidFill>
                    <a:schemeClr val="tx1"/>
                  </a:solidFill>
                </a:rPr>
                <a:t>多层感知机头部</a:t>
              </a:r>
            </a:p>
          </p:txBody>
        </p:sp>
        <p:sp>
          <p:nvSpPr>
            <p:cNvPr id="9" name="文本框 5">
              <a:extLst>
                <a:ext uri="{FF2B5EF4-FFF2-40B4-BE49-F238E27FC236}">
                  <a16:creationId xmlns:a16="http://schemas.microsoft.com/office/drawing/2014/main" id="{78D75EEE-DE1D-7CC9-6671-82F34310E99E}"/>
                </a:ext>
              </a:extLst>
            </p:cNvPr>
            <p:cNvSpPr txBox="1"/>
            <p:nvPr/>
          </p:nvSpPr>
          <p:spPr>
            <a:xfrm>
              <a:off x="2032730" y="440754"/>
              <a:ext cx="4552266" cy="369332"/>
            </a:xfrm>
            <a:prstGeom prst="rect">
              <a:avLst/>
            </a:prstGeom>
            <a:noFill/>
          </p:spPr>
          <p:txBody>
            <a:bodyPr wrap="square" rtlCol="0">
              <a:spAutoFit/>
            </a:bodyPr>
            <a:lstStyle/>
            <a:p>
              <a:pPr algn="ctr"/>
              <a:r>
                <a:rPr lang="en-US" altLang="zh-CN" b="1" dirty="0"/>
                <a:t>Vision Transformer</a:t>
              </a:r>
              <a:r>
                <a:rPr lang="zh-CN" altLang="en-US" b="1" dirty="0"/>
                <a:t>（</a:t>
              </a:r>
              <a:r>
                <a:rPr lang="en-US" altLang="zh-CN" b="1" dirty="0" err="1"/>
                <a:t>ViT</a:t>
              </a:r>
              <a:r>
                <a:rPr lang="zh-CN" altLang="en-US" b="1" dirty="0"/>
                <a:t>）</a:t>
              </a:r>
              <a:endParaRPr lang="zh-CN" altLang="en-US" dirty="0"/>
            </a:p>
          </p:txBody>
        </p:sp>
        <p:cxnSp>
          <p:nvCxnSpPr>
            <p:cNvPr id="10" name="直接连接符 7">
              <a:extLst>
                <a:ext uri="{FF2B5EF4-FFF2-40B4-BE49-F238E27FC236}">
                  <a16:creationId xmlns:a16="http://schemas.microsoft.com/office/drawing/2014/main" id="{E5FE26D2-622C-739E-3F7E-B0D059CF33CD}"/>
                </a:ext>
              </a:extLst>
            </p:cNvPr>
            <p:cNvCxnSpPr>
              <a:cxnSpLocks/>
              <a:endCxn id="8" idx="2"/>
            </p:cNvCxnSpPr>
            <p:nvPr/>
          </p:nvCxnSpPr>
          <p:spPr>
            <a:xfrm flipV="1">
              <a:off x="2437304" y="1743268"/>
              <a:ext cx="0" cy="256572"/>
            </a:xfrm>
            <a:prstGeom prst="line">
              <a:avLst/>
            </a:prstGeom>
          </p:spPr>
          <p:style>
            <a:lnRef idx="1">
              <a:schemeClr val="dk1"/>
            </a:lnRef>
            <a:fillRef idx="0">
              <a:schemeClr val="dk1"/>
            </a:fillRef>
            <a:effectRef idx="0">
              <a:schemeClr val="dk1"/>
            </a:effectRef>
            <a:fontRef idx="minor">
              <a:schemeClr val="tx1"/>
            </a:fontRef>
          </p:style>
        </p:cxnSp>
        <p:sp>
          <p:nvSpPr>
            <p:cNvPr id="11" name="矩形: 圆角 9">
              <a:extLst>
                <a:ext uri="{FF2B5EF4-FFF2-40B4-BE49-F238E27FC236}">
                  <a16:creationId xmlns:a16="http://schemas.microsoft.com/office/drawing/2014/main" id="{74199E6A-83E9-6F11-CCDA-C0E631CDEBFE}"/>
                </a:ext>
              </a:extLst>
            </p:cNvPr>
            <p:cNvSpPr/>
            <p:nvPr/>
          </p:nvSpPr>
          <p:spPr>
            <a:xfrm>
              <a:off x="934135" y="845321"/>
              <a:ext cx="670999" cy="1230164"/>
            </a:xfrm>
            <a:prstGeom prst="roundRect">
              <a:avLst/>
            </a:prstGeom>
            <a:solidFill>
              <a:schemeClr val="accent2">
                <a:lumMod val="40000"/>
                <a:lumOff val="6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200" b="1" dirty="0">
                  <a:solidFill>
                    <a:schemeClr val="tx1"/>
                  </a:solidFill>
                </a:rPr>
                <a:t>种类</a:t>
              </a:r>
              <a:endParaRPr lang="en-US" altLang="zh-CN" sz="1200" b="1" dirty="0">
                <a:solidFill>
                  <a:schemeClr val="tx1"/>
                </a:solidFill>
              </a:endParaRPr>
            </a:p>
            <a:p>
              <a:pPr algn="ctr"/>
              <a:r>
                <a:rPr lang="zh-CN" altLang="en-US" sz="1200" dirty="0">
                  <a:solidFill>
                    <a:schemeClr val="tx1"/>
                  </a:solidFill>
                </a:rPr>
                <a:t>鸟</a:t>
              </a:r>
              <a:endParaRPr lang="en-US" altLang="zh-CN" sz="1200" dirty="0">
                <a:solidFill>
                  <a:schemeClr val="tx1"/>
                </a:solidFill>
              </a:endParaRPr>
            </a:p>
            <a:p>
              <a:pPr algn="ctr"/>
              <a:r>
                <a:rPr lang="zh-CN" altLang="en-US" sz="1200" dirty="0">
                  <a:solidFill>
                    <a:schemeClr val="tx1"/>
                  </a:solidFill>
                </a:rPr>
                <a:t>球</a:t>
              </a:r>
              <a:endParaRPr lang="en-US" altLang="zh-CN" sz="1200" dirty="0">
                <a:solidFill>
                  <a:schemeClr val="tx1"/>
                </a:solidFill>
              </a:endParaRPr>
            </a:p>
            <a:p>
              <a:pPr algn="ctr"/>
              <a:r>
                <a:rPr lang="zh-CN" altLang="en-US" sz="1200" dirty="0">
                  <a:solidFill>
                    <a:schemeClr val="tx1"/>
                  </a:solidFill>
                </a:rPr>
                <a:t>车</a:t>
              </a:r>
              <a:endParaRPr lang="en-US" altLang="zh-CN" sz="1200" dirty="0">
                <a:solidFill>
                  <a:schemeClr val="tx1"/>
                </a:solidFill>
              </a:endParaRPr>
            </a:p>
            <a:p>
              <a:pPr algn="ctr"/>
              <a:r>
                <a:rPr lang="en-US" altLang="zh-CN" sz="1200" dirty="0">
                  <a:solidFill>
                    <a:schemeClr val="tx1"/>
                  </a:solidFill>
                </a:rPr>
                <a:t>…</a:t>
              </a:r>
              <a:endParaRPr lang="zh-CN" altLang="en-US" sz="1200" dirty="0">
                <a:solidFill>
                  <a:schemeClr val="tx1"/>
                </a:solidFill>
              </a:endParaRPr>
            </a:p>
          </p:txBody>
        </p:sp>
        <p:cxnSp>
          <p:nvCxnSpPr>
            <p:cNvPr id="12" name="直接箭头连接符 11">
              <a:extLst>
                <a:ext uri="{FF2B5EF4-FFF2-40B4-BE49-F238E27FC236}">
                  <a16:creationId xmlns:a16="http://schemas.microsoft.com/office/drawing/2014/main" id="{D96B6085-AFEE-1FB1-4A70-F7070A15967D}"/>
                </a:ext>
              </a:extLst>
            </p:cNvPr>
            <p:cNvCxnSpPr>
              <a:stCxn id="8" idx="1"/>
              <a:endCxn id="11" idx="3"/>
            </p:cNvCxnSpPr>
            <p:nvPr/>
          </p:nvCxnSpPr>
          <p:spPr>
            <a:xfrm flipH="1">
              <a:off x="1605134" y="1460403"/>
              <a:ext cx="447332"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grpSp>
          <p:nvGrpSpPr>
            <p:cNvPr id="13" name="组合 13">
              <a:extLst>
                <a:ext uri="{FF2B5EF4-FFF2-40B4-BE49-F238E27FC236}">
                  <a16:creationId xmlns:a16="http://schemas.microsoft.com/office/drawing/2014/main" id="{51277CA9-8C56-3C79-A757-64B834DAD598}"/>
                </a:ext>
              </a:extLst>
            </p:cNvPr>
            <p:cNvGrpSpPr/>
            <p:nvPr/>
          </p:nvGrpSpPr>
          <p:grpSpPr>
            <a:xfrm>
              <a:off x="2216927" y="3128853"/>
              <a:ext cx="4252378" cy="300147"/>
              <a:chOff x="2216927" y="3128853"/>
              <a:chExt cx="4252378" cy="300147"/>
            </a:xfrm>
          </p:grpSpPr>
          <p:grpSp>
            <p:nvGrpSpPr>
              <p:cNvPr id="39" name="组合 14">
                <a:extLst>
                  <a:ext uri="{FF2B5EF4-FFF2-40B4-BE49-F238E27FC236}">
                    <a16:creationId xmlns:a16="http://schemas.microsoft.com/office/drawing/2014/main" id="{3E43C599-D86D-2387-1098-4E596144F88B}"/>
                  </a:ext>
                </a:extLst>
              </p:cNvPr>
              <p:cNvGrpSpPr/>
              <p:nvPr/>
            </p:nvGrpSpPr>
            <p:grpSpPr>
              <a:xfrm>
                <a:off x="2216927" y="3144483"/>
                <a:ext cx="302606" cy="284517"/>
                <a:chOff x="2216927" y="3144483"/>
                <a:chExt cx="302606" cy="284517"/>
              </a:xfrm>
            </p:grpSpPr>
            <p:sp>
              <p:nvSpPr>
                <p:cNvPr id="67" name="矩形: 圆角 42">
                  <a:extLst>
                    <a:ext uri="{FF2B5EF4-FFF2-40B4-BE49-F238E27FC236}">
                      <a16:creationId xmlns:a16="http://schemas.microsoft.com/office/drawing/2014/main" id="{992C35D3-46FB-6B7F-2F95-73D11A3D9AF0}"/>
                    </a:ext>
                  </a:extLst>
                </p:cNvPr>
                <p:cNvSpPr/>
                <p:nvPr/>
              </p:nvSpPr>
              <p:spPr>
                <a:xfrm>
                  <a:off x="2216927" y="3144483"/>
                  <a:ext cx="151303" cy="284517"/>
                </a:xfrm>
                <a:prstGeom prst="roundRect">
                  <a:avLst/>
                </a:prstGeom>
                <a:solidFill>
                  <a:schemeClr val="accent5">
                    <a:lumMod val="60000"/>
                    <a:lumOff val="4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200" dirty="0">
                      <a:solidFill>
                        <a:schemeClr val="tx1"/>
                      </a:solidFill>
                    </a:rPr>
                    <a:t>0</a:t>
                  </a:r>
                  <a:endParaRPr lang="zh-CN" altLang="en-US" sz="1200" dirty="0">
                    <a:solidFill>
                      <a:schemeClr val="tx1"/>
                    </a:solidFill>
                  </a:endParaRPr>
                </a:p>
              </p:txBody>
            </p:sp>
            <p:sp>
              <p:nvSpPr>
                <p:cNvPr id="68" name="矩形: 圆角 43">
                  <a:extLst>
                    <a:ext uri="{FF2B5EF4-FFF2-40B4-BE49-F238E27FC236}">
                      <a16:creationId xmlns:a16="http://schemas.microsoft.com/office/drawing/2014/main" id="{D8D04D84-4539-D42D-3889-ADC4C394FC3F}"/>
                    </a:ext>
                  </a:extLst>
                </p:cNvPr>
                <p:cNvSpPr/>
                <p:nvPr/>
              </p:nvSpPr>
              <p:spPr>
                <a:xfrm>
                  <a:off x="2368230" y="3144483"/>
                  <a:ext cx="151303" cy="284517"/>
                </a:xfrm>
                <a:prstGeom prst="roundRect">
                  <a:avLst/>
                </a:prstGeom>
                <a:solidFill>
                  <a:schemeClr val="accent5">
                    <a:lumMod val="20000"/>
                    <a:lumOff val="8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400" dirty="0">
                      <a:solidFill>
                        <a:schemeClr val="tx1"/>
                      </a:solidFill>
                      <a:latin typeface="SimSun" panose="02010600030101010101" pitchFamily="2" charset="-122"/>
                      <a:ea typeface="SimSun" panose="02010600030101010101" pitchFamily="2" charset="-122"/>
                    </a:rPr>
                    <a:t>※</a:t>
                  </a:r>
                  <a:endParaRPr lang="zh-CN" altLang="en-US" sz="1400" dirty="0">
                    <a:solidFill>
                      <a:schemeClr val="tx1"/>
                    </a:solidFill>
                  </a:endParaRPr>
                </a:p>
              </p:txBody>
            </p:sp>
          </p:grpSp>
          <p:grpSp>
            <p:nvGrpSpPr>
              <p:cNvPr id="40" name="组合 15">
                <a:extLst>
                  <a:ext uri="{FF2B5EF4-FFF2-40B4-BE49-F238E27FC236}">
                    <a16:creationId xmlns:a16="http://schemas.microsoft.com/office/drawing/2014/main" id="{6DE2954D-17E2-3BF8-E864-EB9F5E3A17F9}"/>
                  </a:ext>
                </a:extLst>
              </p:cNvPr>
              <p:cNvGrpSpPr/>
              <p:nvPr/>
            </p:nvGrpSpPr>
            <p:grpSpPr>
              <a:xfrm>
                <a:off x="2670836" y="3144483"/>
                <a:ext cx="302606" cy="284517"/>
                <a:chOff x="2216927" y="3144483"/>
                <a:chExt cx="302606" cy="284517"/>
              </a:xfrm>
            </p:grpSpPr>
            <p:sp>
              <p:nvSpPr>
                <p:cNvPr id="65" name="矩形: 圆角 40">
                  <a:extLst>
                    <a:ext uri="{FF2B5EF4-FFF2-40B4-BE49-F238E27FC236}">
                      <a16:creationId xmlns:a16="http://schemas.microsoft.com/office/drawing/2014/main" id="{E3E32B7F-8772-FD1E-AC48-7DA564888F72}"/>
                    </a:ext>
                  </a:extLst>
                </p:cNvPr>
                <p:cNvSpPr/>
                <p:nvPr/>
              </p:nvSpPr>
              <p:spPr>
                <a:xfrm>
                  <a:off x="2216927" y="3144483"/>
                  <a:ext cx="151303" cy="284517"/>
                </a:xfrm>
                <a:prstGeom prst="roundRect">
                  <a:avLst/>
                </a:prstGeom>
                <a:solidFill>
                  <a:schemeClr val="accent5">
                    <a:lumMod val="60000"/>
                    <a:lumOff val="4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200" dirty="0">
                      <a:solidFill>
                        <a:schemeClr val="tx1"/>
                      </a:solidFill>
                    </a:rPr>
                    <a:t>1</a:t>
                  </a:r>
                  <a:endParaRPr lang="zh-CN" altLang="en-US" sz="1200" dirty="0">
                    <a:solidFill>
                      <a:schemeClr val="tx1"/>
                    </a:solidFill>
                  </a:endParaRPr>
                </a:p>
              </p:txBody>
            </p:sp>
            <p:sp>
              <p:nvSpPr>
                <p:cNvPr id="66" name="矩形: 圆角 41">
                  <a:extLst>
                    <a:ext uri="{FF2B5EF4-FFF2-40B4-BE49-F238E27FC236}">
                      <a16:creationId xmlns:a16="http://schemas.microsoft.com/office/drawing/2014/main" id="{C4978CD5-7C2C-4637-5739-7C6EF8B8AAA4}"/>
                    </a:ext>
                  </a:extLst>
                </p:cNvPr>
                <p:cNvSpPr/>
                <p:nvPr/>
              </p:nvSpPr>
              <p:spPr>
                <a:xfrm>
                  <a:off x="2368230" y="3144483"/>
                  <a:ext cx="151303" cy="284517"/>
                </a:xfrm>
                <a:prstGeom prst="roundRect">
                  <a:avLst/>
                </a:prstGeom>
                <a:solidFill>
                  <a:schemeClr val="accent5">
                    <a:lumMod val="20000"/>
                    <a:lumOff val="8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41" name="组合 16">
                <a:extLst>
                  <a:ext uri="{FF2B5EF4-FFF2-40B4-BE49-F238E27FC236}">
                    <a16:creationId xmlns:a16="http://schemas.microsoft.com/office/drawing/2014/main" id="{38EFFFC1-E012-C98D-B3EC-F614032C416F}"/>
                  </a:ext>
                </a:extLst>
              </p:cNvPr>
              <p:cNvGrpSpPr/>
              <p:nvPr/>
            </p:nvGrpSpPr>
            <p:grpSpPr>
              <a:xfrm>
                <a:off x="3124745" y="3144482"/>
                <a:ext cx="302606" cy="284517"/>
                <a:chOff x="2216927" y="3144483"/>
                <a:chExt cx="302606" cy="284517"/>
              </a:xfrm>
            </p:grpSpPr>
            <p:sp>
              <p:nvSpPr>
                <p:cNvPr id="63" name="矩形: 圆角 38">
                  <a:extLst>
                    <a:ext uri="{FF2B5EF4-FFF2-40B4-BE49-F238E27FC236}">
                      <a16:creationId xmlns:a16="http://schemas.microsoft.com/office/drawing/2014/main" id="{7CBCA761-7AEF-C31B-27C0-B8E76E1CD3D9}"/>
                    </a:ext>
                  </a:extLst>
                </p:cNvPr>
                <p:cNvSpPr/>
                <p:nvPr/>
              </p:nvSpPr>
              <p:spPr>
                <a:xfrm>
                  <a:off x="2216927" y="3144483"/>
                  <a:ext cx="151303" cy="284517"/>
                </a:xfrm>
                <a:prstGeom prst="roundRect">
                  <a:avLst/>
                </a:prstGeom>
                <a:solidFill>
                  <a:schemeClr val="accent5">
                    <a:lumMod val="60000"/>
                    <a:lumOff val="4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200" dirty="0">
                      <a:solidFill>
                        <a:schemeClr val="tx1"/>
                      </a:solidFill>
                    </a:rPr>
                    <a:t>2</a:t>
                  </a:r>
                  <a:endParaRPr lang="zh-CN" altLang="en-US" sz="1200" dirty="0">
                    <a:solidFill>
                      <a:schemeClr val="tx1"/>
                    </a:solidFill>
                  </a:endParaRPr>
                </a:p>
              </p:txBody>
            </p:sp>
            <p:sp>
              <p:nvSpPr>
                <p:cNvPr id="64" name="矩形: 圆角 39">
                  <a:extLst>
                    <a:ext uri="{FF2B5EF4-FFF2-40B4-BE49-F238E27FC236}">
                      <a16:creationId xmlns:a16="http://schemas.microsoft.com/office/drawing/2014/main" id="{C394717D-3AB4-7C6C-1CA1-2CBB7382BCF0}"/>
                    </a:ext>
                  </a:extLst>
                </p:cNvPr>
                <p:cNvSpPr/>
                <p:nvPr/>
              </p:nvSpPr>
              <p:spPr>
                <a:xfrm>
                  <a:off x="2368230" y="3144483"/>
                  <a:ext cx="151303" cy="284517"/>
                </a:xfrm>
                <a:prstGeom prst="roundRect">
                  <a:avLst/>
                </a:prstGeom>
                <a:solidFill>
                  <a:schemeClr val="accent5">
                    <a:lumMod val="20000"/>
                    <a:lumOff val="8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42" name="组合 17">
                <a:extLst>
                  <a:ext uri="{FF2B5EF4-FFF2-40B4-BE49-F238E27FC236}">
                    <a16:creationId xmlns:a16="http://schemas.microsoft.com/office/drawing/2014/main" id="{2AECEE3B-3BAE-50FF-7666-2EA0A4BD575A}"/>
                  </a:ext>
                </a:extLst>
              </p:cNvPr>
              <p:cNvGrpSpPr/>
              <p:nvPr/>
            </p:nvGrpSpPr>
            <p:grpSpPr>
              <a:xfrm>
                <a:off x="3519455" y="3139538"/>
                <a:ext cx="302606" cy="284517"/>
                <a:chOff x="2216927" y="3144483"/>
                <a:chExt cx="302606" cy="284517"/>
              </a:xfrm>
            </p:grpSpPr>
            <p:sp>
              <p:nvSpPr>
                <p:cNvPr id="61" name="矩形: 圆角 36">
                  <a:extLst>
                    <a:ext uri="{FF2B5EF4-FFF2-40B4-BE49-F238E27FC236}">
                      <a16:creationId xmlns:a16="http://schemas.microsoft.com/office/drawing/2014/main" id="{1050A694-A672-6200-26E5-B04B20BB331C}"/>
                    </a:ext>
                  </a:extLst>
                </p:cNvPr>
                <p:cNvSpPr/>
                <p:nvPr/>
              </p:nvSpPr>
              <p:spPr>
                <a:xfrm>
                  <a:off x="2216927" y="3144483"/>
                  <a:ext cx="151303" cy="284517"/>
                </a:xfrm>
                <a:prstGeom prst="roundRect">
                  <a:avLst/>
                </a:prstGeom>
                <a:solidFill>
                  <a:schemeClr val="accent5">
                    <a:lumMod val="60000"/>
                    <a:lumOff val="4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200" dirty="0">
                      <a:solidFill>
                        <a:schemeClr val="tx1"/>
                      </a:solidFill>
                    </a:rPr>
                    <a:t>3</a:t>
                  </a:r>
                  <a:endParaRPr lang="zh-CN" altLang="en-US" sz="1200" dirty="0">
                    <a:solidFill>
                      <a:schemeClr val="tx1"/>
                    </a:solidFill>
                  </a:endParaRPr>
                </a:p>
              </p:txBody>
            </p:sp>
            <p:sp>
              <p:nvSpPr>
                <p:cNvPr id="62" name="矩形: 圆角 37">
                  <a:extLst>
                    <a:ext uri="{FF2B5EF4-FFF2-40B4-BE49-F238E27FC236}">
                      <a16:creationId xmlns:a16="http://schemas.microsoft.com/office/drawing/2014/main" id="{64654C22-96E1-B408-5842-AD818A127E07}"/>
                    </a:ext>
                  </a:extLst>
                </p:cNvPr>
                <p:cNvSpPr/>
                <p:nvPr/>
              </p:nvSpPr>
              <p:spPr>
                <a:xfrm>
                  <a:off x="2368230" y="3144483"/>
                  <a:ext cx="151303" cy="284517"/>
                </a:xfrm>
                <a:prstGeom prst="roundRect">
                  <a:avLst/>
                </a:prstGeom>
                <a:solidFill>
                  <a:schemeClr val="accent5">
                    <a:lumMod val="20000"/>
                    <a:lumOff val="8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43" name="组合 18">
                <a:extLst>
                  <a:ext uri="{FF2B5EF4-FFF2-40B4-BE49-F238E27FC236}">
                    <a16:creationId xmlns:a16="http://schemas.microsoft.com/office/drawing/2014/main" id="{F98034A2-D907-8176-6D7A-5E95B19C2643}"/>
                  </a:ext>
                </a:extLst>
              </p:cNvPr>
              <p:cNvGrpSpPr/>
              <p:nvPr/>
            </p:nvGrpSpPr>
            <p:grpSpPr>
              <a:xfrm>
                <a:off x="3993638" y="3139540"/>
                <a:ext cx="302606" cy="284517"/>
                <a:chOff x="2216927" y="3144483"/>
                <a:chExt cx="302606" cy="284517"/>
              </a:xfrm>
            </p:grpSpPr>
            <p:sp>
              <p:nvSpPr>
                <p:cNvPr id="59" name="矩形: 圆角 34">
                  <a:extLst>
                    <a:ext uri="{FF2B5EF4-FFF2-40B4-BE49-F238E27FC236}">
                      <a16:creationId xmlns:a16="http://schemas.microsoft.com/office/drawing/2014/main" id="{ACC188BC-36AA-562A-229D-AC52060C7D1A}"/>
                    </a:ext>
                  </a:extLst>
                </p:cNvPr>
                <p:cNvSpPr/>
                <p:nvPr/>
              </p:nvSpPr>
              <p:spPr>
                <a:xfrm>
                  <a:off x="2216927" y="3144483"/>
                  <a:ext cx="151303" cy="284517"/>
                </a:xfrm>
                <a:prstGeom prst="roundRect">
                  <a:avLst/>
                </a:prstGeom>
                <a:solidFill>
                  <a:schemeClr val="accent5">
                    <a:lumMod val="60000"/>
                    <a:lumOff val="4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200" dirty="0">
                      <a:solidFill>
                        <a:schemeClr val="tx1"/>
                      </a:solidFill>
                    </a:rPr>
                    <a:t>4</a:t>
                  </a:r>
                  <a:endParaRPr lang="zh-CN" altLang="en-US" sz="1200" dirty="0">
                    <a:solidFill>
                      <a:schemeClr val="tx1"/>
                    </a:solidFill>
                  </a:endParaRPr>
                </a:p>
              </p:txBody>
            </p:sp>
            <p:sp>
              <p:nvSpPr>
                <p:cNvPr id="60" name="矩形: 圆角 35">
                  <a:extLst>
                    <a:ext uri="{FF2B5EF4-FFF2-40B4-BE49-F238E27FC236}">
                      <a16:creationId xmlns:a16="http://schemas.microsoft.com/office/drawing/2014/main" id="{256E2059-5108-2DF2-AD85-919DB6D6249E}"/>
                    </a:ext>
                  </a:extLst>
                </p:cNvPr>
                <p:cNvSpPr/>
                <p:nvPr/>
              </p:nvSpPr>
              <p:spPr>
                <a:xfrm>
                  <a:off x="2368230" y="3144483"/>
                  <a:ext cx="151303" cy="284517"/>
                </a:xfrm>
                <a:prstGeom prst="roundRect">
                  <a:avLst/>
                </a:prstGeom>
                <a:solidFill>
                  <a:schemeClr val="accent5">
                    <a:lumMod val="20000"/>
                    <a:lumOff val="8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44" name="组合 19">
                <a:extLst>
                  <a:ext uri="{FF2B5EF4-FFF2-40B4-BE49-F238E27FC236}">
                    <a16:creationId xmlns:a16="http://schemas.microsoft.com/office/drawing/2014/main" id="{D3E51DC4-496C-A870-F80B-46F932E10E72}"/>
                  </a:ext>
                </a:extLst>
              </p:cNvPr>
              <p:cNvGrpSpPr/>
              <p:nvPr/>
            </p:nvGrpSpPr>
            <p:grpSpPr>
              <a:xfrm>
                <a:off x="4394932" y="3139540"/>
                <a:ext cx="302606" cy="284517"/>
                <a:chOff x="2216927" y="3144483"/>
                <a:chExt cx="302606" cy="284517"/>
              </a:xfrm>
            </p:grpSpPr>
            <p:sp>
              <p:nvSpPr>
                <p:cNvPr id="57" name="矩形: 圆角 32">
                  <a:extLst>
                    <a:ext uri="{FF2B5EF4-FFF2-40B4-BE49-F238E27FC236}">
                      <a16:creationId xmlns:a16="http://schemas.microsoft.com/office/drawing/2014/main" id="{21FD70F2-78D0-5938-41C5-58EC591D865B}"/>
                    </a:ext>
                  </a:extLst>
                </p:cNvPr>
                <p:cNvSpPr/>
                <p:nvPr/>
              </p:nvSpPr>
              <p:spPr>
                <a:xfrm>
                  <a:off x="2216927" y="3144483"/>
                  <a:ext cx="151303" cy="284517"/>
                </a:xfrm>
                <a:prstGeom prst="roundRect">
                  <a:avLst/>
                </a:prstGeom>
                <a:solidFill>
                  <a:schemeClr val="accent5">
                    <a:lumMod val="60000"/>
                    <a:lumOff val="4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200" dirty="0">
                      <a:solidFill>
                        <a:schemeClr val="tx1"/>
                      </a:solidFill>
                    </a:rPr>
                    <a:t>5</a:t>
                  </a:r>
                  <a:endParaRPr lang="zh-CN" altLang="en-US" sz="1200" dirty="0">
                    <a:solidFill>
                      <a:schemeClr val="tx1"/>
                    </a:solidFill>
                  </a:endParaRPr>
                </a:p>
              </p:txBody>
            </p:sp>
            <p:sp>
              <p:nvSpPr>
                <p:cNvPr id="58" name="矩形: 圆角 33">
                  <a:extLst>
                    <a:ext uri="{FF2B5EF4-FFF2-40B4-BE49-F238E27FC236}">
                      <a16:creationId xmlns:a16="http://schemas.microsoft.com/office/drawing/2014/main" id="{B8C3CE58-84A1-C49D-C754-C1F22CD08D9F}"/>
                    </a:ext>
                  </a:extLst>
                </p:cNvPr>
                <p:cNvSpPr/>
                <p:nvPr/>
              </p:nvSpPr>
              <p:spPr>
                <a:xfrm>
                  <a:off x="2368230" y="3144483"/>
                  <a:ext cx="151303" cy="284517"/>
                </a:xfrm>
                <a:prstGeom prst="roundRect">
                  <a:avLst/>
                </a:prstGeom>
                <a:solidFill>
                  <a:schemeClr val="accent5">
                    <a:lumMod val="20000"/>
                    <a:lumOff val="8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45" name="组合 20">
                <a:extLst>
                  <a:ext uri="{FF2B5EF4-FFF2-40B4-BE49-F238E27FC236}">
                    <a16:creationId xmlns:a16="http://schemas.microsoft.com/office/drawing/2014/main" id="{5615821F-FC0A-9F87-0975-876E67F51B92}"/>
                  </a:ext>
                </a:extLst>
              </p:cNvPr>
              <p:cNvGrpSpPr/>
              <p:nvPr/>
            </p:nvGrpSpPr>
            <p:grpSpPr>
              <a:xfrm>
                <a:off x="4825272" y="3139539"/>
                <a:ext cx="302606" cy="284517"/>
                <a:chOff x="2216927" y="3144483"/>
                <a:chExt cx="302606" cy="284517"/>
              </a:xfrm>
            </p:grpSpPr>
            <p:sp>
              <p:nvSpPr>
                <p:cNvPr id="55" name="矩形: 圆角 30">
                  <a:extLst>
                    <a:ext uri="{FF2B5EF4-FFF2-40B4-BE49-F238E27FC236}">
                      <a16:creationId xmlns:a16="http://schemas.microsoft.com/office/drawing/2014/main" id="{04D2821A-3232-B775-0BBC-F90D31900659}"/>
                    </a:ext>
                  </a:extLst>
                </p:cNvPr>
                <p:cNvSpPr/>
                <p:nvPr/>
              </p:nvSpPr>
              <p:spPr>
                <a:xfrm>
                  <a:off x="2216927" y="3144483"/>
                  <a:ext cx="151303" cy="284517"/>
                </a:xfrm>
                <a:prstGeom prst="roundRect">
                  <a:avLst/>
                </a:prstGeom>
                <a:solidFill>
                  <a:schemeClr val="accent5">
                    <a:lumMod val="60000"/>
                    <a:lumOff val="4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200" dirty="0">
                      <a:solidFill>
                        <a:schemeClr val="tx1"/>
                      </a:solidFill>
                    </a:rPr>
                    <a:t>6</a:t>
                  </a:r>
                  <a:endParaRPr lang="zh-CN" altLang="en-US" sz="1200" dirty="0">
                    <a:solidFill>
                      <a:schemeClr val="tx1"/>
                    </a:solidFill>
                  </a:endParaRPr>
                </a:p>
              </p:txBody>
            </p:sp>
            <p:sp>
              <p:nvSpPr>
                <p:cNvPr id="56" name="矩形: 圆角 31">
                  <a:extLst>
                    <a:ext uri="{FF2B5EF4-FFF2-40B4-BE49-F238E27FC236}">
                      <a16:creationId xmlns:a16="http://schemas.microsoft.com/office/drawing/2014/main" id="{1AA6D6F2-F59A-C67E-8917-8824F166AB9E}"/>
                    </a:ext>
                  </a:extLst>
                </p:cNvPr>
                <p:cNvSpPr/>
                <p:nvPr/>
              </p:nvSpPr>
              <p:spPr>
                <a:xfrm>
                  <a:off x="2368230" y="3144483"/>
                  <a:ext cx="151303" cy="284517"/>
                </a:xfrm>
                <a:prstGeom prst="roundRect">
                  <a:avLst/>
                </a:prstGeom>
                <a:solidFill>
                  <a:schemeClr val="accent5">
                    <a:lumMod val="20000"/>
                    <a:lumOff val="8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46" name="组合 21">
                <a:extLst>
                  <a:ext uri="{FF2B5EF4-FFF2-40B4-BE49-F238E27FC236}">
                    <a16:creationId xmlns:a16="http://schemas.microsoft.com/office/drawing/2014/main" id="{55A37ED8-EA2B-090A-70DD-B2D51DD96848}"/>
                  </a:ext>
                </a:extLst>
              </p:cNvPr>
              <p:cNvGrpSpPr/>
              <p:nvPr/>
            </p:nvGrpSpPr>
            <p:grpSpPr>
              <a:xfrm>
                <a:off x="5299455" y="3139538"/>
                <a:ext cx="302606" cy="284517"/>
                <a:chOff x="2216927" y="3144483"/>
                <a:chExt cx="302606" cy="284517"/>
              </a:xfrm>
            </p:grpSpPr>
            <p:sp>
              <p:nvSpPr>
                <p:cNvPr id="53" name="矩形: 圆角 28">
                  <a:extLst>
                    <a:ext uri="{FF2B5EF4-FFF2-40B4-BE49-F238E27FC236}">
                      <a16:creationId xmlns:a16="http://schemas.microsoft.com/office/drawing/2014/main" id="{5A9C9C77-BD8E-7F99-9DC3-552827779141}"/>
                    </a:ext>
                  </a:extLst>
                </p:cNvPr>
                <p:cNvSpPr/>
                <p:nvPr/>
              </p:nvSpPr>
              <p:spPr>
                <a:xfrm>
                  <a:off x="2216927" y="3144483"/>
                  <a:ext cx="151303" cy="284517"/>
                </a:xfrm>
                <a:prstGeom prst="roundRect">
                  <a:avLst/>
                </a:prstGeom>
                <a:solidFill>
                  <a:schemeClr val="accent5">
                    <a:lumMod val="60000"/>
                    <a:lumOff val="4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200" dirty="0">
                      <a:solidFill>
                        <a:schemeClr val="tx1"/>
                      </a:solidFill>
                    </a:rPr>
                    <a:t>7</a:t>
                  </a:r>
                  <a:endParaRPr lang="zh-CN" altLang="en-US" sz="1200" dirty="0">
                    <a:solidFill>
                      <a:schemeClr val="tx1"/>
                    </a:solidFill>
                  </a:endParaRPr>
                </a:p>
              </p:txBody>
            </p:sp>
            <p:sp>
              <p:nvSpPr>
                <p:cNvPr id="54" name="矩形: 圆角 29">
                  <a:extLst>
                    <a:ext uri="{FF2B5EF4-FFF2-40B4-BE49-F238E27FC236}">
                      <a16:creationId xmlns:a16="http://schemas.microsoft.com/office/drawing/2014/main" id="{7279362B-6A1A-9DFD-6EAC-BD3EBA39CA89}"/>
                    </a:ext>
                  </a:extLst>
                </p:cNvPr>
                <p:cNvSpPr/>
                <p:nvPr/>
              </p:nvSpPr>
              <p:spPr>
                <a:xfrm>
                  <a:off x="2368230" y="3144483"/>
                  <a:ext cx="151303" cy="284517"/>
                </a:xfrm>
                <a:prstGeom prst="roundRect">
                  <a:avLst/>
                </a:prstGeom>
                <a:solidFill>
                  <a:schemeClr val="accent5">
                    <a:lumMod val="20000"/>
                    <a:lumOff val="8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47" name="组合 22">
                <a:extLst>
                  <a:ext uri="{FF2B5EF4-FFF2-40B4-BE49-F238E27FC236}">
                    <a16:creationId xmlns:a16="http://schemas.microsoft.com/office/drawing/2014/main" id="{C4CD29C4-CB02-D139-05AD-B8A3A525CAD8}"/>
                  </a:ext>
                </a:extLst>
              </p:cNvPr>
              <p:cNvGrpSpPr/>
              <p:nvPr/>
            </p:nvGrpSpPr>
            <p:grpSpPr>
              <a:xfrm>
                <a:off x="5716085" y="3128854"/>
                <a:ext cx="302606" cy="284517"/>
                <a:chOff x="2216927" y="3144483"/>
                <a:chExt cx="302606" cy="284517"/>
              </a:xfrm>
            </p:grpSpPr>
            <p:sp>
              <p:nvSpPr>
                <p:cNvPr id="51" name="矩形: 圆角 26">
                  <a:extLst>
                    <a:ext uri="{FF2B5EF4-FFF2-40B4-BE49-F238E27FC236}">
                      <a16:creationId xmlns:a16="http://schemas.microsoft.com/office/drawing/2014/main" id="{4E26AED1-898C-E4A8-DBB1-5564A56BADC3}"/>
                    </a:ext>
                  </a:extLst>
                </p:cNvPr>
                <p:cNvSpPr/>
                <p:nvPr/>
              </p:nvSpPr>
              <p:spPr>
                <a:xfrm>
                  <a:off x="2216927" y="3144483"/>
                  <a:ext cx="151303" cy="284517"/>
                </a:xfrm>
                <a:prstGeom prst="roundRect">
                  <a:avLst/>
                </a:prstGeom>
                <a:solidFill>
                  <a:schemeClr val="accent5">
                    <a:lumMod val="60000"/>
                    <a:lumOff val="4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200" dirty="0">
                      <a:solidFill>
                        <a:schemeClr val="tx1"/>
                      </a:solidFill>
                    </a:rPr>
                    <a:t>8</a:t>
                  </a:r>
                  <a:endParaRPr lang="zh-CN" altLang="en-US" sz="1200" dirty="0">
                    <a:solidFill>
                      <a:schemeClr val="tx1"/>
                    </a:solidFill>
                  </a:endParaRPr>
                </a:p>
              </p:txBody>
            </p:sp>
            <p:sp>
              <p:nvSpPr>
                <p:cNvPr id="52" name="矩形: 圆角 27">
                  <a:extLst>
                    <a:ext uri="{FF2B5EF4-FFF2-40B4-BE49-F238E27FC236}">
                      <a16:creationId xmlns:a16="http://schemas.microsoft.com/office/drawing/2014/main" id="{B25A4B63-EFD8-C248-1D8C-63EEF46DFAFD}"/>
                    </a:ext>
                  </a:extLst>
                </p:cNvPr>
                <p:cNvSpPr/>
                <p:nvPr/>
              </p:nvSpPr>
              <p:spPr>
                <a:xfrm>
                  <a:off x="2368230" y="3144483"/>
                  <a:ext cx="151303" cy="284517"/>
                </a:xfrm>
                <a:prstGeom prst="roundRect">
                  <a:avLst/>
                </a:prstGeom>
                <a:solidFill>
                  <a:schemeClr val="accent5">
                    <a:lumMod val="20000"/>
                    <a:lumOff val="8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48" name="组合 23">
                <a:extLst>
                  <a:ext uri="{FF2B5EF4-FFF2-40B4-BE49-F238E27FC236}">
                    <a16:creationId xmlns:a16="http://schemas.microsoft.com/office/drawing/2014/main" id="{E9BC056A-0B89-AAA7-9C94-9B0050793CEB}"/>
                  </a:ext>
                </a:extLst>
              </p:cNvPr>
              <p:cNvGrpSpPr/>
              <p:nvPr/>
            </p:nvGrpSpPr>
            <p:grpSpPr>
              <a:xfrm>
                <a:off x="6166699" y="3128853"/>
                <a:ext cx="302606" cy="284517"/>
                <a:chOff x="2216927" y="3144483"/>
                <a:chExt cx="302606" cy="284517"/>
              </a:xfrm>
            </p:grpSpPr>
            <p:sp>
              <p:nvSpPr>
                <p:cNvPr id="49" name="矩形: 圆角 24">
                  <a:extLst>
                    <a:ext uri="{FF2B5EF4-FFF2-40B4-BE49-F238E27FC236}">
                      <a16:creationId xmlns:a16="http://schemas.microsoft.com/office/drawing/2014/main" id="{7E17E955-4838-2F5C-B100-FD32BCE9D83F}"/>
                    </a:ext>
                  </a:extLst>
                </p:cNvPr>
                <p:cNvSpPr/>
                <p:nvPr/>
              </p:nvSpPr>
              <p:spPr>
                <a:xfrm>
                  <a:off x="2216927" y="3144483"/>
                  <a:ext cx="151303" cy="284517"/>
                </a:xfrm>
                <a:prstGeom prst="roundRect">
                  <a:avLst/>
                </a:prstGeom>
                <a:solidFill>
                  <a:schemeClr val="accent5">
                    <a:lumMod val="60000"/>
                    <a:lumOff val="4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200" dirty="0">
                      <a:solidFill>
                        <a:schemeClr val="tx1"/>
                      </a:solidFill>
                    </a:rPr>
                    <a:t>9</a:t>
                  </a:r>
                  <a:endParaRPr lang="zh-CN" altLang="en-US" sz="1200" dirty="0">
                    <a:solidFill>
                      <a:schemeClr val="tx1"/>
                    </a:solidFill>
                  </a:endParaRPr>
                </a:p>
              </p:txBody>
            </p:sp>
            <p:sp>
              <p:nvSpPr>
                <p:cNvPr id="50" name="矩形: 圆角 25">
                  <a:extLst>
                    <a:ext uri="{FF2B5EF4-FFF2-40B4-BE49-F238E27FC236}">
                      <a16:creationId xmlns:a16="http://schemas.microsoft.com/office/drawing/2014/main" id="{D7D7DB8A-52B1-D697-BD81-8BB92B6C33AB}"/>
                    </a:ext>
                  </a:extLst>
                </p:cNvPr>
                <p:cNvSpPr/>
                <p:nvPr/>
              </p:nvSpPr>
              <p:spPr>
                <a:xfrm>
                  <a:off x="2368230" y="3144483"/>
                  <a:ext cx="151303" cy="284517"/>
                </a:xfrm>
                <a:prstGeom prst="roundRect">
                  <a:avLst/>
                </a:prstGeom>
                <a:solidFill>
                  <a:schemeClr val="accent5">
                    <a:lumMod val="20000"/>
                    <a:lumOff val="8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cxnSp>
          <p:nvCxnSpPr>
            <p:cNvPr id="14" name="直接箭头连接符 45">
              <a:extLst>
                <a:ext uri="{FF2B5EF4-FFF2-40B4-BE49-F238E27FC236}">
                  <a16:creationId xmlns:a16="http://schemas.microsoft.com/office/drawing/2014/main" id="{98201E35-20DA-7347-3E4B-4441D7639A84}"/>
                </a:ext>
              </a:extLst>
            </p:cNvPr>
            <p:cNvCxnSpPr>
              <a:cxnSpLocks/>
              <a:stCxn id="68" idx="0"/>
            </p:cNvCxnSpPr>
            <p:nvPr/>
          </p:nvCxnSpPr>
          <p:spPr>
            <a:xfrm flipV="1">
              <a:off x="2443882" y="2822141"/>
              <a:ext cx="0" cy="322342"/>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15" name="直接箭头连接符 48">
              <a:extLst>
                <a:ext uri="{FF2B5EF4-FFF2-40B4-BE49-F238E27FC236}">
                  <a16:creationId xmlns:a16="http://schemas.microsoft.com/office/drawing/2014/main" id="{F1D9E0C3-43F3-98A8-8267-D0279676A236}"/>
                </a:ext>
              </a:extLst>
            </p:cNvPr>
            <p:cNvCxnSpPr>
              <a:cxnSpLocks/>
            </p:cNvCxnSpPr>
            <p:nvPr/>
          </p:nvCxnSpPr>
          <p:spPr>
            <a:xfrm flipV="1">
              <a:off x="2898889" y="2817196"/>
              <a:ext cx="0" cy="322342"/>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16" name="直接箭头连接符 49">
              <a:extLst>
                <a:ext uri="{FF2B5EF4-FFF2-40B4-BE49-F238E27FC236}">
                  <a16:creationId xmlns:a16="http://schemas.microsoft.com/office/drawing/2014/main" id="{6A3926BF-C4C3-E780-4E23-F8812CD1EA23}"/>
                </a:ext>
              </a:extLst>
            </p:cNvPr>
            <p:cNvCxnSpPr>
              <a:cxnSpLocks/>
            </p:cNvCxnSpPr>
            <p:nvPr/>
          </p:nvCxnSpPr>
          <p:spPr>
            <a:xfrm flipV="1">
              <a:off x="3359379" y="2817196"/>
              <a:ext cx="0" cy="322342"/>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17" name="直接箭头连接符 50">
              <a:extLst>
                <a:ext uri="{FF2B5EF4-FFF2-40B4-BE49-F238E27FC236}">
                  <a16:creationId xmlns:a16="http://schemas.microsoft.com/office/drawing/2014/main" id="{669B5710-4110-38AA-EC13-DAB3A10347F8}"/>
                </a:ext>
              </a:extLst>
            </p:cNvPr>
            <p:cNvCxnSpPr>
              <a:cxnSpLocks/>
            </p:cNvCxnSpPr>
            <p:nvPr/>
          </p:nvCxnSpPr>
          <p:spPr>
            <a:xfrm flipV="1">
              <a:off x="3754083" y="2817196"/>
              <a:ext cx="0" cy="322342"/>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18" name="直接箭头连接符 51">
              <a:extLst>
                <a:ext uri="{FF2B5EF4-FFF2-40B4-BE49-F238E27FC236}">
                  <a16:creationId xmlns:a16="http://schemas.microsoft.com/office/drawing/2014/main" id="{869B6E34-21E7-8105-AD1A-E9687836E04F}"/>
                </a:ext>
              </a:extLst>
            </p:cNvPr>
            <p:cNvCxnSpPr>
              <a:cxnSpLocks/>
            </p:cNvCxnSpPr>
            <p:nvPr/>
          </p:nvCxnSpPr>
          <p:spPr>
            <a:xfrm flipV="1">
              <a:off x="4227729" y="2817196"/>
              <a:ext cx="0" cy="322342"/>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19" name="直接箭头连接符 52">
              <a:extLst>
                <a:ext uri="{FF2B5EF4-FFF2-40B4-BE49-F238E27FC236}">
                  <a16:creationId xmlns:a16="http://schemas.microsoft.com/office/drawing/2014/main" id="{287411C2-63A3-7079-0704-2697C8815122}"/>
                </a:ext>
              </a:extLst>
            </p:cNvPr>
            <p:cNvCxnSpPr>
              <a:cxnSpLocks/>
            </p:cNvCxnSpPr>
            <p:nvPr/>
          </p:nvCxnSpPr>
          <p:spPr>
            <a:xfrm flipV="1">
              <a:off x="4622435" y="2817196"/>
              <a:ext cx="0" cy="322342"/>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20" name="直接箭头连接符 53">
              <a:extLst>
                <a:ext uri="{FF2B5EF4-FFF2-40B4-BE49-F238E27FC236}">
                  <a16:creationId xmlns:a16="http://schemas.microsoft.com/office/drawing/2014/main" id="{C8AD07DA-D858-0836-0662-DEB05DEDE56B}"/>
                </a:ext>
              </a:extLst>
            </p:cNvPr>
            <p:cNvCxnSpPr>
              <a:cxnSpLocks/>
            </p:cNvCxnSpPr>
            <p:nvPr/>
          </p:nvCxnSpPr>
          <p:spPr>
            <a:xfrm flipV="1">
              <a:off x="5050031" y="2817196"/>
              <a:ext cx="0" cy="322342"/>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21" name="直接箭头连接符 54">
              <a:extLst>
                <a:ext uri="{FF2B5EF4-FFF2-40B4-BE49-F238E27FC236}">
                  <a16:creationId xmlns:a16="http://schemas.microsoft.com/office/drawing/2014/main" id="{14D01499-9CF1-1CF8-2F0D-D5265228E5E8}"/>
                </a:ext>
              </a:extLst>
            </p:cNvPr>
            <p:cNvCxnSpPr>
              <a:cxnSpLocks/>
            </p:cNvCxnSpPr>
            <p:nvPr/>
          </p:nvCxnSpPr>
          <p:spPr>
            <a:xfrm flipV="1">
              <a:off x="5536834" y="2817196"/>
              <a:ext cx="0" cy="322342"/>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22" name="直接箭头连接符 55">
              <a:extLst>
                <a:ext uri="{FF2B5EF4-FFF2-40B4-BE49-F238E27FC236}">
                  <a16:creationId xmlns:a16="http://schemas.microsoft.com/office/drawing/2014/main" id="{5CEBDD3F-5C68-C1C4-394F-05551DC1E6F9}"/>
                </a:ext>
              </a:extLst>
            </p:cNvPr>
            <p:cNvCxnSpPr>
              <a:cxnSpLocks/>
            </p:cNvCxnSpPr>
            <p:nvPr/>
          </p:nvCxnSpPr>
          <p:spPr>
            <a:xfrm flipV="1">
              <a:off x="5944697" y="2817196"/>
              <a:ext cx="0" cy="322342"/>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23" name="直接箭头连接符 56">
              <a:extLst>
                <a:ext uri="{FF2B5EF4-FFF2-40B4-BE49-F238E27FC236}">
                  <a16:creationId xmlns:a16="http://schemas.microsoft.com/office/drawing/2014/main" id="{0E25E55E-69D9-3964-4EDD-63B01F79555D}"/>
                </a:ext>
              </a:extLst>
            </p:cNvPr>
            <p:cNvCxnSpPr>
              <a:cxnSpLocks/>
            </p:cNvCxnSpPr>
            <p:nvPr/>
          </p:nvCxnSpPr>
          <p:spPr>
            <a:xfrm flipV="1">
              <a:off x="6385450" y="2817196"/>
              <a:ext cx="0" cy="322342"/>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
          <p:nvSpPr>
            <p:cNvPr id="24" name="文本框 57">
              <a:extLst>
                <a:ext uri="{FF2B5EF4-FFF2-40B4-BE49-F238E27FC236}">
                  <a16:creationId xmlns:a16="http://schemas.microsoft.com/office/drawing/2014/main" id="{1D7CAB4A-14BF-81FC-D5DB-7138A3D644A0}"/>
                </a:ext>
              </a:extLst>
            </p:cNvPr>
            <p:cNvSpPr txBox="1"/>
            <p:nvPr/>
          </p:nvSpPr>
          <p:spPr>
            <a:xfrm>
              <a:off x="665243" y="3139538"/>
              <a:ext cx="1190145" cy="615553"/>
            </a:xfrm>
            <a:prstGeom prst="rect">
              <a:avLst/>
            </a:prstGeom>
            <a:noFill/>
          </p:spPr>
          <p:txBody>
            <a:bodyPr wrap="square" rtlCol="0">
              <a:spAutoFit/>
            </a:bodyPr>
            <a:lstStyle/>
            <a:p>
              <a:r>
                <a:rPr lang="zh-CN" altLang="en-US" sz="1200" dirty="0"/>
                <a:t>图块</a:t>
              </a:r>
              <a:r>
                <a:rPr lang="en-US" altLang="zh-CN" sz="1200" dirty="0"/>
                <a:t>+</a:t>
              </a:r>
              <a:r>
                <a:rPr lang="zh-CN" altLang="en-US" sz="1200" dirty="0"/>
                <a:t>位置编码</a:t>
              </a:r>
              <a:endParaRPr lang="en-US" altLang="zh-CN" sz="1200" dirty="0"/>
            </a:p>
            <a:p>
              <a:r>
                <a:rPr lang="en-US" altLang="zh-CN" sz="1050" dirty="0">
                  <a:latin typeface="SimSun" panose="02010600030101010101" pitchFamily="2" charset="-122"/>
                  <a:ea typeface="SimSun" panose="02010600030101010101" pitchFamily="2" charset="-122"/>
                </a:rPr>
                <a:t>※</a:t>
              </a:r>
              <a:r>
                <a:rPr lang="zh-CN" altLang="en-US" sz="1050" dirty="0">
                  <a:latin typeface="+mn-ea"/>
                </a:rPr>
                <a:t>额外学习的 </a:t>
              </a:r>
              <a:r>
                <a:rPr lang="en-US" altLang="zh-CN" sz="1050" dirty="0">
                  <a:latin typeface="+mn-ea"/>
                </a:rPr>
                <a:t>[</a:t>
              </a:r>
              <a:r>
                <a:rPr lang="zh-CN" altLang="en-US" sz="1050" dirty="0">
                  <a:latin typeface="+mn-ea"/>
                </a:rPr>
                <a:t>类别</a:t>
              </a:r>
              <a:r>
                <a:rPr lang="en-US" altLang="zh-CN" sz="1050" dirty="0">
                  <a:latin typeface="+mn-ea"/>
                </a:rPr>
                <a:t>]</a:t>
              </a:r>
              <a:r>
                <a:rPr lang="zh-CN" altLang="en-US" sz="1050" dirty="0">
                  <a:latin typeface="+mn-ea"/>
                </a:rPr>
                <a:t>编码</a:t>
              </a:r>
              <a:endParaRPr lang="zh-CN" altLang="en-US" sz="1050" dirty="0"/>
            </a:p>
          </p:txBody>
        </p:sp>
        <p:cxnSp>
          <p:nvCxnSpPr>
            <p:cNvPr id="25" name="直接箭头连接符 59">
              <a:extLst>
                <a:ext uri="{FF2B5EF4-FFF2-40B4-BE49-F238E27FC236}">
                  <a16:creationId xmlns:a16="http://schemas.microsoft.com/office/drawing/2014/main" id="{A6D5A2BC-20B7-F8B2-7584-EA935E9BB226}"/>
                </a:ext>
              </a:extLst>
            </p:cNvPr>
            <p:cNvCxnSpPr>
              <a:cxnSpLocks/>
              <a:endCxn id="67" idx="1"/>
            </p:cNvCxnSpPr>
            <p:nvPr/>
          </p:nvCxnSpPr>
          <p:spPr>
            <a:xfrm>
              <a:off x="1810150" y="3286742"/>
              <a:ext cx="406777"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pic>
          <p:nvPicPr>
            <p:cNvPr id="26" name="图片 61">
              <a:extLst>
                <a:ext uri="{FF2B5EF4-FFF2-40B4-BE49-F238E27FC236}">
                  <a16:creationId xmlns:a16="http://schemas.microsoft.com/office/drawing/2014/main" id="{7A604098-4824-6090-43BA-D8C083BA3720}"/>
                </a:ext>
              </a:extLst>
            </p:cNvPr>
            <p:cNvPicPr>
              <a:picLocks noChangeAspect="1"/>
            </p:cNvPicPr>
            <p:nvPr/>
          </p:nvPicPr>
          <p:blipFill>
            <a:blip r:embed="rId4"/>
            <a:stretch>
              <a:fillRect/>
            </a:stretch>
          </p:blipFill>
          <p:spPr>
            <a:xfrm>
              <a:off x="458217" y="3667921"/>
              <a:ext cx="1375849" cy="1353836"/>
            </a:xfrm>
            <a:prstGeom prst="rect">
              <a:avLst/>
            </a:prstGeom>
          </p:spPr>
        </p:pic>
        <p:cxnSp>
          <p:nvCxnSpPr>
            <p:cNvPr id="27" name="直接箭头连接符 63">
              <a:extLst>
                <a:ext uri="{FF2B5EF4-FFF2-40B4-BE49-F238E27FC236}">
                  <a16:creationId xmlns:a16="http://schemas.microsoft.com/office/drawing/2014/main" id="{442353F1-641E-7E32-D430-132277A0EEA2}"/>
                </a:ext>
              </a:extLst>
            </p:cNvPr>
            <p:cNvCxnSpPr/>
            <p:nvPr/>
          </p:nvCxnSpPr>
          <p:spPr>
            <a:xfrm>
              <a:off x="1855388" y="4344839"/>
              <a:ext cx="664145"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pic>
          <p:nvPicPr>
            <p:cNvPr id="28" name="图片 64">
              <a:extLst>
                <a:ext uri="{FF2B5EF4-FFF2-40B4-BE49-F238E27FC236}">
                  <a16:creationId xmlns:a16="http://schemas.microsoft.com/office/drawing/2014/main" id="{153BB185-5478-29ED-7FBA-B563F5B6DBA4}"/>
                </a:ext>
              </a:extLst>
            </p:cNvPr>
            <p:cNvPicPr>
              <a:picLocks noChangeAspect="1"/>
            </p:cNvPicPr>
            <p:nvPr/>
          </p:nvPicPr>
          <p:blipFill>
            <a:blip r:embed="rId5"/>
            <a:stretch>
              <a:fillRect/>
            </a:stretch>
          </p:blipFill>
          <p:spPr>
            <a:xfrm>
              <a:off x="2653956" y="4093670"/>
              <a:ext cx="3884992" cy="388917"/>
            </a:xfrm>
            <a:prstGeom prst="rect">
              <a:avLst/>
            </a:prstGeom>
          </p:spPr>
        </p:pic>
        <p:cxnSp>
          <p:nvCxnSpPr>
            <p:cNvPr id="29" name="直接连接符 66">
              <a:extLst>
                <a:ext uri="{FF2B5EF4-FFF2-40B4-BE49-F238E27FC236}">
                  <a16:creationId xmlns:a16="http://schemas.microsoft.com/office/drawing/2014/main" id="{37AED14D-8582-CD5B-A257-50768D07E1E3}"/>
                </a:ext>
              </a:extLst>
            </p:cNvPr>
            <p:cNvCxnSpPr>
              <a:endCxn id="66" idx="2"/>
            </p:cNvCxnSpPr>
            <p:nvPr/>
          </p:nvCxnSpPr>
          <p:spPr>
            <a:xfrm flipH="1" flipV="1">
              <a:off x="2897791" y="3429000"/>
              <a:ext cx="1098" cy="664670"/>
            </a:xfrm>
            <a:prstGeom prst="line">
              <a:avLst/>
            </a:prstGeom>
          </p:spPr>
          <p:style>
            <a:lnRef idx="1">
              <a:schemeClr val="dk1"/>
            </a:lnRef>
            <a:fillRef idx="0">
              <a:schemeClr val="dk1"/>
            </a:fillRef>
            <a:effectRef idx="0">
              <a:schemeClr val="dk1"/>
            </a:effectRef>
            <a:fontRef idx="minor">
              <a:schemeClr val="tx1"/>
            </a:fontRef>
          </p:style>
        </p:cxnSp>
        <p:cxnSp>
          <p:nvCxnSpPr>
            <p:cNvPr id="30" name="直接连接符 67">
              <a:extLst>
                <a:ext uri="{FF2B5EF4-FFF2-40B4-BE49-F238E27FC236}">
                  <a16:creationId xmlns:a16="http://schemas.microsoft.com/office/drawing/2014/main" id="{23905D30-7267-C3C5-DB6B-816845B59653}"/>
                </a:ext>
              </a:extLst>
            </p:cNvPr>
            <p:cNvCxnSpPr/>
            <p:nvPr/>
          </p:nvCxnSpPr>
          <p:spPr>
            <a:xfrm flipH="1" flipV="1">
              <a:off x="3348386" y="3433943"/>
              <a:ext cx="1098" cy="664670"/>
            </a:xfrm>
            <a:prstGeom prst="line">
              <a:avLst/>
            </a:prstGeom>
          </p:spPr>
          <p:style>
            <a:lnRef idx="1">
              <a:schemeClr val="dk1"/>
            </a:lnRef>
            <a:fillRef idx="0">
              <a:schemeClr val="dk1"/>
            </a:fillRef>
            <a:effectRef idx="0">
              <a:schemeClr val="dk1"/>
            </a:effectRef>
            <a:fontRef idx="minor">
              <a:schemeClr val="tx1"/>
            </a:fontRef>
          </p:style>
        </p:cxnSp>
        <p:cxnSp>
          <p:nvCxnSpPr>
            <p:cNvPr id="31" name="直接连接符 68">
              <a:extLst>
                <a:ext uri="{FF2B5EF4-FFF2-40B4-BE49-F238E27FC236}">
                  <a16:creationId xmlns:a16="http://schemas.microsoft.com/office/drawing/2014/main" id="{8350D6A2-0C72-724B-3E3A-6B11F49A6558}"/>
                </a:ext>
              </a:extLst>
            </p:cNvPr>
            <p:cNvCxnSpPr/>
            <p:nvPr/>
          </p:nvCxnSpPr>
          <p:spPr>
            <a:xfrm flipH="1" flipV="1">
              <a:off x="3746389" y="3419009"/>
              <a:ext cx="1098" cy="664670"/>
            </a:xfrm>
            <a:prstGeom prst="line">
              <a:avLst/>
            </a:prstGeom>
          </p:spPr>
          <p:style>
            <a:lnRef idx="1">
              <a:schemeClr val="dk1"/>
            </a:lnRef>
            <a:fillRef idx="0">
              <a:schemeClr val="dk1"/>
            </a:fillRef>
            <a:effectRef idx="0">
              <a:schemeClr val="dk1"/>
            </a:effectRef>
            <a:fontRef idx="minor">
              <a:schemeClr val="tx1"/>
            </a:fontRef>
          </p:style>
        </p:cxnSp>
        <p:cxnSp>
          <p:nvCxnSpPr>
            <p:cNvPr id="32" name="直接连接符 69">
              <a:extLst>
                <a:ext uri="{FF2B5EF4-FFF2-40B4-BE49-F238E27FC236}">
                  <a16:creationId xmlns:a16="http://schemas.microsoft.com/office/drawing/2014/main" id="{AEBC053C-CC17-065C-597E-1F9E0B60C51E}"/>
                </a:ext>
              </a:extLst>
            </p:cNvPr>
            <p:cNvCxnSpPr/>
            <p:nvPr/>
          </p:nvCxnSpPr>
          <p:spPr>
            <a:xfrm flipH="1" flipV="1">
              <a:off x="4215673" y="3424055"/>
              <a:ext cx="1098" cy="664670"/>
            </a:xfrm>
            <a:prstGeom prst="line">
              <a:avLst/>
            </a:prstGeom>
          </p:spPr>
          <p:style>
            <a:lnRef idx="1">
              <a:schemeClr val="dk1"/>
            </a:lnRef>
            <a:fillRef idx="0">
              <a:schemeClr val="dk1"/>
            </a:fillRef>
            <a:effectRef idx="0">
              <a:schemeClr val="dk1"/>
            </a:effectRef>
            <a:fontRef idx="minor">
              <a:schemeClr val="tx1"/>
            </a:fontRef>
          </p:style>
        </p:cxnSp>
        <p:cxnSp>
          <p:nvCxnSpPr>
            <p:cNvPr id="33" name="直接连接符 70">
              <a:extLst>
                <a:ext uri="{FF2B5EF4-FFF2-40B4-BE49-F238E27FC236}">
                  <a16:creationId xmlns:a16="http://schemas.microsoft.com/office/drawing/2014/main" id="{F67EBBF1-B530-2537-9A38-5D2B8D757E40}"/>
                </a:ext>
              </a:extLst>
            </p:cNvPr>
            <p:cNvCxnSpPr/>
            <p:nvPr/>
          </p:nvCxnSpPr>
          <p:spPr>
            <a:xfrm flipH="1" flipV="1">
              <a:off x="4617163" y="3429000"/>
              <a:ext cx="1098" cy="664670"/>
            </a:xfrm>
            <a:prstGeom prst="line">
              <a:avLst/>
            </a:prstGeom>
          </p:spPr>
          <p:style>
            <a:lnRef idx="1">
              <a:schemeClr val="dk1"/>
            </a:lnRef>
            <a:fillRef idx="0">
              <a:schemeClr val="dk1"/>
            </a:fillRef>
            <a:effectRef idx="0">
              <a:schemeClr val="dk1"/>
            </a:effectRef>
            <a:fontRef idx="minor">
              <a:schemeClr val="tx1"/>
            </a:fontRef>
          </p:style>
        </p:cxnSp>
        <p:cxnSp>
          <p:nvCxnSpPr>
            <p:cNvPr id="34" name="直接连接符 71">
              <a:extLst>
                <a:ext uri="{FF2B5EF4-FFF2-40B4-BE49-F238E27FC236}">
                  <a16:creationId xmlns:a16="http://schemas.microsoft.com/office/drawing/2014/main" id="{C3F42007-F14B-8D95-D5DB-C13A39D28C14}"/>
                </a:ext>
              </a:extLst>
            </p:cNvPr>
            <p:cNvCxnSpPr/>
            <p:nvPr/>
          </p:nvCxnSpPr>
          <p:spPr>
            <a:xfrm flipH="1" flipV="1">
              <a:off x="5049697" y="3423115"/>
              <a:ext cx="1098" cy="664670"/>
            </a:xfrm>
            <a:prstGeom prst="line">
              <a:avLst/>
            </a:prstGeom>
          </p:spPr>
          <p:style>
            <a:lnRef idx="1">
              <a:schemeClr val="dk1"/>
            </a:lnRef>
            <a:fillRef idx="0">
              <a:schemeClr val="dk1"/>
            </a:fillRef>
            <a:effectRef idx="0">
              <a:schemeClr val="dk1"/>
            </a:effectRef>
            <a:fontRef idx="minor">
              <a:schemeClr val="tx1"/>
            </a:fontRef>
          </p:style>
        </p:cxnSp>
        <p:cxnSp>
          <p:nvCxnSpPr>
            <p:cNvPr id="35" name="直接连接符 72">
              <a:extLst>
                <a:ext uri="{FF2B5EF4-FFF2-40B4-BE49-F238E27FC236}">
                  <a16:creationId xmlns:a16="http://schemas.microsoft.com/office/drawing/2014/main" id="{B71D184A-349A-6324-24FA-0B99067485F7}"/>
                </a:ext>
              </a:extLst>
            </p:cNvPr>
            <p:cNvCxnSpPr/>
            <p:nvPr/>
          </p:nvCxnSpPr>
          <p:spPr>
            <a:xfrm flipH="1" flipV="1">
              <a:off x="5536834" y="3429940"/>
              <a:ext cx="1098" cy="664670"/>
            </a:xfrm>
            <a:prstGeom prst="line">
              <a:avLst/>
            </a:prstGeom>
          </p:spPr>
          <p:style>
            <a:lnRef idx="1">
              <a:schemeClr val="dk1"/>
            </a:lnRef>
            <a:fillRef idx="0">
              <a:schemeClr val="dk1"/>
            </a:fillRef>
            <a:effectRef idx="0">
              <a:schemeClr val="dk1"/>
            </a:effectRef>
            <a:fontRef idx="minor">
              <a:schemeClr val="tx1"/>
            </a:fontRef>
          </p:style>
        </p:cxnSp>
        <p:cxnSp>
          <p:nvCxnSpPr>
            <p:cNvPr id="36" name="直接连接符 73">
              <a:extLst>
                <a:ext uri="{FF2B5EF4-FFF2-40B4-BE49-F238E27FC236}">
                  <a16:creationId xmlns:a16="http://schemas.microsoft.com/office/drawing/2014/main" id="{2BF4DF9E-D3AA-CC0A-40AD-7CDBBFB02B15}"/>
                </a:ext>
              </a:extLst>
            </p:cNvPr>
            <p:cNvCxnSpPr/>
            <p:nvPr/>
          </p:nvCxnSpPr>
          <p:spPr>
            <a:xfrm flipH="1" flipV="1">
              <a:off x="5943039" y="3423115"/>
              <a:ext cx="1098" cy="664670"/>
            </a:xfrm>
            <a:prstGeom prst="line">
              <a:avLst/>
            </a:prstGeom>
          </p:spPr>
          <p:style>
            <a:lnRef idx="1">
              <a:schemeClr val="dk1"/>
            </a:lnRef>
            <a:fillRef idx="0">
              <a:schemeClr val="dk1"/>
            </a:fillRef>
            <a:effectRef idx="0">
              <a:schemeClr val="dk1"/>
            </a:effectRef>
            <a:fontRef idx="minor">
              <a:schemeClr val="tx1"/>
            </a:fontRef>
          </p:style>
        </p:cxnSp>
        <p:cxnSp>
          <p:nvCxnSpPr>
            <p:cNvPr id="37" name="直接连接符 74">
              <a:extLst>
                <a:ext uri="{FF2B5EF4-FFF2-40B4-BE49-F238E27FC236}">
                  <a16:creationId xmlns:a16="http://schemas.microsoft.com/office/drawing/2014/main" id="{32A56179-D879-DD44-C50D-5CB30AFF3B6C}"/>
                </a:ext>
              </a:extLst>
            </p:cNvPr>
            <p:cNvCxnSpPr/>
            <p:nvPr/>
          </p:nvCxnSpPr>
          <p:spPr>
            <a:xfrm flipH="1" flipV="1">
              <a:off x="6385450" y="3413361"/>
              <a:ext cx="1098" cy="664670"/>
            </a:xfrm>
            <a:prstGeom prst="line">
              <a:avLst/>
            </a:prstGeom>
          </p:spPr>
          <p:style>
            <a:lnRef idx="1">
              <a:schemeClr val="dk1"/>
            </a:lnRef>
            <a:fillRef idx="0">
              <a:schemeClr val="dk1"/>
            </a:fillRef>
            <a:effectRef idx="0">
              <a:schemeClr val="dk1"/>
            </a:effectRef>
            <a:fontRef idx="minor">
              <a:schemeClr val="tx1"/>
            </a:fontRef>
          </p:style>
        </p:cxnSp>
        <p:sp>
          <p:nvSpPr>
            <p:cNvPr id="38" name="矩形: 圆角 3">
              <a:extLst>
                <a:ext uri="{FF2B5EF4-FFF2-40B4-BE49-F238E27FC236}">
                  <a16:creationId xmlns:a16="http://schemas.microsoft.com/office/drawing/2014/main" id="{E06124DD-3F24-4058-8B51-64ED86F7A25C}"/>
                </a:ext>
              </a:extLst>
            </p:cNvPr>
            <p:cNvSpPr/>
            <p:nvPr/>
          </p:nvSpPr>
          <p:spPr>
            <a:xfrm>
              <a:off x="2703729" y="3545767"/>
              <a:ext cx="3881267" cy="361813"/>
            </a:xfrm>
            <a:prstGeom prst="roundRect">
              <a:avLst/>
            </a:prstGeom>
            <a:solidFill>
              <a:schemeClr val="accent2">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200" dirty="0">
                  <a:solidFill>
                    <a:schemeClr val="tx1"/>
                  </a:solidFill>
                </a:rPr>
                <a:t>线性投影的展平图块</a:t>
              </a:r>
              <a:endParaRPr lang="zh-CN" altLang="en-US" sz="1000" dirty="0">
                <a:solidFill>
                  <a:schemeClr val="tx1"/>
                </a:solidFill>
              </a:endParaRPr>
            </a:p>
          </p:txBody>
        </p:sp>
      </p:grpSp>
    </p:spTree>
    <p:extLst>
      <p:ext uri="{BB962C8B-B14F-4D97-AF65-F5344CB8AC3E}">
        <p14:creationId xmlns:p14="http://schemas.microsoft.com/office/powerpoint/2010/main" val="3115804721"/>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EF03D0A-A60B-2994-5581-F6464B3825C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5B86518-7E81-3683-C1D5-3453EF8A7F91}"/>
              </a:ext>
            </a:extLst>
          </p:cNvPr>
          <p:cNvSpPr>
            <a:spLocks noGrp="1"/>
          </p:cNvSpPr>
          <p:nvPr>
            <p:ph type="title"/>
          </p:nvPr>
        </p:nvSpPr>
        <p:spPr/>
        <p:txBody>
          <a:bodyPr/>
          <a:lstStyle/>
          <a:p>
            <a:r>
              <a:rPr lang="en-US" altLang="zh-CN" dirty="0"/>
              <a:t>Transformer</a:t>
            </a:r>
            <a:r>
              <a:rPr lang="zh-CN" altLang="en-US" dirty="0"/>
              <a:t>在图像处理中的应用</a:t>
            </a:r>
            <a:endParaRPr lang="en-US" dirty="0"/>
          </a:p>
        </p:txBody>
      </p:sp>
      <p:sp>
        <p:nvSpPr>
          <p:cNvPr id="3" name="Content Placeholder 2">
            <a:extLst>
              <a:ext uri="{FF2B5EF4-FFF2-40B4-BE49-F238E27FC236}">
                <a16:creationId xmlns:a16="http://schemas.microsoft.com/office/drawing/2014/main" id="{CC8A182E-92B4-1242-1D39-23131ED149D3}"/>
              </a:ext>
            </a:extLst>
          </p:cNvPr>
          <p:cNvSpPr>
            <a:spLocks noGrp="1"/>
          </p:cNvSpPr>
          <p:nvPr>
            <p:ph idx="1"/>
          </p:nvPr>
        </p:nvSpPr>
        <p:spPr>
          <a:xfrm>
            <a:off x="838199" y="1240971"/>
            <a:ext cx="4360248" cy="4935992"/>
          </a:xfrm>
        </p:spPr>
        <p:txBody>
          <a:bodyPr>
            <a:normAutofit fontScale="92500"/>
          </a:bodyPr>
          <a:lstStyle/>
          <a:p>
            <a:pPr indent="-457200">
              <a:lnSpc>
                <a:spcPct val="180000"/>
              </a:lnSpc>
              <a:spcBef>
                <a:spcPts val="0"/>
              </a:spcBef>
              <a:buFont typeface="Wingdings" panose="05000000000000000000" pitchFamily="2" charset="2"/>
              <a:buChar char="p"/>
            </a:pPr>
            <a:r>
              <a:rPr lang="en-US" altLang="en-US" dirty="0" err="1"/>
              <a:t>使用标准的Transformer</a:t>
            </a:r>
            <a:r>
              <a:rPr lang="zh-CN" altLang="en-US" dirty="0"/>
              <a:t> 编码器计算表征并完成分类（与文本分类类似）</a:t>
            </a:r>
            <a:endParaRPr lang="en-US" altLang="zh-CN" dirty="0"/>
          </a:p>
          <a:p>
            <a:pPr indent="-457200">
              <a:lnSpc>
                <a:spcPct val="180000"/>
              </a:lnSpc>
              <a:spcBef>
                <a:spcPts val="0"/>
              </a:spcBef>
              <a:buFont typeface="Wingdings" panose="05000000000000000000" pitchFamily="2" charset="2"/>
              <a:buChar char="p"/>
            </a:pPr>
            <a:r>
              <a:rPr lang="zh-CN" altLang="en-US" dirty="0"/>
              <a:t>应用分为预训练和微调两部分</a:t>
            </a:r>
            <a:endParaRPr lang="en-US" altLang="zh-CN" dirty="0"/>
          </a:p>
          <a:p>
            <a:pPr lvl="2" indent="-457200">
              <a:lnSpc>
                <a:spcPct val="180000"/>
              </a:lnSpc>
              <a:spcBef>
                <a:spcPts val="0"/>
              </a:spcBef>
              <a:buFont typeface="Wingdings" panose="05000000000000000000" pitchFamily="2" charset="2"/>
              <a:buChar char="p"/>
            </a:pPr>
            <a:r>
              <a:rPr lang="zh-CN" altLang="en-US" dirty="0"/>
              <a:t>预训练通过在大规模图像分类数据集上训练完整模型</a:t>
            </a:r>
            <a:endParaRPr lang="en-US" altLang="zh-CN" dirty="0"/>
          </a:p>
          <a:p>
            <a:pPr lvl="2" indent="-457200">
              <a:lnSpc>
                <a:spcPct val="180000"/>
              </a:lnSpc>
              <a:spcBef>
                <a:spcPts val="0"/>
              </a:spcBef>
              <a:buFont typeface="Wingdings" panose="05000000000000000000" pitchFamily="2" charset="2"/>
              <a:buChar char="p"/>
            </a:pPr>
            <a:r>
              <a:rPr lang="zh-CN" altLang="en-US" dirty="0"/>
              <a:t>微调通过在下游任务继续训练模型</a:t>
            </a:r>
            <a:endParaRPr lang="en-US" altLang="en-US" dirty="0"/>
          </a:p>
        </p:txBody>
      </p:sp>
      <p:sp>
        <p:nvSpPr>
          <p:cNvPr id="7" name="TextBox 6">
            <a:extLst>
              <a:ext uri="{FF2B5EF4-FFF2-40B4-BE49-F238E27FC236}">
                <a16:creationId xmlns:a16="http://schemas.microsoft.com/office/drawing/2014/main" id="{37383FAE-5174-F493-6214-4A41561AD253}"/>
              </a:ext>
            </a:extLst>
          </p:cNvPr>
          <p:cNvSpPr txBox="1"/>
          <p:nvPr/>
        </p:nvSpPr>
        <p:spPr>
          <a:xfrm>
            <a:off x="1637214" y="6492875"/>
            <a:ext cx="9716586" cy="261610"/>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dirty="0" err="1">
                <a:ln>
                  <a:noFill/>
                </a:ln>
                <a:solidFill>
                  <a:srgbClr val="222222"/>
                </a:solidFill>
                <a:effectLst/>
                <a:uLnTx/>
                <a:uFillTx/>
                <a:latin typeface="Arial" panose="020B0604020202020204" pitchFamily="34" charset="0"/>
                <a:ea typeface="微软雅黑"/>
                <a:cs typeface="+mn-cs"/>
              </a:rPr>
              <a:t>Dosovitskiy</a:t>
            </a:r>
            <a:r>
              <a:rPr kumimoji="0" lang="en-US" sz="1100" b="0" i="0" u="none" strike="noStrike" kern="1200" cap="none" spc="0" normalizeH="0" baseline="0" noProof="0" dirty="0">
                <a:ln>
                  <a:noFill/>
                </a:ln>
                <a:solidFill>
                  <a:srgbClr val="222222"/>
                </a:solidFill>
                <a:effectLst/>
                <a:uLnTx/>
                <a:uFillTx/>
                <a:latin typeface="Arial" panose="020B0604020202020204" pitchFamily="34" charset="0"/>
                <a:ea typeface="微软雅黑"/>
                <a:cs typeface="+mn-cs"/>
              </a:rPr>
              <a:t>, Alexey. "An image is worth 16x16 words: Transformers for image recognition at scale." </a:t>
            </a:r>
            <a:r>
              <a:rPr kumimoji="0" lang="en-US" sz="1100" b="0" i="1" u="none" strike="noStrike" kern="1200" cap="none" spc="0" normalizeH="0" baseline="0" noProof="0" dirty="0" err="1">
                <a:ln>
                  <a:noFill/>
                </a:ln>
                <a:solidFill>
                  <a:srgbClr val="222222"/>
                </a:solidFill>
                <a:effectLst/>
                <a:uLnTx/>
                <a:uFillTx/>
                <a:latin typeface="Arial" panose="020B0604020202020204" pitchFamily="34" charset="0"/>
                <a:ea typeface="微软雅黑"/>
                <a:cs typeface="+mn-cs"/>
              </a:rPr>
              <a:t>arXiv</a:t>
            </a:r>
            <a:r>
              <a:rPr kumimoji="0" lang="en-US" sz="1100" b="0" i="1" u="none" strike="noStrike" kern="1200" cap="none" spc="0" normalizeH="0" baseline="0" noProof="0" dirty="0">
                <a:ln>
                  <a:noFill/>
                </a:ln>
                <a:solidFill>
                  <a:srgbClr val="222222"/>
                </a:solidFill>
                <a:effectLst/>
                <a:uLnTx/>
                <a:uFillTx/>
                <a:latin typeface="Arial" panose="020B0604020202020204" pitchFamily="34" charset="0"/>
                <a:ea typeface="微软雅黑"/>
                <a:cs typeface="+mn-cs"/>
              </a:rPr>
              <a:t> preprint arXiv:2010.11929</a:t>
            </a:r>
            <a:r>
              <a:rPr kumimoji="0" lang="en-US" sz="1100" b="0" i="0" u="none" strike="noStrike" kern="1200" cap="none" spc="0" normalizeH="0" baseline="0" noProof="0" dirty="0">
                <a:ln>
                  <a:noFill/>
                </a:ln>
                <a:solidFill>
                  <a:srgbClr val="222222"/>
                </a:solidFill>
                <a:effectLst/>
                <a:uLnTx/>
                <a:uFillTx/>
                <a:latin typeface="Arial" panose="020B0604020202020204" pitchFamily="34" charset="0"/>
                <a:ea typeface="微软雅黑"/>
                <a:cs typeface="+mn-cs"/>
              </a:rPr>
              <a:t> (2020).</a:t>
            </a:r>
            <a:endParaRPr kumimoji="0" lang="en-US" sz="1100" b="0" i="0" u="none" strike="noStrike" kern="1200" cap="none" spc="0" normalizeH="0" baseline="0" noProof="0" dirty="0">
              <a:ln>
                <a:noFill/>
              </a:ln>
              <a:solidFill>
                <a:prstClr val="black"/>
              </a:solidFill>
              <a:effectLst/>
              <a:uLnTx/>
              <a:uFillTx/>
              <a:latin typeface="Arial"/>
              <a:ea typeface="微软雅黑"/>
              <a:cs typeface="+mn-cs"/>
            </a:endParaRPr>
          </a:p>
        </p:txBody>
      </p:sp>
      <p:grpSp>
        <p:nvGrpSpPr>
          <p:cNvPr id="5" name="组合 75">
            <a:extLst>
              <a:ext uri="{FF2B5EF4-FFF2-40B4-BE49-F238E27FC236}">
                <a16:creationId xmlns:a16="http://schemas.microsoft.com/office/drawing/2014/main" id="{A816CFC4-D9D2-B445-AB8A-F36030073834}"/>
              </a:ext>
            </a:extLst>
          </p:cNvPr>
          <p:cNvGrpSpPr/>
          <p:nvPr/>
        </p:nvGrpSpPr>
        <p:grpSpPr>
          <a:xfrm>
            <a:off x="5045409" y="1265728"/>
            <a:ext cx="6133356" cy="4581003"/>
            <a:chOff x="458217" y="440754"/>
            <a:chExt cx="6133356" cy="4581003"/>
          </a:xfrm>
        </p:grpSpPr>
        <p:sp>
          <p:nvSpPr>
            <p:cNvPr id="69" name="矩形: 圆角 2">
              <a:extLst>
                <a:ext uri="{FF2B5EF4-FFF2-40B4-BE49-F238E27FC236}">
                  <a16:creationId xmlns:a16="http://schemas.microsoft.com/office/drawing/2014/main" id="{1C4014A8-8D18-37D7-4597-026FE7E0BA68}"/>
                </a:ext>
              </a:extLst>
            </p:cNvPr>
            <p:cNvSpPr/>
            <p:nvPr/>
          </p:nvSpPr>
          <p:spPr>
            <a:xfrm>
              <a:off x="2032730" y="1999840"/>
              <a:ext cx="4558843" cy="822301"/>
            </a:xfrm>
            <a:prstGeom prst="roundRect">
              <a:avLst/>
            </a:prstGeom>
            <a:solidFill>
              <a:schemeClr val="bg1">
                <a:lumMod val="9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200" dirty="0">
                  <a:solidFill>
                    <a:schemeClr val="tx1"/>
                  </a:solidFill>
                </a:rPr>
                <a:t>Transformer </a:t>
              </a:r>
              <a:r>
                <a:rPr lang="zh-CN" altLang="en-US" sz="1200" dirty="0">
                  <a:solidFill>
                    <a:schemeClr val="tx1"/>
                  </a:solidFill>
                </a:rPr>
                <a:t>编码器</a:t>
              </a:r>
            </a:p>
          </p:txBody>
        </p:sp>
        <p:sp>
          <p:nvSpPr>
            <p:cNvPr id="70" name="矩形: 圆角 4">
              <a:extLst>
                <a:ext uri="{FF2B5EF4-FFF2-40B4-BE49-F238E27FC236}">
                  <a16:creationId xmlns:a16="http://schemas.microsoft.com/office/drawing/2014/main" id="{B456A311-1C61-506C-8C8B-E9F8FCF2E273}"/>
                </a:ext>
              </a:extLst>
            </p:cNvPr>
            <p:cNvSpPr/>
            <p:nvPr/>
          </p:nvSpPr>
          <p:spPr>
            <a:xfrm>
              <a:off x="2052466" y="1177538"/>
              <a:ext cx="769675" cy="565730"/>
            </a:xfrm>
            <a:prstGeom prst="roundRect">
              <a:avLst/>
            </a:prstGeom>
            <a:solidFill>
              <a:schemeClr val="accent2">
                <a:lumMod val="40000"/>
                <a:lumOff val="6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200" dirty="0">
                  <a:solidFill>
                    <a:schemeClr val="tx1"/>
                  </a:solidFill>
                </a:rPr>
                <a:t>多层感知机头部</a:t>
              </a:r>
            </a:p>
          </p:txBody>
        </p:sp>
        <p:sp>
          <p:nvSpPr>
            <p:cNvPr id="71" name="文本框 5">
              <a:extLst>
                <a:ext uri="{FF2B5EF4-FFF2-40B4-BE49-F238E27FC236}">
                  <a16:creationId xmlns:a16="http://schemas.microsoft.com/office/drawing/2014/main" id="{309B452D-B622-118E-2779-943B7302C322}"/>
                </a:ext>
              </a:extLst>
            </p:cNvPr>
            <p:cNvSpPr txBox="1"/>
            <p:nvPr/>
          </p:nvSpPr>
          <p:spPr>
            <a:xfrm>
              <a:off x="2032730" y="440754"/>
              <a:ext cx="4552266" cy="369332"/>
            </a:xfrm>
            <a:prstGeom prst="rect">
              <a:avLst/>
            </a:prstGeom>
            <a:noFill/>
          </p:spPr>
          <p:txBody>
            <a:bodyPr wrap="square" rtlCol="0">
              <a:spAutoFit/>
            </a:bodyPr>
            <a:lstStyle/>
            <a:p>
              <a:pPr algn="ctr"/>
              <a:r>
                <a:rPr lang="en-US" altLang="zh-CN" b="1" dirty="0"/>
                <a:t>Vision Transformer</a:t>
              </a:r>
              <a:r>
                <a:rPr lang="zh-CN" altLang="en-US" b="1" dirty="0"/>
                <a:t>（</a:t>
              </a:r>
              <a:r>
                <a:rPr lang="en-US" altLang="zh-CN" b="1" dirty="0" err="1"/>
                <a:t>ViT</a:t>
              </a:r>
              <a:r>
                <a:rPr lang="zh-CN" altLang="en-US" b="1" dirty="0"/>
                <a:t>）</a:t>
              </a:r>
              <a:endParaRPr lang="zh-CN" altLang="en-US" dirty="0"/>
            </a:p>
          </p:txBody>
        </p:sp>
        <p:cxnSp>
          <p:nvCxnSpPr>
            <p:cNvPr id="72" name="直接连接符 7">
              <a:extLst>
                <a:ext uri="{FF2B5EF4-FFF2-40B4-BE49-F238E27FC236}">
                  <a16:creationId xmlns:a16="http://schemas.microsoft.com/office/drawing/2014/main" id="{2DB4D891-EF45-4542-0F05-EEEAF57E41A5}"/>
                </a:ext>
              </a:extLst>
            </p:cNvPr>
            <p:cNvCxnSpPr>
              <a:cxnSpLocks/>
              <a:endCxn id="70" idx="2"/>
            </p:cNvCxnSpPr>
            <p:nvPr/>
          </p:nvCxnSpPr>
          <p:spPr>
            <a:xfrm flipV="1">
              <a:off x="2437304" y="1743268"/>
              <a:ext cx="0" cy="256572"/>
            </a:xfrm>
            <a:prstGeom prst="line">
              <a:avLst/>
            </a:prstGeom>
          </p:spPr>
          <p:style>
            <a:lnRef idx="1">
              <a:schemeClr val="dk1"/>
            </a:lnRef>
            <a:fillRef idx="0">
              <a:schemeClr val="dk1"/>
            </a:fillRef>
            <a:effectRef idx="0">
              <a:schemeClr val="dk1"/>
            </a:effectRef>
            <a:fontRef idx="minor">
              <a:schemeClr val="tx1"/>
            </a:fontRef>
          </p:style>
        </p:cxnSp>
        <p:sp>
          <p:nvSpPr>
            <p:cNvPr id="73" name="矩形: 圆角 9">
              <a:extLst>
                <a:ext uri="{FF2B5EF4-FFF2-40B4-BE49-F238E27FC236}">
                  <a16:creationId xmlns:a16="http://schemas.microsoft.com/office/drawing/2014/main" id="{D490DD55-1B12-3DDD-30DA-B33B9A8C6C0F}"/>
                </a:ext>
              </a:extLst>
            </p:cNvPr>
            <p:cNvSpPr/>
            <p:nvPr/>
          </p:nvSpPr>
          <p:spPr>
            <a:xfrm>
              <a:off x="934135" y="845321"/>
              <a:ext cx="670999" cy="1230164"/>
            </a:xfrm>
            <a:prstGeom prst="roundRect">
              <a:avLst/>
            </a:prstGeom>
            <a:solidFill>
              <a:schemeClr val="accent2">
                <a:lumMod val="40000"/>
                <a:lumOff val="6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200" b="1" dirty="0">
                  <a:solidFill>
                    <a:schemeClr val="tx1"/>
                  </a:solidFill>
                </a:rPr>
                <a:t>种类</a:t>
              </a:r>
              <a:endParaRPr lang="en-US" altLang="zh-CN" sz="1200" b="1" dirty="0">
                <a:solidFill>
                  <a:schemeClr val="tx1"/>
                </a:solidFill>
              </a:endParaRPr>
            </a:p>
            <a:p>
              <a:pPr algn="ctr"/>
              <a:r>
                <a:rPr lang="zh-CN" altLang="en-US" sz="1200" dirty="0">
                  <a:solidFill>
                    <a:schemeClr val="tx1"/>
                  </a:solidFill>
                </a:rPr>
                <a:t>鸟</a:t>
              </a:r>
              <a:endParaRPr lang="en-US" altLang="zh-CN" sz="1200" dirty="0">
                <a:solidFill>
                  <a:schemeClr val="tx1"/>
                </a:solidFill>
              </a:endParaRPr>
            </a:p>
            <a:p>
              <a:pPr algn="ctr"/>
              <a:r>
                <a:rPr lang="zh-CN" altLang="en-US" sz="1200" dirty="0">
                  <a:solidFill>
                    <a:schemeClr val="tx1"/>
                  </a:solidFill>
                </a:rPr>
                <a:t>球</a:t>
              </a:r>
              <a:endParaRPr lang="en-US" altLang="zh-CN" sz="1200" dirty="0">
                <a:solidFill>
                  <a:schemeClr val="tx1"/>
                </a:solidFill>
              </a:endParaRPr>
            </a:p>
            <a:p>
              <a:pPr algn="ctr"/>
              <a:r>
                <a:rPr lang="zh-CN" altLang="en-US" sz="1200" dirty="0">
                  <a:solidFill>
                    <a:schemeClr val="tx1"/>
                  </a:solidFill>
                </a:rPr>
                <a:t>车</a:t>
              </a:r>
              <a:endParaRPr lang="en-US" altLang="zh-CN" sz="1200" dirty="0">
                <a:solidFill>
                  <a:schemeClr val="tx1"/>
                </a:solidFill>
              </a:endParaRPr>
            </a:p>
            <a:p>
              <a:pPr algn="ctr"/>
              <a:r>
                <a:rPr lang="en-US" altLang="zh-CN" sz="1200" dirty="0">
                  <a:solidFill>
                    <a:schemeClr val="tx1"/>
                  </a:solidFill>
                </a:rPr>
                <a:t>…</a:t>
              </a:r>
              <a:endParaRPr lang="zh-CN" altLang="en-US" sz="1200" dirty="0">
                <a:solidFill>
                  <a:schemeClr val="tx1"/>
                </a:solidFill>
              </a:endParaRPr>
            </a:p>
          </p:txBody>
        </p:sp>
        <p:cxnSp>
          <p:nvCxnSpPr>
            <p:cNvPr id="74" name="直接箭头连接符 11">
              <a:extLst>
                <a:ext uri="{FF2B5EF4-FFF2-40B4-BE49-F238E27FC236}">
                  <a16:creationId xmlns:a16="http://schemas.microsoft.com/office/drawing/2014/main" id="{E7DED5AA-23DB-ED3B-AF65-59868E226EC2}"/>
                </a:ext>
              </a:extLst>
            </p:cNvPr>
            <p:cNvCxnSpPr>
              <a:stCxn id="70" idx="1"/>
              <a:endCxn id="73" idx="3"/>
            </p:cNvCxnSpPr>
            <p:nvPr/>
          </p:nvCxnSpPr>
          <p:spPr>
            <a:xfrm flipH="1">
              <a:off x="1605134" y="1460403"/>
              <a:ext cx="447332"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grpSp>
          <p:nvGrpSpPr>
            <p:cNvPr id="75" name="组合 13">
              <a:extLst>
                <a:ext uri="{FF2B5EF4-FFF2-40B4-BE49-F238E27FC236}">
                  <a16:creationId xmlns:a16="http://schemas.microsoft.com/office/drawing/2014/main" id="{2C230C94-416F-AD2C-55C9-652F75DBC572}"/>
                </a:ext>
              </a:extLst>
            </p:cNvPr>
            <p:cNvGrpSpPr/>
            <p:nvPr/>
          </p:nvGrpSpPr>
          <p:grpSpPr>
            <a:xfrm>
              <a:off x="2216927" y="3128853"/>
              <a:ext cx="4252378" cy="300147"/>
              <a:chOff x="2216927" y="3128853"/>
              <a:chExt cx="4252378" cy="300147"/>
            </a:xfrm>
          </p:grpSpPr>
          <p:grpSp>
            <p:nvGrpSpPr>
              <p:cNvPr id="101" name="组合 14">
                <a:extLst>
                  <a:ext uri="{FF2B5EF4-FFF2-40B4-BE49-F238E27FC236}">
                    <a16:creationId xmlns:a16="http://schemas.microsoft.com/office/drawing/2014/main" id="{18BCA135-FEF6-4F73-47D5-983F19DA7502}"/>
                  </a:ext>
                </a:extLst>
              </p:cNvPr>
              <p:cNvGrpSpPr/>
              <p:nvPr/>
            </p:nvGrpSpPr>
            <p:grpSpPr>
              <a:xfrm>
                <a:off x="2216927" y="3144483"/>
                <a:ext cx="302606" cy="284517"/>
                <a:chOff x="2216927" y="3144483"/>
                <a:chExt cx="302606" cy="284517"/>
              </a:xfrm>
            </p:grpSpPr>
            <p:sp>
              <p:nvSpPr>
                <p:cNvPr id="129" name="矩形: 圆角 42">
                  <a:extLst>
                    <a:ext uri="{FF2B5EF4-FFF2-40B4-BE49-F238E27FC236}">
                      <a16:creationId xmlns:a16="http://schemas.microsoft.com/office/drawing/2014/main" id="{02C08BDC-8A68-0F2C-6248-C26EF7C5D5A5}"/>
                    </a:ext>
                  </a:extLst>
                </p:cNvPr>
                <p:cNvSpPr/>
                <p:nvPr/>
              </p:nvSpPr>
              <p:spPr>
                <a:xfrm>
                  <a:off x="2216927" y="3144483"/>
                  <a:ext cx="151303" cy="284517"/>
                </a:xfrm>
                <a:prstGeom prst="roundRect">
                  <a:avLst/>
                </a:prstGeom>
                <a:solidFill>
                  <a:schemeClr val="accent5">
                    <a:lumMod val="60000"/>
                    <a:lumOff val="4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200" dirty="0">
                      <a:solidFill>
                        <a:schemeClr val="tx1"/>
                      </a:solidFill>
                    </a:rPr>
                    <a:t>0</a:t>
                  </a:r>
                  <a:endParaRPr lang="zh-CN" altLang="en-US" sz="1200" dirty="0">
                    <a:solidFill>
                      <a:schemeClr val="tx1"/>
                    </a:solidFill>
                  </a:endParaRPr>
                </a:p>
              </p:txBody>
            </p:sp>
            <p:sp>
              <p:nvSpPr>
                <p:cNvPr id="130" name="矩形: 圆角 43">
                  <a:extLst>
                    <a:ext uri="{FF2B5EF4-FFF2-40B4-BE49-F238E27FC236}">
                      <a16:creationId xmlns:a16="http://schemas.microsoft.com/office/drawing/2014/main" id="{BB19CF5B-4CB9-33D3-F459-C42A27345767}"/>
                    </a:ext>
                  </a:extLst>
                </p:cNvPr>
                <p:cNvSpPr/>
                <p:nvPr/>
              </p:nvSpPr>
              <p:spPr>
                <a:xfrm>
                  <a:off x="2368230" y="3144483"/>
                  <a:ext cx="151303" cy="284517"/>
                </a:xfrm>
                <a:prstGeom prst="roundRect">
                  <a:avLst/>
                </a:prstGeom>
                <a:solidFill>
                  <a:schemeClr val="accent5">
                    <a:lumMod val="20000"/>
                    <a:lumOff val="8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400" dirty="0">
                      <a:solidFill>
                        <a:schemeClr val="tx1"/>
                      </a:solidFill>
                      <a:latin typeface="SimSun" panose="02010600030101010101" pitchFamily="2" charset="-122"/>
                      <a:ea typeface="SimSun" panose="02010600030101010101" pitchFamily="2" charset="-122"/>
                    </a:rPr>
                    <a:t>※</a:t>
                  </a:r>
                  <a:endParaRPr lang="zh-CN" altLang="en-US" sz="1400" dirty="0">
                    <a:solidFill>
                      <a:schemeClr val="tx1"/>
                    </a:solidFill>
                  </a:endParaRPr>
                </a:p>
              </p:txBody>
            </p:sp>
          </p:grpSp>
          <p:grpSp>
            <p:nvGrpSpPr>
              <p:cNvPr id="102" name="组合 15">
                <a:extLst>
                  <a:ext uri="{FF2B5EF4-FFF2-40B4-BE49-F238E27FC236}">
                    <a16:creationId xmlns:a16="http://schemas.microsoft.com/office/drawing/2014/main" id="{90851AFC-9AEF-4E83-246B-623CC156F848}"/>
                  </a:ext>
                </a:extLst>
              </p:cNvPr>
              <p:cNvGrpSpPr/>
              <p:nvPr/>
            </p:nvGrpSpPr>
            <p:grpSpPr>
              <a:xfrm>
                <a:off x="2670836" y="3144483"/>
                <a:ext cx="302606" cy="284517"/>
                <a:chOff x="2216927" y="3144483"/>
                <a:chExt cx="302606" cy="284517"/>
              </a:xfrm>
            </p:grpSpPr>
            <p:sp>
              <p:nvSpPr>
                <p:cNvPr id="127" name="矩形: 圆角 40">
                  <a:extLst>
                    <a:ext uri="{FF2B5EF4-FFF2-40B4-BE49-F238E27FC236}">
                      <a16:creationId xmlns:a16="http://schemas.microsoft.com/office/drawing/2014/main" id="{693D9D66-8AEC-AB38-D185-3958170734E8}"/>
                    </a:ext>
                  </a:extLst>
                </p:cNvPr>
                <p:cNvSpPr/>
                <p:nvPr/>
              </p:nvSpPr>
              <p:spPr>
                <a:xfrm>
                  <a:off x="2216927" y="3144483"/>
                  <a:ext cx="151303" cy="284517"/>
                </a:xfrm>
                <a:prstGeom prst="roundRect">
                  <a:avLst/>
                </a:prstGeom>
                <a:solidFill>
                  <a:schemeClr val="accent5">
                    <a:lumMod val="60000"/>
                    <a:lumOff val="4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200" dirty="0">
                      <a:solidFill>
                        <a:schemeClr val="tx1"/>
                      </a:solidFill>
                    </a:rPr>
                    <a:t>1</a:t>
                  </a:r>
                  <a:endParaRPr lang="zh-CN" altLang="en-US" sz="1200" dirty="0">
                    <a:solidFill>
                      <a:schemeClr val="tx1"/>
                    </a:solidFill>
                  </a:endParaRPr>
                </a:p>
              </p:txBody>
            </p:sp>
            <p:sp>
              <p:nvSpPr>
                <p:cNvPr id="128" name="矩形: 圆角 41">
                  <a:extLst>
                    <a:ext uri="{FF2B5EF4-FFF2-40B4-BE49-F238E27FC236}">
                      <a16:creationId xmlns:a16="http://schemas.microsoft.com/office/drawing/2014/main" id="{725BFB5E-9597-33AD-3B0D-D90C549E2999}"/>
                    </a:ext>
                  </a:extLst>
                </p:cNvPr>
                <p:cNvSpPr/>
                <p:nvPr/>
              </p:nvSpPr>
              <p:spPr>
                <a:xfrm>
                  <a:off x="2368230" y="3144483"/>
                  <a:ext cx="151303" cy="284517"/>
                </a:xfrm>
                <a:prstGeom prst="roundRect">
                  <a:avLst/>
                </a:prstGeom>
                <a:solidFill>
                  <a:schemeClr val="accent5">
                    <a:lumMod val="20000"/>
                    <a:lumOff val="8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103" name="组合 16">
                <a:extLst>
                  <a:ext uri="{FF2B5EF4-FFF2-40B4-BE49-F238E27FC236}">
                    <a16:creationId xmlns:a16="http://schemas.microsoft.com/office/drawing/2014/main" id="{9431F90D-FC34-D564-6AAC-34ACEB662546}"/>
                  </a:ext>
                </a:extLst>
              </p:cNvPr>
              <p:cNvGrpSpPr/>
              <p:nvPr/>
            </p:nvGrpSpPr>
            <p:grpSpPr>
              <a:xfrm>
                <a:off x="3124745" y="3144482"/>
                <a:ext cx="302606" cy="284517"/>
                <a:chOff x="2216927" y="3144483"/>
                <a:chExt cx="302606" cy="284517"/>
              </a:xfrm>
            </p:grpSpPr>
            <p:sp>
              <p:nvSpPr>
                <p:cNvPr id="125" name="矩形: 圆角 38">
                  <a:extLst>
                    <a:ext uri="{FF2B5EF4-FFF2-40B4-BE49-F238E27FC236}">
                      <a16:creationId xmlns:a16="http://schemas.microsoft.com/office/drawing/2014/main" id="{222ADF48-0ABC-0CBE-1C5B-3BD1972F6175}"/>
                    </a:ext>
                  </a:extLst>
                </p:cNvPr>
                <p:cNvSpPr/>
                <p:nvPr/>
              </p:nvSpPr>
              <p:spPr>
                <a:xfrm>
                  <a:off x="2216927" y="3144483"/>
                  <a:ext cx="151303" cy="284517"/>
                </a:xfrm>
                <a:prstGeom prst="roundRect">
                  <a:avLst/>
                </a:prstGeom>
                <a:solidFill>
                  <a:schemeClr val="accent5">
                    <a:lumMod val="60000"/>
                    <a:lumOff val="4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200" dirty="0">
                      <a:solidFill>
                        <a:schemeClr val="tx1"/>
                      </a:solidFill>
                    </a:rPr>
                    <a:t>2</a:t>
                  </a:r>
                  <a:endParaRPr lang="zh-CN" altLang="en-US" sz="1200" dirty="0">
                    <a:solidFill>
                      <a:schemeClr val="tx1"/>
                    </a:solidFill>
                  </a:endParaRPr>
                </a:p>
              </p:txBody>
            </p:sp>
            <p:sp>
              <p:nvSpPr>
                <p:cNvPr id="126" name="矩形: 圆角 39">
                  <a:extLst>
                    <a:ext uri="{FF2B5EF4-FFF2-40B4-BE49-F238E27FC236}">
                      <a16:creationId xmlns:a16="http://schemas.microsoft.com/office/drawing/2014/main" id="{A6DE960B-CD49-D46F-2C62-670DA2C659B9}"/>
                    </a:ext>
                  </a:extLst>
                </p:cNvPr>
                <p:cNvSpPr/>
                <p:nvPr/>
              </p:nvSpPr>
              <p:spPr>
                <a:xfrm>
                  <a:off x="2368230" y="3144483"/>
                  <a:ext cx="151303" cy="284517"/>
                </a:xfrm>
                <a:prstGeom prst="roundRect">
                  <a:avLst/>
                </a:prstGeom>
                <a:solidFill>
                  <a:schemeClr val="accent5">
                    <a:lumMod val="20000"/>
                    <a:lumOff val="8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104" name="组合 17">
                <a:extLst>
                  <a:ext uri="{FF2B5EF4-FFF2-40B4-BE49-F238E27FC236}">
                    <a16:creationId xmlns:a16="http://schemas.microsoft.com/office/drawing/2014/main" id="{D528FF61-692B-07D9-0D49-B5FD4BD2DA92}"/>
                  </a:ext>
                </a:extLst>
              </p:cNvPr>
              <p:cNvGrpSpPr/>
              <p:nvPr/>
            </p:nvGrpSpPr>
            <p:grpSpPr>
              <a:xfrm>
                <a:off x="3519455" y="3139538"/>
                <a:ext cx="302606" cy="284517"/>
                <a:chOff x="2216927" y="3144483"/>
                <a:chExt cx="302606" cy="284517"/>
              </a:xfrm>
            </p:grpSpPr>
            <p:sp>
              <p:nvSpPr>
                <p:cNvPr id="123" name="矩形: 圆角 36">
                  <a:extLst>
                    <a:ext uri="{FF2B5EF4-FFF2-40B4-BE49-F238E27FC236}">
                      <a16:creationId xmlns:a16="http://schemas.microsoft.com/office/drawing/2014/main" id="{D7107DA2-EED4-52A0-3ED5-3C9323F30938}"/>
                    </a:ext>
                  </a:extLst>
                </p:cNvPr>
                <p:cNvSpPr/>
                <p:nvPr/>
              </p:nvSpPr>
              <p:spPr>
                <a:xfrm>
                  <a:off x="2216927" y="3144483"/>
                  <a:ext cx="151303" cy="284517"/>
                </a:xfrm>
                <a:prstGeom prst="roundRect">
                  <a:avLst/>
                </a:prstGeom>
                <a:solidFill>
                  <a:schemeClr val="accent5">
                    <a:lumMod val="60000"/>
                    <a:lumOff val="4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200" dirty="0">
                      <a:solidFill>
                        <a:schemeClr val="tx1"/>
                      </a:solidFill>
                    </a:rPr>
                    <a:t>3</a:t>
                  </a:r>
                  <a:endParaRPr lang="zh-CN" altLang="en-US" sz="1200" dirty="0">
                    <a:solidFill>
                      <a:schemeClr val="tx1"/>
                    </a:solidFill>
                  </a:endParaRPr>
                </a:p>
              </p:txBody>
            </p:sp>
            <p:sp>
              <p:nvSpPr>
                <p:cNvPr id="124" name="矩形: 圆角 37">
                  <a:extLst>
                    <a:ext uri="{FF2B5EF4-FFF2-40B4-BE49-F238E27FC236}">
                      <a16:creationId xmlns:a16="http://schemas.microsoft.com/office/drawing/2014/main" id="{61D778F5-139D-D383-CBDD-050EA3964AE2}"/>
                    </a:ext>
                  </a:extLst>
                </p:cNvPr>
                <p:cNvSpPr/>
                <p:nvPr/>
              </p:nvSpPr>
              <p:spPr>
                <a:xfrm>
                  <a:off x="2368230" y="3144483"/>
                  <a:ext cx="151303" cy="284517"/>
                </a:xfrm>
                <a:prstGeom prst="roundRect">
                  <a:avLst/>
                </a:prstGeom>
                <a:solidFill>
                  <a:schemeClr val="accent5">
                    <a:lumMod val="20000"/>
                    <a:lumOff val="8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105" name="组合 18">
                <a:extLst>
                  <a:ext uri="{FF2B5EF4-FFF2-40B4-BE49-F238E27FC236}">
                    <a16:creationId xmlns:a16="http://schemas.microsoft.com/office/drawing/2014/main" id="{F5CD0E60-4ED4-74A8-3D6C-176037A6A484}"/>
                  </a:ext>
                </a:extLst>
              </p:cNvPr>
              <p:cNvGrpSpPr/>
              <p:nvPr/>
            </p:nvGrpSpPr>
            <p:grpSpPr>
              <a:xfrm>
                <a:off x="3993638" y="3139540"/>
                <a:ext cx="302606" cy="284517"/>
                <a:chOff x="2216927" y="3144483"/>
                <a:chExt cx="302606" cy="284517"/>
              </a:xfrm>
            </p:grpSpPr>
            <p:sp>
              <p:nvSpPr>
                <p:cNvPr id="121" name="矩形: 圆角 34">
                  <a:extLst>
                    <a:ext uri="{FF2B5EF4-FFF2-40B4-BE49-F238E27FC236}">
                      <a16:creationId xmlns:a16="http://schemas.microsoft.com/office/drawing/2014/main" id="{B239934C-63CE-CF02-6232-BB93C4574D68}"/>
                    </a:ext>
                  </a:extLst>
                </p:cNvPr>
                <p:cNvSpPr/>
                <p:nvPr/>
              </p:nvSpPr>
              <p:spPr>
                <a:xfrm>
                  <a:off x="2216927" y="3144483"/>
                  <a:ext cx="151303" cy="284517"/>
                </a:xfrm>
                <a:prstGeom prst="roundRect">
                  <a:avLst/>
                </a:prstGeom>
                <a:solidFill>
                  <a:schemeClr val="accent5">
                    <a:lumMod val="60000"/>
                    <a:lumOff val="4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200" dirty="0">
                      <a:solidFill>
                        <a:schemeClr val="tx1"/>
                      </a:solidFill>
                    </a:rPr>
                    <a:t>4</a:t>
                  </a:r>
                  <a:endParaRPr lang="zh-CN" altLang="en-US" sz="1200" dirty="0">
                    <a:solidFill>
                      <a:schemeClr val="tx1"/>
                    </a:solidFill>
                  </a:endParaRPr>
                </a:p>
              </p:txBody>
            </p:sp>
            <p:sp>
              <p:nvSpPr>
                <p:cNvPr id="122" name="矩形: 圆角 35">
                  <a:extLst>
                    <a:ext uri="{FF2B5EF4-FFF2-40B4-BE49-F238E27FC236}">
                      <a16:creationId xmlns:a16="http://schemas.microsoft.com/office/drawing/2014/main" id="{A1A2C37E-E25B-9ECE-A9DA-2AA2477BC77F}"/>
                    </a:ext>
                  </a:extLst>
                </p:cNvPr>
                <p:cNvSpPr/>
                <p:nvPr/>
              </p:nvSpPr>
              <p:spPr>
                <a:xfrm>
                  <a:off x="2368230" y="3144483"/>
                  <a:ext cx="151303" cy="284517"/>
                </a:xfrm>
                <a:prstGeom prst="roundRect">
                  <a:avLst/>
                </a:prstGeom>
                <a:solidFill>
                  <a:schemeClr val="accent5">
                    <a:lumMod val="20000"/>
                    <a:lumOff val="8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106" name="组合 19">
                <a:extLst>
                  <a:ext uri="{FF2B5EF4-FFF2-40B4-BE49-F238E27FC236}">
                    <a16:creationId xmlns:a16="http://schemas.microsoft.com/office/drawing/2014/main" id="{30D83A8B-4A17-3D38-CBCA-374A1529816E}"/>
                  </a:ext>
                </a:extLst>
              </p:cNvPr>
              <p:cNvGrpSpPr/>
              <p:nvPr/>
            </p:nvGrpSpPr>
            <p:grpSpPr>
              <a:xfrm>
                <a:off x="4394932" y="3139540"/>
                <a:ext cx="302606" cy="284517"/>
                <a:chOff x="2216927" y="3144483"/>
                <a:chExt cx="302606" cy="284517"/>
              </a:xfrm>
            </p:grpSpPr>
            <p:sp>
              <p:nvSpPr>
                <p:cNvPr id="119" name="矩形: 圆角 32">
                  <a:extLst>
                    <a:ext uri="{FF2B5EF4-FFF2-40B4-BE49-F238E27FC236}">
                      <a16:creationId xmlns:a16="http://schemas.microsoft.com/office/drawing/2014/main" id="{C80838D6-F92A-E576-37DB-0875E57D5A21}"/>
                    </a:ext>
                  </a:extLst>
                </p:cNvPr>
                <p:cNvSpPr/>
                <p:nvPr/>
              </p:nvSpPr>
              <p:spPr>
                <a:xfrm>
                  <a:off x="2216927" y="3144483"/>
                  <a:ext cx="151303" cy="284517"/>
                </a:xfrm>
                <a:prstGeom prst="roundRect">
                  <a:avLst/>
                </a:prstGeom>
                <a:solidFill>
                  <a:schemeClr val="accent5">
                    <a:lumMod val="60000"/>
                    <a:lumOff val="4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200" dirty="0">
                      <a:solidFill>
                        <a:schemeClr val="tx1"/>
                      </a:solidFill>
                    </a:rPr>
                    <a:t>5</a:t>
                  </a:r>
                  <a:endParaRPr lang="zh-CN" altLang="en-US" sz="1200" dirty="0">
                    <a:solidFill>
                      <a:schemeClr val="tx1"/>
                    </a:solidFill>
                  </a:endParaRPr>
                </a:p>
              </p:txBody>
            </p:sp>
            <p:sp>
              <p:nvSpPr>
                <p:cNvPr id="120" name="矩形: 圆角 33">
                  <a:extLst>
                    <a:ext uri="{FF2B5EF4-FFF2-40B4-BE49-F238E27FC236}">
                      <a16:creationId xmlns:a16="http://schemas.microsoft.com/office/drawing/2014/main" id="{9E5A8D01-2CFB-9E83-3FEC-201992182443}"/>
                    </a:ext>
                  </a:extLst>
                </p:cNvPr>
                <p:cNvSpPr/>
                <p:nvPr/>
              </p:nvSpPr>
              <p:spPr>
                <a:xfrm>
                  <a:off x="2368230" y="3144483"/>
                  <a:ext cx="151303" cy="284517"/>
                </a:xfrm>
                <a:prstGeom prst="roundRect">
                  <a:avLst/>
                </a:prstGeom>
                <a:solidFill>
                  <a:schemeClr val="accent5">
                    <a:lumMod val="20000"/>
                    <a:lumOff val="8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107" name="组合 20">
                <a:extLst>
                  <a:ext uri="{FF2B5EF4-FFF2-40B4-BE49-F238E27FC236}">
                    <a16:creationId xmlns:a16="http://schemas.microsoft.com/office/drawing/2014/main" id="{A1046E91-F49F-0BBA-1938-6EA5EFBB74E8}"/>
                  </a:ext>
                </a:extLst>
              </p:cNvPr>
              <p:cNvGrpSpPr/>
              <p:nvPr/>
            </p:nvGrpSpPr>
            <p:grpSpPr>
              <a:xfrm>
                <a:off x="4825272" y="3139539"/>
                <a:ext cx="302606" cy="284517"/>
                <a:chOff x="2216927" y="3144483"/>
                <a:chExt cx="302606" cy="284517"/>
              </a:xfrm>
            </p:grpSpPr>
            <p:sp>
              <p:nvSpPr>
                <p:cNvPr id="117" name="矩形: 圆角 30">
                  <a:extLst>
                    <a:ext uri="{FF2B5EF4-FFF2-40B4-BE49-F238E27FC236}">
                      <a16:creationId xmlns:a16="http://schemas.microsoft.com/office/drawing/2014/main" id="{0049FCA8-A18C-E8F2-2960-C1B9781B2CBA}"/>
                    </a:ext>
                  </a:extLst>
                </p:cNvPr>
                <p:cNvSpPr/>
                <p:nvPr/>
              </p:nvSpPr>
              <p:spPr>
                <a:xfrm>
                  <a:off x="2216927" y="3144483"/>
                  <a:ext cx="151303" cy="284517"/>
                </a:xfrm>
                <a:prstGeom prst="roundRect">
                  <a:avLst/>
                </a:prstGeom>
                <a:solidFill>
                  <a:schemeClr val="accent5">
                    <a:lumMod val="60000"/>
                    <a:lumOff val="4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200" dirty="0">
                      <a:solidFill>
                        <a:schemeClr val="tx1"/>
                      </a:solidFill>
                    </a:rPr>
                    <a:t>6</a:t>
                  </a:r>
                  <a:endParaRPr lang="zh-CN" altLang="en-US" sz="1200" dirty="0">
                    <a:solidFill>
                      <a:schemeClr val="tx1"/>
                    </a:solidFill>
                  </a:endParaRPr>
                </a:p>
              </p:txBody>
            </p:sp>
            <p:sp>
              <p:nvSpPr>
                <p:cNvPr id="118" name="矩形: 圆角 31">
                  <a:extLst>
                    <a:ext uri="{FF2B5EF4-FFF2-40B4-BE49-F238E27FC236}">
                      <a16:creationId xmlns:a16="http://schemas.microsoft.com/office/drawing/2014/main" id="{EE9C7123-A834-D0CA-27FB-34CA18782ED9}"/>
                    </a:ext>
                  </a:extLst>
                </p:cNvPr>
                <p:cNvSpPr/>
                <p:nvPr/>
              </p:nvSpPr>
              <p:spPr>
                <a:xfrm>
                  <a:off x="2368230" y="3144483"/>
                  <a:ext cx="151303" cy="284517"/>
                </a:xfrm>
                <a:prstGeom prst="roundRect">
                  <a:avLst/>
                </a:prstGeom>
                <a:solidFill>
                  <a:schemeClr val="accent5">
                    <a:lumMod val="20000"/>
                    <a:lumOff val="8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108" name="组合 21">
                <a:extLst>
                  <a:ext uri="{FF2B5EF4-FFF2-40B4-BE49-F238E27FC236}">
                    <a16:creationId xmlns:a16="http://schemas.microsoft.com/office/drawing/2014/main" id="{C0010D71-95C6-0A49-3850-C1CA9E52CFF5}"/>
                  </a:ext>
                </a:extLst>
              </p:cNvPr>
              <p:cNvGrpSpPr/>
              <p:nvPr/>
            </p:nvGrpSpPr>
            <p:grpSpPr>
              <a:xfrm>
                <a:off x="5299455" y="3139538"/>
                <a:ext cx="302606" cy="284517"/>
                <a:chOff x="2216927" y="3144483"/>
                <a:chExt cx="302606" cy="284517"/>
              </a:xfrm>
            </p:grpSpPr>
            <p:sp>
              <p:nvSpPr>
                <p:cNvPr id="115" name="矩形: 圆角 28">
                  <a:extLst>
                    <a:ext uri="{FF2B5EF4-FFF2-40B4-BE49-F238E27FC236}">
                      <a16:creationId xmlns:a16="http://schemas.microsoft.com/office/drawing/2014/main" id="{FADA0F35-7257-98B0-BC3B-EC93A980B34F}"/>
                    </a:ext>
                  </a:extLst>
                </p:cNvPr>
                <p:cNvSpPr/>
                <p:nvPr/>
              </p:nvSpPr>
              <p:spPr>
                <a:xfrm>
                  <a:off x="2216927" y="3144483"/>
                  <a:ext cx="151303" cy="284517"/>
                </a:xfrm>
                <a:prstGeom prst="roundRect">
                  <a:avLst/>
                </a:prstGeom>
                <a:solidFill>
                  <a:schemeClr val="accent5">
                    <a:lumMod val="60000"/>
                    <a:lumOff val="4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200" dirty="0">
                      <a:solidFill>
                        <a:schemeClr val="tx1"/>
                      </a:solidFill>
                    </a:rPr>
                    <a:t>7</a:t>
                  </a:r>
                  <a:endParaRPr lang="zh-CN" altLang="en-US" sz="1200" dirty="0">
                    <a:solidFill>
                      <a:schemeClr val="tx1"/>
                    </a:solidFill>
                  </a:endParaRPr>
                </a:p>
              </p:txBody>
            </p:sp>
            <p:sp>
              <p:nvSpPr>
                <p:cNvPr id="116" name="矩形: 圆角 29">
                  <a:extLst>
                    <a:ext uri="{FF2B5EF4-FFF2-40B4-BE49-F238E27FC236}">
                      <a16:creationId xmlns:a16="http://schemas.microsoft.com/office/drawing/2014/main" id="{6F4C58C1-49BF-3FDD-E26F-9700D96101B2}"/>
                    </a:ext>
                  </a:extLst>
                </p:cNvPr>
                <p:cNvSpPr/>
                <p:nvPr/>
              </p:nvSpPr>
              <p:spPr>
                <a:xfrm>
                  <a:off x="2368230" y="3144483"/>
                  <a:ext cx="151303" cy="284517"/>
                </a:xfrm>
                <a:prstGeom prst="roundRect">
                  <a:avLst/>
                </a:prstGeom>
                <a:solidFill>
                  <a:schemeClr val="accent5">
                    <a:lumMod val="20000"/>
                    <a:lumOff val="8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109" name="组合 22">
                <a:extLst>
                  <a:ext uri="{FF2B5EF4-FFF2-40B4-BE49-F238E27FC236}">
                    <a16:creationId xmlns:a16="http://schemas.microsoft.com/office/drawing/2014/main" id="{82043079-B41A-06D6-D399-2DB1F501CEBC}"/>
                  </a:ext>
                </a:extLst>
              </p:cNvPr>
              <p:cNvGrpSpPr/>
              <p:nvPr/>
            </p:nvGrpSpPr>
            <p:grpSpPr>
              <a:xfrm>
                <a:off x="5716085" y="3128854"/>
                <a:ext cx="302606" cy="284517"/>
                <a:chOff x="2216927" y="3144483"/>
                <a:chExt cx="302606" cy="284517"/>
              </a:xfrm>
            </p:grpSpPr>
            <p:sp>
              <p:nvSpPr>
                <p:cNvPr id="113" name="矩形: 圆角 26">
                  <a:extLst>
                    <a:ext uri="{FF2B5EF4-FFF2-40B4-BE49-F238E27FC236}">
                      <a16:creationId xmlns:a16="http://schemas.microsoft.com/office/drawing/2014/main" id="{32E282B0-F973-0690-7A93-7CB0447347F5}"/>
                    </a:ext>
                  </a:extLst>
                </p:cNvPr>
                <p:cNvSpPr/>
                <p:nvPr/>
              </p:nvSpPr>
              <p:spPr>
                <a:xfrm>
                  <a:off x="2216927" y="3144483"/>
                  <a:ext cx="151303" cy="284517"/>
                </a:xfrm>
                <a:prstGeom prst="roundRect">
                  <a:avLst/>
                </a:prstGeom>
                <a:solidFill>
                  <a:schemeClr val="accent5">
                    <a:lumMod val="60000"/>
                    <a:lumOff val="4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200" dirty="0">
                      <a:solidFill>
                        <a:schemeClr val="tx1"/>
                      </a:solidFill>
                    </a:rPr>
                    <a:t>8</a:t>
                  </a:r>
                  <a:endParaRPr lang="zh-CN" altLang="en-US" sz="1200" dirty="0">
                    <a:solidFill>
                      <a:schemeClr val="tx1"/>
                    </a:solidFill>
                  </a:endParaRPr>
                </a:p>
              </p:txBody>
            </p:sp>
            <p:sp>
              <p:nvSpPr>
                <p:cNvPr id="114" name="矩形: 圆角 27">
                  <a:extLst>
                    <a:ext uri="{FF2B5EF4-FFF2-40B4-BE49-F238E27FC236}">
                      <a16:creationId xmlns:a16="http://schemas.microsoft.com/office/drawing/2014/main" id="{970FBA20-DDCA-6B34-B1AE-0D54BD7EEA93}"/>
                    </a:ext>
                  </a:extLst>
                </p:cNvPr>
                <p:cNvSpPr/>
                <p:nvPr/>
              </p:nvSpPr>
              <p:spPr>
                <a:xfrm>
                  <a:off x="2368230" y="3144483"/>
                  <a:ext cx="151303" cy="284517"/>
                </a:xfrm>
                <a:prstGeom prst="roundRect">
                  <a:avLst/>
                </a:prstGeom>
                <a:solidFill>
                  <a:schemeClr val="accent5">
                    <a:lumMod val="20000"/>
                    <a:lumOff val="8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110" name="组合 23">
                <a:extLst>
                  <a:ext uri="{FF2B5EF4-FFF2-40B4-BE49-F238E27FC236}">
                    <a16:creationId xmlns:a16="http://schemas.microsoft.com/office/drawing/2014/main" id="{0F4E92E3-990C-5E67-BB48-61F60EFA6FD7}"/>
                  </a:ext>
                </a:extLst>
              </p:cNvPr>
              <p:cNvGrpSpPr/>
              <p:nvPr/>
            </p:nvGrpSpPr>
            <p:grpSpPr>
              <a:xfrm>
                <a:off x="6166699" y="3128853"/>
                <a:ext cx="302606" cy="284517"/>
                <a:chOff x="2216927" y="3144483"/>
                <a:chExt cx="302606" cy="284517"/>
              </a:xfrm>
            </p:grpSpPr>
            <p:sp>
              <p:nvSpPr>
                <p:cNvPr id="111" name="矩形: 圆角 24">
                  <a:extLst>
                    <a:ext uri="{FF2B5EF4-FFF2-40B4-BE49-F238E27FC236}">
                      <a16:creationId xmlns:a16="http://schemas.microsoft.com/office/drawing/2014/main" id="{72C021DA-559D-C7D2-95A4-9DECCE9ADF76}"/>
                    </a:ext>
                  </a:extLst>
                </p:cNvPr>
                <p:cNvSpPr/>
                <p:nvPr/>
              </p:nvSpPr>
              <p:spPr>
                <a:xfrm>
                  <a:off x="2216927" y="3144483"/>
                  <a:ext cx="151303" cy="284517"/>
                </a:xfrm>
                <a:prstGeom prst="roundRect">
                  <a:avLst/>
                </a:prstGeom>
                <a:solidFill>
                  <a:schemeClr val="accent5">
                    <a:lumMod val="60000"/>
                    <a:lumOff val="4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200" dirty="0">
                      <a:solidFill>
                        <a:schemeClr val="tx1"/>
                      </a:solidFill>
                    </a:rPr>
                    <a:t>9</a:t>
                  </a:r>
                  <a:endParaRPr lang="zh-CN" altLang="en-US" sz="1200" dirty="0">
                    <a:solidFill>
                      <a:schemeClr val="tx1"/>
                    </a:solidFill>
                  </a:endParaRPr>
                </a:p>
              </p:txBody>
            </p:sp>
            <p:sp>
              <p:nvSpPr>
                <p:cNvPr id="112" name="矩形: 圆角 25">
                  <a:extLst>
                    <a:ext uri="{FF2B5EF4-FFF2-40B4-BE49-F238E27FC236}">
                      <a16:creationId xmlns:a16="http://schemas.microsoft.com/office/drawing/2014/main" id="{407A2C17-7D28-47EF-601C-3EBE9A52C840}"/>
                    </a:ext>
                  </a:extLst>
                </p:cNvPr>
                <p:cNvSpPr/>
                <p:nvPr/>
              </p:nvSpPr>
              <p:spPr>
                <a:xfrm>
                  <a:off x="2368230" y="3144483"/>
                  <a:ext cx="151303" cy="284517"/>
                </a:xfrm>
                <a:prstGeom prst="roundRect">
                  <a:avLst/>
                </a:prstGeom>
                <a:solidFill>
                  <a:schemeClr val="accent5">
                    <a:lumMod val="20000"/>
                    <a:lumOff val="8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cxnSp>
          <p:nvCxnSpPr>
            <p:cNvPr id="76" name="直接箭头连接符 45">
              <a:extLst>
                <a:ext uri="{FF2B5EF4-FFF2-40B4-BE49-F238E27FC236}">
                  <a16:creationId xmlns:a16="http://schemas.microsoft.com/office/drawing/2014/main" id="{98E88259-6CFC-ECF9-4CCB-F1EBBB59ED56}"/>
                </a:ext>
              </a:extLst>
            </p:cNvPr>
            <p:cNvCxnSpPr>
              <a:cxnSpLocks/>
              <a:stCxn id="130" idx="0"/>
            </p:cNvCxnSpPr>
            <p:nvPr/>
          </p:nvCxnSpPr>
          <p:spPr>
            <a:xfrm flipV="1">
              <a:off x="2443882" y="2822141"/>
              <a:ext cx="0" cy="322342"/>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77" name="直接箭头连接符 48">
              <a:extLst>
                <a:ext uri="{FF2B5EF4-FFF2-40B4-BE49-F238E27FC236}">
                  <a16:creationId xmlns:a16="http://schemas.microsoft.com/office/drawing/2014/main" id="{E0354119-2972-B515-CC0D-3F7CFCF36D05}"/>
                </a:ext>
              </a:extLst>
            </p:cNvPr>
            <p:cNvCxnSpPr>
              <a:cxnSpLocks/>
            </p:cNvCxnSpPr>
            <p:nvPr/>
          </p:nvCxnSpPr>
          <p:spPr>
            <a:xfrm flipV="1">
              <a:off x="2898889" y="2817196"/>
              <a:ext cx="0" cy="322342"/>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78" name="直接箭头连接符 49">
              <a:extLst>
                <a:ext uri="{FF2B5EF4-FFF2-40B4-BE49-F238E27FC236}">
                  <a16:creationId xmlns:a16="http://schemas.microsoft.com/office/drawing/2014/main" id="{22A4F6FD-E81D-FDB2-0F32-D3CF83366E4D}"/>
                </a:ext>
              </a:extLst>
            </p:cNvPr>
            <p:cNvCxnSpPr>
              <a:cxnSpLocks/>
            </p:cNvCxnSpPr>
            <p:nvPr/>
          </p:nvCxnSpPr>
          <p:spPr>
            <a:xfrm flipV="1">
              <a:off x="3359379" y="2817196"/>
              <a:ext cx="0" cy="322342"/>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79" name="直接箭头连接符 50">
              <a:extLst>
                <a:ext uri="{FF2B5EF4-FFF2-40B4-BE49-F238E27FC236}">
                  <a16:creationId xmlns:a16="http://schemas.microsoft.com/office/drawing/2014/main" id="{9F2542C5-8BE6-4737-CE37-3FCFA6B34D9C}"/>
                </a:ext>
              </a:extLst>
            </p:cNvPr>
            <p:cNvCxnSpPr>
              <a:cxnSpLocks/>
            </p:cNvCxnSpPr>
            <p:nvPr/>
          </p:nvCxnSpPr>
          <p:spPr>
            <a:xfrm flipV="1">
              <a:off x="3754083" y="2817196"/>
              <a:ext cx="0" cy="322342"/>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80" name="直接箭头连接符 51">
              <a:extLst>
                <a:ext uri="{FF2B5EF4-FFF2-40B4-BE49-F238E27FC236}">
                  <a16:creationId xmlns:a16="http://schemas.microsoft.com/office/drawing/2014/main" id="{FB6EB8DD-EB63-0D64-548C-C31294F1BF9D}"/>
                </a:ext>
              </a:extLst>
            </p:cNvPr>
            <p:cNvCxnSpPr>
              <a:cxnSpLocks/>
            </p:cNvCxnSpPr>
            <p:nvPr/>
          </p:nvCxnSpPr>
          <p:spPr>
            <a:xfrm flipV="1">
              <a:off x="4227729" y="2817196"/>
              <a:ext cx="0" cy="322342"/>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81" name="直接箭头连接符 52">
              <a:extLst>
                <a:ext uri="{FF2B5EF4-FFF2-40B4-BE49-F238E27FC236}">
                  <a16:creationId xmlns:a16="http://schemas.microsoft.com/office/drawing/2014/main" id="{62BBF1EE-4C48-6366-CDA9-6D4836A7FF4B}"/>
                </a:ext>
              </a:extLst>
            </p:cNvPr>
            <p:cNvCxnSpPr>
              <a:cxnSpLocks/>
            </p:cNvCxnSpPr>
            <p:nvPr/>
          </p:nvCxnSpPr>
          <p:spPr>
            <a:xfrm flipV="1">
              <a:off x="4622435" y="2817196"/>
              <a:ext cx="0" cy="322342"/>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82" name="直接箭头连接符 53">
              <a:extLst>
                <a:ext uri="{FF2B5EF4-FFF2-40B4-BE49-F238E27FC236}">
                  <a16:creationId xmlns:a16="http://schemas.microsoft.com/office/drawing/2014/main" id="{2E917ED9-5B21-AE33-7B9D-39A155EACF6C}"/>
                </a:ext>
              </a:extLst>
            </p:cNvPr>
            <p:cNvCxnSpPr>
              <a:cxnSpLocks/>
            </p:cNvCxnSpPr>
            <p:nvPr/>
          </p:nvCxnSpPr>
          <p:spPr>
            <a:xfrm flipV="1">
              <a:off x="5050031" y="2817196"/>
              <a:ext cx="0" cy="322342"/>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83" name="直接箭头连接符 54">
              <a:extLst>
                <a:ext uri="{FF2B5EF4-FFF2-40B4-BE49-F238E27FC236}">
                  <a16:creationId xmlns:a16="http://schemas.microsoft.com/office/drawing/2014/main" id="{9195D878-EF2B-F595-3603-C52B6BEEF1C7}"/>
                </a:ext>
              </a:extLst>
            </p:cNvPr>
            <p:cNvCxnSpPr>
              <a:cxnSpLocks/>
            </p:cNvCxnSpPr>
            <p:nvPr/>
          </p:nvCxnSpPr>
          <p:spPr>
            <a:xfrm flipV="1">
              <a:off x="5536834" y="2817196"/>
              <a:ext cx="0" cy="322342"/>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84" name="直接箭头连接符 55">
              <a:extLst>
                <a:ext uri="{FF2B5EF4-FFF2-40B4-BE49-F238E27FC236}">
                  <a16:creationId xmlns:a16="http://schemas.microsoft.com/office/drawing/2014/main" id="{5140E02D-FA05-FC52-9703-6CC6E1EDF67D}"/>
                </a:ext>
              </a:extLst>
            </p:cNvPr>
            <p:cNvCxnSpPr>
              <a:cxnSpLocks/>
            </p:cNvCxnSpPr>
            <p:nvPr/>
          </p:nvCxnSpPr>
          <p:spPr>
            <a:xfrm flipV="1">
              <a:off x="5944697" y="2817196"/>
              <a:ext cx="0" cy="322342"/>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85" name="直接箭头连接符 56">
              <a:extLst>
                <a:ext uri="{FF2B5EF4-FFF2-40B4-BE49-F238E27FC236}">
                  <a16:creationId xmlns:a16="http://schemas.microsoft.com/office/drawing/2014/main" id="{E2B419E3-4A89-C174-A88D-572BB36E400E}"/>
                </a:ext>
              </a:extLst>
            </p:cNvPr>
            <p:cNvCxnSpPr>
              <a:cxnSpLocks/>
            </p:cNvCxnSpPr>
            <p:nvPr/>
          </p:nvCxnSpPr>
          <p:spPr>
            <a:xfrm flipV="1">
              <a:off x="6385450" y="2817196"/>
              <a:ext cx="0" cy="322342"/>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
          <p:nvSpPr>
            <p:cNvPr id="86" name="文本框 57">
              <a:extLst>
                <a:ext uri="{FF2B5EF4-FFF2-40B4-BE49-F238E27FC236}">
                  <a16:creationId xmlns:a16="http://schemas.microsoft.com/office/drawing/2014/main" id="{7D489057-6FBE-C5D2-A3D8-D9A50BC12B0B}"/>
                </a:ext>
              </a:extLst>
            </p:cNvPr>
            <p:cNvSpPr txBox="1"/>
            <p:nvPr/>
          </p:nvSpPr>
          <p:spPr>
            <a:xfrm>
              <a:off x="665243" y="3139538"/>
              <a:ext cx="1190145" cy="615553"/>
            </a:xfrm>
            <a:prstGeom prst="rect">
              <a:avLst/>
            </a:prstGeom>
            <a:noFill/>
          </p:spPr>
          <p:txBody>
            <a:bodyPr wrap="square" rtlCol="0">
              <a:spAutoFit/>
            </a:bodyPr>
            <a:lstStyle/>
            <a:p>
              <a:r>
                <a:rPr lang="zh-CN" altLang="en-US" sz="1200" dirty="0"/>
                <a:t>图块</a:t>
              </a:r>
              <a:r>
                <a:rPr lang="en-US" altLang="zh-CN" sz="1200" dirty="0"/>
                <a:t>+</a:t>
              </a:r>
              <a:r>
                <a:rPr lang="zh-CN" altLang="en-US" sz="1200" dirty="0"/>
                <a:t>位置编码</a:t>
              </a:r>
              <a:endParaRPr lang="en-US" altLang="zh-CN" sz="1200" dirty="0"/>
            </a:p>
            <a:p>
              <a:r>
                <a:rPr lang="en-US" altLang="zh-CN" sz="1050" dirty="0">
                  <a:latin typeface="SimSun" panose="02010600030101010101" pitchFamily="2" charset="-122"/>
                  <a:ea typeface="SimSun" panose="02010600030101010101" pitchFamily="2" charset="-122"/>
                </a:rPr>
                <a:t>※</a:t>
              </a:r>
              <a:r>
                <a:rPr lang="zh-CN" altLang="en-US" sz="1050" dirty="0">
                  <a:latin typeface="+mn-ea"/>
                </a:rPr>
                <a:t>额外学习的 </a:t>
              </a:r>
              <a:r>
                <a:rPr lang="en-US" altLang="zh-CN" sz="1050" dirty="0">
                  <a:latin typeface="+mn-ea"/>
                </a:rPr>
                <a:t>[</a:t>
              </a:r>
              <a:r>
                <a:rPr lang="zh-CN" altLang="en-US" sz="1050" dirty="0">
                  <a:latin typeface="+mn-ea"/>
                </a:rPr>
                <a:t>类别</a:t>
              </a:r>
              <a:r>
                <a:rPr lang="en-US" altLang="zh-CN" sz="1050" dirty="0">
                  <a:latin typeface="+mn-ea"/>
                </a:rPr>
                <a:t>]</a:t>
              </a:r>
              <a:r>
                <a:rPr lang="zh-CN" altLang="en-US" sz="1050" dirty="0">
                  <a:latin typeface="+mn-ea"/>
                </a:rPr>
                <a:t>编码</a:t>
              </a:r>
              <a:endParaRPr lang="zh-CN" altLang="en-US" sz="1050" dirty="0"/>
            </a:p>
          </p:txBody>
        </p:sp>
        <p:cxnSp>
          <p:nvCxnSpPr>
            <p:cNvPr id="87" name="直接箭头连接符 59">
              <a:extLst>
                <a:ext uri="{FF2B5EF4-FFF2-40B4-BE49-F238E27FC236}">
                  <a16:creationId xmlns:a16="http://schemas.microsoft.com/office/drawing/2014/main" id="{12AB6D56-4653-ED1C-8F85-CEBC594E5D5E}"/>
                </a:ext>
              </a:extLst>
            </p:cNvPr>
            <p:cNvCxnSpPr>
              <a:cxnSpLocks/>
              <a:endCxn id="129" idx="1"/>
            </p:cNvCxnSpPr>
            <p:nvPr/>
          </p:nvCxnSpPr>
          <p:spPr>
            <a:xfrm>
              <a:off x="1810150" y="3286742"/>
              <a:ext cx="406777"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pic>
          <p:nvPicPr>
            <p:cNvPr id="88" name="图片 61">
              <a:extLst>
                <a:ext uri="{FF2B5EF4-FFF2-40B4-BE49-F238E27FC236}">
                  <a16:creationId xmlns:a16="http://schemas.microsoft.com/office/drawing/2014/main" id="{A3E60170-0CC3-7924-3D6F-7E693614E462}"/>
                </a:ext>
              </a:extLst>
            </p:cNvPr>
            <p:cNvPicPr>
              <a:picLocks noChangeAspect="1"/>
            </p:cNvPicPr>
            <p:nvPr/>
          </p:nvPicPr>
          <p:blipFill>
            <a:blip r:embed="rId3"/>
            <a:stretch>
              <a:fillRect/>
            </a:stretch>
          </p:blipFill>
          <p:spPr>
            <a:xfrm>
              <a:off x="458217" y="3667921"/>
              <a:ext cx="1375849" cy="1353836"/>
            </a:xfrm>
            <a:prstGeom prst="rect">
              <a:avLst/>
            </a:prstGeom>
          </p:spPr>
        </p:pic>
        <p:cxnSp>
          <p:nvCxnSpPr>
            <p:cNvPr id="89" name="直接箭头连接符 63">
              <a:extLst>
                <a:ext uri="{FF2B5EF4-FFF2-40B4-BE49-F238E27FC236}">
                  <a16:creationId xmlns:a16="http://schemas.microsoft.com/office/drawing/2014/main" id="{25CD5D47-A0BD-F179-430C-7CF189F95010}"/>
                </a:ext>
              </a:extLst>
            </p:cNvPr>
            <p:cNvCxnSpPr/>
            <p:nvPr/>
          </p:nvCxnSpPr>
          <p:spPr>
            <a:xfrm>
              <a:off x="1855388" y="4344839"/>
              <a:ext cx="664145"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pic>
          <p:nvPicPr>
            <p:cNvPr id="90" name="图片 64">
              <a:extLst>
                <a:ext uri="{FF2B5EF4-FFF2-40B4-BE49-F238E27FC236}">
                  <a16:creationId xmlns:a16="http://schemas.microsoft.com/office/drawing/2014/main" id="{3CF64DFB-598E-0979-1776-6C1272CC8B7E}"/>
                </a:ext>
              </a:extLst>
            </p:cNvPr>
            <p:cNvPicPr>
              <a:picLocks noChangeAspect="1"/>
            </p:cNvPicPr>
            <p:nvPr/>
          </p:nvPicPr>
          <p:blipFill>
            <a:blip r:embed="rId4"/>
            <a:stretch>
              <a:fillRect/>
            </a:stretch>
          </p:blipFill>
          <p:spPr>
            <a:xfrm>
              <a:off x="2653956" y="4093670"/>
              <a:ext cx="3884992" cy="388917"/>
            </a:xfrm>
            <a:prstGeom prst="rect">
              <a:avLst/>
            </a:prstGeom>
          </p:spPr>
        </p:pic>
        <p:cxnSp>
          <p:nvCxnSpPr>
            <p:cNvPr id="91" name="直接连接符 66">
              <a:extLst>
                <a:ext uri="{FF2B5EF4-FFF2-40B4-BE49-F238E27FC236}">
                  <a16:creationId xmlns:a16="http://schemas.microsoft.com/office/drawing/2014/main" id="{DA045FD7-23BD-5EA1-EAA5-78F069D697D8}"/>
                </a:ext>
              </a:extLst>
            </p:cNvPr>
            <p:cNvCxnSpPr>
              <a:endCxn id="128" idx="2"/>
            </p:cNvCxnSpPr>
            <p:nvPr/>
          </p:nvCxnSpPr>
          <p:spPr>
            <a:xfrm flipH="1" flipV="1">
              <a:off x="2897791" y="3429000"/>
              <a:ext cx="1098" cy="664670"/>
            </a:xfrm>
            <a:prstGeom prst="line">
              <a:avLst/>
            </a:prstGeom>
          </p:spPr>
          <p:style>
            <a:lnRef idx="1">
              <a:schemeClr val="dk1"/>
            </a:lnRef>
            <a:fillRef idx="0">
              <a:schemeClr val="dk1"/>
            </a:fillRef>
            <a:effectRef idx="0">
              <a:schemeClr val="dk1"/>
            </a:effectRef>
            <a:fontRef idx="minor">
              <a:schemeClr val="tx1"/>
            </a:fontRef>
          </p:style>
        </p:cxnSp>
        <p:cxnSp>
          <p:nvCxnSpPr>
            <p:cNvPr id="92" name="直接连接符 67">
              <a:extLst>
                <a:ext uri="{FF2B5EF4-FFF2-40B4-BE49-F238E27FC236}">
                  <a16:creationId xmlns:a16="http://schemas.microsoft.com/office/drawing/2014/main" id="{477C231E-E4C5-E434-E330-53AA225FF997}"/>
                </a:ext>
              </a:extLst>
            </p:cNvPr>
            <p:cNvCxnSpPr/>
            <p:nvPr/>
          </p:nvCxnSpPr>
          <p:spPr>
            <a:xfrm flipH="1" flipV="1">
              <a:off x="3348386" y="3433943"/>
              <a:ext cx="1098" cy="664670"/>
            </a:xfrm>
            <a:prstGeom prst="line">
              <a:avLst/>
            </a:prstGeom>
          </p:spPr>
          <p:style>
            <a:lnRef idx="1">
              <a:schemeClr val="dk1"/>
            </a:lnRef>
            <a:fillRef idx="0">
              <a:schemeClr val="dk1"/>
            </a:fillRef>
            <a:effectRef idx="0">
              <a:schemeClr val="dk1"/>
            </a:effectRef>
            <a:fontRef idx="minor">
              <a:schemeClr val="tx1"/>
            </a:fontRef>
          </p:style>
        </p:cxnSp>
        <p:cxnSp>
          <p:nvCxnSpPr>
            <p:cNvPr id="93" name="直接连接符 68">
              <a:extLst>
                <a:ext uri="{FF2B5EF4-FFF2-40B4-BE49-F238E27FC236}">
                  <a16:creationId xmlns:a16="http://schemas.microsoft.com/office/drawing/2014/main" id="{28186794-96C7-55AC-59CC-40EF31E4D435}"/>
                </a:ext>
              </a:extLst>
            </p:cNvPr>
            <p:cNvCxnSpPr/>
            <p:nvPr/>
          </p:nvCxnSpPr>
          <p:spPr>
            <a:xfrm flipH="1" flipV="1">
              <a:off x="3746389" y="3419009"/>
              <a:ext cx="1098" cy="664670"/>
            </a:xfrm>
            <a:prstGeom prst="line">
              <a:avLst/>
            </a:prstGeom>
          </p:spPr>
          <p:style>
            <a:lnRef idx="1">
              <a:schemeClr val="dk1"/>
            </a:lnRef>
            <a:fillRef idx="0">
              <a:schemeClr val="dk1"/>
            </a:fillRef>
            <a:effectRef idx="0">
              <a:schemeClr val="dk1"/>
            </a:effectRef>
            <a:fontRef idx="minor">
              <a:schemeClr val="tx1"/>
            </a:fontRef>
          </p:style>
        </p:cxnSp>
        <p:cxnSp>
          <p:nvCxnSpPr>
            <p:cNvPr id="94" name="直接连接符 69">
              <a:extLst>
                <a:ext uri="{FF2B5EF4-FFF2-40B4-BE49-F238E27FC236}">
                  <a16:creationId xmlns:a16="http://schemas.microsoft.com/office/drawing/2014/main" id="{311A0BD9-592C-D5DA-34DE-6AD3D47E42E2}"/>
                </a:ext>
              </a:extLst>
            </p:cNvPr>
            <p:cNvCxnSpPr/>
            <p:nvPr/>
          </p:nvCxnSpPr>
          <p:spPr>
            <a:xfrm flipH="1" flipV="1">
              <a:off x="4215673" y="3424055"/>
              <a:ext cx="1098" cy="664670"/>
            </a:xfrm>
            <a:prstGeom prst="line">
              <a:avLst/>
            </a:prstGeom>
          </p:spPr>
          <p:style>
            <a:lnRef idx="1">
              <a:schemeClr val="dk1"/>
            </a:lnRef>
            <a:fillRef idx="0">
              <a:schemeClr val="dk1"/>
            </a:fillRef>
            <a:effectRef idx="0">
              <a:schemeClr val="dk1"/>
            </a:effectRef>
            <a:fontRef idx="minor">
              <a:schemeClr val="tx1"/>
            </a:fontRef>
          </p:style>
        </p:cxnSp>
        <p:cxnSp>
          <p:nvCxnSpPr>
            <p:cNvPr id="95" name="直接连接符 70">
              <a:extLst>
                <a:ext uri="{FF2B5EF4-FFF2-40B4-BE49-F238E27FC236}">
                  <a16:creationId xmlns:a16="http://schemas.microsoft.com/office/drawing/2014/main" id="{43A4574F-5DA3-D6F2-8722-9FA18DC9F13E}"/>
                </a:ext>
              </a:extLst>
            </p:cNvPr>
            <p:cNvCxnSpPr/>
            <p:nvPr/>
          </p:nvCxnSpPr>
          <p:spPr>
            <a:xfrm flipH="1" flipV="1">
              <a:off x="4617163" y="3429000"/>
              <a:ext cx="1098" cy="664670"/>
            </a:xfrm>
            <a:prstGeom prst="line">
              <a:avLst/>
            </a:prstGeom>
          </p:spPr>
          <p:style>
            <a:lnRef idx="1">
              <a:schemeClr val="dk1"/>
            </a:lnRef>
            <a:fillRef idx="0">
              <a:schemeClr val="dk1"/>
            </a:fillRef>
            <a:effectRef idx="0">
              <a:schemeClr val="dk1"/>
            </a:effectRef>
            <a:fontRef idx="minor">
              <a:schemeClr val="tx1"/>
            </a:fontRef>
          </p:style>
        </p:cxnSp>
        <p:cxnSp>
          <p:nvCxnSpPr>
            <p:cNvPr id="96" name="直接连接符 71">
              <a:extLst>
                <a:ext uri="{FF2B5EF4-FFF2-40B4-BE49-F238E27FC236}">
                  <a16:creationId xmlns:a16="http://schemas.microsoft.com/office/drawing/2014/main" id="{C0736D27-043B-D1DA-41B8-CA7179A99B53}"/>
                </a:ext>
              </a:extLst>
            </p:cNvPr>
            <p:cNvCxnSpPr/>
            <p:nvPr/>
          </p:nvCxnSpPr>
          <p:spPr>
            <a:xfrm flipH="1" flipV="1">
              <a:off x="5049697" y="3423115"/>
              <a:ext cx="1098" cy="664670"/>
            </a:xfrm>
            <a:prstGeom prst="line">
              <a:avLst/>
            </a:prstGeom>
          </p:spPr>
          <p:style>
            <a:lnRef idx="1">
              <a:schemeClr val="dk1"/>
            </a:lnRef>
            <a:fillRef idx="0">
              <a:schemeClr val="dk1"/>
            </a:fillRef>
            <a:effectRef idx="0">
              <a:schemeClr val="dk1"/>
            </a:effectRef>
            <a:fontRef idx="minor">
              <a:schemeClr val="tx1"/>
            </a:fontRef>
          </p:style>
        </p:cxnSp>
        <p:cxnSp>
          <p:nvCxnSpPr>
            <p:cNvPr id="97" name="直接连接符 72">
              <a:extLst>
                <a:ext uri="{FF2B5EF4-FFF2-40B4-BE49-F238E27FC236}">
                  <a16:creationId xmlns:a16="http://schemas.microsoft.com/office/drawing/2014/main" id="{F81AFD49-15EE-4EE8-B3D0-79572F553D6D}"/>
                </a:ext>
              </a:extLst>
            </p:cNvPr>
            <p:cNvCxnSpPr/>
            <p:nvPr/>
          </p:nvCxnSpPr>
          <p:spPr>
            <a:xfrm flipH="1" flipV="1">
              <a:off x="5536834" y="3429940"/>
              <a:ext cx="1098" cy="664670"/>
            </a:xfrm>
            <a:prstGeom prst="line">
              <a:avLst/>
            </a:prstGeom>
          </p:spPr>
          <p:style>
            <a:lnRef idx="1">
              <a:schemeClr val="dk1"/>
            </a:lnRef>
            <a:fillRef idx="0">
              <a:schemeClr val="dk1"/>
            </a:fillRef>
            <a:effectRef idx="0">
              <a:schemeClr val="dk1"/>
            </a:effectRef>
            <a:fontRef idx="minor">
              <a:schemeClr val="tx1"/>
            </a:fontRef>
          </p:style>
        </p:cxnSp>
        <p:cxnSp>
          <p:nvCxnSpPr>
            <p:cNvPr id="98" name="直接连接符 73">
              <a:extLst>
                <a:ext uri="{FF2B5EF4-FFF2-40B4-BE49-F238E27FC236}">
                  <a16:creationId xmlns:a16="http://schemas.microsoft.com/office/drawing/2014/main" id="{DA71B39B-300E-B614-9134-8717C29D1EE2}"/>
                </a:ext>
              </a:extLst>
            </p:cNvPr>
            <p:cNvCxnSpPr/>
            <p:nvPr/>
          </p:nvCxnSpPr>
          <p:spPr>
            <a:xfrm flipH="1" flipV="1">
              <a:off x="5943039" y="3423115"/>
              <a:ext cx="1098" cy="664670"/>
            </a:xfrm>
            <a:prstGeom prst="line">
              <a:avLst/>
            </a:prstGeom>
          </p:spPr>
          <p:style>
            <a:lnRef idx="1">
              <a:schemeClr val="dk1"/>
            </a:lnRef>
            <a:fillRef idx="0">
              <a:schemeClr val="dk1"/>
            </a:fillRef>
            <a:effectRef idx="0">
              <a:schemeClr val="dk1"/>
            </a:effectRef>
            <a:fontRef idx="minor">
              <a:schemeClr val="tx1"/>
            </a:fontRef>
          </p:style>
        </p:cxnSp>
        <p:cxnSp>
          <p:nvCxnSpPr>
            <p:cNvPr id="99" name="直接连接符 74">
              <a:extLst>
                <a:ext uri="{FF2B5EF4-FFF2-40B4-BE49-F238E27FC236}">
                  <a16:creationId xmlns:a16="http://schemas.microsoft.com/office/drawing/2014/main" id="{90E2420E-108A-D7F0-5808-1FBC307AA4C8}"/>
                </a:ext>
              </a:extLst>
            </p:cNvPr>
            <p:cNvCxnSpPr/>
            <p:nvPr/>
          </p:nvCxnSpPr>
          <p:spPr>
            <a:xfrm flipH="1" flipV="1">
              <a:off x="6385450" y="3413361"/>
              <a:ext cx="1098" cy="664670"/>
            </a:xfrm>
            <a:prstGeom prst="line">
              <a:avLst/>
            </a:prstGeom>
          </p:spPr>
          <p:style>
            <a:lnRef idx="1">
              <a:schemeClr val="dk1"/>
            </a:lnRef>
            <a:fillRef idx="0">
              <a:schemeClr val="dk1"/>
            </a:fillRef>
            <a:effectRef idx="0">
              <a:schemeClr val="dk1"/>
            </a:effectRef>
            <a:fontRef idx="minor">
              <a:schemeClr val="tx1"/>
            </a:fontRef>
          </p:style>
        </p:cxnSp>
        <p:sp>
          <p:nvSpPr>
            <p:cNvPr id="100" name="矩形: 圆角 3">
              <a:extLst>
                <a:ext uri="{FF2B5EF4-FFF2-40B4-BE49-F238E27FC236}">
                  <a16:creationId xmlns:a16="http://schemas.microsoft.com/office/drawing/2014/main" id="{E16FCA9C-AD8C-3883-4C7D-F1CEE903DB93}"/>
                </a:ext>
              </a:extLst>
            </p:cNvPr>
            <p:cNvSpPr/>
            <p:nvPr/>
          </p:nvSpPr>
          <p:spPr>
            <a:xfrm>
              <a:off x="2703729" y="3545767"/>
              <a:ext cx="3881267" cy="361813"/>
            </a:xfrm>
            <a:prstGeom prst="roundRect">
              <a:avLst/>
            </a:prstGeom>
            <a:solidFill>
              <a:schemeClr val="accent2">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200" dirty="0">
                  <a:solidFill>
                    <a:schemeClr val="tx1"/>
                  </a:solidFill>
                </a:rPr>
                <a:t>线性投影的展平图块</a:t>
              </a:r>
              <a:endParaRPr lang="zh-CN" altLang="en-US" sz="1000" dirty="0">
                <a:solidFill>
                  <a:schemeClr val="tx1"/>
                </a:solidFill>
              </a:endParaRPr>
            </a:p>
          </p:txBody>
        </p:sp>
      </p:grpSp>
    </p:spTree>
    <p:extLst>
      <p:ext uri="{BB962C8B-B14F-4D97-AF65-F5344CB8AC3E}">
        <p14:creationId xmlns:p14="http://schemas.microsoft.com/office/powerpoint/2010/main" val="2022953447"/>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F4CD3CA-FFE1-1C54-A340-4A33F83E6C2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0BA4330-7DE8-B5D6-C15D-B728FAEF4045}"/>
              </a:ext>
            </a:extLst>
          </p:cNvPr>
          <p:cNvSpPr>
            <a:spLocks noGrp="1"/>
          </p:cNvSpPr>
          <p:nvPr>
            <p:ph type="title"/>
          </p:nvPr>
        </p:nvSpPr>
        <p:spPr/>
        <p:txBody>
          <a:bodyPr/>
          <a:lstStyle/>
          <a:p>
            <a:r>
              <a:rPr lang="zh-CN" altLang="en-US" dirty="0"/>
              <a:t>将</a:t>
            </a:r>
            <a:r>
              <a:rPr lang="en-US" altLang="zh-CN" dirty="0"/>
              <a:t>Transformer</a:t>
            </a:r>
            <a:r>
              <a:rPr lang="zh-CN" altLang="en-US" dirty="0"/>
              <a:t>应用于图像编码</a:t>
            </a:r>
            <a:endParaRPr lang="en-US" dirty="0"/>
          </a:p>
        </p:txBody>
      </p:sp>
      <p:sp>
        <p:nvSpPr>
          <p:cNvPr id="3" name="Content Placeholder 2">
            <a:extLst>
              <a:ext uri="{FF2B5EF4-FFF2-40B4-BE49-F238E27FC236}">
                <a16:creationId xmlns:a16="http://schemas.microsoft.com/office/drawing/2014/main" id="{899F4A33-579A-6405-1E18-9FC8C0C94797}"/>
              </a:ext>
            </a:extLst>
          </p:cNvPr>
          <p:cNvSpPr>
            <a:spLocks noGrp="1"/>
          </p:cNvSpPr>
          <p:nvPr>
            <p:ph idx="1"/>
          </p:nvPr>
        </p:nvSpPr>
        <p:spPr>
          <a:xfrm>
            <a:off x="838200" y="1240971"/>
            <a:ext cx="7126357" cy="4935992"/>
          </a:xfrm>
        </p:spPr>
        <p:txBody>
          <a:bodyPr>
            <a:normAutofit/>
          </a:bodyPr>
          <a:lstStyle/>
          <a:p>
            <a:pPr indent="-457200">
              <a:lnSpc>
                <a:spcPct val="180000"/>
              </a:lnSpc>
              <a:spcBef>
                <a:spcPts val="0"/>
              </a:spcBef>
              <a:buFont typeface="Wingdings" panose="05000000000000000000" pitchFamily="2" charset="2"/>
              <a:buChar char="p"/>
            </a:pPr>
            <a:r>
              <a:rPr lang="en-US" altLang="en-US" dirty="0" err="1"/>
              <a:t>通过可视化模型注意力强弱</a:t>
            </a:r>
            <a:r>
              <a:rPr lang="zh-CN" altLang="en-US" dirty="0"/>
              <a:t>，可以发现模型能够比较准确地高亮图像中重要的信息</a:t>
            </a:r>
            <a:endParaRPr lang="en-US" altLang="en-US" dirty="0"/>
          </a:p>
        </p:txBody>
      </p:sp>
      <p:sp>
        <p:nvSpPr>
          <p:cNvPr id="7" name="TextBox 6">
            <a:extLst>
              <a:ext uri="{FF2B5EF4-FFF2-40B4-BE49-F238E27FC236}">
                <a16:creationId xmlns:a16="http://schemas.microsoft.com/office/drawing/2014/main" id="{9C5E12B0-F462-2689-73E5-DD3801B69D2A}"/>
              </a:ext>
            </a:extLst>
          </p:cNvPr>
          <p:cNvSpPr txBox="1"/>
          <p:nvPr/>
        </p:nvSpPr>
        <p:spPr>
          <a:xfrm>
            <a:off x="1637214" y="6492875"/>
            <a:ext cx="9716586" cy="261610"/>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dirty="0" err="1">
                <a:ln>
                  <a:noFill/>
                </a:ln>
                <a:solidFill>
                  <a:srgbClr val="222222"/>
                </a:solidFill>
                <a:effectLst/>
                <a:uLnTx/>
                <a:uFillTx/>
                <a:latin typeface="Arial" panose="020B0604020202020204" pitchFamily="34" charset="0"/>
                <a:ea typeface="微软雅黑"/>
                <a:cs typeface="+mn-cs"/>
              </a:rPr>
              <a:t>Dosovitskiy</a:t>
            </a:r>
            <a:r>
              <a:rPr kumimoji="0" lang="en-US" sz="1100" b="0" i="0" u="none" strike="noStrike" kern="1200" cap="none" spc="0" normalizeH="0" baseline="0" noProof="0" dirty="0">
                <a:ln>
                  <a:noFill/>
                </a:ln>
                <a:solidFill>
                  <a:srgbClr val="222222"/>
                </a:solidFill>
                <a:effectLst/>
                <a:uLnTx/>
                <a:uFillTx/>
                <a:latin typeface="Arial" panose="020B0604020202020204" pitchFamily="34" charset="0"/>
                <a:ea typeface="微软雅黑"/>
                <a:cs typeface="+mn-cs"/>
              </a:rPr>
              <a:t>, Alexey. "An image is worth 16x16 words: Transformers for image recognition at scale." </a:t>
            </a:r>
            <a:r>
              <a:rPr kumimoji="0" lang="en-US" sz="1100" b="0" i="1" u="none" strike="noStrike" kern="1200" cap="none" spc="0" normalizeH="0" baseline="0" noProof="0" dirty="0" err="1">
                <a:ln>
                  <a:noFill/>
                </a:ln>
                <a:solidFill>
                  <a:srgbClr val="222222"/>
                </a:solidFill>
                <a:effectLst/>
                <a:uLnTx/>
                <a:uFillTx/>
                <a:latin typeface="Arial" panose="020B0604020202020204" pitchFamily="34" charset="0"/>
                <a:ea typeface="微软雅黑"/>
                <a:cs typeface="+mn-cs"/>
              </a:rPr>
              <a:t>arXiv</a:t>
            </a:r>
            <a:r>
              <a:rPr kumimoji="0" lang="en-US" sz="1100" b="0" i="1" u="none" strike="noStrike" kern="1200" cap="none" spc="0" normalizeH="0" baseline="0" noProof="0" dirty="0">
                <a:ln>
                  <a:noFill/>
                </a:ln>
                <a:solidFill>
                  <a:srgbClr val="222222"/>
                </a:solidFill>
                <a:effectLst/>
                <a:uLnTx/>
                <a:uFillTx/>
                <a:latin typeface="Arial" panose="020B0604020202020204" pitchFamily="34" charset="0"/>
                <a:ea typeface="微软雅黑"/>
                <a:cs typeface="+mn-cs"/>
              </a:rPr>
              <a:t> preprint arXiv:2010.11929</a:t>
            </a:r>
            <a:r>
              <a:rPr kumimoji="0" lang="en-US" sz="1100" b="0" i="0" u="none" strike="noStrike" kern="1200" cap="none" spc="0" normalizeH="0" baseline="0" noProof="0" dirty="0">
                <a:ln>
                  <a:noFill/>
                </a:ln>
                <a:solidFill>
                  <a:srgbClr val="222222"/>
                </a:solidFill>
                <a:effectLst/>
                <a:uLnTx/>
                <a:uFillTx/>
                <a:latin typeface="Arial" panose="020B0604020202020204" pitchFamily="34" charset="0"/>
                <a:ea typeface="微软雅黑"/>
                <a:cs typeface="+mn-cs"/>
              </a:rPr>
              <a:t> (2020).</a:t>
            </a:r>
            <a:endParaRPr kumimoji="0" lang="en-US" sz="1100" b="0" i="0" u="none" strike="noStrike" kern="1200" cap="none" spc="0" normalizeH="0" baseline="0" noProof="0" dirty="0">
              <a:ln>
                <a:noFill/>
              </a:ln>
              <a:solidFill>
                <a:prstClr val="black"/>
              </a:solidFill>
              <a:effectLst/>
              <a:uLnTx/>
              <a:uFillTx/>
              <a:latin typeface="Arial"/>
              <a:ea typeface="微软雅黑"/>
              <a:cs typeface="+mn-cs"/>
            </a:endParaRPr>
          </a:p>
        </p:txBody>
      </p:sp>
      <p:pic>
        <p:nvPicPr>
          <p:cNvPr id="6" name="Picture 5">
            <a:extLst>
              <a:ext uri="{FF2B5EF4-FFF2-40B4-BE49-F238E27FC236}">
                <a16:creationId xmlns:a16="http://schemas.microsoft.com/office/drawing/2014/main" id="{8D83079F-26F2-E386-2216-29E093F6A3BF}"/>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8376754" y="1449181"/>
            <a:ext cx="2806700" cy="3111500"/>
          </a:xfrm>
          <a:prstGeom prst="rect">
            <a:avLst/>
          </a:prstGeom>
        </p:spPr>
      </p:pic>
      <p:pic>
        <p:nvPicPr>
          <p:cNvPr id="9" name="Picture 8">
            <a:extLst>
              <a:ext uri="{FF2B5EF4-FFF2-40B4-BE49-F238E27FC236}">
                <a16:creationId xmlns:a16="http://schemas.microsoft.com/office/drawing/2014/main" id="{86CCEA91-D021-BA87-3399-A55AA3BE85E1}"/>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257576" y="2700456"/>
            <a:ext cx="5673311" cy="3349798"/>
          </a:xfrm>
          <a:prstGeom prst="rect">
            <a:avLst/>
          </a:prstGeom>
        </p:spPr>
      </p:pic>
    </p:spTree>
    <p:extLst>
      <p:ext uri="{BB962C8B-B14F-4D97-AF65-F5344CB8AC3E}">
        <p14:creationId xmlns:p14="http://schemas.microsoft.com/office/powerpoint/2010/main" val="2696965064"/>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85CD95E-0206-A097-48F6-2E1931CB2EA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91ACE87-9796-7844-FA4E-34B97672A827}"/>
              </a:ext>
            </a:extLst>
          </p:cNvPr>
          <p:cNvSpPr>
            <a:spLocks noGrp="1"/>
          </p:cNvSpPr>
          <p:nvPr>
            <p:ph type="title"/>
          </p:nvPr>
        </p:nvSpPr>
        <p:spPr/>
        <p:txBody>
          <a:bodyPr/>
          <a:lstStyle/>
          <a:p>
            <a:r>
              <a:rPr lang="zh-CN" altLang="en-US" dirty="0"/>
              <a:t>小结</a:t>
            </a:r>
            <a:endParaRPr lang="en-US" dirty="0"/>
          </a:p>
        </p:txBody>
      </p:sp>
      <p:sp>
        <p:nvSpPr>
          <p:cNvPr id="3" name="Content Placeholder 2">
            <a:extLst>
              <a:ext uri="{FF2B5EF4-FFF2-40B4-BE49-F238E27FC236}">
                <a16:creationId xmlns:a16="http://schemas.microsoft.com/office/drawing/2014/main" id="{1B3D1714-1889-3F1A-45B8-8FB50F617C6B}"/>
              </a:ext>
            </a:extLst>
          </p:cNvPr>
          <p:cNvSpPr>
            <a:spLocks noGrp="1"/>
          </p:cNvSpPr>
          <p:nvPr>
            <p:ph idx="1"/>
          </p:nvPr>
        </p:nvSpPr>
        <p:spPr>
          <a:xfrm>
            <a:off x="838200" y="1240971"/>
            <a:ext cx="10611678" cy="4935992"/>
          </a:xfrm>
        </p:spPr>
        <p:txBody>
          <a:bodyPr>
            <a:normAutofit/>
          </a:bodyPr>
          <a:lstStyle/>
          <a:p>
            <a:pPr indent="-457200">
              <a:lnSpc>
                <a:spcPct val="180000"/>
              </a:lnSpc>
              <a:spcBef>
                <a:spcPts val="0"/>
              </a:spcBef>
              <a:buFont typeface="Wingdings" panose="05000000000000000000" pitchFamily="2" charset="2"/>
              <a:buChar char="p"/>
            </a:pPr>
            <a:r>
              <a:rPr lang="en-US" altLang="zh-CN" dirty="0"/>
              <a:t>Transformer</a:t>
            </a:r>
            <a:r>
              <a:rPr lang="zh-CN" altLang="en-US" dirty="0"/>
              <a:t> 可以应用于各种不同类型</a:t>
            </a:r>
            <a:r>
              <a:rPr lang="zh-CN" altLang="en-US" dirty="0">
                <a:solidFill>
                  <a:schemeClr val="tx1"/>
                </a:solidFill>
              </a:rPr>
              <a:t>数据的处理任务</a:t>
            </a:r>
            <a:endParaRPr lang="en-US" altLang="zh-CN" dirty="0">
              <a:solidFill>
                <a:schemeClr val="tx1"/>
              </a:solidFill>
            </a:endParaRPr>
          </a:p>
          <a:p>
            <a:pPr lvl="2" indent="-457200">
              <a:lnSpc>
                <a:spcPct val="180000"/>
              </a:lnSpc>
              <a:spcBef>
                <a:spcPts val="0"/>
              </a:spcBef>
              <a:buFont typeface="Wingdings" panose="05000000000000000000" pitchFamily="2" charset="2"/>
              <a:buChar char="p"/>
            </a:pPr>
            <a:r>
              <a:rPr lang="zh-CN" altLang="en-US" dirty="0"/>
              <a:t>文本、图像、音频</a:t>
            </a:r>
            <a:r>
              <a:rPr lang="en-US" altLang="zh-CN" dirty="0"/>
              <a:t>…</a:t>
            </a:r>
          </a:p>
          <a:p>
            <a:pPr indent="-457200">
              <a:lnSpc>
                <a:spcPct val="180000"/>
              </a:lnSpc>
              <a:spcBef>
                <a:spcPts val="0"/>
              </a:spcBef>
              <a:buFont typeface="Wingdings" panose="05000000000000000000" pitchFamily="2" charset="2"/>
              <a:buChar char="p"/>
            </a:pPr>
            <a:r>
              <a:rPr lang="en-US" altLang="en-US" dirty="0" err="1"/>
              <a:t>Transformer在文本处理上的应用</a:t>
            </a:r>
            <a:endParaRPr lang="en-US" altLang="en-US" dirty="0"/>
          </a:p>
          <a:p>
            <a:pPr lvl="2" indent="-457200">
              <a:lnSpc>
                <a:spcPct val="180000"/>
              </a:lnSpc>
              <a:spcBef>
                <a:spcPts val="0"/>
              </a:spcBef>
              <a:buFont typeface="Wingdings" panose="05000000000000000000" pitchFamily="2" charset="2"/>
              <a:buChar char="p"/>
            </a:pPr>
            <a:r>
              <a:rPr lang="en-US" altLang="en-US" dirty="0" err="1"/>
              <a:t>Transformer有多种文本处理模型变体</a:t>
            </a:r>
            <a:r>
              <a:rPr lang="zh-CN" altLang="en-US" dirty="0"/>
              <a:t>（</a:t>
            </a:r>
            <a:r>
              <a:rPr lang="en-US" altLang="en-US" dirty="0" err="1"/>
              <a:t>Transformer编码器</a:t>
            </a:r>
            <a:r>
              <a:rPr lang="zh-CN" altLang="en-US" dirty="0"/>
              <a:t>、编码器</a:t>
            </a:r>
            <a:r>
              <a:rPr lang="en-US" altLang="zh-CN" dirty="0"/>
              <a:t>+</a:t>
            </a:r>
            <a:r>
              <a:rPr lang="zh-CN" altLang="en-US" dirty="0"/>
              <a:t>解码器、解码器模型）</a:t>
            </a:r>
            <a:endParaRPr lang="en-US" altLang="zh-CN" dirty="0"/>
          </a:p>
          <a:p>
            <a:pPr lvl="2" indent="-457200">
              <a:lnSpc>
                <a:spcPct val="180000"/>
              </a:lnSpc>
              <a:spcBef>
                <a:spcPts val="0"/>
              </a:spcBef>
              <a:buFont typeface="Wingdings" panose="05000000000000000000" pitchFamily="2" charset="2"/>
              <a:buChar char="p"/>
            </a:pPr>
            <a:r>
              <a:rPr lang="en-US" altLang="en-US" dirty="0" err="1"/>
              <a:t>不同变体有各自的优势以及局限性</a:t>
            </a:r>
            <a:endParaRPr lang="en-US" altLang="en-US" dirty="0"/>
          </a:p>
          <a:p>
            <a:pPr indent="-457200">
              <a:lnSpc>
                <a:spcPct val="180000"/>
              </a:lnSpc>
              <a:spcBef>
                <a:spcPts val="0"/>
              </a:spcBef>
              <a:buFont typeface="Wingdings" panose="05000000000000000000" pitchFamily="2" charset="2"/>
              <a:buChar char="p"/>
            </a:pPr>
            <a:r>
              <a:rPr lang="en-US" altLang="en-US" dirty="0" err="1"/>
              <a:t>Transformer在图像处理上的应用</a:t>
            </a:r>
            <a:endParaRPr lang="en-US" altLang="en-US" dirty="0"/>
          </a:p>
          <a:p>
            <a:pPr lvl="2" indent="-457200">
              <a:lnSpc>
                <a:spcPct val="180000"/>
              </a:lnSpc>
              <a:spcBef>
                <a:spcPts val="0"/>
              </a:spcBef>
              <a:buFont typeface="Wingdings" panose="05000000000000000000" pitchFamily="2" charset="2"/>
              <a:buChar char="p"/>
            </a:pPr>
            <a:r>
              <a:rPr lang="en-US" altLang="en-US" dirty="0" err="1"/>
              <a:t>以编码器为主的模型架构</a:t>
            </a:r>
            <a:r>
              <a:rPr lang="zh-CN" altLang="en-US" dirty="0"/>
              <a:t>，可应用于图像分类等任务</a:t>
            </a:r>
            <a:endParaRPr lang="en-US" altLang="en-US" dirty="0"/>
          </a:p>
        </p:txBody>
      </p:sp>
    </p:spTree>
    <p:extLst>
      <p:ext uri="{BB962C8B-B14F-4D97-AF65-F5344CB8AC3E}">
        <p14:creationId xmlns:p14="http://schemas.microsoft.com/office/powerpoint/2010/main" val="2578838543"/>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A271B93-2375-A695-1315-246AEBE91A29}"/>
            </a:ext>
          </a:extLst>
        </p:cNvPr>
        <p:cNvGrpSpPr/>
        <p:nvPr/>
      </p:nvGrpSpPr>
      <p:grpSpPr>
        <a:xfrm>
          <a:off x="0" y="0"/>
          <a:ext cx="0" cy="0"/>
          <a:chOff x="0" y="0"/>
          <a:chExt cx="0" cy="0"/>
        </a:xfrm>
      </p:grpSpPr>
      <p:grpSp>
        <p:nvGrpSpPr>
          <p:cNvPr id="2" name="组合 1">
            <a:extLst>
              <a:ext uri="{FF2B5EF4-FFF2-40B4-BE49-F238E27FC236}">
                <a16:creationId xmlns:a16="http://schemas.microsoft.com/office/drawing/2014/main" id="{51E6BBEF-3139-6E9B-83B8-79C5C5CE7258}"/>
              </a:ext>
            </a:extLst>
          </p:cNvPr>
          <p:cNvGrpSpPr/>
          <p:nvPr/>
        </p:nvGrpSpPr>
        <p:grpSpPr>
          <a:xfrm>
            <a:off x="0" y="0"/>
            <a:ext cx="12192000" cy="6858000"/>
            <a:chOff x="0" y="0"/>
            <a:chExt cx="12192000" cy="6858000"/>
          </a:xfrm>
        </p:grpSpPr>
        <p:sp>
          <p:nvSpPr>
            <p:cNvPr id="38" name="任意多边形: 形状 37">
              <a:extLst>
                <a:ext uri="{FF2B5EF4-FFF2-40B4-BE49-F238E27FC236}">
                  <a16:creationId xmlns:a16="http://schemas.microsoft.com/office/drawing/2014/main" id="{2AC32858-84B8-5852-4E2A-8FE82BE40F41}"/>
                </a:ext>
              </a:extLst>
            </p:cNvPr>
            <p:cNvSpPr/>
            <p:nvPr/>
          </p:nvSpPr>
          <p:spPr>
            <a:xfrm>
              <a:off x="0" y="0"/>
              <a:ext cx="1819275" cy="1819275"/>
            </a:xfrm>
            <a:custGeom>
              <a:avLst/>
              <a:gdLst>
                <a:gd name="connsiteX0" fmla="*/ 0 w 3638550"/>
                <a:gd name="connsiteY0" fmla="*/ 1819275 h 3638550"/>
                <a:gd name="connsiteX1" fmla="*/ 1819275 w 3638550"/>
                <a:gd name="connsiteY1" fmla="*/ 0 h 3638550"/>
                <a:gd name="connsiteX2" fmla="*/ 3638550 w 3638550"/>
                <a:gd name="connsiteY2" fmla="*/ 1819275 h 3638550"/>
                <a:gd name="connsiteX3" fmla="*/ 1819275 w 3638550"/>
                <a:gd name="connsiteY3" fmla="*/ 3638550 h 3638550"/>
                <a:gd name="connsiteX4" fmla="*/ 0 w 3638550"/>
                <a:gd name="connsiteY4" fmla="*/ 1819275 h 3638550"/>
                <a:gd name="connsiteX0" fmla="*/ 1819275 w 3638550"/>
                <a:gd name="connsiteY0" fmla="*/ 0 h 3638550"/>
                <a:gd name="connsiteX1" fmla="*/ 3638550 w 3638550"/>
                <a:gd name="connsiteY1" fmla="*/ 1819275 h 3638550"/>
                <a:gd name="connsiteX2" fmla="*/ 1819275 w 3638550"/>
                <a:gd name="connsiteY2" fmla="*/ 3638550 h 3638550"/>
                <a:gd name="connsiteX3" fmla="*/ 0 w 3638550"/>
                <a:gd name="connsiteY3" fmla="*/ 1819275 h 3638550"/>
                <a:gd name="connsiteX4" fmla="*/ 1910715 w 3638550"/>
                <a:gd name="connsiteY4" fmla="*/ 91440 h 3638550"/>
                <a:gd name="connsiteX0" fmla="*/ 1819275 w 3638550"/>
                <a:gd name="connsiteY0" fmla="*/ 0 h 3638550"/>
                <a:gd name="connsiteX1" fmla="*/ 3638550 w 3638550"/>
                <a:gd name="connsiteY1" fmla="*/ 1819275 h 3638550"/>
                <a:gd name="connsiteX2" fmla="*/ 1819275 w 3638550"/>
                <a:gd name="connsiteY2" fmla="*/ 3638550 h 3638550"/>
                <a:gd name="connsiteX3" fmla="*/ 0 w 3638550"/>
                <a:gd name="connsiteY3" fmla="*/ 1819275 h 3638550"/>
                <a:gd name="connsiteX0" fmla="*/ 3638550 w 3638550"/>
                <a:gd name="connsiteY0" fmla="*/ 0 h 1819275"/>
                <a:gd name="connsiteX1" fmla="*/ 1819275 w 3638550"/>
                <a:gd name="connsiteY1" fmla="*/ 1819275 h 1819275"/>
                <a:gd name="connsiteX2" fmla="*/ 0 w 3638550"/>
                <a:gd name="connsiteY2" fmla="*/ 0 h 1819275"/>
                <a:gd name="connsiteX0" fmla="*/ 1819275 w 1819275"/>
                <a:gd name="connsiteY0" fmla="*/ 0 h 1819275"/>
                <a:gd name="connsiteX1" fmla="*/ 0 w 1819275"/>
                <a:gd name="connsiteY1" fmla="*/ 1819275 h 1819275"/>
              </a:gdLst>
              <a:ahLst/>
              <a:cxnLst>
                <a:cxn ang="0">
                  <a:pos x="connsiteX0" y="connsiteY0"/>
                </a:cxn>
                <a:cxn ang="0">
                  <a:pos x="connsiteX1" y="connsiteY1"/>
                </a:cxn>
              </a:cxnLst>
              <a:rect l="l" t="t" r="r" b="b"/>
              <a:pathLst>
                <a:path w="1819275" h="1819275">
                  <a:moveTo>
                    <a:pt x="1819275" y="0"/>
                  </a:moveTo>
                  <a:cubicBezTo>
                    <a:pt x="1819275" y="1004758"/>
                    <a:pt x="1004758" y="1819275"/>
                    <a:pt x="0" y="1819275"/>
                  </a:cubicBezTo>
                </a:path>
              </a:pathLst>
            </a:custGeom>
            <a:noFill/>
            <a:ln w="381000">
              <a:solidFill>
                <a:schemeClr val="accent1">
                  <a:alpha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Arial"/>
                <a:ea typeface="微软雅黑"/>
                <a:cs typeface="+mn-cs"/>
              </a:endParaRPr>
            </a:p>
          </p:txBody>
        </p:sp>
        <p:grpSp>
          <p:nvGrpSpPr>
            <p:cNvPr id="39" name="组合 38">
              <a:extLst>
                <a:ext uri="{FF2B5EF4-FFF2-40B4-BE49-F238E27FC236}">
                  <a16:creationId xmlns:a16="http://schemas.microsoft.com/office/drawing/2014/main" id="{0A2D926E-65C1-829E-F0DE-03C9FA255810}"/>
                </a:ext>
              </a:extLst>
            </p:cNvPr>
            <p:cNvGrpSpPr/>
            <p:nvPr/>
          </p:nvGrpSpPr>
          <p:grpSpPr>
            <a:xfrm>
              <a:off x="1727455" y="1321568"/>
              <a:ext cx="5663945" cy="716782"/>
              <a:chOff x="1727455" y="1321568"/>
              <a:chExt cx="5663945" cy="716782"/>
            </a:xfrm>
          </p:grpSpPr>
          <p:sp>
            <p:nvSpPr>
              <p:cNvPr id="61" name="文本框 60">
                <a:extLst>
                  <a:ext uri="{FF2B5EF4-FFF2-40B4-BE49-F238E27FC236}">
                    <a16:creationId xmlns:a16="http://schemas.microsoft.com/office/drawing/2014/main" id="{66C12DE7-1B0E-93AB-E4EB-C164711AE354}"/>
                  </a:ext>
                </a:extLst>
              </p:cNvPr>
              <p:cNvSpPr txBox="1">
                <a:spLocks/>
              </p:cNvSpPr>
              <p:nvPr/>
            </p:nvSpPr>
            <p:spPr>
              <a:xfrm>
                <a:off x="2573268" y="1323975"/>
                <a:ext cx="4818132" cy="461665"/>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Pct val="25000"/>
                  <a:buFontTx/>
                  <a:buNone/>
                  <a:tabLst/>
                  <a:defRPr/>
                </a:pPr>
                <a:r>
                  <a:rPr kumimoji="0" lang="zh-CN" altLang="en-US" sz="2400" b="1" i="0" u="none" strike="noStrike" kern="1200" cap="none" spc="0" normalizeH="0" baseline="0" noProof="0">
                    <a:ln>
                      <a:noFill/>
                    </a:ln>
                    <a:solidFill>
                      <a:prstClr val="black"/>
                    </a:solidFill>
                    <a:effectLst/>
                    <a:uLnTx/>
                    <a:uFillTx/>
                    <a:latin typeface="Arial" panose="020B0604020202020204" pitchFamily="34" charset="0"/>
                    <a:ea typeface="微软雅黑" panose="020B0503020204020204" pitchFamily="34" charset="-122"/>
                    <a:cs typeface="+mn-cs"/>
                  </a:rPr>
                  <a:t>重新理解</a:t>
                </a:r>
                <a:r>
                  <a:rPr kumimoji="0" lang="en-US" altLang="zh-CN" sz="2400" b="1" i="0" u="none" strike="noStrike" kern="1200" cap="none" spc="0" normalizeH="0" baseline="0" noProof="0">
                    <a:ln>
                      <a:noFill/>
                    </a:ln>
                    <a:solidFill>
                      <a:prstClr val="black"/>
                    </a:solidFill>
                    <a:effectLst/>
                    <a:uLnTx/>
                    <a:uFillTx/>
                    <a:latin typeface="Arial" panose="020B0604020202020204" pitchFamily="34" charset="0"/>
                    <a:ea typeface="微软雅黑" panose="020B0503020204020204" pitchFamily="34" charset="-122"/>
                    <a:cs typeface="+mn-cs"/>
                  </a:rPr>
                  <a:t>Token</a:t>
                </a:r>
                <a:endParaRPr kumimoji="0" lang="zh-CN" altLang="en-US" sz="2400" b="1" i="0" u="none" strike="noStrike" kern="1200" cap="none" spc="0" normalizeH="0" baseline="0" noProof="0">
                  <a:ln>
                    <a:noFill/>
                  </a:ln>
                  <a:solidFill>
                    <a:prstClr val="black"/>
                  </a:solidFill>
                  <a:effectLst/>
                  <a:uLnTx/>
                  <a:uFillTx/>
                  <a:latin typeface="Arial" panose="020B0604020202020204" pitchFamily="34" charset="0"/>
                  <a:ea typeface="微软雅黑" panose="020B0503020204020204" pitchFamily="34" charset="-122"/>
                  <a:cs typeface="+mn-cs"/>
                </a:endParaRPr>
              </a:p>
            </p:txBody>
          </p:sp>
          <p:sp>
            <p:nvSpPr>
              <p:cNvPr id="63" name="椭圆 62">
                <a:extLst>
                  <a:ext uri="{FF2B5EF4-FFF2-40B4-BE49-F238E27FC236}">
                    <a16:creationId xmlns:a16="http://schemas.microsoft.com/office/drawing/2014/main" id="{0D3CEAA3-CC5D-D5C9-7CBE-F4C1B9771D1C}"/>
                  </a:ext>
                </a:extLst>
              </p:cNvPr>
              <p:cNvSpPr/>
              <p:nvPr/>
            </p:nvSpPr>
            <p:spPr>
              <a:xfrm>
                <a:off x="1727455" y="1321568"/>
                <a:ext cx="716782" cy="716782"/>
              </a:xfrm>
              <a:prstGeom prst="ellipse">
                <a:avLst/>
              </a:prstGeom>
              <a:noFill/>
              <a:ln w="25400">
                <a:gradFill>
                  <a:gsLst>
                    <a:gs pos="76000">
                      <a:schemeClr val="accent1">
                        <a:alpha val="0"/>
                      </a:schemeClr>
                    </a:gs>
                    <a:gs pos="100000">
                      <a:schemeClr val="accent1"/>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nchorCtr="0"/>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2800" b="1" i="0" u="none" strike="noStrike" kern="1200" cap="none" spc="0" normalizeH="0" baseline="0" noProof="0">
                    <a:ln>
                      <a:noFill/>
                    </a:ln>
                    <a:solidFill>
                      <a:srgbClr val="4472C4"/>
                    </a:solidFill>
                    <a:effectLst/>
                    <a:uLnTx/>
                    <a:uFillTx/>
                    <a:latin typeface="Arial" panose="020B0604020202020204" pitchFamily="34" charset="0"/>
                    <a:ea typeface="微软雅黑" panose="020B0503020204020204" pitchFamily="34" charset="-122"/>
                    <a:cs typeface="+mn-cs"/>
                  </a:rPr>
                  <a:t>01</a:t>
                </a:r>
              </a:p>
            </p:txBody>
          </p:sp>
        </p:grpSp>
        <p:grpSp>
          <p:nvGrpSpPr>
            <p:cNvPr id="40" name="组合 39">
              <a:extLst>
                <a:ext uri="{FF2B5EF4-FFF2-40B4-BE49-F238E27FC236}">
                  <a16:creationId xmlns:a16="http://schemas.microsoft.com/office/drawing/2014/main" id="{346D21BD-AF0D-93D9-C1C9-ACCF943D361F}"/>
                </a:ext>
              </a:extLst>
            </p:cNvPr>
            <p:cNvGrpSpPr/>
            <p:nvPr/>
          </p:nvGrpSpPr>
          <p:grpSpPr>
            <a:xfrm>
              <a:off x="7540339" y="0"/>
              <a:ext cx="4651661" cy="6858000"/>
              <a:chOff x="7540339" y="0"/>
              <a:chExt cx="4651661" cy="6858000"/>
            </a:xfrm>
          </p:grpSpPr>
          <p:sp>
            <p:nvSpPr>
              <p:cNvPr id="60" name="任意多边形: 形状 59">
                <a:extLst>
                  <a:ext uri="{FF2B5EF4-FFF2-40B4-BE49-F238E27FC236}">
                    <a16:creationId xmlns:a16="http://schemas.microsoft.com/office/drawing/2014/main" id="{47BE0989-1964-4197-6584-3AFDDF0089A2}"/>
                  </a:ext>
                </a:extLst>
              </p:cNvPr>
              <p:cNvSpPr/>
              <p:nvPr/>
            </p:nvSpPr>
            <p:spPr>
              <a:xfrm>
                <a:off x="7779658" y="0"/>
                <a:ext cx="4412342" cy="6858000"/>
              </a:xfrm>
              <a:custGeom>
                <a:avLst/>
                <a:gdLst>
                  <a:gd name="connsiteX0" fmla="*/ 1295690 w 4412342"/>
                  <a:gd name="connsiteY0" fmla="*/ 0 h 6858000"/>
                  <a:gd name="connsiteX1" fmla="*/ 4412342 w 4412342"/>
                  <a:gd name="connsiteY1" fmla="*/ 0 h 6858000"/>
                  <a:gd name="connsiteX2" fmla="*/ 4412342 w 4412342"/>
                  <a:gd name="connsiteY2" fmla="*/ 1636729 h 6858000"/>
                  <a:gd name="connsiteX3" fmla="*/ 4272563 w 4412342"/>
                  <a:gd name="connsiteY3" fmla="*/ 1672670 h 6858000"/>
                  <a:gd name="connsiteX4" fmla="*/ 3111228 w 4412342"/>
                  <a:gd name="connsiteY4" fmla="*/ 3251199 h 6858000"/>
                  <a:gd name="connsiteX5" fmla="*/ 4272563 w 4412342"/>
                  <a:gd name="connsiteY5" fmla="*/ 4829728 h 6858000"/>
                  <a:gd name="connsiteX6" fmla="*/ 4412342 w 4412342"/>
                  <a:gd name="connsiteY6" fmla="*/ 4865669 h 6858000"/>
                  <a:gd name="connsiteX7" fmla="*/ 4412342 w 4412342"/>
                  <a:gd name="connsiteY7" fmla="*/ 6858000 h 6858000"/>
                  <a:gd name="connsiteX8" fmla="*/ 1670654 w 4412342"/>
                  <a:gd name="connsiteY8" fmla="*/ 6858000 h 6858000"/>
                  <a:gd name="connsiteX9" fmla="*/ 1550198 w 4412342"/>
                  <a:gd name="connsiteY9" fmla="*/ 6753659 h 6858000"/>
                  <a:gd name="connsiteX10" fmla="*/ 0 w 4412342"/>
                  <a:gd name="connsiteY10" fmla="*/ 3251200 h 6858000"/>
                  <a:gd name="connsiteX11" fmla="*/ 1229199 w 4412342"/>
                  <a:gd name="connsiteY11" fmla="*/ 69741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4412342" h="6858000">
                    <a:moveTo>
                      <a:pt x="1295690" y="0"/>
                    </a:moveTo>
                    <a:lnTo>
                      <a:pt x="4412342" y="0"/>
                    </a:lnTo>
                    <a:lnTo>
                      <a:pt x="4412342" y="1636729"/>
                    </a:lnTo>
                    <a:lnTo>
                      <a:pt x="4272563" y="1672670"/>
                    </a:lnTo>
                    <a:cubicBezTo>
                      <a:pt x="3599745" y="1881938"/>
                      <a:pt x="3111228" y="2509519"/>
                      <a:pt x="3111228" y="3251199"/>
                    </a:cubicBezTo>
                    <a:cubicBezTo>
                      <a:pt x="3111228" y="3992879"/>
                      <a:pt x="3599745" y="4620460"/>
                      <a:pt x="4272563" y="4829728"/>
                    </a:cubicBezTo>
                    <a:lnTo>
                      <a:pt x="4412342" y="4865669"/>
                    </a:lnTo>
                    <a:lnTo>
                      <a:pt x="4412342" y="6858000"/>
                    </a:lnTo>
                    <a:lnTo>
                      <a:pt x="1670654" y="6858000"/>
                    </a:lnTo>
                    <a:lnTo>
                      <a:pt x="1550198" y="6753659"/>
                    </a:lnTo>
                    <a:cubicBezTo>
                      <a:pt x="597879" y="5888107"/>
                      <a:pt x="0" y="4639475"/>
                      <a:pt x="0" y="3251200"/>
                    </a:cubicBezTo>
                    <a:cubicBezTo>
                      <a:pt x="0" y="2026252"/>
                      <a:pt x="465477" y="910022"/>
                      <a:pt x="1229199" y="69741"/>
                    </a:cubicBezTo>
                    <a:close/>
                  </a:path>
                </a:pathLst>
              </a:custGeom>
              <a:solidFill>
                <a:schemeClr val="accent1">
                  <a:alpha val="50000"/>
                </a:schemeClr>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Arial"/>
                  <a:ea typeface="微软雅黑"/>
                  <a:cs typeface="+mn-cs"/>
                </a:endParaRPr>
              </a:p>
            </p:txBody>
          </p:sp>
          <p:sp>
            <p:nvSpPr>
              <p:cNvPr id="58" name="矩形 57">
                <a:extLst>
                  <a:ext uri="{FF2B5EF4-FFF2-40B4-BE49-F238E27FC236}">
                    <a16:creationId xmlns:a16="http://schemas.microsoft.com/office/drawing/2014/main" id="{A1DC43FA-5147-4715-E82E-0EB0571FDAB1}"/>
                  </a:ext>
                </a:extLst>
              </p:cNvPr>
              <p:cNvSpPr/>
              <p:nvPr/>
            </p:nvSpPr>
            <p:spPr>
              <a:xfrm>
                <a:off x="7540339" y="3124369"/>
                <a:ext cx="3592287" cy="1015663"/>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rtlCol="0" anchor="t" anchorCtr="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zh-CN" altLang="en-US" sz="6000" b="1" dirty="0">
                    <a:solidFill>
                      <a:prstClr val="black"/>
                    </a:solidFill>
                    <a:latin typeface="Arial" panose="020B0604020202020204" pitchFamily="34" charset="0"/>
                    <a:ea typeface="微软雅黑" panose="020B0503020204020204" pitchFamily="34" charset="-122"/>
                    <a:sym typeface="Arial" panose="020B0604020202020204" pitchFamily="34" charset="0"/>
                  </a:rPr>
                  <a:t>本课重点</a:t>
                </a:r>
                <a:endParaRPr kumimoji="1" lang="en-US" altLang="zh-CN" sz="6000" b="1" i="0" u="none" strike="noStrike" kern="1200" cap="none" spc="0" normalizeH="0" baseline="0" noProof="0" dirty="0">
                  <a:ln>
                    <a:noFill/>
                  </a:ln>
                  <a:solidFill>
                    <a:prstClr val="black"/>
                  </a:solidFill>
                  <a:effectLst/>
                  <a:uLnTx/>
                  <a:uFillTx/>
                  <a:latin typeface="Arial" panose="020B0604020202020204" pitchFamily="34" charset="0"/>
                  <a:ea typeface="微软雅黑" panose="020B0503020204020204" pitchFamily="34" charset="-122"/>
                  <a:cs typeface="+mn-cs"/>
                  <a:sym typeface="Arial" panose="020B0604020202020204" pitchFamily="34" charset="0"/>
                </a:endParaRPr>
              </a:p>
            </p:txBody>
          </p:sp>
        </p:grpSp>
        <p:grpSp>
          <p:nvGrpSpPr>
            <p:cNvPr id="41" name="组合 40">
              <a:extLst>
                <a:ext uri="{FF2B5EF4-FFF2-40B4-BE49-F238E27FC236}">
                  <a16:creationId xmlns:a16="http://schemas.microsoft.com/office/drawing/2014/main" id="{05C1C1E5-9D19-4D87-D00D-CAF9B3A1C3E8}"/>
                </a:ext>
              </a:extLst>
            </p:cNvPr>
            <p:cNvGrpSpPr/>
            <p:nvPr/>
          </p:nvGrpSpPr>
          <p:grpSpPr>
            <a:xfrm>
              <a:off x="1727455" y="2333605"/>
              <a:ext cx="5663945" cy="716782"/>
              <a:chOff x="1727455" y="2419283"/>
              <a:chExt cx="5663945" cy="716782"/>
            </a:xfrm>
          </p:grpSpPr>
          <p:sp>
            <p:nvSpPr>
              <p:cNvPr id="54" name="文本框 53">
                <a:extLst>
                  <a:ext uri="{FF2B5EF4-FFF2-40B4-BE49-F238E27FC236}">
                    <a16:creationId xmlns:a16="http://schemas.microsoft.com/office/drawing/2014/main" id="{7F996AD9-5B07-FFCE-5F84-C678EE4F8E76}"/>
                  </a:ext>
                </a:extLst>
              </p:cNvPr>
              <p:cNvSpPr txBox="1">
                <a:spLocks/>
              </p:cNvSpPr>
              <p:nvPr/>
            </p:nvSpPr>
            <p:spPr>
              <a:xfrm>
                <a:off x="2573268" y="2421690"/>
                <a:ext cx="4818132" cy="461665"/>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Pct val="25000"/>
                  <a:buFontTx/>
                  <a:buNone/>
                  <a:tabLst/>
                  <a:defRPr/>
                </a:pPr>
                <a:r>
                  <a:rPr kumimoji="0" lang="en-US" altLang="zh-CN" sz="2400" b="1" i="0" u="none" strike="noStrike" kern="1200" cap="none" spc="0" normalizeH="0" baseline="0" noProof="0">
                    <a:ln>
                      <a:noFill/>
                    </a:ln>
                    <a:solidFill>
                      <a:prstClr val="black"/>
                    </a:solidFill>
                    <a:effectLst/>
                    <a:uLnTx/>
                    <a:uFillTx/>
                    <a:latin typeface="Arial" panose="020B0604020202020204" pitchFamily="34" charset="0"/>
                    <a:ea typeface="微软雅黑" panose="020B0503020204020204" pitchFamily="34" charset="-122"/>
                    <a:cs typeface="+mn-cs"/>
                  </a:rPr>
                  <a:t>Transformer</a:t>
                </a:r>
                <a:r>
                  <a:rPr kumimoji="0" lang="zh-CN" altLang="en-US" sz="2400" b="1" i="0" u="none" strike="noStrike" kern="1200" cap="none" spc="0" normalizeH="0" baseline="0" noProof="0">
                    <a:ln>
                      <a:noFill/>
                    </a:ln>
                    <a:solidFill>
                      <a:prstClr val="black"/>
                    </a:solidFill>
                    <a:effectLst/>
                    <a:uLnTx/>
                    <a:uFillTx/>
                    <a:latin typeface="Arial" panose="020B0604020202020204" pitchFamily="34" charset="0"/>
                    <a:ea typeface="微软雅黑" panose="020B0503020204020204" pitchFamily="34" charset="-122"/>
                    <a:cs typeface="+mn-cs"/>
                  </a:rPr>
                  <a:t>的典型应用</a:t>
                </a:r>
              </a:p>
            </p:txBody>
          </p:sp>
          <p:sp>
            <p:nvSpPr>
              <p:cNvPr id="56" name="椭圆 55">
                <a:extLst>
                  <a:ext uri="{FF2B5EF4-FFF2-40B4-BE49-F238E27FC236}">
                    <a16:creationId xmlns:a16="http://schemas.microsoft.com/office/drawing/2014/main" id="{B63CBCFD-D6ED-2F68-C568-513431D3FCB5}"/>
                  </a:ext>
                </a:extLst>
              </p:cNvPr>
              <p:cNvSpPr/>
              <p:nvPr/>
            </p:nvSpPr>
            <p:spPr>
              <a:xfrm>
                <a:off x="1727455" y="2419283"/>
                <a:ext cx="716782" cy="716782"/>
              </a:xfrm>
              <a:prstGeom prst="ellipse">
                <a:avLst/>
              </a:prstGeom>
              <a:noFill/>
              <a:ln w="25400">
                <a:gradFill>
                  <a:gsLst>
                    <a:gs pos="76000">
                      <a:schemeClr val="tx2">
                        <a:alpha val="0"/>
                      </a:schemeClr>
                    </a:gs>
                    <a:gs pos="100000">
                      <a:schemeClr val="tx2"/>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nchorCtr="0"/>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2800" b="1" i="0" u="none" strike="noStrike" kern="1200" cap="none" spc="0" normalizeH="0" baseline="0" noProof="0">
                    <a:ln>
                      <a:noFill/>
                    </a:ln>
                    <a:solidFill>
                      <a:srgbClr val="4472C4"/>
                    </a:solidFill>
                    <a:effectLst/>
                    <a:uLnTx/>
                    <a:uFillTx/>
                    <a:latin typeface="Arial" panose="020B0604020202020204" pitchFamily="34" charset="0"/>
                    <a:ea typeface="微软雅黑" panose="020B0503020204020204" pitchFamily="34" charset="-122"/>
                    <a:cs typeface="+mn-cs"/>
                  </a:rPr>
                  <a:t>02</a:t>
                </a:r>
              </a:p>
            </p:txBody>
          </p:sp>
        </p:grpSp>
        <p:grpSp>
          <p:nvGrpSpPr>
            <p:cNvPr id="42" name="组合 41">
              <a:extLst>
                <a:ext uri="{FF2B5EF4-FFF2-40B4-BE49-F238E27FC236}">
                  <a16:creationId xmlns:a16="http://schemas.microsoft.com/office/drawing/2014/main" id="{0C57D20C-9F03-49E3-A544-851A25E8F59E}"/>
                </a:ext>
              </a:extLst>
            </p:cNvPr>
            <p:cNvGrpSpPr/>
            <p:nvPr/>
          </p:nvGrpSpPr>
          <p:grpSpPr>
            <a:xfrm>
              <a:off x="1727455" y="3345642"/>
              <a:ext cx="5663945" cy="716782"/>
              <a:chOff x="1727455" y="3517777"/>
              <a:chExt cx="5663945" cy="716782"/>
            </a:xfrm>
          </p:grpSpPr>
          <p:sp>
            <p:nvSpPr>
              <p:cNvPr id="51" name="文本框 50">
                <a:extLst>
                  <a:ext uri="{FF2B5EF4-FFF2-40B4-BE49-F238E27FC236}">
                    <a16:creationId xmlns:a16="http://schemas.microsoft.com/office/drawing/2014/main" id="{039D6C6B-8071-4ACF-E4D7-82467308C97C}"/>
                  </a:ext>
                </a:extLst>
              </p:cNvPr>
              <p:cNvSpPr txBox="1">
                <a:spLocks/>
              </p:cNvSpPr>
              <p:nvPr/>
            </p:nvSpPr>
            <p:spPr>
              <a:xfrm>
                <a:off x="2573268" y="3520184"/>
                <a:ext cx="4818132" cy="461665"/>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Pct val="25000"/>
                  <a:buFontTx/>
                  <a:buNone/>
                  <a:tabLst/>
                  <a:defRPr/>
                </a:pPr>
                <a:r>
                  <a:rPr kumimoji="0" lang="en-US" altLang="zh-CN" sz="2400" b="1" i="0" u="none" strike="noStrike" kern="1200" cap="none" spc="0" normalizeH="0" baseline="0" noProof="0">
                    <a:ln>
                      <a:noFill/>
                    </a:ln>
                    <a:solidFill>
                      <a:srgbClr val="4472C4"/>
                    </a:solidFill>
                    <a:effectLst/>
                    <a:uLnTx/>
                    <a:uFillTx/>
                    <a:latin typeface="Arial" panose="020B0604020202020204" pitchFamily="34" charset="0"/>
                    <a:ea typeface="微软雅黑" panose="020B0503020204020204" pitchFamily="34" charset="-122"/>
                    <a:cs typeface="+mn-cs"/>
                  </a:rPr>
                  <a:t>Transformer</a:t>
                </a:r>
                <a:r>
                  <a:rPr kumimoji="0" lang="zh-CN" altLang="en-US" sz="2400" b="1" i="0" u="none" strike="noStrike" kern="1200" cap="none" spc="0" normalizeH="0" baseline="0" noProof="0">
                    <a:ln>
                      <a:noFill/>
                    </a:ln>
                    <a:solidFill>
                      <a:srgbClr val="4472C4"/>
                    </a:solidFill>
                    <a:effectLst/>
                    <a:uLnTx/>
                    <a:uFillTx/>
                    <a:latin typeface="Arial" panose="020B0604020202020204" pitchFamily="34" charset="0"/>
                    <a:ea typeface="微软雅黑" panose="020B0503020204020204" pitchFamily="34" charset="-122"/>
                    <a:cs typeface="+mn-cs"/>
                  </a:rPr>
                  <a:t>的跨模态推理</a:t>
                </a:r>
              </a:p>
            </p:txBody>
          </p:sp>
          <p:sp>
            <p:nvSpPr>
              <p:cNvPr id="53" name="椭圆 52">
                <a:extLst>
                  <a:ext uri="{FF2B5EF4-FFF2-40B4-BE49-F238E27FC236}">
                    <a16:creationId xmlns:a16="http://schemas.microsoft.com/office/drawing/2014/main" id="{D2BDC4D6-046E-6F55-7C88-36E4BCA96821}"/>
                  </a:ext>
                </a:extLst>
              </p:cNvPr>
              <p:cNvSpPr/>
              <p:nvPr/>
            </p:nvSpPr>
            <p:spPr>
              <a:xfrm>
                <a:off x="1727455" y="3517777"/>
                <a:ext cx="716782" cy="716782"/>
              </a:xfrm>
              <a:prstGeom prst="ellipse">
                <a:avLst/>
              </a:prstGeom>
              <a:noFill/>
              <a:ln w="25400">
                <a:gradFill>
                  <a:gsLst>
                    <a:gs pos="76000">
                      <a:schemeClr val="tx2">
                        <a:alpha val="0"/>
                      </a:schemeClr>
                    </a:gs>
                    <a:gs pos="100000">
                      <a:schemeClr val="tx2"/>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nchorCtr="0"/>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2800" b="1" i="0" u="none" strike="noStrike" kern="1200" cap="none" spc="0" normalizeH="0" baseline="0" noProof="0">
                    <a:ln>
                      <a:noFill/>
                    </a:ln>
                    <a:solidFill>
                      <a:srgbClr val="4472C4"/>
                    </a:solidFill>
                    <a:effectLst/>
                    <a:uLnTx/>
                    <a:uFillTx/>
                    <a:latin typeface="Arial" panose="020B0604020202020204" pitchFamily="34" charset="0"/>
                    <a:ea typeface="微软雅黑" panose="020B0503020204020204" pitchFamily="34" charset="-122"/>
                    <a:cs typeface="+mn-cs"/>
                  </a:rPr>
                  <a:t>03</a:t>
                </a:r>
              </a:p>
            </p:txBody>
          </p:sp>
        </p:grpSp>
      </p:grpSp>
    </p:spTree>
    <p:custDataLst>
      <p:tags r:id="rId1"/>
    </p:custDataLst>
    <p:extLst>
      <p:ext uri="{BB962C8B-B14F-4D97-AF65-F5344CB8AC3E}">
        <p14:creationId xmlns:p14="http://schemas.microsoft.com/office/powerpoint/2010/main" val="4259647223"/>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9C600F6-3935-E80E-0F91-3C7EEAA20870}"/>
              </a:ext>
            </a:extLst>
          </p:cNvPr>
          <p:cNvSpPr>
            <a:spLocks noGrp="1"/>
          </p:cNvSpPr>
          <p:nvPr>
            <p:ph type="title"/>
          </p:nvPr>
        </p:nvSpPr>
        <p:spPr/>
        <p:txBody>
          <a:bodyPr/>
          <a:lstStyle/>
          <a:p>
            <a:r>
              <a:rPr lang="zh-CN" altLang="en-US"/>
              <a:t>将</a:t>
            </a:r>
            <a:r>
              <a:rPr lang="en-US" altLang="zh-CN"/>
              <a:t>Transformer</a:t>
            </a:r>
            <a:r>
              <a:rPr lang="zh-CN" altLang="en-US"/>
              <a:t>应用于跨模态编码</a:t>
            </a:r>
            <a:endParaRPr lang="en-US"/>
          </a:p>
        </p:txBody>
      </p:sp>
      <p:sp>
        <p:nvSpPr>
          <p:cNvPr id="3" name="Content Placeholder 2">
            <a:extLst>
              <a:ext uri="{FF2B5EF4-FFF2-40B4-BE49-F238E27FC236}">
                <a16:creationId xmlns:a16="http://schemas.microsoft.com/office/drawing/2014/main" id="{788FB1EE-A5B5-2508-57F0-DD45B64C0C9B}"/>
              </a:ext>
            </a:extLst>
          </p:cNvPr>
          <p:cNvSpPr>
            <a:spLocks noGrp="1"/>
          </p:cNvSpPr>
          <p:nvPr>
            <p:ph idx="1"/>
          </p:nvPr>
        </p:nvSpPr>
        <p:spPr/>
        <p:txBody>
          <a:bodyPr>
            <a:normAutofit lnSpcReduction="10000"/>
          </a:bodyPr>
          <a:lstStyle/>
          <a:p>
            <a:pPr indent="-457200">
              <a:lnSpc>
                <a:spcPct val="180000"/>
              </a:lnSpc>
              <a:spcBef>
                <a:spcPts val="0"/>
              </a:spcBef>
              <a:buFont typeface="Wingdings" panose="05000000000000000000" pitchFamily="2" charset="2"/>
              <a:buChar char="p"/>
            </a:pPr>
            <a:r>
              <a:rPr lang="zh-CN" altLang="en-US"/>
              <a:t>挑战：</a:t>
            </a:r>
          </a:p>
          <a:p>
            <a:pPr lvl="2" indent="-457200">
              <a:lnSpc>
                <a:spcPct val="180000"/>
              </a:lnSpc>
              <a:spcBef>
                <a:spcPts val="0"/>
              </a:spcBef>
              <a:buFont typeface="Wingdings" panose="05000000000000000000" pitchFamily="2" charset="2"/>
              <a:buChar char="p"/>
            </a:pPr>
            <a:r>
              <a:rPr lang="zh-CN" altLang="en-US"/>
              <a:t>图像和文本具有不同的格式</a:t>
            </a:r>
          </a:p>
          <a:p>
            <a:pPr lvl="2" indent="-457200">
              <a:lnSpc>
                <a:spcPct val="180000"/>
              </a:lnSpc>
              <a:spcBef>
                <a:spcPts val="0"/>
              </a:spcBef>
              <a:buFont typeface="Wingdings" panose="05000000000000000000" pitchFamily="2" charset="2"/>
              <a:buChar char="p"/>
            </a:pPr>
            <a:r>
              <a:rPr lang="zh-CN" altLang="en-US"/>
              <a:t>视觉特征和文本特征不在同一空间</a:t>
            </a:r>
          </a:p>
          <a:p>
            <a:pPr lvl="2" indent="-457200">
              <a:lnSpc>
                <a:spcPct val="180000"/>
              </a:lnSpc>
              <a:spcBef>
                <a:spcPts val="0"/>
              </a:spcBef>
              <a:buFont typeface="Wingdings" panose="05000000000000000000" pitchFamily="2" charset="2"/>
              <a:buChar char="p"/>
            </a:pPr>
            <a:r>
              <a:rPr lang="en-US" altLang="zh-CN"/>
              <a:t>……</a:t>
            </a:r>
          </a:p>
          <a:p>
            <a:pPr indent="-457200">
              <a:lnSpc>
                <a:spcPct val="180000"/>
              </a:lnSpc>
              <a:spcBef>
                <a:spcPts val="0"/>
              </a:spcBef>
              <a:buFont typeface="Wingdings" panose="05000000000000000000" pitchFamily="2" charset="2"/>
              <a:buChar char="p"/>
            </a:pPr>
            <a:endParaRPr lang="en-US" altLang="zh-CN"/>
          </a:p>
          <a:p>
            <a:pPr indent="-457200">
              <a:lnSpc>
                <a:spcPct val="180000"/>
              </a:lnSpc>
              <a:spcBef>
                <a:spcPts val="0"/>
              </a:spcBef>
              <a:buFont typeface="Wingdings" panose="05000000000000000000" pitchFamily="2" charset="2"/>
              <a:buChar char="p"/>
            </a:pPr>
            <a:r>
              <a:rPr lang="zh-CN" altLang="en-US"/>
              <a:t>解决方案</a:t>
            </a:r>
          </a:p>
          <a:p>
            <a:pPr lvl="2" indent="-457200">
              <a:lnSpc>
                <a:spcPct val="180000"/>
              </a:lnSpc>
              <a:spcBef>
                <a:spcPts val="0"/>
              </a:spcBef>
              <a:buFont typeface="Wingdings" panose="05000000000000000000" pitchFamily="2" charset="2"/>
              <a:buChar char="p"/>
            </a:pPr>
            <a:r>
              <a:rPr lang="zh-CN" altLang="en-US"/>
              <a:t>使用不同的模型将它们编码为矩阵表示</a:t>
            </a:r>
          </a:p>
          <a:p>
            <a:pPr lvl="2" indent="-457200">
              <a:lnSpc>
                <a:spcPct val="180000"/>
              </a:lnSpc>
              <a:spcBef>
                <a:spcPts val="0"/>
              </a:spcBef>
              <a:buFont typeface="Wingdings" panose="05000000000000000000" pitchFamily="2" charset="2"/>
              <a:buChar char="p"/>
            </a:pPr>
            <a:r>
              <a:rPr lang="zh-CN" altLang="en-US"/>
              <a:t>设计一种特定的机制来对齐不同的特征</a:t>
            </a:r>
          </a:p>
          <a:p>
            <a:pPr lvl="2" indent="-457200">
              <a:lnSpc>
                <a:spcPct val="180000"/>
              </a:lnSpc>
              <a:spcBef>
                <a:spcPts val="0"/>
              </a:spcBef>
              <a:buFont typeface="Wingdings" panose="05000000000000000000" pitchFamily="2" charset="2"/>
              <a:buChar char="p"/>
            </a:pPr>
            <a:r>
              <a:rPr lang="en-US" altLang="zh-CN"/>
              <a:t>……</a:t>
            </a:r>
            <a:endParaRPr lang="en-US" altLang="en-US"/>
          </a:p>
        </p:txBody>
      </p:sp>
    </p:spTree>
    <p:extLst>
      <p:ext uri="{BB962C8B-B14F-4D97-AF65-F5344CB8AC3E}">
        <p14:creationId xmlns:p14="http://schemas.microsoft.com/office/powerpoint/2010/main" val="2392981946"/>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CA3C01C-4313-369C-2B25-BBC7701977C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7952440-2AA7-19D0-5459-F1BF5633B2B6}"/>
              </a:ext>
            </a:extLst>
          </p:cNvPr>
          <p:cNvSpPr>
            <a:spLocks noGrp="1"/>
          </p:cNvSpPr>
          <p:nvPr>
            <p:ph type="title"/>
          </p:nvPr>
        </p:nvSpPr>
        <p:spPr/>
        <p:txBody>
          <a:bodyPr/>
          <a:lstStyle/>
          <a:p>
            <a:r>
              <a:rPr lang="en-US"/>
              <a:t>Contrastive Language</a:t>
            </a:r>
            <a:r>
              <a:rPr lang="en-US" altLang="zh-CN"/>
              <a:t>-</a:t>
            </a:r>
            <a:r>
              <a:rPr lang="en-US"/>
              <a:t>Image Pre-training</a:t>
            </a:r>
            <a:r>
              <a:rPr lang="zh-CN" altLang="en-US"/>
              <a:t> </a:t>
            </a:r>
            <a:r>
              <a:rPr lang="en-US" altLang="zh-CN"/>
              <a:t>(CLIP)</a:t>
            </a:r>
            <a:endParaRPr lang="en-US"/>
          </a:p>
        </p:txBody>
      </p:sp>
      <p:sp>
        <p:nvSpPr>
          <p:cNvPr id="5" name="TextBox 4">
            <a:extLst>
              <a:ext uri="{FF2B5EF4-FFF2-40B4-BE49-F238E27FC236}">
                <a16:creationId xmlns:a16="http://schemas.microsoft.com/office/drawing/2014/main" id="{E78EFABC-3E51-5AD0-B907-45A992545DF9}"/>
              </a:ext>
            </a:extLst>
          </p:cNvPr>
          <p:cNvSpPr txBox="1"/>
          <p:nvPr/>
        </p:nvSpPr>
        <p:spPr>
          <a:xfrm>
            <a:off x="1742303" y="6427113"/>
            <a:ext cx="8983362" cy="430887"/>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a:ln>
                  <a:noFill/>
                </a:ln>
                <a:solidFill>
                  <a:srgbClr val="222222"/>
                </a:solidFill>
                <a:effectLst/>
                <a:uLnTx/>
                <a:uFillTx/>
                <a:latin typeface="Arial" panose="020B0604020202020204" pitchFamily="34" charset="0"/>
                <a:ea typeface="微软雅黑"/>
                <a:cs typeface="+mn-cs"/>
              </a:rPr>
              <a:t>Radford, Alec, Jong Wook Kim, Chris </a:t>
            </a:r>
            <a:r>
              <a:rPr kumimoji="0" lang="en-US" sz="1100" b="0" i="0" u="none" strike="noStrike" kern="1200" cap="none" spc="0" normalizeH="0" baseline="0" noProof="0" err="1">
                <a:ln>
                  <a:noFill/>
                </a:ln>
                <a:solidFill>
                  <a:srgbClr val="222222"/>
                </a:solidFill>
                <a:effectLst/>
                <a:uLnTx/>
                <a:uFillTx/>
                <a:latin typeface="Arial" panose="020B0604020202020204" pitchFamily="34" charset="0"/>
                <a:ea typeface="微软雅黑"/>
                <a:cs typeface="+mn-cs"/>
              </a:rPr>
              <a:t>Hallacy</a:t>
            </a:r>
            <a:r>
              <a:rPr kumimoji="0" lang="en-US" sz="1100" b="0" i="0" u="none" strike="noStrike" kern="1200" cap="none" spc="0" normalizeH="0" baseline="0" noProof="0">
                <a:ln>
                  <a:noFill/>
                </a:ln>
                <a:solidFill>
                  <a:srgbClr val="222222"/>
                </a:solidFill>
                <a:effectLst/>
                <a:uLnTx/>
                <a:uFillTx/>
                <a:latin typeface="Arial" panose="020B0604020202020204" pitchFamily="34" charset="0"/>
                <a:ea typeface="微软雅黑"/>
                <a:cs typeface="+mn-cs"/>
              </a:rPr>
              <a:t>, Aditya Ramesh, Gabriel Goh, </a:t>
            </a:r>
            <a:r>
              <a:rPr kumimoji="0" lang="en-US" sz="1100" b="0" i="0" u="none" strike="noStrike" kern="1200" cap="none" spc="0" normalizeH="0" baseline="0" noProof="0" err="1">
                <a:ln>
                  <a:noFill/>
                </a:ln>
                <a:solidFill>
                  <a:srgbClr val="222222"/>
                </a:solidFill>
                <a:effectLst/>
                <a:uLnTx/>
                <a:uFillTx/>
                <a:latin typeface="Arial" panose="020B0604020202020204" pitchFamily="34" charset="0"/>
                <a:ea typeface="微软雅黑"/>
                <a:cs typeface="+mn-cs"/>
              </a:rPr>
              <a:t>Sandhini</a:t>
            </a:r>
            <a:r>
              <a:rPr kumimoji="0" lang="en-US" sz="1100" b="0" i="0" u="none" strike="noStrike" kern="1200" cap="none" spc="0" normalizeH="0" baseline="0" noProof="0">
                <a:ln>
                  <a:noFill/>
                </a:ln>
                <a:solidFill>
                  <a:srgbClr val="222222"/>
                </a:solidFill>
                <a:effectLst/>
                <a:uLnTx/>
                <a:uFillTx/>
                <a:latin typeface="Arial" panose="020B0604020202020204" pitchFamily="34" charset="0"/>
                <a:ea typeface="微软雅黑"/>
                <a:cs typeface="+mn-cs"/>
              </a:rPr>
              <a:t> Agarwal, Girish Sastry et al. "Learning transferable visual models from natural language supervision." In </a:t>
            </a:r>
            <a:r>
              <a:rPr kumimoji="0" lang="en-US" sz="1100" b="0" i="1" u="none" strike="noStrike" kern="1200" cap="none" spc="0" normalizeH="0" baseline="0" noProof="0">
                <a:ln>
                  <a:noFill/>
                </a:ln>
                <a:solidFill>
                  <a:srgbClr val="222222"/>
                </a:solidFill>
                <a:effectLst/>
                <a:uLnTx/>
                <a:uFillTx/>
                <a:latin typeface="Arial" panose="020B0604020202020204" pitchFamily="34" charset="0"/>
                <a:ea typeface="微软雅黑"/>
                <a:cs typeface="+mn-cs"/>
              </a:rPr>
              <a:t>International conference on machine learning</a:t>
            </a:r>
            <a:r>
              <a:rPr kumimoji="0" lang="en-US" sz="1100" b="0" i="0" u="none" strike="noStrike" kern="1200" cap="none" spc="0" normalizeH="0" baseline="0" noProof="0">
                <a:ln>
                  <a:noFill/>
                </a:ln>
                <a:solidFill>
                  <a:srgbClr val="222222"/>
                </a:solidFill>
                <a:effectLst/>
                <a:uLnTx/>
                <a:uFillTx/>
                <a:latin typeface="Arial" panose="020B0604020202020204" pitchFamily="34" charset="0"/>
                <a:ea typeface="微软雅黑"/>
                <a:cs typeface="+mn-cs"/>
              </a:rPr>
              <a:t>, pp. 8748-8763. PMLR, 2021.</a:t>
            </a:r>
            <a:endParaRPr kumimoji="0" lang="en-US" sz="1100" b="0" i="0" u="none" strike="noStrike" kern="1200" cap="none" spc="0" normalizeH="0" baseline="0" noProof="0">
              <a:ln>
                <a:noFill/>
              </a:ln>
              <a:solidFill>
                <a:prstClr val="black"/>
              </a:solidFill>
              <a:effectLst/>
              <a:uLnTx/>
              <a:uFillTx/>
              <a:latin typeface="Arial"/>
              <a:ea typeface="微软雅黑"/>
              <a:cs typeface="+mn-cs"/>
            </a:endParaRPr>
          </a:p>
        </p:txBody>
      </p:sp>
      <p:sp>
        <p:nvSpPr>
          <p:cNvPr id="9" name="Content Placeholder 8">
            <a:extLst>
              <a:ext uri="{FF2B5EF4-FFF2-40B4-BE49-F238E27FC236}">
                <a16:creationId xmlns:a16="http://schemas.microsoft.com/office/drawing/2014/main" id="{FFD10B69-2DB2-8134-4266-1AB609165229}"/>
              </a:ext>
            </a:extLst>
          </p:cNvPr>
          <p:cNvSpPr>
            <a:spLocks noGrp="1"/>
          </p:cNvSpPr>
          <p:nvPr>
            <p:ph idx="1"/>
          </p:nvPr>
        </p:nvSpPr>
        <p:spPr>
          <a:xfrm>
            <a:off x="838200" y="1214308"/>
            <a:ext cx="4870622" cy="4962655"/>
          </a:xfrm>
        </p:spPr>
        <p:txBody>
          <a:bodyPr>
            <a:normAutofit/>
          </a:bodyPr>
          <a:lstStyle/>
          <a:p>
            <a:pPr indent="-457200">
              <a:lnSpc>
                <a:spcPct val="180000"/>
              </a:lnSpc>
              <a:spcBef>
                <a:spcPts val="0"/>
              </a:spcBef>
              <a:buFont typeface="Wingdings" panose="05000000000000000000" pitchFamily="2" charset="2"/>
              <a:buChar char="p"/>
            </a:pPr>
            <a:r>
              <a:rPr lang="zh-CN" altLang="en-US"/>
              <a:t>输入：图像和文本</a:t>
            </a:r>
          </a:p>
          <a:p>
            <a:pPr indent="-457200">
              <a:lnSpc>
                <a:spcPct val="180000"/>
              </a:lnSpc>
              <a:spcBef>
                <a:spcPts val="0"/>
              </a:spcBef>
              <a:buFont typeface="Wingdings" panose="05000000000000000000" pitchFamily="2" charset="2"/>
              <a:buChar char="p"/>
            </a:pPr>
            <a:endParaRPr lang="zh-CN" altLang="en-US"/>
          </a:p>
          <a:p>
            <a:pPr indent="-457200">
              <a:lnSpc>
                <a:spcPct val="180000"/>
              </a:lnSpc>
              <a:spcBef>
                <a:spcPts val="0"/>
              </a:spcBef>
              <a:buFont typeface="Wingdings" panose="05000000000000000000" pitchFamily="2" charset="2"/>
              <a:buChar char="p"/>
            </a:pPr>
            <a:r>
              <a:rPr lang="zh-CN" altLang="en-US"/>
              <a:t>使用不同的 </a:t>
            </a:r>
            <a:r>
              <a:rPr lang="en-US" altLang="en-US"/>
              <a:t>Transformer </a:t>
            </a:r>
            <a:r>
              <a:rPr lang="zh-CN" altLang="en-US"/>
              <a:t>编码器将输入编码为不同的表示形式</a:t>
            </a:r>
          </a:p>
          <a:p>
            <a:pPr indent="-457200">
              <a:lnSpc>
                <a:spcPct val="180000"/>
              </a:lnSpc>
              <a:spcBef>
                <a:spcPts val="0"/>
              </a:spcBef>
              <a:buFont typeface="Wingdings" panose="05000000000000000000" pitchFamily="2" charset="2"/>
              <a:buChar char="p"/>
            </a:pPr>
            <a:endParaRPr lang="zh-CN" altLang="en-US"/>
          </a:p>
          <a:p>
            <a:pPr indent="-457200">
              <a:lnSpc>
                <a:spcPct val="180000"/>
              </a:lnSpc>
              <a:spcBef>
                <a:spcPts val="0"/>
              </a:spcBef>
              <a:buFont typeface="Wingdings" panose="05000000000000000000" pitchFamily="2" charset="2"/>
              <a:buChar char="p"/>
            </a:pPr>
            <a:r>
              <a:rPr lang="zh-CN" altLang="en-US"/>
              <a:t>使用对比预训练来对齐多模态特征</a:t>
            </a:r>
            <a:endParaRPr lang="en-US" altLang="zh-CN"/>
          </a:p>
        </p:txBody>
      </p:sp>
      <p:grpSp>
        <p:nvGrpSpPr>
          <p:cNvPr id="121" name="Group 120">
            <a:extLst>
              <a:ext uri="{FF2B5EF4-FFF2-40B4-BE49-F238E27FC236}">
                <a16:creationId xmlns:a16="http://schemas.microsoft.com/office/drawing/2014/main" id="{2A9658C8-297C-3453-AEF1-1B86E08A7ADA}"/>
              </a:ext>
            </a:extLst>
          </p:cNvPr>
          <p:cNvGrpSpPr/>
          <p:nvPr/>
        </p:nvGrpSpPr>
        <p:grpSpPr>
          <a:xfrm>
            <a:off x="6096000" y="2494908"/>
            <a:ext cx="5215027" cy="2666700"/>
            <a:chOff x="6303547" y="2706943"/>
            <a:chExt cx="5215027" cy="2666700"/>
          </a:xfrm>
        </p:grpSpPr>
        <p:sp>
          <p:nvSpPr>
            <p:cNvPr id="12" name="流程图: 手动操作 4">
              <a:extLst>
                <a:ext uri="{FF2B5EF4-FFF2-40B4-BE49-F238E27FC236}">
                  <a16:creationId xmlns:a16="http://schemas.microsoft.com/office/drawing/2014/main" id="{5F3B84A3-963A-F15B-35DA-F964A2E16306}"/>
                </a:ext>
              </a:extLst>
            </p:cNvPr>
            <p:cNvSpPr/>
            <p:nvPr/>
          </p:nvSpPr>
          <p:spPr>
            <a:xfrm rot="16200000">
              <a:off x="7881663" y="2879176"/>
              <a:ext cx="926926" cy="582460"/>
            </a:xfrm>
            <a:prstGeom prst="flowChartManualOperation">
              <a:avLst/>
            </a:prstGeom>
            <a:solidFill>
              <a:schemeClr val="accent6">
                <a:lumMod val="40000"/>
                <a:lumOff val="60000"/>
              </a:schemeClr>
            </a:solidFill>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endParaRPr lang="zh-CN" altLang="en-US" dirty="0"/>
            </a:p>
          </p:txBody>
        </p:sp>
        <p:sp>
          <p:nvSpPr>
            <p:cNvPr id="64" name="流程图: 手动操作 5">
              <a:extLst>
                <a:ext uri="{FF2B5EF4-FFF2-40B4-BE49-F238E27FC236}">
                  <a16:creationId xmlns:a16="http://schemas.microsoft.com/office/drawing/2014/main" id="{92CE25BE-0C5A-CF18-4ED7-A25DEF6929C3}"/>
                </a:ext>
              </a:extLst>
            </p:cNvPr>
            <p:cNvSpPr/>
            <p:nvPr/>
          </p:nvSpPr>
          <p:spPr>
            <a:xfrm rot="16200000">
              <a:off x="7879059" y="4461358"/>
              <a:ext cx="926926" cy="582460"/>
            </a:xfrm>
            <a:prstGeom prst="flowChartManualOperation">
              <a:avLst/>
            </a:prstGeom>
            <a:solidFill>
              <a:schemeClr val="accent2">
                <a:lumMod val="20000"/>
                <a:lumOff val="80000"/>
              </a:schemeClr>
            </a:solidFill>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endParaRPr lang="zh-CN" altLang="en-US" dirty="0"/>
            </a:p>
          </p:txBody>
        </p:sp>
        <p:sp>
          <p:nvSpPr>
            <p:cNvPr id="65" name="文本框 6">
              <a:extLst>
                <a:ext uri="{FF2B5EF4-FFF2-40B4-BE49-F238E27FC236}">
                  <a16:creationId xmlns:a16="http://schemas.microsoft.com/office/drawing/2014/main" id="{D8EF542B-C932-C095-2545-DAD9A14B50F1}"/>
                </a:ext>
              </a:extLst>
            </p:cNvPr>
            <p:cNvSpPr txBox="1"/>
            <p:nvPr/>
          </p:nvSpPr>
          <p:spPr>
            <a:xfrm>
              <a:off x="8008489" y="2970351"/>
              <a:ext cx="673274" cy="400110"/>
            </a:xfrm>
            <a:prstGeom prst="rect">
              <a:avLst/>
            </a:prstGeom>
            <a:noFill/>
          </p:spPr>
          <p:txBody>
            <a:bodyPr wrap="square" rtlCol="0">
              <a:spAutoFit/>
            </a:bodyPr>
            <a:lstStyle/>
            <a:p>
              <a:pPr algn="ctr"/>
              <a:r>
                <a:rPr lang="en-US" altLang="zh-CN" sz="1000" dirty="0"/>
                <a:t>Text</a:t>
              </a:r>
            </a:p>
            <a:p>
              <a:pPr algn="ctr"/>
              <a:r>
                <a:rPr lang="en-US" altLang="zh-CN" sz="1000" dirty="0"/>
                <a:t>Encoder</a:t>
              </a:r>
              <a:endParaRPr lang="zh-CN" altLang="en-US" sz="1000" dirty="0"/>
            </a:p>
          </p:txBody>
        </p:sp>
        <p:sp>
          <p:nvSpPr>
            <p:cNvPr id="66" name="文本框 7">
              <a:extLst>
                <a:ext uri="{FF2B5EF4-FFF2-40B4-BE49-F238E27FC236}">
                  <a16:creationId xmlns:a16="http://schemas.microsoft.com/office/drawing/2014/main" id="{653B2A6B-160F-8222-EE1B-46ABC4637CF7}"/>
                </a:ext>
              </a:extLst>
            </p:cNvPr>
            <p:cNvSpPr txBox="1"/>
            <p:nvPr/>
          </p:nvSpPr>
          <p:spPr>
            <a:xfrm>
              <a:off x="8013150" y="4519399"/>
              <a:ext cx="673274" cy="400110"/>
            </a:xfrm>
            <a:prstGeom prst="rect">
              <a:avLst/>
            </a:prstGeom>
            <a:noFill/>
          </p:spPr>
          <p:txBody>
            <a:bodyPr wrap="square" rtlCol="0">
              <a:spAutoFit/>
            </a:bodyPr>
            <a:lstStyle/>
            <a:p>
              <a:pPr algn="ctr"/>
              <a:r>
                <a:rPr lang="en-US" altLang="zh-CN" sz="1000" dirty="0"/>
                <a:t>Image</a:t>
              </a:r>
            </a:p>
            <a:p>
              <a:pPr algn="ctr"/>
              <a:r>
                <a:rPr lang="en-US" altLang="zh-CN" sz="1000" dirty="0"/>
                <a:t>Encoder</a:t>
              </a:r>
              <a:endParaRPr lang="zh-CN" altLang="en-US" sz="1000" dirty="0"/>
            </a:p>
          </p:txBody>
        </p:sp>
        <p:cxnSp>
          <p:nvCxnSpPr>
            <p:cNvPr id="67" name="连接符: 肘形 70">
              <a:extLst>
                <a:ext uri="{FF2B5EF4-FFF2-40B4-BE49-F238E27FC236}">
                  <a16:creationId xmlns:a16="http://schemas.microsoft.com/office/drawing/2014/main" id="{AD9B9E91-C6F0-D3D6-5D64-DB88FE92724A}"/>
                </a:ext>
              </a:extLst>
            </p:cNvPr>
            <p:cNvCxnSpPr>
              <a:cxnSpLocks/>
              <a:stCxn id="65" idx="3"/>
              <a:endCxn id="86" idx="0"/>
            </p:cNvCxnSpPr>
            <p:nvPr/>
          </p:nvCxnSpPr>
          <p:spPr>
            <a:xfrm>
              <a:off x="8681763" y="3170406"/>
              <a:ext cx="1410743" cy="258595"/>
            </a:xfrm>
            <a:prstGeom prst="bentConnector2">
              <a:avLst/>
            </a:prstGeom>
            <a:ln>
              <a:tailEnd type="triangle"/>
            </a:ln>
          </p:spPr>
          <p:style>
            <a:lnRef idx="1">
              <a:schemeClr val="dk1"/>
            </a:lnRef>
            <a:fillRef idx="0">
              <a:schemeClr val="dk1"/>
            </a:fillRef>
            <a:effectRef idx="0">
              <a:schemeClr val="dk1"/>
            </a:effectRef>
            <a:fontRef idx="minor">
              <a:schemeClr val="tx1"/>
            </a:fontRef>
          </p:style>
        </p:cxnSp>
        <p:cxnSp>
          <p:nvCxnSpPr>
            <p:cNvPr id="68" name="连接符: 肘形 73">
              <a:extLst>
                <a:ext uri="{FF2B5EF4-FFF2-40B4-BE49-F238E27FC236}">
                  <a16:creationId xmlns:a16="http://schemas.microsoft.com/office/drawing/2014/main" id="{FAD5A978-26B0-BF1D-BBB1-CA54238CF167}"/>
                </a:ext>
              </a:extLst>
            </p:cNvPr>
            <p:cNvCxnSpPr>
              <a:cxnSpLocks/>
              <a:stCxn id="65" idx="3"/>
              <a:endCxn id="87" idx="0"/>
            </p:cNvCxnSpPr>
            <p:nvPr/>
          </p:nvCxnSpPr>
          <p:spPr>
            <a:xfrm>
              <a:off x="8681763" y="3170406"/>
              <a:ext cx="1730243" cy="258595"/>
            </a:xfrm>
            <a:prstGeom prst="bentConnector2">
              <a:avLst/>
            </a:prstGeom>
            <a:ln>
              <a:tailEnd type="triangle"/>
            </a:ln>
          </p:spPr>
          <p:style>
            <a:lnRef idx="1">
              <a:schemeClr val="dk1"/>
            </a:lnRef>
            <a:fillRef idx="0">
              <a:schemeClr val="dk1"/>
            </a:fillRef>
            <a:effectRef idx="0">
              <a:schemeClr val="dk1"/>
            </a:effectRef>
            <a:fontRef idx="minor">
              <a:schemeClr val="tx1"/>
            </a:fontRef>
          </p:style>
        </p:cxnSp>
        <p:cxnSp>
          <p:nvCxnSpPr>
            <p:cNvPr id="69" name="连接符: 肘形 75">
              <a:extLst>
                <a:ext uri="{FF2B5EF4-FFF2-40B4-BE49-F238E27FC236}">
                  <a16:creationId xmlns:a16="http://schemas.microsoft.com/office/drawing/2014/main" id="{BC5F2BB3-213F-0EFF-47DF-007374128A41}"/>
                </a:ext>
              </a:extLst>
            </p:cNvPr>
            <p:cNvCxnSpPr>
              <a:cxnSpLocks/>
              <a:stCxn id="65" idx="3"/>
              <a:endCxn id="88" idx="0"/>
            </p:cNvCxnSpPr>
            <p:nvPr/>
          </p:nvCxnSpPr>
          <p:spPr>
            <a:xfrm>
              <a:off x="8681763" y="3170406"/>
              <a:ext cx="2049743" cy="258595"/>
            </a:xfrm>
            <a:prstGeom prst="bentConnector2">
              <a:avLst/>
            </a:prstGeom>
            <a:ln>
              <a:tailEnd type="triangle"/>
            </a:ln>
          </p:spPr>
          <p:style>
            <a:lnRef idx="1">
              <a:schemeClr val="dk1"/>
            </a:lnRef>
            <a:fillRef idx="0">
              <a:schemeClr val="dk1"/>
            </a:fillRef>
            <a:effectRef idx="0">
              <a:schemeClr val="dk1"/>
            </a:effectRef>
            <a:fontRef idx="minor">
              <a:schemeClr val="tx1"/>
            </a:fontRef>
          </p:style>
        </p:cxnSp>
        <p:cxnSp>
          <p:nvCxnSpPr>
            <p:cNvPr id="70" name="连接符: 肘形 77">
              <a:extLst>
                <a:ext uri="{FF2B5EF4-FFF2-40B4-BE49-F238E27FC236}">
                  <a16:creationId xmlns:a16="http://schemas.microsoft.com/office/drawing/2014/main" id="{3FB880FC-01D2-BD3D-9B32-DEA5EB6872E5}"/>
                </a:ext>
              </a:extLst>
            </p:cNvPr>
            <p:cNvCxnSpPr>
              <a:cxnSpLocks/>
              <a:stCxn id="65" idx="3"/>
              <a:endCxn id="90" idx="0"/>
            </p:cNvCxnSpPr>
            <p:nvPr/>
          </p:nvCxnSpPr>
          <p:spPr>
            <a:xfrm>
              <a:off x="8681763" y="3170406"/>
              <a:ext cx="2677061" cy="258594"/>
            </a:xfrm>
            <a:prstGeom prst="bentConnector2">
              <a:avLst/>
            </a:prstGeom>
            <a:ln>
              <a:tailEnd type="triangle"/>
            </a:ln>
          </p:spPr>
          <p:style>
            <a:lnRef idx="1">
              <a:schemeClr val="dk1"/>
            </a:lnRef>
            <a:fillRef idx="0">
              <a:schemeClr val="dk1"/>
            </a:fillRef>
            <a:effectRef idx="0">
              <a:schemeClr val="dk1"/>
            </a:effectRef>
            <a:fontRef idx="minor">
              <a:schemeClr val="tx1"/>
            </a:fontRef>
          </p:style>
        </p:cxnSp>
        <p:cxnSp>
          <p:nvCxnSpPr>
            <p:cNvPr id="71" name="直接箭头连接符 87">
              <a:extLst>
                <a:ext uri="{FF2B5EF4-FFF2-40B4-BE49-F238E27FC236}">
                  <a16:creationId xmlns:a16="http://schemas.microsoft.com/office/drawing/2014/main" id="{5EBC8A97-433E-353F-1C6F-C5556B85B129}"/>
                </a:ext>
              </a:extLst>
            </p:cNvPr>
            <p:cNvCxnSpPr>
              <a:endCxn id="65" idx="1"/>
            </p:cNvCxnSpPr>
            <p:nvPr/>
          </p:nvCxnSpPr>
          <p:spPr>
            <a:xfrm>
              <a:off x="7371113" y="3170406"/>
              <a:ext cx="637376"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72" name="直接箭头连接符 90">
              <a:extLst>
                <a:ext uri="{FF2B5EF4-FFF2-40B4-BE49-F238E27FC236}">
                  <a16:creationId xmlns:a16="http://schemas.microsoft.com/office/drawing/2014/main" id="{8751E096-38B5-D843-5659-08420B9B6155}"/>
                </a:ext>
              </a:extLst>
            </p:cNvPr>
            <p:cNvCxnSpPr>
              <a:cxnSpLocks/>
            </p:cNvCxnSpPr>
            <p:nvPr/>
          </p:nvCxnSpPr>
          <p:spPr>
            <a:xfrm>
              <a:off x="7386214" y="4719454"/>
              <a:ext cx="638742"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pic>
          <p:nvPicPr>
            <p:cNvPr id="73" name="图片 93">
              <a:extLst>
                <a:ext uri="{FF2B5EF4-FFF2-40B4-BE49-F238E27FC236}">
                  <a16:creationId xmlns:a16="http://schemas.microsoft.com/office/drawing/2014/main" id="{318E8E28-DF4F-0176-A2D7-CEE774607F85}"/>
                </a:ext>
              </a:extLst>
            </p:cNvPr>
            <p:cNvPicPr>
              <a:picLocks noChangeAspect="1"/>
            </p:cNvPicPr>
            <p:nvPr/>
          </p:nvPicPr>
          <p:blipFill>
            <a:blip r:embed="rId3"/>
            <a:stretch>
              <a:fillRect/>
            </a:stretch>
          </p:blipFill>
          <p:spPr>
            <a:xfrm>
              <a:off x="6303547" y="4277243"/>
              <a:ext cx="1086002" cy="876422"/>
            </a:xfrm>
            <a:prstGeom prst="rect">
              <a:avLst/>
            </a:prstGeom>
          </p:spPr>
        </p:pic>
        <p:sp>
          <p:nvSpPr>
            <p:cNvPr id="74" name="矩形 94">
              <a:extLst>
                <a:ext uri="{FF2B5EF4-FFF2-40B4-BE49-F238E27FC236}">
                  <a16:creationId xmlns:a16="http://schemas.microsoft.com/office/drawing/2014/main" id="{9A6D2C0F-0660-24F9-B1D6-97001244B05B}"/>
                </a:ext>
              </a:extLst>
            </p:cNvPr>
            <p:cNvSpPr/>
            <p:nvPr/>
          </p:nvSpPr>
          <p:spPr>
            <a:xfrm>
              <a:off x="6383085" y="2925813"/>
              <a:ext cx="926926" cy="444648"/>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000" dirty="0">
                  <a:solidFill>
                    <a:schemeClr val="tx1"/>
                  </a:solidFill>
                </a:rPr>
                <a:t>Light in darkness</a:t>
              </a:r>
              <a:endParaRPr lang="zh-CN" altLang="en-US" sz="1000" dirty="0">
                <a:solidFill>
                  <a:schemeClr val="tx1"/>
                </a:solidFill>
              </a:endParaRPr>
            </a:p>
          </p:txBody>
        </p:sp>
        <p:grpSp>
          <p:nvGrpSpPr>
            <p:cNvPr id="75" name="组合 32">
              <a:extLst>
                <a:ext uri="{FF2B5EF4-FFF2-40B4-BE49-F238E27FC236}">
                  <a16:creationId xmlns:a16="http://schemas.microsoft.com/office/drawing/2014/main" id="{6A297AFD-36C9-ACDF-DCAE-3784923B31CA}"/>
                </a:ext>
              </a:extLst>
            </p:cNvPr>
            <p:cNvGrpSpPr/>
            <p:nvPr/>
          </p:nvGrpSpPr>
          <p:grpSpPr>
            <a:xfrm>
              <a:off x="9497596" y="3843196"/>
              <a:ext cx="319500" cy="1522336"/>
              <a:chOff x="2642905" y="4648260"/>
              <a:chExt cx="319500" cy="1522336"/>
            </a:xfrm>
          </p:grpSpPr>
          <mc:AlternateContent xmlns:mc="http://schemas.openxmlformats.org/markup-compatibility/2006" xmlns:a14="http://schemas.microsoft.com/office/drawing/2010/main">
            <mc:Choice Requires="a14">
              <p:sp>
                <p:nvSpPr>
                  <p:cNvPr id="76" name="文本框 28">
                    <a:extLst>
                      <a:ext uri="{FF2B5EF4-FFF2-40B4-BE49-F238E27FC236}">
                        <a16:creationId xmlns:a16="http://schemas.microsoft.com/office/drawing/2014/main" id="{AE2B7F62-F399-A81F-0215-E35A413C7E04}"/>
                      </a:ext>
                    </a:extLst>
                  </p:cNvPr>
                  <p:cNvSpPr txBox="1"/>
                  <p:nvPr/>
                </p:nvSpPr>
                <p:spPr>
                  <a:xfrm>
                    <a:off x="2642905" y="4648260"/>
                    <a:ext cx="319500" cy="307777"/>
                  </a:xfrm>
                  <a:prstGeom prst="rect">
                    <a:avLst/>
                  </a:prstGeom>
                  <a:solidFill>
                    <a:schemeClr val="accent2">
                      <a:lumMod val="40000"/>
                      <a:lumOff val="60000"/>
                    </a:schemeClr>
                  </a:solidFill>
                  <a:ln>
                    <a:solidFill>
                      <a:schemeClr val="accent2">
                        <a:lumMod val="60000"/>
                        <a:lumOff val="40000"/>
                      </a:schemeClr>
                    </a:solidFill>
                  </a:ln>
                </p:spPr>
                <p:txBody>
                  <a:bodyPr wrap="square" rtlCol="0">
                    <a:spAutoFit/>
                  </a:bodyPr>
                  <a:lstStyle/>
                  <a:p>
                    <a:pPr/>
                    <a14:m>
                      <m:oMathPara xmlns:m="http://schemas.openxmlformats.org/officeDocument/2006/math">
                        <m:oMathParaPr>
                          <m:jc m:val="left"/>
                        </m:oMathParaPr>
                        <m:oMath xmlns:m="http://schemas.openxmlformats.org/officeDocument/2006/math">
                          <m:sSub>
                            <m:sSubPr>
                              <m:ctrlPr>
                                <a:rPr lang="en-US" altLang="zh-CN" sz="1400" i="1" smtClean="0">
                                  <a:latin typeface="Cambria Math" panose="02040503050406030204" pitchFamily="18" charset="0"/>
                                </a:rPr>
                              </m:ctrlPr>
                            </m:sSubPr>
                            <m:e>
                              <m:r>
                                <m:rPr>
                                  <m:sty m:val="p"/>
                                </m:rPr>
                                <a:rPr lang="en-US" altLang="zh-CN" sz="1400" i="1">
                                  <a:latin typeface="Cambria Math" panose="02040503050406030204" pitchFamily="18" charset="0"/>
                                </a:rPr>
                                <m:t>I</m:t>
                              </m:r>
                            </m:e>
                            <m:sub>
                              <m:r>
                                <a:rPr lang="en-US" altLang="zh-CN" sz="1400" b="0" i="1" smtClean="0">
                                  <a:latin typeface="Cambria Math" panose="02040503050406030204" pitchFamily="18" charset="0"/>
                                </a:rPr>
                                <m:t>1</m:t>
                              </m:r>
                            </m:sub>
                          </m:sSub>
                        </m:oMath>
                      </m:oMathPara>
                    </a14:m>
                    <a:endParaRPr lang="zh-CN" altLang="en-US" sz="1000" dirty="0"/>
                  </a:p>
                </p:txBody>
              </p:sp>
            </mc:Choice>
            <mc:Fallback xmlns="">
              <p:sp>
                <p:nvSpPr>
                  <p:cNvPr id="29" name="文本框 28">
                    <a:extLst>
                      <a:ext uri="{FF2B5EF4-FFF2-40B4-BE49-F238E27FC236}">
                        <a16:creationId xmlns:a16="http://schemas.microsoft.com/office/drawing/2014/main" id="{825E12CA-8156-4142-87F7-3CC038638F12}"/>
                      </a:ext>
                    </a:extLst>
                  </p:cNvPr>
                  <p:cNvSpPr txBox="1">
                    <a:spLocks noRot="1" noChangeAspect="1" noMove="1" noResize="1" noEditPoints="1" noAdjustHandles="1" noChangeArrowheads="1" noChangeShapeType="1" noTextEdit="1"/>
                  </p:cNvSpPr>
                  <p:nvPr/>
                </p:nvSpPr>
                <p:spPr>
                  <a:xfrm>
                    <a:off x="2642905" y="4648260"/>
                    <a:ext cx="319500" cy="307777"/>
                  </a:xfrm>
                  <a:prstGeom prst="rect">
                    <a:avLst/>
                  </a:prstGeom>
                  <a:blipFill>
                    <a:blip r:embed="rId4"/>
                    <a:stretch>
                      <a:fillRect/>
                    </a:stretch>
                  </a:blipFill>
                  <a:ln>
                    <a:solidFill>
                      <a:schemeClr val="accent2">
                        <a:lumMod val="60000"/>
                        <a:lumOff val="40000"/>
                      </a:schemeClr>
                    </a:solidFill>
                  </a:ln>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77" name="文本框 71">
                    <a:extLst>
                      <a:ext uri="{FF2B5EF4-FFF2-40B4-BE49-F238E27FC236}">
                        <a16:creationId xmlns:a16="http://schemas.microsoft.com/office/drawing/2014/main" id="{EA7AB543-4CA5-BF77-65C1-290C03C894CE}"/>
                      </a:ext>
                    </a:extLst>
                  </p:cNvPr>
                  <p:cNvSpPr txBox="1"/>
                  <p:nvPr/>
                </p:nvSpPr>
                <p:spPr>
                  <a:xfrm>
                    <a:off x="2642905" y="4956037"/>
                    <a:ext cx="319500" cy="307777"/>
                  </a:xfrm>
                  <a:prstGeom prst="rect">
                    <a:avLst/>
                  </a:prstGeom>
                  <a:solidFill>
                    <a:schemeClr val="accent2">
                      <a:lumMod val="40000"/>
                      <a:lumOff val="60000"/>
                    </a:schemeClr>
                  </a:solidFill>
                  <a:ln>
                    <a:solidFill>
                      <a:schemeClr val="accent2">
                        <a:lumMod val="60000"/>
                        <a:lumOff val="40000"/>
                      </a:schemeClr>
                    </a:solidFill>
                  </a:ln>
                </p:spPr>
                <p:txBody>
                  <a:bodyPr wrap="square" rtlCol="0">
                    <a:spAutoFit/>
                  </a:bodyPr>
                  <a:lstStyle/>
                  <a:p>
                    <a:pPr/>
                    <a14:m>
                      <m:oMathPara xmlns:m="http://schemas.openxmlformats.org/officeDocument/2006/math">
                        <m:oMathParaPr>
                          <m:jc m:val="left"/>
                        </m:oMathParaPr>
                        <m:oMath xmlns:m="http://schemas.openxmlformats.org/officeDocument/2006/math">
                          <m:sSub>
                            <m:sSubPr>
                              <m:ctrlPr>
                                <a:rPr lang="en-US" altLang="zh-CN" sz="1400" i="1" smtClean="0">
                                  <a:latin typeface="Cambria Math" panose="02040503050406030204" pitchFamily="18" charset="0"/>
                                </a:rPr>
                              </m:ctrlPr>
                            </m:sSubPr>
                            <m:e>
                              <m:r>
                                <m:rPr>
                                  <m:sty m:val="p"/>
                                </m:rPr>
                                <a:rPr lang="en-US" altLang="zh-CN" sz="1400" i="1">
                                  <a:latin typeface="Cambria Math" panose="02040503050406030204" pitchFamily="18" charset="0"/>
                                </a:rPr>
                                <m:t>I</m:t>
                              </m:r>
                            </m:e>
                            <m:sub>
                              <m:r>
                                <a:rPr lang="en-US" altLang="zh-CN" sz="1400" b="0" i="1" smtClean="0">
                                  <a:latin typeface="Cambria Math" panose="02040503050406030204" pitchFamily="18" charset="0"/>
                                </a:rPr>
                                <m:t>2</m:t>
                              </m:r>
                            </m:sub>
                          </m:sSub>
                        </m:oMath>
                      </m:oMathPara>
                    </a14:m>
                    <a:endParaRPr lang="zh-CN" altLang="en-US" sz="1000" dirty="0"/>
                  </a:p>
                </p:txBody>
              </p:sp>
            </mc:Choice>
            <mc:Fallback xmlns="">
              <p:sp>
                <p:nvSpPr>
                  <p:cNvPr id="72" name="文本框 71">
                    <a:extLst>
                      <a:ext uri="{FF2B5EF4-FFF2-40B4-BE49-F238E27FC236}">
                        <a16:creationId xmlns:a16="http://schemas.microsoft.com/office/drawing/2014/main" id="{22E98A09-4AE5-4CE4-9840-DCE7AD8D574C}"/>
                      </a:ext>
                    </a:extLst>
                  </p:cNvPr>
                  <p:cNvSpPr txBox="1">
                    <a:spLocks noRot="1" noChangeAspect="1" noMove="1" noResize="1" noEditPoints="1" noAdjustHandles="1" noChangeArrowheads="1" noChangeShapeType="1" noTextEdit="1"/>
                  </p:cNvSpPr>
                  <p:nvPr/>
                </p:nvSpPr>
                <p:spPr>
                  <a:xfrm>
                    <a:off x="2642905" y="4956037"/>
                    <a:ext cx="319500" cy="307777"/>
                  </a:xfrm>
                  <a:prstGeom prst="rect">
                    <a:avLst/>
                  </a:prstGeom>
                  <a:blipFill>
                    <a:blip r:embed="rId5"/>
                    <a:stretch>
                      <a:fillRect/>
                    </a:stretch>
                  </a:blipFill>
                  <a:ln>
                    <a:solidFill>
                      <a:schemeClr val="accent2">
                        <a:lumMod val="60000"/>
                        <a:lumOff val="40000"/>
                      </a:schemeClr>
                    </a:solidFill>
                  </a:ln>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78" name="文本框 72">
                    <a:extLst>
                      <a:ext uri="{FF2B5EF4-FFF2-40B4-BE49-F238E27FC236}">
                        <a16:creationId xmlns:a16="http://schemas.microsoft.com/office/drawing/2014/main" id="{A1482374-FC72-B33D-9F85-1338EECCD01F}"/>
                      </a:ext>
                    </a:extLst>
                  </p:cNvPr>
                  <p:cNvSpPr txBox="1"/>
                  <p:nvPr/>
                </p:nvSpPr>
                <p:spPr>
                  <a:xfrm>
                    <a:off x="2642905" y="5263814"/>
                    <a:ext cx="319500" cy="307777"/>
                  </a:xfrm>
                  <a:prstGeom prst="rect">
                    <a:avLst/>
                  </a:prstGeom>
                  <a:solidFill>
                    <a:schemeClr val="accent2">
                      <a:lumMod val="40000"/>
                      <a:lumOff val="60000"/>
                    </a:schemeClr>
                  </a:solidFill>
                  <a:ln>
                    <a:solidFill>
                      <a:schemeClr val="accent2">
                        <a:lumMod val="60000"/>
                        <a:lumOff val="40000"/>
                      </a:schemeClr>
                    </a:solidFill>
                  </a:ln>
                </p:spPr>
                <p:txBody>
                  <a:bodyPr wrap="square" rtlCol="0">
                    <a:spAutoFit/>
                  </a:bodyPr>
                  <a:lstStyle/>
                  <a:p>
                    <a:pPr/>
                    <a14:m>
                      <m:oMathPara xmlns:m="http://schemas.openxmlformats.org/officeDocument/2006/math">
                        <m:oMathParaPr>
                          <m:jc m:val="left"/>
                        </m:oMathParaPr>
                        <m:oMath xmlns:m="http://schemas.openxmlformats.org/officeDocument/2006/math">
                          <m:sSub>
                            <m:sSubPr>
                              <m:ctrlPr>
                                <a:rPr lang="en-US" altLang="zh-CN" sz="1400" i="1" smtClean="0">
                                  <a:latin typeface="Cambria Math" panose="02040503050406030204" pitchFamily="18" charset="0"/>
                                </a:rPr>
                              </m:ctrlPr>
                            </m:sSubPr>
                            <m:e>
                              <m:r>
                                <m:rPr>
                                  <m:sty m:val="p"/>
                                </m:rPr>
                                <a:rPr lang="en-US" altLang="zh-CN" sz="1400" i="1">
                                  <a:latin typeface="Cambria Math" panose="02040503050406030204" pitchFamily="18" charset="0"/>
                                </a:rPr>
                                <m:t>I</m:t>
                              </m:r>
                            </m:e>
                            <m:sub>
                              <m:r>
                                <a:rPr lang="en-US" altLang="zh-CN" sz="1400" b="0" i="1" smtClean="0">
                                  <a:latin typeface="Cambria Math" panose="02040503050406030204" pitchFamily="18" charset="0"/>
                                </a:rPr>
                                <m:t>3</m:t>
                              </m:r>
                            </m:sub>
                          </m:sSub>
                        </m:oMath>
                      </m:oMathPara>
                    </a14:m>
                    <a:endParaRPr lang="zh-CN" altLang="en-US" sz="1000" dirty="0"/>
                  </a:p>
                </p:txBody>
              </p:sp>
            </mc:Choice>
            <mc:Fallback xmlns="">
              <p:sp>
                <p:nvSpPr>
                  <p:cNvPr id="73" name="文本框 72">
                    <a:extLst>
                      <a:ext uri="{FF2B5EF4-FFF2-40B4-BE49-F238E27FC236}">
                        <a16:creationId xmlns:a16="http://schemas.microsoft.com/office/drawing/2014/main" id="{4B5D0BF1-27C8-470F-A93F-7028BAC63DE0}"/>
                      </a:ext>
                    </a:extLst>
                  </p:cNvPr>
                  <p:cNvSpPr txBox="1">
                    <a:spLocks noRot="1" noChangeAspect="1" noMove="1" noResize="1" noEditPoints="1" noAdjustHandles="1" noChangeArrowheads="1" noChangeShapeType="1" noTextEdit="1"/>
                  </p:cNvSpPr>
                  <p:nvPr/>
                </p:nvSpPr>
                <p:spPr>
                  <a:xfrm>
                    <a:off x="2642905" y="5263814"/>
                    <a:ext cx="319500" cy="307777"/>
                  </a:xfrm>
                  <a:prstGeom prst="rect">
                    <a:avLst/>
                  </a:prstGeom>
                  <a:blipFill>
                    <a:blip r:embed="rId6"/>
                    <a:stretch>
                      <a:fillRect/>
                    </a:stretch>
                  </a:blipFill>
                  <a:ln>
                    <a:solidFill>
                      <a:schemeClr val="accent2">
                        <a:lumMod val="60000"/>
                        <a:lumOff val="40000"/>
                      </a:schemeClr>
                    </a:solidFill>
                  </a:ln>
                </p:spPr>
                <p:txBody>
                  <a:bodyPr/>
                  <a:lstStyle/>
                  <a:p>
                    <a:r>
                      <a:rPr lang="zh-CN" altLang="en-US">
                        <a:noFill/>
                      </a:rPr>
                      <a:t> </a:t>
                    </a:r>
                  </a:p>
                </p:txBody>
              </p:sp>
            </mc:Fallback>
          </mc:AlternateContent>
          <p:sp>
            <p:nvSpPr>
              <p:cNvPr id="79" name="文本框 74">
                <a:extLst>
                  <a:ext uri="{FF2B5EF4-FFF2-40B4-BE49-F238E27FC236}">
                    <a16:creationId xmlns:a16="http://schemas.microsoft.com/office/drawing/2014/main" id="{D23D7283-79AF-30C2-0F21-093E50F061DC}"/>
                  </a:ext>
                </a:extLst>
              </p:cNvPr>
              <p:cNvSpPr txBox="1"/>
              <p:nvPr/>
            </p:nvSpPr>
            <p:spPr>
              <a:xfrm>
                <a:off x="2642905" y="5571591"/>
                <a:ext cx="319500" cy="307777"/>
              </a:xfrm>
              <a:prstGeom prst="rect">
                <a:avLst/>
              </a:prstGeom>
              <a:solidFill>
                <a:schemeClr val="accent2">
                  <a:lumMod val="40000"/>
                  <a:lumOff val="60000"/>
                </a:schemeClr>
              </a:solidFill>
              <a:ln>
                <a:solidFill>
                  <a:schemeClr val="accent2">
                    <a:lumMod val="60000"/>
                    <a:lumOff val="40000"/>
                  </a:schemeClr>
                </a:solidFill>
              </a:ln>
            </p:spPr>
            <p:txBody>
              <a:bodyPr wrap="square" rtlCol="0">
                <a:spAutoFit/>
              </a:bodyPr>
              <a:lstStyle/>
              <a:p>
                <a:pPr algn="ctr"/>
                <a:r>
                  <a:rPr lang="en-US" altLang="zh-CN" sz="1400" dirty="0"/>
                  <a:t>…</a:t>
                </a:r>
                <a:endParaRPr lang="zh-CN" altLang="en-US" sz="1400" dirty="0"/>
              </a:p>
            </p:txBody>
          </p:sp>
          <mc:AlternateContent xmlns:mc="http://schemas.openxmlformats.org/markup-compatibility/2006" xmlns:a14="http://schemas.microsoft.com/office/drawing/2010/main">
            <mc:Choice Requires="a14">
              <p:sp>
                <p:nvSpPr>
                  <p:cNvPr id="80" name="文本框 76">
                    <a:extLst>
                      <a:ext uri="{FF2B5EF4-FFF2-40B4-BE49-F238E27FC236}">
                        <a16:creationId xmlns:a16="http://schemas.microsoft.com/office/drawing/2014/main" id="{E5C33C1F-0EEA-4F4C-8C7B-88F733A80DB4}"/>
                      </a:ext>
                    </a:extLst>
                  </p:cNvPr>
                  <p:cNvSpPr txBox="1"/>
                  <p:nvPr/>
                </p:nvSpPr>
                <p:spPr>
                  <a:xfrm>
                    <a:off x="2642905" y="5862819"/>
                    <a:ext cx="319500" cy="307777"/>
                  </a:xfrm>
                  <a:prstGeom prst="rect">
                    <a:avLst/>
                  </a:prstGeom>
                  <a:solidFill>
                    <a:schemeClr val="accent2">
                      <a:lumMod val="40000"/>
                      <a:lumOff val="60000"/>
                    </a:schemeClr>
                  </a:solidFill>
                  <a:ln>
                    <a:solidFill>
                      <a:schemeClr val="accent2">
                        <a:lumMod val="60000"/>
                        <a:lumOff val="40000"/>
                      </a:schemeClr>
                    </a:solidFill>
                  </a:ln>
                </p:spPr>
                <p:txBody>
                  <a:bodyPr wrap="square" rtlCol="0">
                    <a:spAutoFit/>
                  </a:bodyPr>
                  <a:lstStyle/>
                  <a:p>
                    <a:pPr/>
                    <a14:m>
                      <m:oMathPara xmlns:m="http://schemas.openxmlformats.org/officeDocument/2006/math">
                        <m:oMathParaPr>
                          <m:jc m:val="left"/>
                        </m:oMathParaPr>
                        <m:oMath xmlns:m="http://schemas.openxmlformats.org/officeDocument/2006/math">
                          <m:sSub>
                            <m:sSubPr>
                              <m:ctrlPr>
                                <a:rPr lang="en-US" altLang="zh-CN" sz="1400" i="1" smtClean="0">
                                  <a:latin typeface="Cambria Math" panose="02040503050406030204" pitchFamily="18" charset="0"/>
                                </a:rPr>
                              </m:ctrlPr>
                            </m:sSubPr>
                            <m:e>
                              <m:r>
                                <m:rPr>
                                  <m:sty m:val="p"/>
                                </m:rPr>
                                <a:rPr lang="en-US" altLang="zh-CN" sz="1400" i="1">
                                  <a:latin typeface="Cambria Math" panose="02040503050406030204" pitchFamily="18" charset="0"/>
                                </a:rPr>
                                <m:t>I</m:t>
                              </m:r>
                            </m:e>
                            <m:sub>
                              <m:r>
                                <a:rPr lang="en-US" altLang="zh-CN" sz="1400" b="0" i="1" smtClean="0">
                                  <a:latin typeface="Cambria Math" panose="02040503050406030204" pitchFamily="18" charset="0"/>
                                </a:rPr>
                                <m:t>𝑁</m:t>
                              </m:r>
                            </m:sub>
                          </m:sSub>
                        </m:oMath>
                      </m:oMathPara>
                    </a14:m>
                    <a:endParaRPr lang="zh-CN" altLang="en-US" sz="1000" dirty="0"/>
                  </a:p>
                </p:txBody>
              </p:sp>
            </mc:Choice>
            <mc:Fallback xmlns="">
              <p:sp>
                <p:nvSpPr>
                  <p:cNvPr id="77" name="文本框 76">
                    <a:extLst>
                      <a:ext uri="{FF2B5EF4-FFF2-40B4-BE49-F238E27FC236}">
                        <a16:creationId xmlns:a16="http://schemas.microsoft.com/office/drawing/2014/main" id="{AEF697B3-10CB-4CD6-BF53-F2373FDB8273}"/>
                      </a:ext>
                    </a:extLst>
                  </p:cNvPr>
                  <p:cNvSpPr txBox="1">
                    <a:spLocks noRot="1" noChangeAspect="1" noMove="1" noResize="1" noEditPoints="1" noAdjustHandles="1" noChangeArrowheads="1" noChangeShapeType="1" noTextEdit="1"/>
                  </p:cNvSpPr>
                  <p:nvPr/>
                </p:nvSpPr>
                <p:spPr>
                  <a:xfrm>
                    <a:off x="2642905" y="5862819"/>
                    <a:ext cx="319500" cy="307777"/>
                  </a:xfrm>
                  <a:prstGeom prst="rect">
                    <a:avLst/>
                  </a:prstGeom>
                  <a:blipFill>
                    <a:blip r:embed="rId7"/>
                    <a:stretch>
                      <a:fillRect/>
                    </a:stretch>
                  </a:blipFill>
                  <a:ln>
                    <a:solidFill>
                      <a:schemeClr val="accent2">
                        <a:lumMod val="60000"/>
                        <a:lumOff val="40000"/>
                      </a:schemeClr>
                    </a:solidFill>
                  </a:ln>
                </p:spPr>
                <p:txBody>
                  <a:bodyPr/>
                  <a:lstStyle/>
                  <a:p>
                    <a:r>
                      <a:rPr lang="zh-CN" altLang="en-US">
                        <a:noFill/>
                      </a:rPr>
                      <a:t> </a:t>
                    </a:r>
                  </a:p>
                </p:txBody>
              </p:sp>
            </mc:Fallback>
          </mc:AlternateContent>
        </p:grpSp>
        <p:cxnSp>
          <p:nvCxnSpPr>
            <p:cNvPr id="81" name="连接符: 肘形 34">
              <a:extLst>
                <a:ext uri="{FF2B5EF4-FFF2-40B4-BE49-F238E27FC236}">
                  <a16:creationId xmlns:a16="http://schemas.microsoft.com/office/drawing/2014/main" id="{71A5BADF-2939-05B1-AD63-9F467C2704C8}"/>
                </a:ext>
              </a:extLst>
            </p:cNvPr>
            <p:cNvCxnSpPr>
              <a:stCxn id="66" idx="3"/>
              <a:endCxn id="76" idx="1"/>
            </p:cNvCxnSpPr>
            <p:nvPr/>
          </p:nvCxnSpPr>
          <p:spPr>
            <a:xfrm flipV="1">
              <a:off x="8686424" y="3997085"/>
              <a:ext cx="811172" cy="722369"/>
            </a:xfrm>
            <a:prstGeom prst="bentConnector3">
              <a:avLst/>
            </a:prstGeom>
            <a:ln>
              <a:tailEnd type="triangle"/>
            </a:ln>
          </p:spPr>
          <p:style>
            <a:lnRef idx="1">
              <a:schemeClr val="dk1"/>
            </a:lnRef>
            <a:fillRef idx="0">
              <a:schemeClr val="dk1"/>
            </a:fillRef>
            <a:effectRef idx="0">
              <a:schemeClr val="dk1"/>
            </a:effectRef>
            <a:fontRef idx="minor">
              <a:schemeClr val="tx1"/>
            </a:fontRef>
          </p:style>
        </p:cxnSp>
        <p:cxnSp>
          <p:nvCxnSpPr>
            <p:cNvPr id="82" name="连接符: 肘形 36">
              <a:extLst>
                <a:ext uri="{FF2B5EF4-FFF2-40B4-BE49-F238E27FC236}">
                  <a16:creationId xmlns:a16="http://schemas.microsoft.com/office/drawing/2014/main" id="{030FDF01-8689-D73B-1E96-A13D8B0066AA}"/>
                </a:ext>
              </a:extLst>
            </p:cNvPr>
            <p:cNvCxnSpPr>
              <a:stCxn id="66" idx="3"/>
              <a:endCxn id="77" idx="1"/>
            </p:cNvCxnSpPr>
            <p:nvPr/>
          </p:nvCxnSpPr>
          <p:spPr>
            <a:xfrm flipV="1">
              <a:off x="8686424" y="4304862"/>
              <a:ext cx="811172" cy="414592"/>
            </a:xfrm>
            <a:prstGeom prst="bentConnector3">
              <a:avLst/>
            </a:prstGeom>
            <a:ln>
              <a:tailEnd type="triangle"/>
            </a:ln>
          </p:spPr>
          <p:style>
            <a:lnRef idx="1">
              <a:schemeClr val="dk1"/>
            </a:lnRef>
            <a:fillRef idx="0">
              <a:schemeClr val="dk1"/>
            </a:fillRef>
            <a:effectRef idx="0">
              <a:schemeClr val="dk1"/>
            </a:effectRef>
            <a:fontRef idx="minor">
              <a:schemeClr val="tx1"/>
            </a:fontRef>
          </p:style>
        </p:cxnSp>
        <p:cxnSp>
          <p:nvCxnSpPr>
            <p:cNvPr id="83" name="连接符: 肘形 44">
              <a:extLst>
                <a:ext uri="{FF2B5EF4-FFF2-40B4-BE49-F238E27FC236}">
                  <a16:creationId xmlns:a16="http://schemas.microsoft.com/office/drawing/2014/main" id="{A730200F-0C64-A6B6-D055-CC92FD4693CE}"/>
                </a:ext>
              </a:extLst>
            </p:cNvPr>
            <p:cNvCxnSpPr>
              <a:stCxn id="66" idx="3"/>
              <a:endCxn id="78" idx="1"/>
            </p:cNvCxnSpPr>
            <p:nvPr/>
          </p:nvCxnSpPr>
          <p:spPr>
            <a:xfrm flipV="1">
              <a:off x="8686424" y="4612639"/>
              <a:ext cx="811172" cy="106815"/>
            </a:xfrm>
            <a:prstGeom prst="bentConnector3">
              <a:avLst/>
            </a:prstGeom>
            <a:ln>
              <a:tailEnd type="triangle"/>
            </a:ln>
          </p:spPr>
          <p:style>
            <a:lnRef idx="1">
              <a:schemeClr val="dk1"/>
            </a:lnRef>
            <a:fillRef idx="0">
              <a:schemeClr val="dk1"/>
            </a:fillRef>
            <a:effectRef idx="0">
              <a:schemeClr val="dk1"/>
            </a:effectRef>
            <a:fontRef idx="minor">
              <a:schemeClr val="tx1"/>
            </a:fontRef>
          </p:style>
        </p:cxnSp>
        <p:cxnSp>
          <p:nvCxnSpPr>
            <p:cNvPr id="84" name="连接符: 肘形 48">
              <a:extLst>
                <a:ext uri="{FF2B5EF4-FFF2-40B4-BE49-F238E27FC236}">
                  <a16:creationId xmlns:a16="http://schemas.microsoft.com/office/drawing/2014/main" id="{AB4C529F-0E3F-7124-5B2E-D7D20F98CB67}"/>
                </a:ext>
              </a:extLst>
            </p:cNvPr>
            <p:cNvCxnSpPr>
              <a:stCxn id="66" idx="3"/>
              <a:endCxn id="80" idx="1"/>
            </p:cNvCxnSpPr>
            <p:nvPr/>
          </p:nvCxnSpPr>
          <p:spPr>
            <a:xfrm>
              <a:off x="8686424" y="4719454"/>
              <a:ext cx="811172" cy="492190"/>
            </a:xfrm>
            <a:prstGeom prst="bentConnector3">
              <a:avLst/>
            </a:prstGeom>
            <a:ln>
              <a:tailEnd type="triangle"/>
            </a:ln>
          </p:spPr>
          <p:style>
            <a:lnRef idx="1">
              <a:schemeClr val="dk1"/>
            </a:lnRef>
            <a:fillRef idx="0">
              <a:schemeClr val="dk1"/>
            </a:fillRef>
            <a:effectRef idx="0">
              <a:schemeClr val="dk1"/>
            </a:effectRef>
            <a:fontRef idx="minor">
              <a:schemeClr val="tx1"/>
            </a:fontRef>
          </p:style>
        </p:cxnSp>
        <p:grpSp>
          <p:nvGrpSpPr>
            <p:cNvPr id="85" name="组合 82">
              <a:extLst>
                <a:ext uri="{FF2B5EF4-FFF2-40B4-BE49-F238E27FC236}">
                  <a16:creationId xmlns:a16="http://schemas.microsoft.com/office/drawing/2014/main" id="{101E756D-6F89-CF21-A872-98E872ACF8F2}"/>
                </a:ext>
              </a:extLst>
            </p:cNvPr>
            <p:cNvGrpSpPr/>
            <p:nvPr/>
          </p:nvGrpSpPr>
          <p:grpSpPr>
            <a:xfrm>
              <a:off x="9932756" y="3429000"/>
              <a:ext cx="1585818" cy="307778"/>
              <a:chOff x="5524048" y="2016813"/>
              <a:chExt cx="1585818" cy="307778"/>
            </a:xfrm>
          </p:grpSpPr>
          <mc:AlternateContent xmlns:mc="http://schemas.openxmlformats.org/markup-compatibility/2006" xmlns:a14="http://schemas.microsoft.com/office/drawing/2010/main">
            <mc:Choice Requires="a14">
              <p:sp>
                <p:nvSpPr>
                  <p:cNvPr id="86" name="文本框 84">
                    <a:extLst>
                      <a:ext uri="{FF2B5EF4-FFF2-40B4-BE49-F238E27FC236}">
                        <a16:creationId xmlns:a16="http://schemas.microsoft.com/office/drawing/2014/main" id="{B11F68FE-FBD6-7C4B-7802-EADDEFFB4E2E}"/>
                      </a:ext>
                    </a:extLst>
                  </p:cNvPr>
                  <p:cNvSpPr txBox="1"/>
                  <p:nvPr/>
                </p:nvSpPr>
                <p:spPr>
                  <a:xfrm>
                    <a:off x="5524048" y="2016814"/>
                    <a:ext cx="319500" cy="307777"/>
                  </a:xfrm>
                  <a:prstGeom prst="rect">
                    <a:avLst/>
                  </a:prstGeom>
                  <a:solidFill>
                    <a:schemeClr val="accent6">
                      <a:lumMod val="40000"/>
                      <a:lumOff val="60000"/>
                    </a:schemeClr>
                  </a:solidFill>
                  <a:ln>
                    <a:solidFill>
                      <a:schemeClr val="accent6">
                        <a:lumMod val="60000"/>
                        <a:lumOff val="40000"/>
                      </a:schemeClr>
                    </a:solidFill>
                  </a:ln>
                </p:spPr>
                <p:txBody>
                  <a:bodyPr wrap="square" rtlCol="0">
                    <a:spAutoFit/>
                  </a:bodyPr>
                  <a:lstStyle/>
                  <a:p>
                    <a:pPr/>
                    <a14:m>
                      <m:oMathPara xmlns:m="http://schemas.openxmlformats.org/officeDocument/2006/math">
                        <m:oMathParaPr>
                          <m:jc m:val="left"/>
                        </m:oMathParaPr>
                        <m:oMath xmlns:m="http://schemas.openxmlformats.org/officeDocument/2006/math">
                          <m:sSub>
                            <m:sSubPr>
                              <m:ctrlPr>
                                <a:rPr lang="en-US" altLang="zh-CN" sz="1400" i="1" smtClean="0">
                                  <a:latin typeface="Cambria Math" panose="02040503050406030204" pitchFamily="18" charset="0"/>
                                </a:rPr>
                              </m:ctrlPr>
                            </m:sSubPr>
                            <m:e>
                              <m:r>
                                <m:rPr>
                                  <m:sty m:val="p"/>
                                </m:rPr>
                                <a:rPr lang="en-US" altLang="zh-CN" sz="1400" b="0" i="0" smtClean="0">
                                  <a:latin typeface="Cambria Math" panose="02040503050406030204" pitchFamily="18" charset="0"/>
                                </a:rPr>
                                <m:t>T</m:t>
                              </m:r>
                            </m:e>
                            <m:sub>
                              <m:r>
                                <a:rPr lang="en-US" altLang="zh-CN" sz="1400" b="0" i="0" smtClean="0">
                                  <a:latin typeface="Cambria Math" panose="02040503050406030204" pitchFamily="18" charset="0"/>
                                </a:rPr>
                                <m:t>1</m:t>
                              </m:r>
                            </m:sub>
                          </m:sSub>
                        </m:oMath>
                      </m:oMathPara>
                    </a14:m>
                    <a:endParaRPr lang="zh-CN" altLang="en-US" sz="1000" dirty="0"/>
                  </a:p>
                </p:txBody>
              </p:sp>
            </mc:Choice>
            <mc:Fallback xmlns="">
              <p:sp>
                <p:nvSpPr>
                  <p:cNvPr id="85" name="文本框 84">
                    <a:extLst>
                      <a:ext uri="{FF2B5EF4-FFF2-40B4-BE49-F238E27FC236}">
                        <a16:creationId xmlns:a16="http://schemas.microsoft.com/office/drawing/2014/main" id="{EE71CB79-CF76-4E94-93FA-1C64B9949CC0}"/>
                      </a:ext>
                    </a:extLst>
                  </p:cNvPr>
                  <p:cNvSpPr txBox="1">
                    <a:spLocks noRot="1" noChangeAspect="1" noMove="1" noResize="1" noEditPoints="1" noAdjustHandles="1" noChangeArrowheads="1" noChangeShapeType="1" noTextEdit="1"/>
                  </p:cNvSpPr>
                  <p:nvPr/>
                </p:nvSpPr>
                <p:spPr>
                  <a:xfrm>
                    <a:off x="5524048" y="2016814"/>
                    <a:ext cx="319500" cy="307777"/>
                  </a:xfrm>
                  <a:prstGeom prst="rect">
                    <a:avLst/>
                  </a:prstGeom>
                  <a:blipFill>
                    <a:blip r:embed="rId8"/>
                    <a:stretch>
                      <a:fillRect/>
                    </a:stretch>
                  </a:blipFill>
                  <a:ln>
                    <a:solidFill>
                      <a:schemeClr val="accent6">
                        <a:lumMod val="60000"/>
                        <a:lumOff val="40000"/>
                      </a:schemeClr>
                    </a:solidFill>
                  </a:ln>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87" name="文本框 88">
                    <a:extLst>
                      <a:ext uri="{FF2B5EF4-FFF2-40B4-BE49-F238E27FC236}">
                        <a16:creationId xmlns:a16="http://schemas.microsoft.com/office/drawing/2014/main" id="{9C0F5E00-17C9-CA48-A759-5D2A9E857FED}"/>
                      </a:ext>
                    </a:extLst>
                  </p:cNvPr>
                  <p:cNvSpPr txBox="1"/>
                  <p:nvPr/>
                </p:nvSpPr>
                <p:spPr>
                  <a:xfrm>
                    <a:off x="5843548" y="2016814"/>
                    <a:ext cx="319500" cy="307777"/>
                  </a:xfrm>
                  <a:prstGeom prst="rect">
                    <a:avLst/>
                  </a:prstGeom>
                  <a:solidFill>
                    <a:schemeClr val="accent6">
                      <a:lumMod val="40000"/>
                      <a:lumOff val="60000"/>
                    </a:schemeClr>
                  </a:solidFill>
                  <a:ln>
                    <a:solidFill>
                      <a:schemeClr val="accent6">
                        <a:lumMod val="60000"/>
                        <a:lumOff val="40000"/>
                      </a:schemeClr>
                    </a:solidFill>
                  </a:ln>
                </p:spPr>
                <p:txBody>
                  <a:bodyPr wrap="square" rtlCol="0">
                    <a:spAutoFit/>
                  </a:bodyPr>
                  <a:lstStyle/>
                  <a:p>
                    <a:pPr/>
                    <a14:m>
                      <m:oMathPara xmlns:m="http://schemas.openxmlformats.org/officeDocument/2006/math">
                        <m:oMathParaPr>
                          <m:jc m:val="left"/>
                        </m:oMathParaPr>
                        <m:oMath xmlns:m="http://schemas.openxmlformats.org/officeDocument/2006/math">
                          <m:sSub>
                            <m:sSubPr>
                              <m:ctrlPr>
                                <a:rPr lang="en-US" altLang="zh-CN" sz="1400" i="1" smtClean="0">
                                  <a:latin typeface="Cambria Math" panose="02040503050406030204" pitchFamily="18" charset="0"/>
                                </a:rPr>
                              </m:ctrlPr>
                            </m:sSubPr>
                            <m:e>
                              <m:r>
                                <m:rPr>
                                  <m:sty m:val="p"/>
                                </m:rPr>
                                <a:rPr lang="en-US" altLang="zh-CN" sz="1400" b="0" i="0" smtClean="0">
                                  <a:latin typeface="Cambria Math" panose="02040503050406030204" pitchFamily="18" charset="0"/>
                                </a:rPr>
                                <m:t>T</m:t>
                              </m:r>
                            </m:e>
                            <m:sub>
                              <m:r>
                                <a:rPr lang="en-US" altLang="zh-CN" sz="1400" b="0" i="0" smtClean="0">
                                  <a:latin typeface="Cambria Math" panose="02040503050406030204" pitchFamily="18" charset="0"/>
                                </a:rPr>
                                <m:t>2</m:t>
                              </m:r>
                            </m:sub>
                          </m:sSub>
                        </m:oMath>
                      </m:oMathPara>
                    </a14:m>
                    <a:endParaRPr lang="zh-CN" altLang="en-US" sz="1000" dirty="0"/>
                  </a:p>
                </p:txBody>
              </p:sp>
            </mc:Choice>
            <mc:Fallback xmlns="">
              <p:sp>
                <p:nvSpPr>
                  <p:cNvPr id="89" name="文本框 88">
                    <a:extLst>
                      <a:ext uri="{FF2B5EF4-FFF2-40B4-BE49-F238E27FC236}">
                        <a16:creationId xmlns:a16="http://schemas.microsoft.com/office/drawing/2014/main" id="{180097F4-C321-46AA-BBC8-2FD0753B89C1}"/>
                      </a:ext>
                    </a:extLst>
                  </p:cNvPr>
                  <p:cNvSpPr txBox="1">
                    <a:spLocks noRot="1" noChangeAspect="1" noMove="1" noResize="1" noEditPoints="1" noAdjustHandles="1" noChangeArrowheads="1" noChangeShapeType="1" noTextEdit="1"/>
                  </p:cNvSpPr>
                  <p:nvPr/>
                </p:nvSpPr>
                <p:spPr>
                  <a:xfrm>
                    <a:off x="5843548" y="2016814"/>
                    <a:ext cx="319500" cy="307777"/>
                  </a:xfrm>
                  <a:prstGeom prst="rect">
                    <a:avLst/>
                  </a:prstGeom>
                  <a:blipFill>
                    <a:blip r:embed="rId9"/>
                    <a:stretch>
                      <a:fillRect/>
                    </a:stretch>
                  </a:blipFill>
                  <a:ln>
                    <a:solidFill>
                      <a:schemeClr val="accent6">
                        <a:lumMod val="60000"/>
                        <a:lumOff val="40000"/>
                      </a:schemeClr>
                    </a:solidFill>
                  </a:ln>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88" name="文本框 89">
                    <a:extLst>
                      <a:ext uri="{FF2B5EF4-FFF2-40B4-BE49-F238E27FC236}">
                        <a16:creationId xmlns:a16="http://schemas.microsoft.com/office/drawing/2014/main" id="{E3E93B58-7A40-125C-F12D-F1FF456F23A5}"/>
                      </a:ext>
                    </a:extLst>
                  </p:cNvPr>
                  <p:cNvSpPr txBox="1"/>
                  <p:nvPr/>
                </p:nvSpPr>
                <p:spPr>
                  <a:xfrm>
                    <a:off x="6163048" y="2016814"/>
                    <a:ext cx="319500" cy="307777"/>
                  </a:xfrm>
                  <a:prstGeom prst="rect">
                    <a:avLst/>
                  </a:prstGeom>
                  <a:solidFill>
                    <a:schemeClr val="accent6">
                      <a:lumMod val="40000"/>
                      <a:lumOff val="60000"/>
                    </a:schemeClr>
                  </a:solidFill>
                  <a:ln>
                    <a:solidFill>
                      <a:schemeClr val="accent6">
                        <a:lumMod val="60000"/>
                        <a:lumOff val="40000"/>
                      </a:schemeClr>
                    </a:solidFill>
                  </a:ln>
                </p:spPr>
                <p:txBody>
                  <a:bodyPr wrap="square" rtlCol="0">
                    <a:spAutoFit/>
                  </a:bodyPr>
                  <a:lstStyle/>
                  <a:p>
                    <a:pPr/>
                    <a14:m>
                      <m:oMathPara xmlns:m="http://schemas.openxmlformats.org/officeDocument/2006/math">
                        <m:oMathParaPr>
                          <m:jc m:val="left"/>
                        </m:oMathParaPr>
                        <m:oMath xmlns:m="http://schemas.openxmlformats.org/officeDocument/2006/math">
                          <m:sSub>
                            <m:sSubPr>
                              <m:ctrlPr>
                                <a:rPr lang="en-US" altLang="zh-CN" sz="1400" i="1" smtClean="0">
                                  <a:latin typeface="Cambria Math" panose="02040503050406030204" pitchFamily="18" charset="0"/>
                                </a:rPr>
                              </m:ctrlPr>
                            </m:sSubPr>
                            <m:e>
                              <m:r>
                                <m:rPr>
                                  <m:sty m:val="p"/>
                                </m:rPr>
                                <a:rPr lang="en-US" altLang="zh-CN" sz="1400" b="0" i="0" smtClean="0">
                                  <a:latin typeface="Cambria Math" panose="02040503050406030204" pitchFamily="18" charset="0"/>
                                </a:rPr>
                                <m:t>T</m:t>
                              </m:r>
                            </m:e>
                            <m:sub>
                              <m:r>
                                <a:rPr lang="en-US" altLang="zh-CN" sz="1400" b="0" i="0" smtClean="0">
                                  <a:latin typeface="Cambria Math" panose="02040503050406030204" pitchFamily="18" charset="0"/>
                                </a:rPr>
                                <m:t>3</m:t>
                              </m:r>
                            </m:sub>
                          </m:sSub>
                        </m:oMath>
                      </m:oMathPara>
                    </a14:m>
                    <a:endParaRPr lang="zh-CN" altLang="en-US" sz="1000" dirty="0"/>
                  </a:p>
                </p:txBody>
              </p:sp>
            </mc:Choice>
            <mc:Fallback xmlns="">
              <p:sp>
                <p:nvSpPr>
                  <p:cNvPr id="90" name="文本框 89">
                    <a:extLst>
                      <a:ext uri="{FF2B5EF4-FFF2-40B4-BE49-F238E27FC236}">
                        <a16:creationId xmlns:a16="http://schemas.microsoft.com/office/drawing/2014/main" id="{EDCA4495-966D-4E33-9A2E-630EB6D681EC}"/>
                      </a:ext>
                    </a:extLst>
                  </p:cNvPr>
                  <p:cNvSpPr txBox="1">
                    <a:spLocks noRot="1" noChangeAspect="1" noMove="1" noResize="1" noEditPoints="1" noAdjustHandles="1" noChangeArrowheads="1" noChangeShapeType="1" noTextEdit="1"/>
                  </p:cNvSpPr>
                  <p:nvPr/>
                </p:nvSpPr>
                <p:spPr>
                  <a:xfrm>
                    <a:off x="6163048" y="2016814"/>
                    <a:ext cx="319500" cy="307777"/>
                  </a:xfrm>
                  <a:prstGeom prst="rect">
                    <a:avLst/>
                  </a:prstGeom>
                  <a:blipFill>
                    <a:blip r:embed="rId10"/>
                    <a:stretch>
                      <a:fillRect/>
                    </a:stretch>
                  </a:blipFill>
                  <a:ln>
                    <a:solidFill>
                      <a:schemeClr val="accent6">
                        <a:lumMod val="60000"/>
                        <a:lumOff val="40000"/>
                      </a:schemeClr>
                    </a:solidFill>
                  </a:ln>
                </p:spPr>
                <p:txBody>
                  <a:bodyPr/>
                  <a:lstStyle/>
                  <a:p>
                    <a:r>
                      <a:rPr lang="zh-CN" altLang="en-US">
                        <a:noFill/>
                      </a:rPr>
                      <a:t> </a:t>
                    </a:r>
                  </a:p>
                </p:txBody>
              </p:sp>
            </mc:Fallback>
          </mc:AlternateContent>
          <p:sp>
            <p:nvSpPr>
              <p:cNvPr id="89" name="文本框 91">
                <a:extLst>
                  <a:ext uri="{FF2B5EF4-FFF2-40B4-BE49-F238E27FC236}">
                    <a16:creationId xmlns:a16="http://schemas.microsoft.com/office/drawing/2014/main" id="{A948632D-795B-D1A6-BED3-FD979330DEA6}"/>
                  </a:ext>
                </a:extLst>
              </p:cNvPr>
              <p:cNvSpPr txBox="1"/>
              <p:nvPr/>
            </p:nvSpPr>
            <p:spPr>
              <a:xfrm>
                <a:off x="6470866" y="2016813"/>
                <a:ext cx="319500" cy="307777"/>
              </a:xfrm>
              <a:prstGeom prst="rect">
                <a:avLst/>
              </a:prstGeom>
              <a:solidFill>
                <a:schemeClr val="accent6">
                  <a:lumMod val="40000"/>
                  <a:lumOff val="60000"/>
                </a:schemeClr>
              </a:solidFill>
              <a:ln>
                <a:solidFill>
                  <a:schemeClr val="accent6">
                    <a:lumMod val="60000"/>
                    <a:lumOff val="40000"/>
                  </a:schemeClr>
                </a:solidFill>
              </a:ln>
            </p:spPr>
            <p:txBody>
              <a:bodyPr wrap="square" rtlCol="0">
                <a:spAutoFit/>
              </a:bodyPr>
              <a:lstStyle/>
              <a:p>
                <a:r>
                  <a:rPr lang="en-US" altLang="zh-CN" sz="1400" dirty="0"/>
                  <a:t>…</a:t>
                </a:r>
                <a:endParaRPr lang="zh-CN" altLang="en-US" sz="1400" dirty="0"/>
              </a:p>
            </p:txBody>
          </p:sp>
          <mc:AlternateContent xmlns:mc="http://schemas.openxmlformats.org/markup-compatibility/2006" xmlns:a14="http://schemas.microsoft.com/office/drawing/2010/main">
            <mc:Choice Requires="a14">
              <p:sp>
                <p:nvSpPr>
                  <p:cNvPr id="90" name="文本框 92">
                    <a:extLst>
                      <a:ext uri="{FF2B5EF4-FFF2-40B4-BE49-F238E27FC236}">
                        <a16:creationId xmlns:a16="http://schemas.microsoft.com/office/drawing/2014/main" id="{EE7FBBD8-2FBC-54B1-D5EF-C5D5DBCB624B}"/>
                      </a:ext>
                    </a:extLst>
                  </p:cNvPr>
                  <p:cNvSpPr txBox="1"/>
                  <p:nvPr/>
                </p:nvSpPr>
                <p:spPr>
                  <a:xfrm>
                    <a:off x="6790366" y="2016813"/>
                    <a:ext cx="319500" cy="307777"/>
                  </a:xfrm>
                  <a:prstGeom prst="rect">
                    <a:avLst/>
                  </a:prstGeom>
                  <a:solidFill>
                    <a:schemeClr val="accent6">
                      <a:lumMod val="40000"/>
                      <a:lumOff val="60000"/>
                    </a:schemeClr>
                  </a:solidFill>
                  <a:ln>
                    <a:solidFill>
                      <a:schemeClr val="accent6">
                        <a:lumMod val="60000"/>
                        <a:lumOff val="40000"/>
                      </a:schemeClr>
                    </a:solidFill>
                  </a:ln>
                </p:spPr>
                <p:txBody>
                  <a:bodyPr wrap="square" rtlCol="0">
                    <a:spAutoFit/>
                  </a:bodyPr>
                  <a:lstStyle/>
                  <a:p>
                    <a:pPr/>
                    <a14:m>
                      <m:oMathPara xmlns:m="http://schemas.openxmlformats.org/officeDocument/2006/math">
                        <m:oMathParaPr>
                          <m:jc m:val="left"/>
                        </m:oMathParaPr>
                        <m:oMath xmlns:m="http://schemas.openxmlformats.org/officeDocument/2006/math">
                          <m:sSub>
                            <m:sSubPr>
                              <m:ctrlPr>
                                <a:rPr lang="en-US" altLang="zh-CN" sz="1400" i="1" smtClean="0">
                                  <a:latin typeface="Cambria Math" panose="02040503050406030204" pitchFamily="18" charset="0"/>
                                </a:rPr>
                              </m:ctrlPr>
                            </m:sSubPr>
                            <m:e>
                              <m:r>
                                <m:rPr>
                                  <m:sty m:val="p"/>
                                </m:rPr>
                                <a:rPr lang="en-US" altLang="zh-CN" sz="1400" b="0" i="0" smtClean="0">
                                  <a:latin typeface="Cambria Math" panose="02040503050406030204" pitchFamily="18" charset="0"/>
                                </a:rPr>
                                <m:t>T</m:t>
                              </m:r>
                            </m:e>
                            <m:sub>
                              <m:r>
                                <m:rPr>
                                  <m:sty m:val="p"/>
                                </m:rPr>
                                <a:rPr lang="en-US" altLang="zh-CN" sz="1400" b="0" i="0" smtClean="0">
                                  <a:latin typeface="Cambria Math" panose="02040503050406030204" pitchFamily="18" charset="0"/>
                                </a:rPr>
                                <m:t>N</m:t>
                              </m:r>
                            </m:sub>
                          </m:sSub>
                        </m:oMath>
                      </m:oMathPara>
                    </a14:m>
                    <a:endParaRPr lang="zh-CN" altLang="en-US" sz="1000" dirty="0"/>
                  </a:p>
                </p:txBody>
              </p:sp>
            </mc:Choice>
            <mc:Fallback xmlns="">
              <p:sp>
                <p:nvSpPr>
                  <p:cNvPr id="93" name="文本框 92">
                    <a:extLst>
                      <a:ext uri="{FF2B5EF4-FFF2-40B4-BE49-F238E27FC236}">
                        <a16:creationId xmlns:a16="http://schemas.microsoft.com/office/drawing/2014/main" id="{9851A230-0348-48C6-AEFE-85756E8F5E41}"/>
                      </a:ext>
                    </a:extLst>
                  </p:cNvPr>
                  <p:cNvSpPr txBox="1">
                    <a:spLocks noRot="1" noChangeAspect="1" noMove="1" noResize="1" noEditPoints="1" noAdjustHandles="1" noChangeArrowheads="1" noChangeShapeType="1" noTextEdit="1"/>
                  </p:cNvSpPr>
                  <p:nvPr/>
                </p:nvSpPr>
                <p:spPr>
                  <a:xfrm>
                    <a:off x="6790366" y="2016813"/>
                    <a:ext cx="319500" cy="307777"/>
                  </a:xfrm>
                  <a:prstGeom prst="rect">
                    <a:avLst/>
                  </a:prstGeom>
                  <a:blipFill>
                    <a:blip r:embed="rId11"/>
                    <a:stretch>
                      <a:fillRect/>
                    </a:stretch>
                  </a:blipFill>
                  <a:ln>
                    <a:solidFill>
                      <a:schemeClr val="accent6">
                        <a:lumMod val="60000"/>
                        <a:lumOff val="40000"/>
                      </a:schemeClr>
                    </a:solidFill>
                  </a:ln>
                </p:spPr>
                <p:txBody>
                  <a:bodyPr/>
                  <a:lstStyle/>
                  <a:p>
                    <a:r>
                      <a:rPr lang="zh-CN" altLang="en-US">
                        <a:noFill/>
                      </a:rPr>
                      <a:t> </a:t>
                    </a:r>
                  </a:p>
                </p:txBody>
              </p:sp>
            </mc:Fallback>
          </mc:AlternateContent>
        </p:grpSp>
        <p:grpSp>
          <p:nvGrpSpPr>
            <p:cNvPr id="91" name="组合 8">
              <a:extLst>
                <a:ext uri="{FF2B5EF4-FFF2-40B4-BE49-F238E27FC236}">
                  <a16:creationId xmlns:a16="http://schemas.microsoft.com/office/drawing/2014/main" id="{394C36A8-6514-037D-CC05-18283B2D6790}"/>
                </a:ext>
              </a:extLst>
            </p:cNvPr>
            <p:cNvGrpSpPr/>
            <p:nvPr/>
          </p:nvGrpSpPr>
          <p:grpSpPr>
            <a:xfrm>
              <a:off x="9921912" y="3843196"/>
              <a:ext cx="1596662" cy="324000"/>
              <a:chOff x="7918947" y="1469051"/>
              <a:chExt cx="1596662" cy="324000"/>
            </a:xfrm>
          </p:grpSpPr>
          <mc:AlternateContent xmlns:mc="http://schemas.openxmlformats.org/markup-compatibility/2006" xmlns:a14="http://schemas.microsoft.com/office/drawing/2010/main">
            <mc:Choice Requires="a14">
              <p:sp>
                <p:nvSpPr>
                  <p:cNvPr id="92" name="文本框 63">
                    <a:extLst>
                      <a:ext uri="{FF2B5EF4-FFF2-40B4-BE49-F238E27FC236}">
                        <a16:creationId xmlns:a16="http://schemas.microsoft.com/office/drawing/2014/main" id="{88BCD43B-4848-0478-24E7-F78FA220B5E0}"/>
                      </a:ext>
                    </a:extLst>
                  </p:cNvPr>
                  <p:cNvSpPr txBox="1"/>
                  <p:nvPr/>
                </p:nvSpPr>
                <p:spPr>
                  <a:xfrm>
                    <a:off x="7918947" y="1469051"/>
                    <a:ext cx="319500" cy="324000"/>
                  </a:xfrm>
                  <a:prstGeom prst="rect">
                    <a:avLst/>
                  </a:prstGeom>
                  <a:solidFill>
                    <a:schemeClr val="accent1">
                      <a:lumMod val="20000"/>
                      <a:lumOff val="80000"/>
                    </a:schemeClr>
                  </a:solidFill>
                  <a:ln>
                    <a:solidFill>
                      <a:schemeClr val="tx1"/>
                    </a:solidFill>
                  </a:ln>
                </p:spPr>
                <p:txBody>
                  <a:bodyPr wrap="square" rtlCol="0">
                    <a:spAutoFit/>
                  </a:bodyPr>
                  <a:lstStyle/>
                  <a:p>
                    <a:pPr/>
                    <a14:m>
                      <m:oMathPara xmlns:m="http://schemas.openxmlformats.org/officeDocument/2006/math">
                        <m:oMathParaPr>
                          <m:jc m:val="left"/>
                        </m:oMathParaPr>
                        <m:oMath xmlns:m="http://schemas.openxmlformats.org/officeDocument/2006/math">
                          <m:sSub>
                            <m:sSubPr>
                              <m:ctrlPr>
                                <a:rPr lang="en-US" altLang="zh-CN" sz="900" i="1" smtClean="0">
                                  <a:latin typeface="Cambria Math" panose="02040503050406030204" pitchFamily="18" charset="0"/>
                                </a:rPr>
                              </m:ctrlPr>
                            </m:sSubPr>
                            <m:e>
                              <m:r>
                                <m:rPr>
                                  <m:sty m:val="p"/>
                                </m:rPr>
                                <a:rPr lang="en-US" altLang="zh-CN" sz="900" i="1">
                                  <a:latin typeface="Cambria Math" panose="02040503050406030204" pitchFamily="18" charset="0"/>
                                </a:rPr>
                                <m:t>I</m:t>
                              </m:r>
                            </m:e>
                            <m:sub>
                              <m:r>
                                <a:rPr lang="en-US" altLang="zh-CN" sz="900" b="0" i="1" smtClean="0">
                                  <a:latin typeface="Cambria Math" panose="02040503050406030204" pitchFamily="18" charset="0"/>
                                </a:rPr>
                                <m:t>1</m:t>
                              </m:r>
                            </m:sub>
                          </m:sSub>
                          <m:sSub>
                            <m:sSubPr>
                              <m:ctrlPr>
                                <a:rPr lang="en-US" altLang="zh-CN" sz="900" i="1">
                                  <a:latin typeface="Cambria Math" panose="02040503050406030204" pitchFamily="18" charset="0"/>
                                </a:rPr>
                              </m:ctrlPr>
                            </m:sSubPr>
                            <m:e>
                              <m:r>
                                <m:rPr>
                                  <m:sty m:val="p"/>
                                </m:rPr>
                                <a:rPr lang="en-US" altLang="zh-CN" sz="900">
                                  <a:latin typeface="Cambria Math" panose="02040503050406030204" pitchFamily="18" charset="0"/>
                                </a:rPr>
                                <m:t>T</m:t>
                              </m:r>
                            </m:e>
                            <m:sub>
                              <m:r>
                                <a:rPr lang="en-US" altLang="zh-CN" sz="900">
                                  <a:latin typeface="Cambria Math" panose="02040503050406030204" pitchFamily="18" charset="0"/>
                                </a:rPr>
                                <m:t>1</m:t>
                              </m:r>
                            </m:sub>
                          </m:sSub>
                        </m:oMath>
                      </m:oMathPara>
                    </a14:m>
                    <a:endParaRPr lang="zh-CN" altLang="en-US" sz="900" dirty="0"/>
                  </a:p>
                </p:txBody>
              </p:sp>
            </mc:Choice>
            <mc:Fallback xmlns="">
              <p:sp>
                <p:nvSpPr>
                  <p:cNvPr id="64" name="文本框 63">
                    <a:extLst>
                      <a:ext uri="{FF2B5EF4-FFF2-40B4-BE49-F238E27FC236}">
                        <a16:creationId xmlns:a16="http://schemas.microsoft.com/office/drawing/2014/main" id="{DBDCEBF2-B29E-499B-9C7A-4D4435E9BE0E}"/>
                      </a:ext>
                    </a:extLst>
                  </p:cNvPr>
                  <p:cNvSpPr txBox="1">
                    <a:spLocks noRot="1" noChangeAspect="1" noMove="1" noResize="1" noEditPoints="1" noAdjustHandles="1" noChangeArrowheads="1" noChangeShapeType="1" noTextEdit="1"/>
                  </p:cNvSpPr>
                  <p:nvPr/>
                </p:nvSpPr>
                <p:spPr>
                  <a:xfrm>
                    <a:off x="7918947" y="1469051"/>
                    <a:ext cx="319500" cy="324000"/>
                  </a:xfrm>
                  <a:prstGeom prst="rect">
                    <a:avLst/>
                  </a:prstGeom>
                  <a:blipFill>
                    <a:blip r:embed="rId23"/>
                    <a:stretch>
                      <a:fillRect/>
                    </a:stretch>
                  </a:blipFill>
                  <a:ln>
                    <a:solidFill>
                      <a:schemeClr val="tx1"/>
                    </a:solidFill>
                  </a:ln>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93" name="文本框 64">
                    <a:extLst>
                      <a:ext uri="{FF2B5EF4-FFF2-40B4-BE49-F238E27FC236}">
                        <a16:creationId xmlns:a16="http://schemas.microsoft.com/office/drawing/2014/main" id="{2C19674D-91E3-8A22-C636-2F405D11AA62}"/>
                      </a:ext>
                    </a:extLst>
                  </p:cNvPr>
                  <p:cNvSpPr txBox="1"/>
                  <p:nvPr/>
                </p:nvSpPr>
                <p:spPr>
                  <a:xfrm>
                    <a:off x="8238447" y="1469051"/>
                    <a:ext cx="319500" cy="324000"/>
                  </a:xfrm>
                  <a:prstGeom prst="rect">
                    <a:avLst/>
                  </a:prstGeom>
                  <a:solidFill>
                    <a:schemeClr val="bg1"/>
                  </a:solidFill>
                  <a:ln>
                    <a:solidFill>
                      <a:schemeClr val="tx1"/>
                    </a:solidFill>
                  </a:ln>
                </p:spPr>
                <p:txBody>
                  <a:bodyPr wrap="square" rtlCol="0">
                    <a:spAutoFit/>
                  </a:bodyPr>
                  <a:lstStyle/>
                  <a:p>
                    <a:pPr/>
                    <a14:m>
                      <m:oMathPara xmlns:m="http://schemas.openxmlformats.org/officeDocument/2006/math">
                        <m:oMathParaPr>
                          <m:jc m:val="left"/>
                        </m:oMathParaPr>
                        <m:oMath xmlns:m="http://schemas.openxmlformats.org/officeDocument/2006/math">
                          <m:sSub>
                            <m:sSubPr>
                              <m:ctrlPr>
                                <a:rPr lang="en-US" altLang="zh-CN" sz="900" i="1" smtClean="0">
                                  <a:latin typeface="Cambria Math" panose="02040503050406030204" pitchFamily="18" charset="0"/>
                                </a:rPr>
                              </m:ctrlPr>
                            </m:sSubPr>
                            <m:e>
                              <m:r>
                                <m:rPr>
                                  <m:sty m:val="p"/>
                                </m:rPr>
                                <a:rPr lang="en-US" altLang="zh-CN" sz="900" i="1">
                                  <a:latin typeface="Cambria Math" panose="02040503050406030204" pitchFamily="18" charset="0"/>
                                </a:rPr>
                                <m:t>I</m:t>
                              </m:r>
                            </m:e>
                            <m:sub>
                              <m:r>
                                <a:rPr lang="en-US" altLang="zh-CN" sz="900" b="0" i="1" smtClean="0">
                                  <a:latin typeface="Cambria Math" panose="02040503050406030204" pitchFamily="18" charset="0"/>
                                </a:rPr>
                                <m:t>1</m:t>
                              </m:r>
                            </m:sub>
                          </m:sSub>
                          <m:sSub>
                            <m:sSubPr>
                              <m:ctrlPr>
                                <a:rPr lang="en-US" altLang="zh-CN" sz="900" i="1">
                                  <a:latin typeface="Cambria Math" panose="02040503050406030204" pitchFamily="18" charset="0"/>
                                </a:rPr>
                              </m:ctrlPr>
                            </m:sSubPr>
                            <m:e>
                              <m:r>
                                <m:rPr>
                                  <m:sty m:val="p"/>
                                </m:rPr>
                                <a:rPr lang="en-US" altLang="zh-CN" sz="900">
                                  <a:latin typeface="Cambria Math" panose="02040503050406030204" pitchFamily="18" charset="0"/>
                                </a:rPr>
                                <m:t>T</m:t>
                              </m:r>
                            </m:e>
                            <m:sub>
                              <m:r>
                                <a:rPr lang="en-US" altLang="zh-CN" sz="900">
                                  <a:latin typeface="Cambria Math" panose="02040503050406030204" pitchFamily="18" charset="0"/>
                                </a:rPr>
                                <m:t>1</m:t>
                              </m:r>
                            </m:sub>
                          </m:sSub>
                        </m:oMath>
                      </m:oMathPara>
                    </a14:m>
                    <a:endParaRPr lang="zh-CN" altLang="en-US" sz="900" dirty="0"/>
                  </a:p>
                </p:txBody>
              </p:sp>
            </mc:Choice>
            <mc:Fallback xmlns="">
              <p:sp>
                <p:nvSpPr>
                  <p:cNvPr id="65" name="文本框 64">
                    <a:extLst>
                      <a:ext uri="{FF2B5EF4-FFF2-40B4-BE49-F238E27FC236}">
                        <a16:creationId xmlns:a16="http://schemas.microsoft.com/office/drawing/2014/main" id="{BDA8C3DA-7301-4F4E-A690-111DEF54B448}"/>
                      </a:ext>
                    </a:extLst>
                  </p:cNvPr>
                  <p:cNvSpPr txBox="1">
                    <a:spLocks noRot="1" noChangeAspect="1" noMove="1" noResize="1" noEditPoints="1" noAdjustHandles="1" noChangeArrowheads="1" noChangeShapeType="1" noTextEdit="1"/>
                  </p:cNvSpPr>
                  <p:nvPr/>
                </p:nvSpPr>
                <p:spPr>
                  <a:xfrm>
                    <a:off x="8238447" y="1469051"/>
                    <a:ext cx="319500" cy="324000"/>
                  </a:xfrm>
                  <a:prstGeom prst="rect">
                    <a:avLst/>
                  </a:prstGeom>
                  <a:blipFill>
                    <a:blip r:embed="rId24"/>
                    <a:stretch>
                      <a:fillRect/>
                    </a:stretch>
                  </a:blipFill>
                  <a:ln>
                    <a:solidFill>
                      <a:schemeClr val="tx1"/>
                    </a:solidFill>
                  </a:ln>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94" name="文本框 65">
                    <a:extLst>
                      <a:ext uri="{FF2B5EF4-FFF2-40B4-BE49-F238E27FC236}">
                        <a16:creationId xmlns:a16="http://schemas.microsoft.com/office/drawing/2014/main" id="{ADFC7980-1FE1-0C1E-1C38-9A6C1986E4F9}"/>
                      </a:ext>
                    </a:extLst>
                  </p:cNvPr>
                  <p:cNvSpPr txBox="1"/>
                  <p:nvPr/>
                </p:nvSpPr>
                <p:spPr>
                  <a:xfrm>
                    <a:off x="8557947" y="1469051"/>
                    <a:ext cx="319500" cy="324000"/>
                  </a:xfrm>
                  <a:prstGeom prst="rect">
                    <a:avLst/>
                  </a:prstGeom>
                  <a:solidFill>
                    <a:schemeClr val="bg1"/>
                  </a:solidFill>
                  <a:ln>
                    <a:solidFill>
                      <a:schemeClr val="tx1"/>
                    </a:solidFill>
                  </a:ln>
                </p:spPr>
                <p:txBody>
                  <a:bodyPr wrap="square" rtlCol="0">
                    <a:spAutoFit/>
                  </a:bodyPr>
                  <a:lstStyle/>
                  <a:p>
                    <a:pPr/>
                    <a14:m>
                      <m:oMathPara xmlns:m="http://schemas.openxmlformats.org/officeDocument/2006/math">
                        <m:oMathParaPr>
                          <m:jc m:val="left"/>
                        </m:oMathParaPr>
                        <m:oMath xmlns:m="http://schemas.openxmlformats.org/officeDocument/2006/math">
                          <m:sSub>
                            <m:sSubPr>
                              <m:ctrlPr>
                                <a:rPr lang="en-US" altLang="zh-CN" sz="900" i="1" smtClean="0">
                                  <a:latin typeface="Cambria Math" panose="02040503050406030204" pitchFamily="18" charset="0"/>
                                </a:rPr>
                              </m:ctrlPr>
                            </m:sSubPr>
                            <m:e>
                              <m:r>
                                <m:rPr>
                                  <m:sty m:val="p"/>
                                </m:rPr>
                                <a:rPr lang="en-US" altLang="zh-CN" sz="900" i="1">
                                  <a:latin typeface="Cambria Math" panose="02040503050406030204" pitchFamily="18" charset="0"/>
                                </a:rPr>
                                <m:t>I</m:t>
                              </m:r>
                            </m:e>
                            <m:sub>
                              <m:r>
                                <a:rPr lang="en-US" altLang="zh-CN" sz="900" b="0" i="1" smtClean="0">
                                  <a:latin typeface="Cambria Math" panose="02040503050406030204" pitchFamily="18" charset="0"/>
                                </a:rPr>
                                <m:t>1</m:t>
                              </m:r>
                            </m:sub>
                          </m:sSub>
                          <m:sSub>
                            <m:sSubPr>
                              <m:ctrlPr>
                                <a:rPr lang="en-US" altLang="zh-CN" sz="900" i="1">
                                  <a:latin typeface="Cambria Math" panose="02040503050406030204" pitchFamily="18" charset="0"/>
                                </a:rPr>
                              </m:ctrlPr>
                            </m:sSubPr>
                            <m:e>
                              <m:r>
                                <m:rPr>
                                  <m:sty m:val="p"/>
                                </m:rPr>
                                <a:rPr lang="en-US" altLang="zh-CN" sz="900">
                                  <a:latin typeface="Cambria Math" panose="02040503050406030204" pitchFamily="18" charset="0"/>
                                </a:rPr>
                                <m:t>T</m:t>
                              </m:r>
                            </m:e>
                            <m:sub>
                              <m:r>
                                <a:rPr lang="en-US" altLang="zh-CN" sz="900">
                                  <a:latin typeface="Cambria Math" panose="02040503050406030204" pitchFamily="18" charset="0"/>
                                </a:rPr>
                                <m:t>1</m:t>
                              </m:r>
                            </m:sub>
                          </m:sSub>
                        </m:oMath>
                      </m:oMathPara>
                    </a14:m>
                    <a:endParaRPr lang="zh-CN" altLang="en-US" sz="900" dirty="0"/>
                  </a:p>
                </p:txBody>
              </p:sp>
            </mc:Choice>
            <mc:Fallback xmlns="">
              <p:sp>
                <p:nvSpPr>
                  <p:cNvPr id="66" name="文本框 65">
                    <a:extLst>
                      <a:ext uri="{FF2B5EF4-FFF2-40B4-BE49-F238E27FC236}">
                        <a16:creationId xmlns:a16="http://schemas.microsoft.com/office/drawing/2014/main" id="{33C21358-A137-4E24-ADE4-10C6E2299D7F}"/>
                      </a:ext>
                    </a:extLst>
                  </p:cNvPr>
                  <p:cNvSpPr txBox="1">
                    <a:spLocks noRot="1" noChangeAspect="1" noMove="1" noResize="1" noEditPoints="1" noAdjustHandles="1" noChangeArrowheads="1" noChangeShapeType="1" noTextEdit="1"/>
                  </p:cNvSpPr>
                  <p:nvPr/>
                </p:nvSpPr>
                <p:spPr>
                  <a:xfrm>
                    <a:off x="8557947" y="1469051"/>
                    <a:ext cx="319500" cy="324000"/>
                  </a:xfrm>
                  <a:prstGeom prst="rect">
                    <a:avLst/>
                  </a:prstGeom>
                  <a:blipFill>
                    <a:blip r:embed="rId25"/>
                    <a:stretch>
                      <a:fillRect/>
                    </a:stretch>
                  </a:blipFill>
                  <a:ln>
                    <a:solidFill>
                      <a:schemeClr val="tx1"/>
                    </a:solidFill>
                  </a:ln>
                </p:spPr>
                <p:txBody>
                  <a:bodyPr/>
                  <a:lstStyle/>
                  <a:p>
                    <a:r>
                      <a:rPr lang="zh-CN" altLang="en-US">
                        <a:noFill/>
                      </a:rPr>
                      <a:t> </a:t>
                    </a:r>
                  </a:p>
                </p:txBody>
              </p:sp>
            </mc:Fallback>
          </mc:AlternateContent>
          <p:sp>
            <p:nvSpPr>
              <p:cNvPr id="95" name="文本框 66">
                <a:extLst>
                  <a:ext uri="{FF2B5EF4-FFF2-40B4-BE49-F238E27FC236}">
                    <a16:creationId xmlns:a16="http://schemas.microsoft.com/office/drawing/2014/main" id="{09C28C53-4160-9792-BBBB-F9A13C773F03}"/>
                  </a:ext>
                </a:extLst>
              </p:cNvPr>
              <p:cNvSpPr txBox="1"/>
              <p:nvPr/>
            </p:nvSpPr>
            <p:spPr>
              <a:xfrm>
                <a:off x="8877447" y="1469051"/>
                <a:ext cx="319500" cy="307777"/>
              </a:xfrm>
              <a:prstGeom prst="rect">
                <a:avLst/>
              </a:prstGeom>
              <a:solidFill>
                <a:schemeClr val="bg1"/>
              </a:solidFill>
              <a:ln>
                <a:solidFill>
                  <a:schemeClr val="tx1"/>
                </a:solidFill>
              </a:ln>
            </p:spPr>
            <p:txBody>
              <a:bodyPr wrap="square" rtlCol="0">
                <a:spAutoFit/>
              </a:bodyPr>
              <a:lstStyle/>
              <a:p>
                <a:r>
                  <a:rPr lang="en-US" altLang="zh-CN" sz="1400" dirty="0"/>
                  <a:t>…</a:t>
                </a:r>
                <a:endParaRPr lang="zh-CN" altLang="en-US" sz="1400" dirty="0"/>
              </a:p>
            </p:txBody>
          </p:sp>
          <mc:AlternateContent xmlns:mc="http://schemas.openxmlformats.org/markup-compatibility/2006" xmlns:a14="http://schemas.microsoft.com/office/drawing/2010/main">
            <mc:Choice Requires="a14">
              <p:sp>
                <p:nvSpPr>
                  <p:cNvPr id="96" name="文本框 67">
                    <a:extLst>
                      <a:ext uri="{FF2B5EF4-FFF2-40B4-BE49-F238E27FC236}">
                        <a16:creationId xmlns:a16="http://schemas.microsoft.com/office/drawing/2014/main" id="{95D9A08C-950E-213B-C8A5-E2F04412D32F}"/>
                      </a:ext>
                    </a:extLst>
                  </p:cNvPr>
                  <p:cNvSpPr txBox="1"/>
                  <p:nvPr/>
                </p:nvSpPr>
                <p:spPr>
                  <a:xfrm>
                    <a:off x="9196109" y="1469051"/>
                    <a:ext cx="319500" cy="324000"/>
                  </a:xfrm>
                  <a:prstGeom prst="rect">
                    <a:avLst/>
                  </a:prstGeom>
                  <a:solidFill>
                    <a:schemeClr val="bg1"/>
                  </a:solidFill>
                  <a:ln>
                    <a:solidFill>
                      <a:schemeClr val="tx1"/>
                    </a:solidFill>
                  </a:ln>
                </p:spPr>
                <p:txBody>
                  <a:bodyPr wrap="square" rtlCol="0">
                    <a:spAutoFit/>
                  </a:bodyPr>
                  <a:lstStyle/>
                  <a:p>
                    <a:pPr/>
                    <a14:m>
                      <m:oMathPara xmlns:m="http://schemas.openxmlformats.org/officeDocument/2006/math">
                        <m:oMathParaPr>
                          <m:jc m:val="left"/>
                        </m:oMathParaPr>
                        <m:oMath xmlns:m="http://schemas.openxmlformats.org/officeDocument/2006/math">
                          <m:sSub>
                            <m:sSubPr>
                              <m:ctrlPr>
                                <a:rPr lang="en-US" altLang="zh-CN" sz="900" i="1" smtClean="0">
                                  <a:latin typeface="Cambria Math" panose="02040503050406030204" pitchFamily="18" charset="0"/>
                                </a:rPr>
                              </m:ctrlPr>
                            </m:sSubPr>
                            <m:e>
                              <m:r>
                                <m:rPr>
                                  <m:sty m:val="p"/>
                                </m:rPr>
                                <a:rPr lang="en-US" altLang="zh-CN" sz="900" i="1">
                                  <a:latin typeface="Cambria Math" panose="02040503050406030204" pitchFamily="18" charset="0"/>
                                </a:rPr>
                                <m:t>I</m:t>
                              </m:r>
                            </m:e>
                            <m:sub>
                              <m:r>
                                <a:rPr lang="en-US" altLang="zh-CN" sz="900" b="0" i="1" smtClean="0">
                                  <a:latin typeface="Cambria Math" panose="02040503050406030204" pitchFamily="18" charset="0"/>
                                </a:rPr>
                                <m:t>1</m:t>
                              </m:r>
                            </m:sub>
                          </m:sSub>
                          <m:sSub>
                            <m:sSubPr>
                              <m:ctrlPr>
                                <a:rPr lang="en-US" altLang="zh-CN" sz="900" i="1">
                                  <a:latin typeface="Cambria Math" panose="02040503050406030204" pitchFamily="18" charset="0"/>
                                </a:rPr>
                              </m:ctrlPr>
                            </m:sSubPr>
                            <m:e>
                              <m:r>
                                <m:rPr>
                                  <m:sty m:val="p"/>
                                </m:rPr>
                                <a:rPr lang="en-US" altLang="zh-CN" sz="900">
                                  <a:latin typeface="Cambria Math" panose="02040503050406030204" pitchFamily="18" charset="0"/>
                                </a:rPr>
                                <m:t>T</m:t>
                              </m:r>
                            </m:e>
                            <m:sub>
                              <m:r>
                                <a:rPr lang="en-US" altLang="zh-CN" sz="900">
                                  <a:latin typeface="Cambria Math" panose="02040503050406030204" pitchFamily="18" charset="0"/>
                                </a:rPr>
                                <m:t>1</m:t>
                              </m:r>
                            </m:sub>
                          </m:sSub>
                        </m:oMath>
                      </m:oMathPara>
                    </a14:m>
                    <a:endParaRPr lang="zh-CN" altLang="en-US" sz="900" dirty="0"/>
                  </a:p>
                </p:txBody>
              </p:sp>
            </mc:Choice>
            <mc:Fallback xmlns="">
              <p:sp>
                <p:nvSpPr>
                  <p:cNvPr id="68" name="文本框 67">
                    <a:extLst>
                      <a:ext uri="{FF2B5EF4-FFF2-40B4-BE49-F238E27FC236}">
                        <a16:creationId xmlns:a16="http://schemas.microsoft.com/office/drawing/2014/main" id="{BBD975ED-93AB-477F-BDB6-B631AA753FD0}"/>
                      </a:ext>
                    </a:extLst>
                  </p:cNvPr>
                  <p:cNvSpPr txBox="1">
                    <a:spLocks noRot="1" noChangeAspect="1" noMove="1" noResize="1" noEditPoints="1" noAdjustHandles="1" noChangeArrowheads="1" noChangeShapeType="1" noTextEdit="1"/>
                  </p:cNvSpPr>
                  <p:nvPr/>
                </p:nvSpPr>
                <p:spPr>
                  <a:xfrm>
                    <a:off x="9196109" y="1469051"/>
                    <a:ext cx="319500" cy="324000"/>
                  </a:xfrm>
                  <a:prstGeom prst="rect">
                    <a:avLst/>
                  </a:prstGeom>
                  <a:blipFill>
                    <a:blip r:embed="rId24"/>
                    <a:stretch>
                      <a:fillRect/>
                    </a:stretch>
                  </a:blipFill>
                  <a:ln>
                    <a:solidFill>
                      <a:schemeClr val="tx1"/>
                    </a:solidFill>
                  </a:ln>
                </p:spPr>
                <p:txBody>
                  <a:bodyPr/>
                  <a:lstStyle/>
                  <a:p>
                    <a:r>
                      <a:rPr lang="zh-CN" altLang="en-US">
                        <a:noFill/>
                      </a:rPr>
                      <a:t> </a:t>
                    </a:r>
                  </a:p>
                </p:txBody>
              </p:sp>
            </mc:Fallback>
          </mc:AlternateContent>
        </p:grpSp>
        <p:grpSp>
          <p:nvGrpSpPr>
            <p:cNvPr id="97" name="组合 69">
              <a:extLst>
                <a:ext uri="{FF2B5EF4-FFF2-40B4-BE49-F238E27FC236}">
                  <a16:creationId xmlns:a16="http://schemas.microsoft.com/office/drawing/2014/main" id="{AB430092-0E09-B4FD-59F5-AB009D8F6486}"/>
                </a:ext>
              </a:extLst>
            </p:cNvPr>
            <p:cNvGrpSpPr/>
            <p:nvPr/>
          </p:nvGrpSpPr>
          <p:grpSpPr>
            <a:xfrm>
              <a:off x="9921912" y="4150972"/>
              <a:ext cx="1596662" cy="324000"/>
              <a:chOff x="7918947" y="1469051"/>
              <a:chExt cx="1596662" cy="324000"/>
            </a:xfrm>
          </p:grpSpPr>
          <mc:AlternateContent xmlns:mc="http://schemas.openxmlformats.org/markup-compatibility/2006" xmlns:a14="http://schemas.microsoft.com/office/drawing/2010/main">
            <mc:Choice Requires="a14">
              <p:sp>
                <p:nvSpPr>
                  <p:cNvPr id="98" name="文本框 78">
                    <a:extLst>
                      <a:ext uri="{FF2B5EF4-FFF2-40B4-BE49-F238E27FC236}">
                        <a16:creationId xmlns:a16="http://schemas.microsoft.com/office/drawing/2014/main" id="{C8BE6295-586A-C58C-3DA9-0B73C70613D3}"/>
                      </a:ext>
                    </a:extLst>
                  </p:cNvPr>
                  <p:cNvSpPr txBox="1"/>
                  <p:nvPr/>
                </p:nvSpPr>
                <p:spPr>
                  <a:xfrm>
                    <a:off x="7918947" y="1469051"/>
                    <a:ext cx="319500" cy="324000"/>
                  </a:xfrm>
                  <a:prstGeom prst="rect">
                    <a:avLst/>
                  </a:prstGeom>
                  <a:solidFill>
                    <a:schemeClr val="bg1"/>
                  </a:solidFill>
                  <a:ln>
                    <a:solidFill>
                      <a:schemeClr val="tx1"/>
                    </a:solidFill>
                  </a:ln>
                </p:spPr>
                <p:txBody>
                  <a:bodyPr wrap="square" rtlCol="0">
                    <a:spAutoFit/>
                  </a:bodyPr>
                  <a:lstStyle/>
                  <a:p>
                    <a:pPr/>
                    <a14:m>
                      <m:oMathPara xmlns:m="http://schemas.openxmlformats.org/officeDocument/2006/math">
                        <m:oMathParaPr>
                          <m:jc m:val="left"/>
                        </m:oMathParaPr>
                        <m:oMath xmlns:m="http://schemas.openxmlformats.org/officeDocument/2006/math">
                          <m:sSub>
                            <m:sSubPr>
                              <m:ctrlPr>
                                <a:rPr lang="en-US" altLang="zh-CN" sz="900" i="1" smtClean="0">
                                  <a:latin typeface="Cambria Math" panose="02040503050406030204" pitchFamily="18" charset="0"/>
                                </a:rPr>
                              </m:ctrlPr>
                            </m:sSubPr>
                            <m:e>
                              <m:r>
                                <m:rPr>
                                  <m:sty m:val="p"/>
                                </m:rPr>
                                <a:rPr lang="en-US" altLang="zh-CN" sz="900" i="1">
                                  <a:latin typeface="Cambria Math" panose="02040503050406030204" pitchFamily="18" charset="0"/>
                                </a:rPr>
                                <m:t>I</m:t>
                              </m:r>
                            </m:e>
                            <m:sub>
                              <m:r>
                                <a:rPr lang="en-US" altLang="zh-CN" sz="900" b="0" i="1" smtClean="0">
                                  <a:latin typeface="Cambria Math" panose="02040503050406030204" pitchFamily="18" charset="0"/>
                                </a:rPr>
                                <m:t>1</m:t>
                              </m:r>
                            </m:sub>
                          </m:sSub>
                          <m:sSub>
                            <m:sSubPr>
                              <m:ctrlPr>
                                <a:rPr lang="en-US" altLang="zh-CN" sz="900" i="1">
                                  <a:latin typeface="Cambria Math" panose="02040503050406030204" pitchFamily="18" charset="0"/>
                                </a:rPr>
                              </m:ctrlPr>
                            </m:sSubPr>
                            <m:e>
                              <m:r>
                                <m:rPr>
                                  <m:sty m:val="p"/>
                                </m:rPr>
                                <a:rPr lang="en-US" altLang="zh-CN" sz="900">
                                  <a:latin typeface="Cambria Math" panose="02040503050406030204" pitchFamily="18" charset="0"/>
                                </a:rPr>
                                <m:t>T</m:t>
                              </m:r>
                            </m:e>
                            <m:sub>
                              <m:r>
                                <a:rPr lang="en-US" altLang="zh-CN" sz="900">
                                  <a:latin typeface="Cambria Math" panose="02040503050406030204" pitchFamily="18" charset="0"/>
                                </a:rPr>
                                <m:t>1</m:t>
                              </m:r>
                            </m:sub>
                          </m:sSub>
                        </m:oMath>
                      </m:oMathPara>
                    </a14:m>
                    <a:endParaRPr lang="zh-CN" altLang="en-US" sz="900" dirty="0"/>
                  </a:p>
                </p:txBody>
              </p:sp>
            </mc:Choice>
            <mc:Fallback xmlns="">
              <p:sp>
                <p:nvSpPr>
                  <p:cNvPr id="79" name="文本框 78">
                    <a:extLst>
                      <a:ext uri="{FF2B5EF4-FFF2-40B4-BE49-F238E27FC236}">
                        <a16:creationId xmlns:a16="http://schemas.microsoft.com/office/drawing/2014/main" id="{4A1DE8CF-0B86-4330-80CC-9A6D3BAD33CF}"/>
                      </a:ext>
                    </a:extLst>
                  </p:cNvPr>
                  <p:cNvSpPr txBox="1">
                    <a:spLocks noRot="1" noChangeAspect="1" noMove="1" noResize="1" noEditPoints="1" noAdjustHandles="1" noChangeArrowheads="1" noChangeShapeType="1" noTextEdit="1"/>
                  </p:cNvSpPr>
                  <p:nvPr/>
                </p:nvSpPr>
                <p:spPr>
                  <a:xfrm>
                    <a:off x="7918947" y="1469051"/>
                    <a:ext cx="319500" cy="324000"/>
                  </a:xfrm>
                  <a:prstGeom prst="rect">
                    <a:avLst/>
                  </a:prstGeom>
                  <a:blipFill>
                    <a:blip r:embed="rId26"/>
                    <a:stretch>
                      <a:fillRect/>
                    </a:stretch>
                  </a:blipFill>
                  <a:ln>
                    <a:solidFill>
                      <a:schemeClr val="tx1"/>
                    </a:solidFill>
                  </a:ln>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99" name="文本框 79">
                    <a:extLst>
                      <a:ext uri="{FF2B5EF4-FFF2-40B4-BE49-F238E27FC236}">
                        <a16:creationId xmlns:a16="http://schemas.microsoft.com/office/drawing/2014/main" id="{AECA96D3-F161-7B87-3649-57C80986C9D8}"/>
                      </a:ext>
                    </a:extLst>
                  </p:cNvPr>
                  <p:cNvSpPr txBox="1"/>
                  <p:nvPr/>
                </p:nvSpPr>
                <p:spPr>
                  <a:xfrm>
                    <a:off x="8238447" y="1469051"/>
                    <a:ext cx="319500" cy="324000"/>
                  </a:xfrm>
                  <a:prstGeom prst="rect">
                    <a:avLst/>
                  </a:prstGeom>
                  <a:solidFill>
                    <a:schemeClr val="accent1">
                      <a:lumMod val="20000"/>
                      <a:lumOff val="80000"/>
                    </a:schemeClr>
                  </a:solidFill>
                  <a:ln>
                    <a:solidFill>
                      <a:schemeClr val="tx1"/>
                    </a:solidFill>
                  </a:ln>
                </p:spPr>
                <p:txBody>
                  <a:bodyPr wrap="square" rtlCol="0">
                    <a:spAutoFit/>
                  </a:bodyPr>
                  <a:lstStyle/>
                  <a:p>
                    <a:pPr/>
                    <a14:m>
                      <m:oMathPara xmlns:m="http://schemas.openxmlformats.org/officeDocument/2006/math">
                        <m:oMathParaPr>
                          <m:jc m:val="left"/>
                        </m:oMathParaPr>
                        <m:oMath xmlns:m="http://schemas.openxmlformats.org/officeDocument/2006/math">
                          <m:sSub>
                            <m:sSubPr>
                              <m:ctrlPr>
                                <a:rPr lang="en-US" altLang="zh-CN" sz="900" i="1" smtClean="0">
                                  <a:latin typeface="Cambria Math" panose="02040503050406030204" pitchFamily="18" charset="0"/>
                                </a:rPr>
                              </m:ctrlPr>
                            </m:sSubPr>
                            <m:e>
                              <m:r>
                                <m:rPr>
                                  <m:sty m:val="p"/>
                                </m:rPr>
                                <a:rPr lang="en-US" altLang="zh-CN" sz="900" i="1">
                                  <a:latin typeface="Cambria Math" panose="02040503050406030204" pitchFamily="18" charset="0"/>
                                </a:rPr>
                                <m:t>I</m:t>
                              </m:r>
                            </m:e>
                            <m:sub>
                              <m:r>
                                <a:rPr lang="en-US" altLang="zh-CN" sz="900" b="0" i="1" smtClean="0">
                                  <a:latin typeface="Cambria Math" panose="02040503050406030204" pitchFamily="18" charset="0"/>
                                </a:rPr>
                                <m:t>1</m:t>
                              </m:r>
                            </m:sub>
                          </m:sSub>
                          <m:sSub>
                            <m:sSubPr>
                              <m:ctrlPr>
                                <a:rPr lang="en-US" altLang="zh-CN" sz="900" i="1">
                                  <a:latin typeface="Cambria Math" panose="02040503050406030204" pitchFamily="18" charset="0"/>
                                </a:rPr>
                              </m:ctrlPr>
                            </m:sSubPr>
                            <m:e>
                              <m:r>
                                <m:rPr>
                                  <m:sty m:val="p"/>
                                </m:rPr>
                                <a:rPr lang="en-US" altLang="zh-CN" sz="900">
                                  <a:latin typeface="Cambria Math" panose="02040503050406030204" pitchFamily="18" charset="0"/>
                                </a:rPr>
                                <m:t>T</m:t>
                              </m:r>
                            </m:e>
                            <m:sub>
                              <m:r>
                                <a:rPr lang="en-US" altLang="zh-CN" sz="900">
                                  <a:latin typeface="Cambria Math" panose="02040503050406030204" pitchFamily="18" charset="0"/>
                                </a:rPr>
                                <m:t>1</m:t>
                              </m:r>
                            </m:sub>
                          </m:sSub>
                        </m:oMath>
                      </m:oMathPara>
                    </a14:m>
                    <a:endParaRPr lang="zh-CN" altLang="en-US" sz="900" dirty="0"/>
                  </a:p>
                </p:txBody>
              </p:sp>
            </mc:Choice>
            <mc:Fallback xmlns="">
              <p:sp>
                <p:nvSpPr>
                  <p:cNvPr id="80" name="文本框 79">
                    <a:extLst>
                      <a:ext uri="{FF2B5EF4-FFF2-40B4-BE49-F238E27FC236}">
                        <a16:creationId xmlns:a16="http://schemas.microsoft.com/office/drawing/2014/main" id="{8A59182C-084D-4B91-8CCB-F123D5E2401C}"/>
                      </a:ext>
                    </a:extLst>
                  </p:cNvPr>
                  <p:cNvSpPr txBox="1">
                    <a:spLocks noRot="1" noChangeAspect="1" noMove="1" noResize="1" noEditPoints="1" noAdjustHandles="1" noChangeArrowheads="1" noChangeShapeType="1" noTextEdit="1"/>
                  </p:cNvSpPr>
                  <p:nvPr/>
                </p:nvSpPr>
                <p:spPr>
                  <a:xfrm>
                    <a:off x="8238447" y="1469051"/>
                    <a:ext cx="319500" cy="324000"/>
                  </a:xfrm>
                  <a:prstGeom prst="rect">
                    <a:avLst/>
                  </a:prstGeom>
                  <a:blipFill>
                    <a:blip r:embed="rId27"/>
                    <a:stretch>
                      <a:fillRect/>
                    </a:stretch>
                  </a:blipFill>
                  <a:ln>
                    <a:solidFill>
                      <a:schemeClr val="tx1"/>
                    </a:solidFill>
                  </a:ln>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00" name="文本框 80">
                    <a:extLst>
                      <a:ext uri="{FF2B5EF4-FFF2-40B4-BE49-F238E27FC236}">
                        <a16:creationId xmlns:a16="http://schemas.microsoft.com/office/drawing/2014/main" id="{338CE10B-F0AE-1765-3135-445F24751F9D}"/>
                      </a:ext>
                    </a:extLst>
                  </p:cNvPr>
                  <p:cNvSpPr txBox="1"/>
                  <p:nvPr/>
                </p:nvSpPr>
                <p:spPr>
                  <a:xfrm>
                    <a:off x="8557947" y="1469051"/>
                    <a:ext cx="319500" cy="324000"/>
                  </a:xfrm>
                  <a:prstGeom prst="rect">
                    <a:avLst/>
                  </a:prstGeom>
                  <a:solidFill>
                    <a:schemeClr val="bg1"/>
                  </a:solidFill>
                  <a:ln>
                    <a:solidFill>
                      <a:schemeClr val="tx1"/>
                    </a:solidFill>
                  </a:ln>
                </p:spPr>
                <p:txBody>
                  <a:bodyPr wrap="square" rtlCol="0">
                    <a:spAutoFit/>
                  </a:bodyPr>
                  <a:lstStyle/>
                  <a:p>
                    <a:pPr/>
                    <a14:m>
                      <m:oMathPara xmlns:m="http://schemas.openxmlformats.org/officeDocument/2006/math">
                        <m:oMathParaPr>
                          <m:jc m:val="left"/>
                        </m:oMathParaPr>
                        <m:oMath xmlns:m="http://schemas.openxmlformats.org/officeDocument/2006/math">
                          <m:sSub>
                            <m:sSubPr>
                              <m:ctrlPr>
                                <a:rPr lang="en-US" altLang="zh-CN" sz="900" i="1" smtClean="0">
                                  <a:latin typeface="Cambria Math" panose="02040503050406030204" pitchFamily="18" charset="0"/>
                                </a:rPr>
                              </m:ctrlPr>
                            </m:sSubPr>
                            <m:e>
                              <m:r>
                                <m:rPr>
                                  <m:sty m:val="p"/>
                                </m:rPr>
                                <a:rPr lang="en-US" altLang="zh-CN" sz="900" i="1">
                                  <a:latin typeface="Cambria Math" panose="02040503050406030204" pitchFamily="18" charset="0"/>
                                </a:rPr>
                                <m:t>I</m:t>
                              </m:r>
                            </m:e>
                            <m:sub>
                              <m:r>
                                <a:rPr lang="en-US" altLang="zh-CN" sz="900" b="0" i="1" smtClean="0">
                                  <a:latin typeface="Cambria Math" panose="02040503050406030204" pitchFamily="18" charset="0"/>
                                </a:rPr>
                                <m:t>1</m:t>
                              </m:r>
                            </m:sub>
                          </m:sSub>
                          <m:sSub>
                            <m:sSubPr>
                              <m:ctrlPr>
                                <a:rPr lang="en-US" altLang="zh-CN" sz="900" i="1">
                                  <a:latin typeface="Cambria Math" panose="02040503050406030204" pitchFamily="18" charset="0"/>
                                </a:rPr>
                              </m:ctrlPr>
                            </m:sSubPr>
                            <m:e>
                              <m:r>
                                <m:rPr>
                                  <m:sty m:val="p"/>
                                </m:rPr>
                                <a:rPr lang="en-US" altLang="zh-CN" sz="900">
                                  <a:latin typeface="Cambria Math" panose="02040503050406030204" pitchFamily="18" charset="0"/>
                                </a:rPr>
                                <m:t>T</m:t>
                              </m:r>
                            </m:e>
                            <m:sub>
                              <m:r>
                                <a:rPr lang="en-US" altLang="zh-CN" sz="900">
                                  <a:latin typeface="Cambria Math" panose="02040503050406030204" pitchFamily="18" charset="0"/>
                                </a:rPr>
                                <m:t>1</m:t>
                              </m:r>
                            </m:sub>
                          </m:sSub>
                        </m:oMath>
                      </m:oMathPara>
                    </a14:m>
                    <a:endParaRPr lang="zh-CN" altLang="en-US" sz="900" dirty="0"/>
                  </a:p>
                </p:txBody>
              </p:sp>
            </mc:Choice>
            <mc:Fallback xmlns="">
              <p:sp>
                <p:nvSpPr>
                  <p:cNvPr id="81" name="文本框 80">
                    <a:extLst>
                      <a:ext uri="{FF2B5EF4-FFF2-40B4-BE49-F238E27FC236}">
                        <a16:creationId xmlns:a16="http://schemas.microsoft.com/office/drawing/2014/main" id="{F779C6DF-7455-48B2-9D24-C782F9CAD658}"/>
                      </a:ext>
                    </a:extLst>
                  </p:cNvPr>
                  <p:cNvSpPr txBox="1">
                    <a:spLocks noRot="1" noChangeAspect="1" noMove="1" noResize="1" noEditPoints="1" noAdjustHandles="1" noChangeArrowheads="1" noChangeShapeType="1" noTextEdit="1"/>
                  </p:cNvSpPr>
                  <p:nvPr/>
                </p:nvSpPr>
                <p:spPr>
                  <a:xfrm>
                    <a:off x="8557947" y="1469051"/>
                    <a:ext cx="319500" cy="324000"/>
                  </a:xfrm>
                  <a:prstGeom prst="rect">
                    <a:avLst/>
                  </a:prstGeom>
                  <a:blipFill>
                    <a:blip r:embed="rId26"/>
                    <a:stretch>
                      <a:fillRect/>
                    </a:stretch>
                  </a:blipFill>
                  <a:ln>
                    <a:solidFill>
                      <a:schemeClr val="tx1"/>
                    </a:solidFill>
                  </a:ln>
                </p:spPr>
                <p:txBody>
                  <a:bodyPr/>
                  <a:lstStyle/>
                  <a:p>
                    <a:r>
                      <a:rPr lang="zh-CN" altLang="en-US">
                        <a:noFill/>
                      </a:rPr>
                      <a:t> </a:t>
                    </a:r>
                  </a:p>
                </p:txBody>
              </p:sp>
            </mc:Fallback>
          </mc:AlternateContent>
          <p:sp>
            <p:nvSpPr>
              <p:cNvPr id="101" name="文本框 81">
                <a:extLst>
                  <a:ext uri="{FF2B5EF4-FFF2-40B4-BE49-F238E27FC236}">
                    <a16:creationId xmlns:a16="http://schemas.microsoft.com/office/drawing/2014/main" id="{04B34440-70B4-8BB9-A944-3792E2B8BE85}"/>
                  </a:ext>
                </a:extLst>
              </p:cNvPr>
              <p:cNvSpPr txBox="1"/>
              <p:nvPr/>
            </p:nvSpPr>
            <p:spPr>
              <a:xfrm>
                <a:off x="8877447" y="1469051"/>
                <a:ext cx="319500" cy="307777"/>
              </a:xfrm>
              <a:prstGeom prst="rect">
                <a:avLst/>
              </a:prstGeom>
              <a:solidFill>
                <a:schemeClr val="bg1"/>
              </a:solidFill>
              <a:ln>
                <a:solidFill>
                  <a:schemeClr val="tx1"/>
                </a:solidFill>
              </a:ln>
            </p:spPr>
            <p:txBody>
              <a:bodyPr wrap="square" rtlCol="0">
                <a:spAutoFit/>
              </a:bodyPr>
              <a:lstStyle/>
              <a:p>
                <a:r>
                  <a:rPr lang="en-US" altLang="zh-CN" sz="1400" dirty="0"/>
                  <a:t>…</a:t>
                </a:r>
                <a:endParaRPr lang="zh-CN" altLang="en-US" sz="1400" dirty="0"/>
              </a:p>
            </p:txBody>
          </p:sp>
          <mc:AlternateContent xmlns:mc="http://schemas.openxmlformats.org/markup-compatibility/2006" xmlns:a14="http://schemas.microsoft.com/office/drawing/2010/main">
            <mc:Choice Requires="a14">
              <p:sp>
                <p:nvSpPr>
                  <p:cNvPr id="102" name="文本框 83">
                    <a:extLst>
                      <a:ext uri="{FF2B5EF4-FFF2-40B4-BE49-F238E27FC236}">
                        <a16:creationId xmlns:a16="http://schemas.microsoft.com/office/drawing/2014/main" id="{B8AE7969-5315-984D-C9E5-4C8703AD6F7E}"/>
                      </a:ext>
                    </a:extLst>
                  </p:cNvPr>
                  <p:cNvSpPr txBox="1"/>
                  <p:nvPr/>
                </p:nvSpPr>
                <p:spPr>
                  <a:xfrm>
                    <a:off x="9196109" y="1469051"/>
                    <a:ext cx="319500" cy="324000"/>
                  </a:xfrm>
                  <a:prstGeom prst="rect">
                    <a:avLst/>
                  </a:prstGeom>
                  <a:solidFill>
                    <a:schemeClr val="bg1"/>
                  </a:solidFill>
                  <a:ln>
                    <a:solidFill>
                      <a:schemeClr val="tx1"/>
                    </a:solidFill>
                  </a:ln>
                </p:spPr>
                <p:txBody>
                  <a:bodyPr wrap="square" rtlCol="0">
                    <a:spAutoFit/>
                  </a:bodyPr>
                  <a:lstStyle/>
                  <a:p>
                    <a:pPr/>
                    <a14:m>
                      <m:oMathPara xmlns:m="http://schemas.openxmlformats.org/officeDocument/2006/math">
                        <m:oMathParaPr>
                          <m:jc m:val="left"/>
                        </m:oMathParaPr>
                        <m:oMath xmlns:m="http://schemas.openxmlformats.org/officeDocument/2006/math">
                          <m:sSub>
                            <m:sSubPr>
                              <m:ctrlPr>
                                <a:rPr lang="en-US" altLang="zh-CN" sz="900" i="1" smtClean="0">
                                  <a:latin typeface="Cambria Math" panose="02040503050406030204" pitchFamily="18" charset="0"/>
                                </a:rPr>
                              </m:ctrlPr>
                            </m:sSubPr>
                            <m:e>
                              <m:r>
                                <m:rPr>
                                  <m:sty m:val="p"/>
                                </m:rPr>
                                <a:rPr lang="en-US" altLang="zh-CN" sz="900" i="1">
                                  <a:latin typeface="Cambria Math" panose="02040503050406030204" pitchFamily="18" charset="0"/>
                                </a:rPr>
                                <m:t>I</m:t>
                              </m:r>
                            </m:e>
                            <m:sub>
                              <m:r>
                                <a:rPr lang="en-US" altLang="zh-CN" sz="900" b="0" i="1" smtClean="0">
                                  <a:latin typeface="Cambria Math" panose="02040503050406030204" pitchFamily="18" charset="0"/>
                                </a:rPr>
                                <m:t>1</m:t>
                              </m:r>
                            </m:sub>
                          </m:sSub>
                          <m:sSub>
                            <m:sSubPr>
                              <m:ctrlPr>
                                <a:rPr lang="en-US" altLang="zh-CN" sz="900" i="1">
                                  <a:latin typeface="Cambria Math" panose="02040503050406030204" pitchFamily="18" charset="0"/>
                                </a:rPr>
                              </m:ctrlPr>
                            </m:sSubPr>
                            <m:e>
                              <m:r>
                                <m:rPr>
                                  <m:sty m:val="p"/>
                                </m:rPr>
                                <a:rPr lang="en-US" altLang="zh-CN" sz="900">
                                  <a:latin typeface="Cambria Math" panose="02040503050406030204" pitchFamily="18" charset="0"/>
                                </a:rPr>
                                <m:t>T</m:t>
                              </m:r>
                            </m:e>
                            <m:sub>
                              <m:r>
                                <a:rPr lang="en-US" altLang="zh-CN" sz="900">
                                  <a:latin typeface="Cambria Math" panose="02040503050406030204" pitchFamily="18" charset="0"/>
                                </a:rPr>
                                <m:t>1</m:t>
                              </m:r>
                            </m:sub>
                          </m:sSub>
                        </m:oMath>
                      </m:oMathPara>
                    </a14:m>
                    <a:endParaRPr lang="zh-CN" altLang="en-US" sz="900" dirty="0"/>
                  </a:p>
                </p:txBody>
              </p:sp>
            </mc:Choice>
            <mc:Fallback xmlns="">
              <p:sp>
                <p:nvSpPr>
                  <p:cNvPr id="84" name="文本框 83">
                    <a:extLst>
                      <a:ext uri="{FF2B5EF4-FFF2-40B4-BE49-F238E27FC236}">
                        <a16:creationId xmlns:a16="http://schemas.microsoft.com/office/drawing/2014/main" id="{493B55DA-EC8A-43B4-932A-841306A9E431}"/>
                      </a:ext>
                    </a:extLst>
                  </p:cNvPr>
                  <p:cNvSpPr txBox="1">
                    <a:spLocks noRot="1" noChangeAspect="1" noMove="1" noResize="1" noEditPoints="1" noAdjustHandles="1" noChangeArrowheads="1" noChangeShapeType="1" noTextEdit="1"/>
                  </p:cNvSpPr>
                  <p:nvPr/>
                </p:nvSpPr>
                <p:spPr>
                  <a:xfrm>
                    <a:off x="9196109" y="1469051"/>
                    <a:ext cx="319500" cy="324000"/>
                  </a:xfrm>
                  <a:prstGeom prst="rect">
                    <a:avLst/>
                  </a:prstGeom>
                  <a:blipFill>
                    <a:blip r:embed="rId28"/>
                    <a:stretch>
                      <a:fillRect/>
                    </a:stretch>
                  </a:blipFill>
                  <a:ln>
                    <a:solidFill>
                      <a:schemeClr val="tx1"/>
                    </a:solidFill>
                  </a:ln>
                </p:spPr>
                <p:txBody>
                  <a:bodyPr/>
                  <a:lstStyle/>
                  <a:p>
                    <a:r>
                      <a:rPr lang="zh-CN" altLang="en-US">
                        <a:noFill/>
                      </a:rPr>
                      <a:t> </a:t>
                    </a:r>
                  </a:p>
                </p:txBody>
              </p:sp>
            </mc:Fallback>
          </mc:AlternateContent>
        </p:grpSp>
        <p:grpSp>
          <p:nvGrpSpPr>
            <p:cNvPr id="103" name="组合 85">
              <a:extLst>
                <a:ext uri="{FF2B5EF4-FFF2-40B4-BE49-F238E27FC236}">
                  <a16:creationId xmlns:a16="http://schemas.microsoft.com/office/drawing/2014/main" id="{8E1D0068-7972-8D4E-C903-7BC23C22C4FD}"/>
                </a:ext>
              </a:extLst>
            </p:cNvPr>
            <p:cNvGrpSpPr/>
            <p:nvPr/>
          </p:nvGrpSpPr>
          <p:grpSpPr>
            <a:xfrm>
              <a:off x="9921912" y="4458750"/>
              <a:ext cx="1596662" cy="324000"/>
              <a:chOff x="7918947" y="1469051"/>
              <a:chExt cx="1596662" cy="324000"/>
            </a:xfrm>
          </p:grpSpPr>
          <mc:AlternateContent xmlns:mc="http://schemas.openxmlformats.org/markup-compatibility/2006" xmlns:a14="http://schemas.microsoft.com/office/drawing/2010/main">
            <mc:Choice Requires="a14">
              <p:sp>
                <p:nvSpPr>
                  <p:cNvPr id="104" name="文本框 86">
                    <a:extLst>
                      <a:ext uri="{FF2B5EF4-FFF2-40B4-BE49-F238E27FC236}">
                        <a16:creationId xmlns:a16="http://schemas.microsoft.com/office/drawing/2014/main" id="{569AB463-3556-EA7A-DD13-98EA98866A5B}"/>
                      </a:ext>
                    </a:extLst>
                  </p:cNvPr>
                  <p:cNvSpPr txBox="1"/>
                  <p:nvPr/>
                </p:nvSpPr>
                <p:spPr>
                  <a:xfrm>
                    <a:off x="7918947" y="1469051"/>
                    <a:ext cx="319500" cy="324000"/>
                  </a:xfrm>
                  <a:prstGeom prst="rect">
                    <a:avLst/>
                  </a:prstGeom>
                  <a:solidFill>
                    <a:schemeClr val="bg1"/>
                  </a:solidFill>
                  <a:ln>
                    <a:solidFill>
                      <a:schemeClr val="tx1"/>
                    </a:solidFill>
                  </a:ln>
                </p:spPr>
                <p:txBody>
                  <a:bodyPr wrap="square" rtlCol="0">
                    <a:spAutoFit/>
                  </a:bodyPr>
                  <a:lstStyle/>
                  <a:p>
                    <a:pPr/>
                    <a14:m>
                      <m:oMathPara xmlns:m="http://schemas.openxmlformats.org/officeDocument/2006/math">
                        <m:oMathParaPr>
                          <m:jc m:val="left"/>
                        </m:oMathParaPr>
                        <m:oMath xmlns:m="http://schemas.openxmlformats.org/officeDocument/2006/math">
                          <m:sSub>
                            <m:sSubPr>
                              <m:ctrlPr>
                                <a:rPr lang="en-US" altLang="zh-CN" sz="900" i="1" smtClean="0">
                                  <a:latin typeface="Cambria Math" panose="02040503050406030204" pitchFamily="18" charset="0"/>
                                </a:rPr>
                              </m:ctrlPr>
                            </m:sSubPr>
                            <m:e>
                              <m:r>
                                <m:rPr>
                                  <m:sty m:val="p"/>
                                </m:rPr>
                                <a:rPr lang="en-US" altLang="zh-CN" sz="900" i="1">
                                  <a:latin typeface="Cambria Math" panose="02040503050406030204" pitchFamily="18" charset="0"/>
                                </a:rPr>
                                <m:t>I</m:t>
                              </m:r>
                            </m:e>
                            <m:sub>
                              <m:r>
                                <a:rPr lang="en-US" altLang="zh-CN" sz="900" b="0" i="1" smtClean="0">
                                  <a:latin typeface="Cambria Math" panose="02040503050406030204" pitchFamily="18" charset="0"/>
                                </a:rPr>
                                <m:t>1</m:t>
                              </m:r>
                            </m:sub>
                          </m:sSub>
                          <m:sSub>
                            <m:sSubPr>
                              <m:ctrlPr>
                                <a:rPr lang="en-US" altLang="zh-CN" sz="900" i="1">
                                  <a:latin typeface="Cambria Math" panose="02040503050406030204" pitchFamily="18" charset="0"/>
                                </a:rPr>
                              </m:ctrlPr>
                            </m:sSubPr>
                            <m:e>
                              <m:r>
                                <m:rPr>
                                  <m:sty m:val="p"/>
                                </m:rPr>
                                <a:rPr lang="en-US" altLang="zh-CN" sz="900">
                                  <a:latin typeface="Cambria Math" panose="02040503050406030204" pitchFamily="18" charset="0"/>
                                </a:rPr>
                                <m:t>T</m:t>
                              </m:r>
                            </m:e>
                            <m:sub>
                              <m:r>
                                <a:rPr lang="en-US" altLang="zh-CN" sz="900">
                                  <a:latin typeface="Cambria Math" panose="02040503050406030204" pitchFamily="18" charset="0"/>
                                </a:rPr>
                                <m:t>1</m:t>
                              </m:r>
                            </m:sub>
                          </m:sSub>
                        </m:oMath>
                      </m:oMathPara>
                    </a14:m>
                    <a:endParaRPr lang="zh-CN" altLang="en-US" sz="900" dirty="0"/>
                  </a:p>
                </p:txBody>
              </p:sp>
            </mc:Choice>
            <mc:Fallback xmlns="">
              <p:sp>
                <p:nvSpPr>
                  <p:cNvPr id="87" name="文本框 86">
                    <a:extLst>
                      <a:ext uri="{FF2B5EF4-FFF2-40B4-BE49-F238E27FC236}">
                        <a16:creationId xmlns:a16="http://schemas.microsoft.com/office/drawing/2014/main" id="{11E479B6-4069-4F9B-B21E-16FDCE28BB9B}"/>
                      </a:ext>
                    </a:extLst>
                  </p:cNvPr>
                  <p:cNvSpPr txBox="1">
                    <a:spLocks noRot="1" noChangeAspect="1" noMove="1" noResize="1" noEditPoints="1" noAdjustHandles="1" noChangeArrowheads="1" noChangeShapeType="1" noTextEdit="1"/>
                  </p:cNvSpPr>
                  <p:nvPr/>
                </p:nvSpPr>
                <p:spPr>
                  <a:xfrm>
                    <a:off x="7918947" y="1469051"/>
                    <a:ext cx="319500" cy="324000"/>
                  </a:xfrm>
                  <a:prstGeom prst="rect">
                    <a:avLst/>
                  </a:prstGeom>
                  <a:blipFill>
                    <a:blip r:embed="rId25"/>
                    <a:stretch>
                      <a:fillRect/>
                    </a:stretch>
                  </a:blipFill>
                  <a:ln>
                    <a:solidFill>
                      <a:schemeClr val="tx1"/>
                    </a:solidFill>
                  </a:ln>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05" name="文本框 126">
                    <a:extLst>
                      <a:ext uri="{FF2B5EF4-FFF2-40B4-BE49-F238E27FC236}">
                        <a16:creationId xmlns:a16="http://schemas.microsoft.com/office/drawing/2014/main" id="{E2ABFA83-C4CC-BD5F-3BF8-ADADBFC35A01}"/>
                      </a:ext>
                    </a:extLst>
                  </p:cNvPr>
                  <p:cNvSpPr txBox="1"/>
                  <p:nvPr/>
                </p:nvSpPr>
                <p:spPr>
                  <a:xfrm>
                    <a:off x="8238447" y="1469051"/>
                    <a:ext cx="319500" cy="324000"/>
                  </a:xfrm>
                  <a:prstGeom prst="rect">
                    <a:avLst/>
                  </a:prstGeom>
                  <a:solidFill>
                    <a:schemeClr val="bg1"/>
                  </a:solidFill>
                  <a:ln>
                    <a:solidFill>
                      <a:schemeClr val="tx1"/>
                    </a:solidFill>
                  </a:ln>
                </p:spPr>
                <p:txBody>
                  <a:bodyPr wrap="square" rtlCol="0">
                    <a:spAutoFit/>
                  </a:bodyPr>
                  <a:lstStyle/>
                  <a:p>
                    <a:pPr/>
                    <a14:m>
                      <m:oMathPara xmlns:m="http://schemas.openxmlformats.org/officeDocument/2006/math">
                        <m:oMathParaPr>
                          <m:jc m:val="left"/>
                        </m:oMathParaPr>
                        <m:oMath xmlns:m="http://schemas.openxmlformats.org/officeDocument/2006/math">
                          <m:sSub>
                            <m:sSubPr>
                              <m:ctrlPr>
                                <a:rPr lang="en-US" altLang="zh-CN" sz="900" i="1" smtClean="0">
                                  <a:latin typeface="Cambria Math" panose="02040503050406030204" pitchFamily="18" charset="0"/>
                                </a:rPr>
                              </m:ctrlPr>
                            </m:sSubPr>
                            <m:e>
                              <m:r>
                                <m:rPr>
                                  <m:sty m:val="p"/>
                                </m:rPr>
                                <a:rPr lang="en-US" altLang="zh-CN" sz="900" i="1">
                                  <a:latin typeface="Cambria Math" panose="02040503050406030204" pitchFamily="18" charset="0"/>
                                </a:rPr>
                                <m:t>I</m:t>
                              </m:r>
                            </m:e>
                            <m:sub>
                              <m:r>
                                <a:rPr lang="en-US" altLang="zh-CN" sz="900" b="0" i="1" smtClean="0">
                                  <a:latin typeface="Cambria Math" panose="02040503050406030204" pitchFamily="18" charset="0"/>
                                </a:rPr>
                                <m:t>1</m:t>
                              </m:r>
                            </m:sub>
                          </m:sSub>
                          <m:sSub>
                            <m:sSubPr>
                              <m:ctrlPr>
                                <a:rPr lang="en-US" altLang="zh-CN" sz="900" i="1">
                                  <a:latin typeface="Cambria Math" panose="02040503050406030204" pitchFamily="18" charset="0"/>
                                </a:rPr>
                              </m:ctrlPr>
                            </m:sSubPr>
                            <m:e>
                              <m:r>
                                <m:rPr>
                                  <m:sty m:val="p"/>
                                </m:rPr>
                                <a:rPr lang="en-US" altLang="zh-CN" sz="900">
                                  <a:latin typeface="Cambria Math" panose="02040503050406030204" pitchFamily="18" charset="0"/>
                                </a:rPr>
                                <m:t>T</m:t>
                              </m:r>
                            </m:e>
                            <m:sub>
                              <m:r>
                                <a:rPr lang="en-US" altLang="zh-CN" sz="900">
                                  <a:latin typeface="Cambria Math" panose="02040503050406030204" pitchFamily="18" charset="0"/>
                                </a:rPr>
                                <m:t>1</m:t>
                              </m:r>
                            </m:sub>
                          </m:sSub>
                        </m:oMath>
                      </m:oMathPara>
                    </a14:m>
                    <a:endParaRPr lang="zh-CN" altLang="en-US" sz="900" dirty="0"/>
                  </a:p>
                </p:txBody>
              </p:sp>
            </mc:Choice>
            <mc:Fallback xmlns="">
              <p:sp>
                <p:nvSpPr>
                  <p:cNvPr id="127" name="文本框 126">
                    <a:extLst>
                      <a:ext uri="{FF2B5EF4-FFF2-40B4-BE49-F238E27FC236}">
                        <a16:creationId xmlns:a16="http://schemas.microsoft.com/office/drawing/2014/main" id="{F69BF20C-66DF-4008-A9E4-4CEB19E878A2}"/>
                      </a:ext>
                    </a:extLst>
                  </p:cNvPr>
                  <p:cNvSpPr txBox="1">
                    <a:spLocks noRot="1" noChangeAspect="1" noMove="1" noResize="1" noEditPoints="1" noAdjustHandles="1" noChangeArrowheads="1" noChangeShapeType="1" noTextEdit="1"/>
                  </p:cNvSpPr>
                  <p:nvPr/>
                </p:nvSpPr>
                <p:spPr>
                  <a:xfrm>
                    <a:off x="8238447" y="1469051"/>
                    <a:ext cx="319500" cy="324000"/>
                  </a:xfrm>
                  <a:prstGeom prst="rect">
                    <a:avLst/>
                  </a:prstGeom>
                  <a:blipFill>
                    <a:blip r:embed="rId24"/>
                    <a:stretch>
                      <a:fillRect/>
                    </a:stretch>
                  </a:blipFill>
                  <a:ln>
                    <a:solidFill>
                      <a:schemeClr val="tx1"/>
                    </a:solidFill>
                  </a:ln>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06" name="文本框 127">
                    <a:extLst>
                      <a:ext uri="{FF2B5EF4-FFF2-40B4-BE49-F238E27FC236}">
                        <a16:creationId xmlns:a16="http://schemas.microsoft.com/office/drawing/2014/main" id="{D5DA46F1-A9DB-FDAC-DEF2-CB2312871062}"/>
                      </a:ext>
                    </a:extLst>
                  </p:cNvPr>
                  <p:cNvSpPr txBox="1"/>
                  <p:nvPr/>
                </p:nvSpPr>
                <p:spPr>
                  <a:xfrm>
                    <a:off x="8557947" y="1469051"/>
                    <a:ext cx="319500" cy="324000"/>
                  </a:xfrm>
                  <a:prstGeom prst="rect">
                    <a:avLst/>
                  </a:prstGeom>
                  <a:solidFill>
                    <a:schemeClr val="accent1">
                      <a:lumMod val="20000"/>
                      <a:lumOff val="80000"/>
                    </a:schemeClr>
                  </a:solidFill>
                  <a:ln>
                    <a:solidFill>
                      <a:schemeClr val="tx1"/>
                    </a:solidFill>
                  </a:ln>
                </p:spPr>
                <p:txBody>
                  <a:bodyPr wrap="square" rtlCol="0">
                    <a:spAutoFit/>
                  </a:bodyPr>
                  <a:lstStyle/>
                  <a:p>
                    <a:pPr/>
                    <a14:m>
                      <m:oMathPara xmlns:m="http://schemas.openxmlformats.org/officeDocument/2006/math">
                        <m:oMathParaPr>
                          <m:jc m:val="left"/>
                        </m:oMathParaPr>
                        <m:oMath xmlns:m="http://schemas.openxmlformats.org/officeDocument/2006/math">
                          <m:sSub>
                            <m:sSubPr>
                              <m:ctrlPr>
                                <a:rPr lang="en-US" altLang="zh-CN" sz="900" i="1" smtClean="0">
                                  <a:latin typeface="Cambria Math" panose="02040503050406030204" pitchFamily="18" charset="0"/>
                                </a:rPr>
                              </m:ctrlPr>
                            </m:sSubPr>
                            <m:e>
                              <m:r>
                                <m:rPr>
                                  <m:sty m:val="p"/>
                                </m:rPr>
                                <a:rPr lang="en-US" altLang="zh-CN" sz="900" i="1">
                                  <a:latin typeface="Cambria Math" panose="02040503050406030204" pitchFamily="18" charset="0"/>
                                </a:rPr>
                                <m:t>I</m:t>
                              </m:r>
                            </m:e>
                            <m:sub>
                              <m:r>
                                <a:rPr lang="en-US" altLang="zh-CN" sz="900" b="0" i="1" smtClean="0">
                                  <a:latin typeface="Cambria Math" panose="02040503050406030204" pitchFamily="18" charset="0"/>
                                </a:rPr>
                                <m:t>1</m:t>
                              </m:r>
                            </m:sub>
                          </m:sSub>
                          <m:sSub>
                            <m:sSubPr>
                              <m:ctrlPr>
                                <a:rPr lang="en-US" altLang="zh-CN" sz="900" i="1">
                                  <a:latin typeface="Cambria Math" panose="02040503050406030204" pitchFamily="18" charset="0"/>
                                </a:rPr>
                              </m:ctrlPr>
                            </m:sSubPr>
                            <m:e>
                              <m:r>
                                <m:rPr>
                                  <m:sty m:val="p"/>
                                </m:rPr>
                                <a:rPr lang="en-US" altLang="zh-CN" sz="900">
                                  <a:latin typeface="Cambria Math" panose="02040503050406030204" pitchFamily="18" charset="0"/>
                                </a:rPr>
                                <m:t>T</m:t>
                              </m:r>
                            </m:e>
                            <m:sub>
                              <m:r>
                                <a:rPr lang="en-US" altLang="zh-CN" sz="900">
                                  <a:latin typeface="Cambria Math" panose="02040503050406030204" pitchFamily="18" charset="0"/>
                                </a:rPr>
                                <m:t>1</m:t>
                              </m:r>
                            </m:sub>
                          </m:sSub>
                        </m:oMath>
                      </m:oMathPara>
                    </a14:m>
                    <a:endParaRPr lang="zh-CN" altLang="en-US" sz="900" dirty="0"/>
                  </a:p>
                </p:txBody>
              </p:sp>
            </mc:Choice>
            <mc:Fallback xmlns="">
              <p:sp>
                <p:nvSpPr>
                  <p:cNvPr id="128" name="文本框 127">
                    <a:extLst>
                      <a:ext uri="{FF2B5EF4-FFF2-40B4-BE49-F238E27FC236}">
                        <a16:creationId xmlns:a16="http://schemas.microsoft.com/office/drawing/2014/main" id="{8058234F-0402-4A4A-997F-124BA839D589}"/>
                      </a:ext>
                    </a:extLst>
                  </p:cNvPr>
                  <p:cNvSpPr txBox="1">
                    <a:spLocks noRot="1" noChangeAspect="1" noMove="1" noResize="1" noEditPoints="1" noAdjustHandles="1" noChangeArrowheads="1" noChangeShapeType="1" noTextEdit="1"/>
                  </p:cNvSpPr>
                  <p:nvPr/>
                </p:nvSpPr>
                <p:spPr>
                  <a:xfrm>
                    <a:off x="8557947" y="1469051"/>
                    <a:ext cx="319500" cy="324000"/>
                  </a:xfrm>
                  <a:prstGeom prst="rect">
                    <a:avLst/>
                  </a:prstGeom>
                  <a:blipFill>
                    <a:blip r:embed="rId23"/>
                    <a:stretch>
                      <a:fillRect/>
                    </a:stretch>
                  </a:blipFill>
                  <a:ln>
                    <a:solidFill>
                      <a:schemeClr val="tx1"/>
                    </a:solidFill>
                  </a:ln>
                </p:spPr>
                <p:txBody>
                  <a:bodyPr/>
                  <a:lstStyle/>
                  <a:p>
                    <a:r>
                      <a:rPr lang="zh-CN" altLang="en-US">
                        <a:noFill/>
                      </a:rPr>
                      <a:t> </a:t>
                    </a:r>
                  </a:p>
                </p:txBody>
              </p:sp>
            </mc:Fallback>
          </mc:AlternateContent>
          <p:sp>
            <p:nvSpPr>
              <p:cNvPr id="107" name="文本框 128">
                <a:extLst>
                  <a:ext uri="{FF2B5EF4-FFF2-40B4-BE49-F238E27FC236}">
                    <a16:creationId xmlns:a16="http://schemas.microsoft.com/office/drawing/2014/main" id="{1CCE17CC-8AB1-8DBC-C874-3448729D2400}"/>
                  </a:ext>
                </a:extLst>
              </p:cNvPr>
              <p:cNvSpPr txBox="1"/>
              <p:nvPr/>
            </p:nvSpPr>
            <p:spPr>
              <a:xfrm>
                <a:off x="8877447" y="1469051"/>
                <a:ext cx="319500" cy="307777"/>
              </a:xfrm>
              <a:prstGeom prst="rect">
                <a:avLst/>
              </a:prstGeom>
              <a:solidFill>
                <a:schemeClr val="bg1"/>
              </a:solidFill>
              <a:ln>
                <a:solidFill>
                  <a:schemeClr val="tx1"/>
                </a:solidFill>
              </a:ln>
            </p:spPr>
            <p:txBody>
              <a:bodyPr wrap="square" rtlCol="0">
                <a:spAutoFit/>
              </a:bodyPr>
              <a:lstStyle/>
              <a:p>
                <a:r>
                  <a:rPr lang="en-US" altLang="zh-CN" sz="1400" dirty="0"/>
                  <a:t>…</a:t>
                </a:r>
                <a:endParaRPr lang="zh-CN" altLang="en-US" sz="1400" dirty="0"/>
              </a:p>
            </p:txBody>
          </p:sp>
          <mc:AlternateContent xmlns:mc="http://schemas.openxmlformats.org/markup-compatibility/2006" xmlns:a14="http://schemas.microsoft.com/office/drawing/2010/main">
            <mc:Choice Requires="a14">
              <p:sp>
                <p:nvSpPr>
                  <p:cNvPr id="108" name="文本框 129">
                    <a:extLst>
                      <a:ext uri="{FF2B5EF4-FFF2-40B4-BE49-F238E27FC236}">
                        <a16:creationId xmlns:a16="http://schemas.microsoft.com/office/drawing/2014/main" id="{AFAE1F0C-15FC-3BA6-9FAF-0227F008534C}"/>
                      </a:ext>
                    </a:extLst>
                  </p:cNvPr>
                  <p:cNvSpPr txBox="1"/>
                  <p:nvPr/>
                </p:nvSpPr>
                <p:spPr>
                  <a:xfrm>
                    <a:off x="9196109" y="1469051"/>
                    <a:ext cx="319500" cy="324000"/>
                  </a:xfrm>
                  <a:prstGeom prst="rect">
                    <a:avLst/>
                  </a:prstGeom>
                  <a:solidFill>
                    <a:schemeClr val="bg1"/>
                  </a:solidFill>
                  <a:ln>
                    <a:solidFill>
                      <a:schemeClr val="tx1"/>
                    </a:solidFill>
                  </a:ln>
                </p:spPr>
                <p:txBody>
                  <a:bodyPr wrap="square" rtlCol="0">
                    <a:spAutoFit/>
                  </a:bodyPr>
                  <a:lstStyle/>
                  <a:p>
                    <a:pPr/>
                    <a14:m>
                      <m:oMathPara xmlns:m="http://schemas.openxmlformats.org/officeDocument/2006/math">
                        <m:oMathParaPr>
                          <m:jc m:val="left"/>
                        </m:oMathParaPr>
                        <m:oMath xmlns:m="http://schemas.openxmlformats.org/officeDocument/2006/math">
                          <m:sSub>
                            <m:sSubPr>
                              <m:ctrlPr>
                                <a:rPr lang="en-US" altLang="zh-CN" sz="900" i="1" smtClean="0">
                                  <a:latin typeface="Cambria Math" panose="02040503050406030204" pitchFamily="18" charset="0"/>
                                </a:rPr>
                              </m:ctrlPr>
                            </m:sSubPr>
                            <m:e>
                              <m:r>
                                <m:rPr>
                                  <m:sty m:val="p"/>
                                </m:rPr>
                                <a:rPr lang="en-US" altLang="zh-CN" sz="900" i="1">
                                  <a:latin typeface="Cambria Math" panose="02040503050406030204" pitchFamily="18" charset="0"/>
                                </a:rPr>
                                <m:t>I</m:t>
                              </m:r>
                            </m:e>
                            <m:sub>
                              <m:r>
                                <a:rPr lang="en-US" altLang="zh-CN" sz="900" b="0" i="1" smtClean="0">
                                  <a:latin typeface="Cambria Math" panose="02040503050406030204" pitchFamily="18" charset="0"/>
                                </a:rPr>
                                <m:t>1</m:t>
                              </m:r>
                            </m:sub>
                          </m:sSub>
                          <m:sSub>
                            <m:sSubPr>
                              <m:ctrlPr>
                                <a:rPr lang="en-US" altLang="zh-CN" sz="900" i="1">
                                  <a:latin typeface="Cambria Math" panose="02040503050406030204" pitchFamily="18" charset="0"/>
                                </a:rPr>
                              </m:ctrlPr>
                            </m:sSubPr>
                            <m:e>
                              <m:r>
                                <m:rPr>
                                  <m:sty m:val="p"/>
                                </m:rPr>
                                <a:rPr lang="en-US" altLang="zh-CN" sz="900">
                                  <a:latin typeface="Cambria Math" panose="02040503050406030204" pitchFamily="18" charset="0"/>
                                </a:rPr>
                                <m:t>T</m:t>
                              </m:r>
                            </m:e>
                            <m:sub>
                              <m:r>
                                <a:rPr lang="en-US" altLang="zh-CN" sz="900">
                                  <a:latin typeface="Cambria Math" panose="02040503050406030204" pitchFamily="18" charset="0"/>
                                </a:rPr>
                                <m:t>1</m:t>
                              </m:r>
                            </m:sub>
                          </m:sSub>
                        </m:oMath>
                      </m:oMathPara>
                    </a14:m>
                    <a:endParaRPr lang="zh-CN" altLang="en-US" sz="900" dirty="0"/>
                  </a:p>
                </p:txBody>
              </p:sp>
            </mc:Choice>
            <mc:Fallback xmlns="">
              <p:sp>
                <p:nvSpPr>
                  <p:cNvPr id="130" name="文本框 129">
                    <a:extLst>
                      <a:ext uri="{FF2B5EF4-FFF2-40B4-BE49-F238E27FC236}">
                        <a16:creationId xmlns:a16="http://schemas.microsoft.com/office/drawing/2014/main" id="{E4D540EE-0CB2-4404-B81F-8CD7D38809ED}"/>
                      </a:ext>
                    </a:extLst>
                  </p:cNvPr>
                  <p:cNvSpPr txBox="1">
                    <a:spLocks noRot="1" noChangeAspect="1" noMove="1" noResize="1" noEditPoints="1" noAdjustHandles="1" noChangeArrowheads="1" noChangeShapeType="1" noTextEdit="1"/>
                  </p:cNvSpPr>
                  <p:nvPr/>
                </p:nvSpPr>
                <p:spPr>
                  <a:xfrm>
                    <a:off x="9196109" y="1469051"/>
                    <a:ext cx="319500" cy="324000"/>
                  </a:xfrm>
                  <a:prstGeom prst="rect">
                    <a:avLst/>
                  </a:prstGeom>
                  <a:blipFill>
                    <a:blip r:embed="rId24"/>
                    <a:stretch>
                      <a:fillRect/>
                    </a:stretch>
                  </a:blipFill>
                  <a:ln>
                    <a:solidFill>
                      <a:schemeClr val="tx1"/>
                    </a:solidFill>
                  </a:ln>
                </p:spPr>
                <p:txBody>
                  <a:bodyPr/>
                  <a:lstStyle/>
                  <a:p>
                    <a:r>
                      <a:rPr lang="zh-CN" altLang="en-US">
                        <a:noFill/>
                      </a:rPr>
                      <a:t> </a:t>
                    </a:r>
                  </a:p>
                </p:txBody>
              </p:sp>
            </mc:Fallback>
          </mc:AlternateContent>
        </p:grpSp>
        <p:grpSp>
          <p:nvGrpSpPr>
            <p:cNvPr id="109" name="组合 130">
              <a:extLst>
                <a:ext uri="{FF2B5EF4-FFF2-40B4-BE49-F238E27FC236}">
                  <a16:creationId xmlns:a16="http://schemas.microsoft.com/office/drawing/2014/main" id="{E07588A3-9F86-155F-E146-8ACC486F037F}"/>
                </a:ext>
              </a:extLst>
            </p:cNvPr>
            <p:cNvGrpSpPr/>
            <p:nvPr/>
          </p:nvGrpSpPr>
          <p:grpSpPr>
            <a:xfrm>
              <a:off x="9921912" y="4766526"/>
              <a:ext cx="1596662" cy="307777"/>
              <a:chOff x="7918947" y="1469051"/>
              <a:chExt cx="1596662" cy="307777"/>
            </a:xfrm>
            <a:solidFill>
              <a:schemeClr val="bg1"/>
            </a:solidFill>
          </p:grpSpPr>
          <p:sp>
            <p:nvSpPr>
              <p:cNvPr id="110" name="文本框 131">
                <a:extLst>
                  <a:ext uri="{FF2B5EF4-FFF2-40B4-BE49-F238E27FC236}">
                    <a16:creationId xmlns:a16="http://schemas.microsoft.com/office/drawing/2014/main" id="{FDE84F30-7E78-BF70-EA53-74547EC61C44}"/>
                  </a:ext>
                </a:extLst>
              </p:cNvPr>
              <p:cNvSpPr txBox="1"/>
              <p:nvPr/>
            </p:nvSpPr>
            <p:spPr>
              <a:xfrm>
                <a:off x="7918947" y="1469051"/>
                <a:ext cx="319500" cy="307777"/>
              </a:xfrm>
              <a:prstGeom prst="rect">
                <a:avLst/>
              </a:prstGeom>
              <a:grpFill/>
              <a:ln>
                <a:solidFill>
                  <a:schemeClr val="tx1"/>
                </a:solidFill>
              </a:ln>
            </p:spPr>
            <p:txBody>
              <a:bodyPr wrap="square" rtlCol="0">
                <a:spAutoFit/>
              </a:bodyPr>
              <a:lstStyle/>
              <a:p>
                <a:r>
                  <a:rPr lang="en-US" altLang="zh-CN" sz="1400" dirty="0"/>
                  <a:t>…</a:t>
                </a:r>
                <a:endParaRPr lang="zh-CN" altLang="en-US" sz="1400" dirty="0"/>
              </a:p>
            </p:txBody>
          </p:sp>
          <p:sp>
            <p:nvSpPr>
              <p:cNvPr id="111" name="文本框 132">
                <a:extLst>
                  <a:ext uri="{FF2B5EF4-FFF2-40B4-BE49-F238E27FC236}">
                    <a16:creationId xmlns:a16="http://schemas.microsoft.com/office/drawing/2014/main" id="{6B7A37F9-EF2B-5786-E1FE-5E2B4AD19B96}"/>
                  </a:ext>
                </a:extLst>
              </p:cNvPr>
              <p:cNvSpPr txBox="1"/>
              <p:nvPr/>
            </p:nvSpPr>
            <p:spPr>
              <a:xfrm>
                <a:off x="8238447" y="1469051"/>
                <a:ext cx="319500" cy="307777"/>
              </a:xfrm>
              <a:prstGeom prst="rect">
                <a:avLst/>
              </a:prstGeom>
              <a:grpFill/>
              <a:ln>
                <a:solidFill>
                  <a:schemeClr val="tx1"/>
                </a:solidFill>
              </a:ln>
            </p:spPr>
            <p:txBody>
              <a:bodyPr wrap="square" rtlCol="0">
                <a:spAutoFit/>
              </a:bodyPr>
              <a:lstStyle/>
              <a:p>
                <a:r>
                  <a:rPr lang="en-US" altLang="zh-CN" sz="1400" dirty="0"/>
                  <a:t>…</a:t>
                </a:r>
                <a:endParaRPr lang="zh-CN" altLang="en-US" sz="1400" dirty="0"/>
              </a:p>
            </p:txBody>
          </p:sp>
          <p:sp>
            <p:nvSpPr>
              <p:cNvPr id="112" name="文本框 133">
                <a:extLst>
                  <a:ext uri="{FF2B5EF4-FFF2-40B4-BE49-F238E27FC236}">
                    <a16:creationId xmlns:a16="http://schemas.microsoft.com/office/drawing/2014/main" id="{15BCB336-2C7C-277D-7AB0-B34651682458}"/>
                  </a:ext>
                </a:extLst>
              </p:cNvPr>
              <p:cNvSpPr txBox="1"/>
              <p:nvPr/>
            </p:nvSpPr>
            <p:spPr>
              <a:xfrm>
                <a:off x="8557947" y="1469051"/>
                <a:ext cx="319500" cy="307777"/>
              </a:xfrm>
              <a:prstGeom prst="rect">
                <a:avLst/>
              </a:prstGeom>
              <a:grpFill/>
              <a:ln>
                <a:solidFill>
                  <a:schemeClr val="tx1"/>
                </a:solidFill>
              </a:ln>
            </p:spPr>
            <p:txBody>
              <a:bodyPr wrap="square" rtlCol="0">
                <a:spAutoFit/>
              </a:bodyPr>
              <a:lstStyle/>
              <a:p>
                <a:r>
                  <a:rPr lang="en-US" altLang="zh-CN" sz="1400" dirty="0"/>
                  <a:t>…</a:t>
                </a:r>
                <a:endParaRPr lang="zh-CN" altLang="en-US" sz="1400" dirty="0"/>
              </a:p>
            </p:txBody>
          </p:sp>
          <p:sp>
            <p:nvSpPr>
              <p:cNvPr id="113" name="文本框 134">
                <a:extLst>
                  <a:ext uri="{FF2B5EF4-FFF2-40B4-BE49-F238E27FC236}">
                    <a16:creationId xmlns:a16="http://schemas.microsoft.com/office/drawing/2014/main" id="{8DD739DF-F2DB-6476-3E01-9AD0C4C5868F}"/>
                  </a:ext>
                </a:extLst>
              </p:cNvPr>
              <p:cNvSpPr txBox="1"/>
              <p:nvPr/>
            </p:nvSpPr>
            <p:spPr>
              <a:xfrm>
                <a:off x="8877447" y="1469051"/>
                <a:ext cx="319500" cy="307777"/>
              </a:xfrm>
              <a:prstGeom prst="rect">
                <a:avLst/>
              </a:prstGeom>
              <a:solidFill>
                <a:schemeClr val="accent1">
                  <a:lumMod val="20000"/>
                  <a:lumOff val="80000"/>
                </a:schemeClr>
              </a:solidFill>
              <a:ln>
                <a:solidFill>
                  <a:schemeClr val="tx1"/>
                </a:solidFill>
              </a:ln>
            </p:spPr>
            <p:txBody>
              <a:bodyPr wrap="square" rtlCol="0">
                <a:spAutoFit/>
              </a:bodyPr>
              <a:lstStyle/>
              <a:p>
                <a:r>
                  <a:rPr lang="en-US" altLang="zh-CN" sz="1400" dirty="0"/>
                  <a:t>…</a:t>
                </a:r>
                <a:endParaRPr lang="zh-CN" altLang="en-US" sz="1400" dirty="0"/>
              </a:p>
            </p:txBody>
          </p:sp>
          <p:sp>
            <p:nvSpPr>
              <p:cNvPr id="114" name="文本框 135">
                <a:extLst>
                  <a:ext uri="{FF2B5EF4-FFF2-40B4-BE49-F238E27FC236}">
                    <a16:creationId xmlns:a16="http://schemas.microsoft.com/office/drawing/2014/main" id="{AD4A3604-7FC2-ABEB-045F-4D09090EA63C}"/>
                  </a:ext>
                </a:extLst>
              </p:cNvPr>
              <p:cNvSpPr txBox="1"/>
              <p:nvPr/>
            </p:nvSpPr>
            <p:spPr>
              <a:xfrm>
                <a:off x="9196109" y="1469051"/>
                <a:ext cx="319500" cy="307777"/>
              </a:xfrm>
              <a:prstGeom prst="rect">
                <a:avLst/>
              </a:prstGeom>
              <a:grpFill/>
              <a:ln>
                <a:solidFill>
                  <a:schemeClr val="tx1"/>
                </a:solidFill>
              </a:ln>
            </p:spPr>
            <p:txBody>
              <a:bodyPr wrap="square" rtlCol="0">
                <a:spAutoFit/>
              </a:bodyPr>
              <a:lstStyle/>
              <a:p>
                <a:r>
                  <a:rPr lang="en-US" altLang="zh-CN" sz="1400" dirty="0"/>
                  <a:t>…</a:t>
                </a:r>
                <a:endParaRPr lang="zh-CN" altLang="en-US" sz="1400" dirty="0"/>
              </a:p>
            </p:txBody>
          </p:sp>
        </p:grpSp>
        <p:grpSp>
          <p:nvGrpSpPr>
            <p:cNvPr id="115" name="组合 136">
              <a:extLst>
                <a:ext uri="{FF2B5EF4-FFF2-40B4-BE49-F238E27FC236}">
                  <a16:creationId xmlns:a16="http://schemas.microsoft.com/office/drawing/2014/main" id="{1F2E845A-C4FD-31D6-3715-F42B8E5E505C}"/>
                </a:ext>
              </a:extLst>
            </p:cNvPr>
            <p:cNvGrpSpPr/>
            <p:nvPr/>
          </p:nvGrpSpPr>
          <p:grpSpPr>
            <a:xfrm>
              <a:off x="9921912" y="5049642"/>
              <a:ext cx="1596662" cy="324001"/>
              <a:chOff x="7918947" y="1469050"/>
              <a:chExt cx="1596662" cy="324001"/>
            </a:xfrm>
            <a:solidFill>
              <a:schemeClr val="bg1"/>
            </a:solidFill>
          </p:grpSpPr>
          <mc:AlternateContent xmlns:mc="http://schemas.openxmlformats.org/markup-compatibility/2006" xmlns:a14="http://schemas.microsoft.com/office/drawing/2010/main">
            <mc:Choice Requires="a14">
              <p:sp>
                <p:nvSpPr>
                  <p:cNvPr id="116" name="文本框 137">
                    <a:extLst>
                      <a:ext uri="{FF2B5EF4-FFF2-40B4-BE49-F238E27FC236}">
                        <a16:creationId xmlns:a16="http://schemas.microsoft.com/office/drawing/2014/main" id="{1D47E605-7217-90B5-FCE5-10AE3412505A}"/>
                      </a:ext>
                    </a:extLst>
                  </p:cNvPr>
                  <p:cNvSpPr txBox="1"/>
                  <p:nvPr/>
                </p:nvSpPr>
                <p:spPr>
                  <a:xfrm>
                    <a:off x="7918947" y="1469051"/>
                    <a:ext cx="319500" cy="324000"/>
                  </a:xfrm>
                  <a:prstGeom prst="rect">
                    <a:avLst/>
                  </a:prstGeom>
                  <a:grpFill/>
                  <a:ln>
                    <a:solidFill>
                      <a:schemeClr val="tx1"/>
                    </a:solidFill>
                  </a:ln>
                </p:spPr>
                <p:txBody>
                  <a:bodyPr wrap="square" rtlCol="0">
                    <a:spAutoFit/>
                  </a:bodyPr>
                  <a:lstStyle/>
                  <a:p>
                    <a:pPr/>
                    <a14:m>
                      <m:oMathPara xmlns:m="http://schemas.openxmlformats.org/officeDocument/2006/math">
                        <m:oMathParaPr>
                          <m:jc m:val="left"/>
                        </m:oMathParaPr>
                        <m:oMath xmlns:m="http://schemas.openxmlformats.org/officeDocument/2006/math">
                          <m:sSub>
                            <m:sSubPr>
                              <m:ctrlPr>
                                <a:rPr lang="en-US" altLang="zh-CN" sz="900" i="1" smtClean="0">
                                  <a:latin typeface="Cambria Math" panose="02040503050406030204" pitchFamily="18" charset="0"/>
                                </a:rPr>
                              </m:ctrlPr>
                            </m:sSubPr>
                            <m:e>
                              <m:r>
                                <m:rPr>
                                  <m:sty m:val="p"/>
                                </m:rPr>
                                <a:rPr lang="en-US" altLang="zh-CN" sz="900" i="1">
                                  <a:latin typeface="Cambria Math" panose="02040503050406030204" pitchFamily="18" charset="0"/>
                                </a:rPr>
                                <m:t>I</m:t>
                              </m:r>
                            </m:e>
                            <m:sub>
                              <m:r>
                                <a:rPr lang="en-US" altLang="zh-CN" sz="900" b="0" i="1" smtClean="0">
                                  <a:latin typeface="Cambria Math" panose="02040503050406030204" pitchFamily="18" charset="0"/>
                                </a:rPr>
                                <m:t>1</m:t>
                              </m:r>
                            </m:sub>
                          </m:sSub>
                          <m:sSub>
                            <m:sSubPr>
                              <m:ctrlPr>
                                <a:rPr lang="en-US" altLang="zh-CN" sz="900" i="1">
                                  <a:latin typeface="Cambria Math" panose="02040503050406030204" pitchFamily="18" charset="0"/>
                                </a:rPr>
                              </m:ctrlPr>
                            </m:sSubPr>
                            <m:e>
                              <m:r>
                                <m:rPr>
                                  <m:sty m:val="p"/>
                                </m:rPr>
                                <a:rPr lang="en-US" altLang="zh-CN" sz="900">
                                  <a:latin typeface="Cambria Math" panose="02040503050406030204" pitchFamily="18" charset="0"/>
                                </a:rPr>
                                <m:t>T</m:t>
                              </m:r>
                            </m:e>
                            <m:sub>
                              <m:r>
                                <a:rPr lang="en-US" altLang="zh-CN" sz="900">
                                  <a:latin typeface="Cambria Math" panose="02040503050406030204" pitchFamily="18" charset="0"/>
                                </a:rPr>
                                <m:t>1</m:t>
                              </m:r>
                            </m:sub>
                          </m:sSub>
                        </m:oMath>
                      </m:oMathPara>
                    </a14:m>
                    <a:endParaRPr lang="zh-CN" altLang="en-US" sz="900" dirty="0"/>
                  </a:p>
                </p:txBody>
              </p:sp>
            </mc:Choice>
            <mc:Fallback xmlns="">
              <p:sp>
                <p:nvSpPr>
                  <p:cNvPr id="138" name="文本框 137">
                    <a:extLst>
                      <a:ext uri="{FF2B5EF4-FFF2-40B4-BE49-F238E27FC236}">
                        <a16:creationId xmlns:a16="http://schemas.microsoft.com/office/drawing/2014/main" id="{F2C8F467-BF94-49D6-87FC-97400BCFA629}"/>
                      </a:ext>
                    </a:extLst>
                  </p:cNvPr>
                  <p:cNvSpPr txBox="1">
                    <a:spLocks noRot="1" noChangeAspect="1" noMove="1" noResize="1" noEditPoints="1" noAdjustHandles="1" noChangeArrowheads="1" noChangeShapeType="1" noTextEdit="1"/>
                  </p:cNvSpPr>
                  <p:nvPr/>
                </p:nvSpPr>
                <p:spPr>
                  <a:xfrm>
                    <a:off x="7918947" y="1469051"/>
                    <a:ext cx="319500" cy="324000"/>
                  </a:xfrm>
                  <a:prstGeom prst="rect">
                    <a:avLst/>
                  </a:prstGeom>
                  <a:blipFill>
                    <a:blip r:embed="rId25"/>
                    <a:stretch>
                      <a:fillRect/>
                    </a:stretch>
                  </a:blipFill>
                  <a:ln>
                    <a:solidFill>
                      <a:schemeClr val="tx1"/>
                    </a:solidFill>
                  </a:ln>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17" name="文本框 138">
                    <a:extLst>
                      <a:ext uri="{FF2B5EF4-FFF2-40B4-BE49-F238E27FC236}">
                        <a16:creationId xmlns:a16="http://schemas.microsoft.com/office/drawing/2014/main" id="{50E1A3A3-E53B-E84A-A1F5-7E94947B48AE}"/>
                      </a:ext>
                    </a:extLst>
                  </p:cNvPr>
                  <p:cNvSpPr txBox="1"/>
                  <p:nvPr/>
                </p:nvSpPr>
                <p:spPr>
                  <a:xfrm>
                    <a:off x="8238447" y="1469051"/>
                    <a:ext cx="319500" cy="324000"/>
                  </a:xfrm>
                  <a:prstGeom prst="rect">
                    <a:avLst/>
                  </a:prstGeom>
                  <a:grpFill/>
                  <a:ln>
                    <a:solidFill>
                      <a:schemeClr val="tx1"/>
                    </a:solidFill>
                  </a:ln>
                </p:spPr>
                <p:txBody>
                  <a:bodyPr wrap="square" rtlCol="0">
                    <a:spAutoFit/>
                  </a:bodyPr>
                  <a:lstStyle/>
                  <a:p>
                    <a:pPr/>
                    <a14:m>
                      <m:oMathPara xmlns:m="http://schemas.openxmlformats.org/officeDocument/2006/math">
                        <m:oMathParaPr>
                          <m:jc m:val="left"/>
                        </m:oMathParaPr>
                        <m:oMath xmlns:m="http://schemas.openxmlformats.org/officeDocument/2006/math">
                          <m:sSub>
                            <m:sSubPr>
                              <m:ctrlPr>
                                <a:rPr lang="en-US" altLang="zh-CN" sz="900" i="1" smtClean="0">
                                  <a:latin typeface="Cambria Math" panose="02040503050406030204" pitchFamily="18" charset="0"/>
                                </a:rPr>
                              </m:ctrlPr>
                            </m:sSubPr>
                            <m:e>
                              <m:r>
                                <m:rPr>
                                  <m:sty m:val="p"/>
                                </m:rPr>
                                <a:rPr lang="en-US" altLang="zh-CN" sz="900" i="1">
                                  <a:latin typeface="Cambria Math" panose="02040503050406030204" pitchFamily="18" charset="0"/>
                                </a:rPr>
                                <m:t>I</m:t>
                              </m:r>
                            </m:e>
                            <m:sub>
                              <m:r>
                                <a:rPr lang="en-US" altLang="zh-CN" sz="900" b="0" i="1" smtClean="0">
                                  <a:latin typeface="Cambria Math" panose="02040503050406030204" pitchFamily="18" charset="0"/>
                                </a:rPr>
                                <m:t>1</m:t>
                              </m:r>
                            </m:sub>
                          </m:sSub>
                          <m:sSub>
                            <m:sSubPr>
                              <m:ctrlPr>
                                <a:rPr lang="en-US" altLang="zh-CN" sz="900" i="1">
                                  <a:latin typeface="Cambria Math" panose="02040503050406030204" pitchFamily="18" charset="0"/>
                                </a:rPr>
                              </m:ctrlPr>
                            </m:sSubPr>
                            <m:e>
                              <m:r>
                                <m:rPr>
                                  <m:sty m:val="p"/>
                                </m:rPr>
                                <a:rPr lang="en-US" altLang="zh-CN" sz="900">
                                  <a:latin typeface="Cambria Math" panose="02040503050406030204" pitchFamily="18" charset="0"/>
                                </a:rPr>
                                <m:t>T</m:t>
                              </m:r>
                            </m:e>
                            <m:sub>
                              <m:r>
                                <a:rPr lang="en-US" altLang="zh-CN" sz="900">
                                  <a:latin typeface="Cambria Math" panose="02040503050406030204" pitchFamily="18" charset="0"/>
                                </a:rPr>
                                <m:t>1</m:t>
                              </m:r>
                            </m:sub>
                          </m:sSub>
                        </m:oMath>
                      </m:oMathPara>
                    </a14:m>
                    <a:endParaRPr lang="zh-CN" altLang="en-US" sz="900" dirty="0"/>
                  </a:p>
                </p:txBody>
              </p:sp>
            </mc:Choice>
            <mc:Fallback xmlns="">
              <p:sp>
                <p:nvSpPr>
                  <p:cNvPr id="139" name="文本框 138">
                    <a:extLst>
                      <a:ext uri="{FF2B5EF4-FFF2-40B4-BE49-F238E27FC236}">
                        <a16:creationId xmlns:a16="http://schemas.microsoft.com/office/drawing/2014/main" id="{F39CBBA0-CF21-4D0C-ACA5-2EE187FB4AB7}"/>
                      </a:ext>
                    </a:extLst>
                  </p:cNvPr>
                  <p:cNvSpPr txBox="1">
                    <a:spLocks noRot="1" noChangeAspect="1" noMove="1" noResize="1" noEditPoints="1" noAdjustHandles="1" noChangeArrowheads="1" noChangeShapeType="1" noTextEdit="1"/>
                  </p:cNvSpPr>
                  <p:nvPr/>
                </p:nvSpPr>
                <p:spPr>
                  <a:xfrm>
                    <a:off x="8238447" y="1469051"/>
                    <a:ext cx="319500" cy="324000"/>
                  </a:xfrm>
                  <a:prstGeom prst="rect">
                    <a:avLst/>
                  </a:prstGeom>
                  <a:blipFill>
                    <a:blip r:embed="rId24"/>
                    <a:stretch>
                      <a:fillRect/>
                    </a:stretch>
                  </a:blipFill>
                  <a:ln>
                    <a:solidFill>
                      <a:schemeClr val="tx1"/>
                    </a:solidFill>
                  </a:ln>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18" name="文本框 139">
                    <a:extLst>
                      <a:ext uri="{FF2B5EF4-FFF2-40B4-BE49-F238E27FC236}">
                        <a16:creationId xmlns:a16="http://schemas.microsoft.com/office/drawing/2014/main" id="{4687E1F3-9DBB-0245-B1A9-D25F81DBC60D}"/>
                      </a:ext>
                    </a:extLst>
                  </p:cNvPr>
                  <p:cNvSpPr txBox="1"/>
                  <p:nvPr/>
                </p:nvSpPr>
                <p:spPr>
                  <a:xfrm>
                    <a:off x="8557947" y="1469051"/>
                    <a:ext cx="319500" cy="324000"/>
                  </a:xfrm>
                  <a:prstGeom prst="rect">
                    <a:avLst/>
                  </a:prstGeom>
                  <a:grpFill/>
                  <a:ln>
                    <a:solidFill>
                      <a:schemeClr val="tx1"/>
                    </a:solidFill>
                  </a:ln>
                </p:spPr>
                <p:txBody>
                  <a:bodyPr wrap="square" rtlCol="0">
                    <a:spAutoFit/>
                  </a:bodyPr>
                  <a:lstStyle/>
                  <a:p>
                    <a:pPr/>
                    <a14:m>
                      <m:oMathPara xmlns:m="http://schemas.openxmlformats.org/officeDocument/2006/math">
                        <m:oMathParaPr>
                          <m:jc m:val="left"/>
                        </m:oMathParaPr>
                        <m:oMath xmlns:m="http://schemas.openxmlformats.org/officeDocument/2006/math">
                          <m:sSub>
                            <m:sSubPr>
                              <m:ctrlPr>
                                <a:rPr lang="en-US" altLang="zh-CN" sz="900" i="1" smtClean="0">
                                  <a:latin typeface="Cambria Math" panose="02040503050406030204" pitchFamily="18" charset="0"/>
                                </a:rPr>
                              </m:ctrlPr>
                            </m:sSubPr>
                            <m:e>
                              <m:r>
                                <m:rPr>
                                  <m:sty m:val="p"/>
                                </m:rPr>
                                <a:rPr lang="en-US" altLang="zh-CN" sz="900" i="1">
                                  <a:latin typeface="Cambria Math" panose="02040503050406030204" pitchFamily="18" charset="0"/>
                                </a:rPr>
                                <m:t>I</m:t>
                              </m:r>
                            </m:e>
                            <m:sub>
                              <m:r>
                                <a:rPr lang="en-US" altLang="zh-CN" sz="900" b="0" i="1" smtClean="0">
                                  <a:latin typeface="Cambria Math" panose="02040503050406030204" pitchFamily="18" charset="0"/>
                                </a:rPr>
                                <m:t>1</m:t>
                              </m:r>
                            </m:sub>
                          </m:sSub>
                          <m:sSub>
                            <m:sSubPr>
                              <m:ctrlPr>
                                <a:rPr lang="en-US" altLang="zh-CN" sz="900" i="1">
                                  <a:latin typeface="Cambria Math" panose="02040503050406030204" pitchFamily="18" charset="0"/>
                                </a:rPr>
                              </m:ctrlPr>
                            </m:sSubPr>
                            <m:e>
                              <m:r>
                                <m:rPr>
                                  <m:sty m:val="p"/>
                                </m:rPr>
                                <a:rPr lang="en-US" altLang="zh-CN" sz="900">
                                  <a:latin typeface="Cambria Math" panose="02040503050406030204" pitchFamily="18" charset="0"/>
                                </a:rPr>
                                <m:t>T</m:t>
                              </m:r>
                            </m:e>
                            <m:sub>
                              <m:r>
                                <a:rPr lang="en-US" altLang="zh-CN" sz="900">
                                  <a:latin typeface="Cambria Math" panose="02040503050406030204" pitchFamily="18" charset="0"/>
                                </a:rPr>
                                <m:t>1</m:t>
                              </m:r>
                            </m:sub>
                          </m:sSub>
                        </m:oMath>
                      </m:oMathPara>
                    </a14:m>
                    <a:endParaRPr lang="zh-CN" altLang="en-US" sz="900" dirty="0"/>
                  </a:p>
                </p:txBody>
              </p:sp>
            </mc:Choice>
            <mc:Fallback xmlns="">
              <p:sp>
                <p:nvSpPr>
                  <p:cNvPr id="140" name="文本框 139">
                    <a:extLst>
                      <a:ext uri="{FF2B5EF4-FFF2-40B4-BE49-F238E27FC236}">
                        <a16:creationId xmlns:a16="http://schemas.microsoft.com/office/drawing/2014/main" id="{2D98E82F-F6B2-4FEE-A4B0-301B72C6F3F6}"/>
                      </a:ext>
                    </a:extLst>
                  </p:cNvPr>
                  <p:cNvSpPr txBox="1">
                    <a:spLocks noRot="1" noChangeAspect="1" noMove="1" noResize="1" noEditPoints="1" noAdjustHandles="1" noChangeArrowheads="1" noChangeShapeType="1" noTextEdit="1"/>
                  </p:cNvSpPr>
                  <p:nvPr/>
                </p:nvSpPr>
                <p:spPr>
                  <a:xfrm>
                    <a:off x="8557947" y="1469051"/>
                    <a:ext cx="319500" cy="324000"/>
                  </a:xfrm>
                  <a:prstGeom prst="rect">
                    <a:avLst/>
                  </a:prstGeom>
                  <a:blipFill>
                    <a:blip r:embed="rId25"/>
                    <a:stretch>
                      <a:fillRect/>
                    </a:stretch>
                  </a:blipFill>
                  <a:ln>
                    <a:solidFill>
                      <a:schemeClr val="tx1"/>
                    </a:solidFill>
                  </a:ln>
                </p:spPr>
                <p:txBody>
                  <a:bodyPr/>
                  <a:lstStyle/>
                  <a:p>
                    <a:r>
                      <a:rPr lang="zh-CN" altLang="en-US">
                        <a:noFill/>
                      </a:rPr>
                      <a:t> </a:t>
                    </a:r>
                  </a:p>
                </p:txBody>
              </p:sp>
            </mc:Fallback>
          </mc:AlternateContent>
          <p:sp>
            <p:nvSpPr>
              <p:cNvPr id="119" name="文本框 140">
                <a:extLst>
                  <a:ext uri="{FF2B5EF4-FFF2-40B4-BE49-F238E27FC236}">
                    <a16:creationId xmlns:a16="http://schemas.microsoft.com/office/drawing/2014/main" id="{15A885DF-74A5-6610-33F4-51CC086918EB}"/>
                  </a:ext>
                </a:extLst>
              </p:cNvPr>
              <p:cNvSpPr txBox="1"/>
              <p:nvPr/>
            </p:nvSpPr>
            <p:spPr>
              <a:xfrm>
                <a:off x="8877447" y="1469050"/>
                <a:ext cx="319500" cy="324000"/>
              </a:xfrm>
              <a:prstGeom prst="rect">
                <a:avLst/>
              </a:prstGeom>
              <a:grpFill/>
              <a:ln>
                <a:solidFill>
                  <a:schemeClr val="tx1"/>
                </a:solidFill>
              </a:ln>
            </p:spPr>
            <p:txBody>
              <a:bodyPr wrap="square" rtlCol="0">
                <a:spAutoFit/>
              </a:bodyPr>
              <a:lstStyle/>
              <a:p>
                <a:r>
                  <a:rPr lang="en-US" altLang="zh-CN" sz="1400" dirty="0"/>
                  <a:t>…</a:t>
                </a:r>
                <a:endParaRPr lang="zh-CN" altLang="en-US" sz="1400" dirty="0"/>
              </a:p>
            </p:txBody>
          </p:sp>
          <mc:AlternateContent xmlns:mc="http://schemas.openxmlformats.org/markup-compatibility/2006" xmlns:a14="http://schemas.microsoft.com/office/drawing/2010/main">
            <mc:Choice Requires="a14">
              <p:sp>
                <p:nvSpPr>
                  <p:cNvPr id="120" name="文本框 141">
                    <a:extLst>
                      <a:ext uri="{FF2B5EF4-FFF2-40B4-BE49-F238E27FC236}">
                        <a16:creationId xmlns:a16="http://schemas.microsoft.com/office/drawing/2014/main" id="{70DA7B9E-07D1-B7E9-EC71-250143758E1A}"/>
                      </a:ext>
                    </a:extLst>
                  </p:cNvPr>
                  <p:cNvSpPr txBox="1"/>
                  <p:nvPr/>
                </p:nvSpPr>
                <p:spPr>
                  <a:xfrm>
                    <a:off x="9196109" y="1469051"/>
                    <a:ext cx="319500" cy="324000"/>
                  </a:xfrm>
                  <a:prstGeom prst="rect">
                    <a:avLst/>
                  </a:prstGeom>
                  <a:solidFill>
                    <a:schemeClr val="accent1">
                      <a:lumMod val="20000"/>
                      <a:lumOff val="80000"/>
                    </a:schemeClr>
                  </a:solidFill>
                  <a:ln>
                    <a:solidFill>
                      <a:schemeClr val="tx1"/>
                    </a:solidFill>
                  </a:ln>
                </p:spPr>
                <p:txBody>
                  <a:bodyPr wrap="square" rtlCol="0">
                    <a:spAutoFit/>
                  </a:bodyPr>
                  <a:lstStyle/>
                  <a:p>
                    <a:pPr/>
                    <a14:m>
                      <m:oMathPara xmlns:m="http://schemas.openxmlformats.org/officeDocument/2006/math">
                        <m:oMathParaPr>
                          <m:jc m:val="left"/>
                        </m:oMathParaPr>
                        <m:oMath xmlns:m="http://schemas.openxmlformats.org/officeDocument/2006/math">
                          <m:sSub>
                            <m:sSubPr>
                              <m:ctrlPr>
                                <a:rPr lang="en-US" altLang="zh-CN" sz="900" i="1" smtClean="0">
                                  <a:latin typeface="Cambria Math" panose="02040503050406030204" pitchFamily="18" charset="0"/>
                                </a:rPr>
                              </m:ctrlPr>
                            </m:sSubPr>
                            <m:e>
                              <m:r>
                                <m:rPr>
                                  <m:sty m:val="p"/>
                                </m:rPr>
                                <a:rPr lang="en-US" altLang="zh-CN" sz="900" i="1">
                                  <a:latin typeface="Cambria Math" panose="02040503050406030204" pitchFamily="18" charset="0"/>
                                </a:rPr>
                                <m:t>I</m:t>
                              </m:r>
                            </m:e>
                            <m:sub>
                              <m:r>
                                <a:rPr lang="en-US" altLang="zh-CN" sz="900" b="0" i="1" smtClean="0">
                                  <a:latin typeface="Cambria Math" panose="02040503050406030204" pitchFamily="18" charset="0"/>
                                </a:rPr>
                                <m:t>1</m:t>
                              </m:r>
                            </m:sub>
                          </m:sSub>
                          <m:sSub>
                            <m:sSubPr>
                              <m:ctrlPr>
                                <a:rPr lang="en-US" altLang="zh-CN" sz="900" i="1">
                                  <a:latin typeface="Cambria Math" panose="02040503050406030204" pitchFamily="18" charset="0"/>
                                </a:rPr>
                              </m:ctrlPr>
                            </m:sSubPr>
                            <m:e>
                              <m:r>
                                <m:rPr>
                                  <m:sty m:val="p"/>
                                </m:rPr>
                                <a:rPr lang="en-US" altLang="zh-CN" sz="900">
                                  <a:latin typeface="Cambria Math" panose="02040503050406030204" pitchFamily="18" charset="0"/>
                                </a:rPr>
                                <m:t>T</m:t>
                              </m:r>
                            </m:e>
                            <m:sub>
                              <m:r>
                                <a:rPr lang="en-US" altLang="zh-CN" sz="900">
                                  <a:latin typeface="Cambria Math" panose="02040503050406030204" pitchFamily="18" charset="0"/>
                                </a:rPr>
                                <m:t>1</m:t>
                              </m:r>
                            </m:sub>
                          </m:sSub>
                        </m:oMath>
                      </m:oMathPara>
                    </a14:m>
                    <a:endParaRPr lang="zh-CN" altLang="en-US" sz="900" dirty="0"/>
                  </a:p>
                </p:txBody>
              </p:sp>
            </mc:Choice>
            <mc:Fallback xmlns="">
              <p:sp>
                <p:nvSpPr>
                  <p:cNvPr id="142" name="文本框 141">
                    <a:extLst>
                      <a:ext uri="{FF2B5EF4-FFF2-40B4-BE49-F238E27FC236}">
                        <a16:creationId xmlns:a16="http://schemas.microsoft.com/office/drawing/2014/main" id="{0DBC66D4-3A29-4F67-BDEA-CCA5545560B5}"/>
                      </a:ext>
                    </a:extLst>
                  </p:cNvPr>
                  <p:cNvSpPr txBox="1">
                    <a:spLocks noRot="1" noChangeAspect="1" noMove="1" noResize="1" noEditPoints="1" noAdjustHandles="1" noChangeArrowheads="1" noChangeShapeType="1" noTextEdit="1"/>
                  </p:cNvSpPr>
                  <p:nvPr/>
                </p:nvSpPr>
                <p:spPr>
                  <a:xfrm>
                    <a:off x="9196109" y="1469051"/>
                    <a:ext cx="319500" cy="324000"/>
                  </a:xfrm>
                  <a:prstGeom prst="rect">
                    <a:avLst/>
                  </a:prstGeom>
                  <a:blipFill>
                    <a:blip r:embed="rId12"/>
                    <a:stretch>
                      <a:fillRect/>
                    </a:stretch>
                  </a:blipFill>
                  <a:ln>
                    <a:solidFill>
                      <a:schemeClr val="tx1"/>
                    </a:solidFill>
                  </a:ln>
                </p:spPr>
                <p:txBody>
                  <a:bodyPr/>
                  <a:lstStyle/>
                  <a:p>
                    <a:r>
                      <a:rPr lang="zh-CN" altLang="en-US">
                        <a:noFill/>
                      </a:rPr>
                      <a:t> </a:t>
                    </a:r>
                  </a:p>
                </p:txBody>
              </p:sp>
            </mc:Fallback>
          </mc:AlternateContent>
        </p:grpSp>
      </p:grpSp>
    </p:spTree>
    <p:extLst>
      <p:ext uri="{BB962C8B-B14F-4D97-AF65-F5344CB8AC3E}">
        <p14:creationId xmlns:p14="http://schemas.microsoft.com/office/powerpoint/2010/main" val="2388621529"/>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0F19B69-63C1-1362-14FA-A82830CCBBE4}"/>
              </a:ext>
            </a:extLst>
          </p:cNvPr>
          <p:cNvSpPr>
            <a:spLocks noGrp="1"/>
          </p:cNvSpPr>
          <p:nvPr>
            <p:ph type="title"/>
          </p:nvPr>
        </p:nvSpPr>
        <p:spPr/>
        <p:txBody>
          <a:bodyPr/>
          <a:lstStyle/>
          <a:p>
            <a:r>
              <a:rPr lang="en-US" altLang="zh-CN"/>
              <a:t>CLIP</a:t>
            </a:r>
            <a:r>
              <a:rPr lang="zh-CN" altLang="en-US"/>
              <a:t> </a:t>
            </a:r>
            <a:r>
              <a:rPr lang="en-US" altLang="zh-CN"/>
              <a:t>–</a:t>
            </a:r>
            <a:r>
              <a:rPr lang="zh-CN" altLang="en-US"/>
              <a:t> 预训练</a:t>
            </a:r>
            <a:endParaRPr lang="en-US"/>
          </a:p>
        </p:txBody>
      </p:sp>
      <p:sp>
        <p:nvSpPr>
          <p:cNvPr id="3" name="Content Placeholder 2">
            <a:extLst>
              <a:ext uri="{FF2B5EF4-FFF2-40B4-BE49-F238E27FC236}">
                <a16:creationId xmlns:a16="http://schemas.microsoft.com/office/drawing/2014/main" id="{E4E95AC4-2651-9DB0-FD64-893835F32E91}"/>
              </a:ext>
            </a:extLst>
          </p:cNvPr>
          <p:cNvSpPr>
            <a:spLocks noGrp="1"/>
          </p:cNvSpPr>
          <p:nvPr>
            <p:ph idx="1"/>
          </p:nvPr>
        </p:nvSpPr>
        <p:spPr>
          <a:xfrm>
            <a:off x="838200" y="963386"/>
            <a:ext cx="5758543" cy="5213577"/>
          </a:xfrm>
        </p:spPr>
        <p:txBody>
          <a:bodyPr>
            <a:normAutofit/>
          </a:bodyPr>
          <a:lstStyle/>
          <a:p>
            <a:pPr indent="-457200">
              <a:lnSpc>
                <a:spcPct val="180000"/>
              </a:lnSpc>
              <a:spcBef>
                <a:spcPts val="0"/>
              </a:spcBef>
              <a:buFont typeface="Wingdings" panose="05000000000000000000" pitchFamily="2" charset="2"/>
              <a:buChar char="p"/>
            </a:pPr>
            <a:r>
              <a:rPr lang="zh-CN" altLang="en-US"/>
              <a:t>成对计算编码文本特征 </a:t>
            </a:r>
            <a:r>
              <a:rPr lang="en-US" altLang="zh-CN"/>
              <a:t>(𝑇</a:t>
            </a:r>
            <a:r>
              <a:rPr lang="en-US" altLang="zh-CN" baseline="-25000"/>
              <a:t>𝑛</a:t>
            </a:r>
            <a:r>
              <a:rPr lang="en-US" altLang="zh-CN"/>
              <a:t>) </a:t>
            </a:r>
            <a:r>
              <a:rPr lang="zh-CN" altLang="en-US"/>
              <a:t>和图像特征 </a:t>
            </a:r>
            <a:r>
              <a:rPr lang="en-US" altLang="zh-CN"/>
              <a:t>(𝐼</a:t>
            </a:r>
            <a:r>
              <a:rPr lang="en-US" altLang="zh-CN" baseline="-25000"/>
              <a:t>𝑛</a:t>
            </a:r>
            <a:r>
              <a:rPr lang="en-US" altLang="zh-CN"/>
              <a:t>) </a:t>
            </a:r>
            <a:r>
              <a:rPr lang="zh-CN" altLang="en-US"/>
              <a:t>之间的相似度，并得到比较矩阵</a:t>
            </a:r>
          </a:p>
          <a:p>
            <a:pPr indent="-457200">
              <a:lnSpc>
                <a:spcPct val="180000"/>
              </a:lnSpc>
              <a:spcBef>
                <a:spcPts val="0"/>
              </a:spcBef>
              <a:buFont typeface="Wingdings" panose="05000000000000000000" pitchFamily="2" charset="2"/>
              <a:buChar char="p"/>
            </a:pPr>
            <a:endParaRPr lang="en-US" altLang="zh-CN"/>
          </a:p>
          <a:p>
            <a:pPr indent="-457200">
              <a:lnSpc>
                <a:spcPct val="180000"/>
              </a:lnSpc>
              <a:spcBef>
                <a:spcPts val="0"/>
              </a:spcBef>
              <a:buFont typeface="Wingdings" panose="05000000000000000000" pitchFamily="2" charset="2"/>
              <a:buChar char="p"/>
            </a:pPr>
            <a:r>
              <a:rPr lang="zh-CN" altLang="en-US"/>
              <a:t>对于 𝑇</a:t>
            </a:r>
            <a:r>
              <a:rPr lang="en-US" altLang="zh-CN" baseline="-25000"/>
              <a:t>𝑛</a:t>
            </a:r>
            <a:r>
              <a:rPr lang="zh-CN" altLang="en-US"/>
              <a:t>，相应的图像特征 𝐼</a:t>
            </a:r>
            <a:r>
              <a:rPr lang="en-US" altLang="zh-CN" baseline="-25000"/>
              <a:t>𝑛</a:t>
            </a:r>
            <a:r>
              <a:rPr lang="en-US" altLang="zh-CN"/>
              <a:t> </a:t>
            </a:r>
            <a:r>
              <a:rPr lang="zh-CN" altLang="en-US"/>
              <a:t>作为正样本，其他图像特征为负样本，反之亦然</a:t>
            </a:r>
          </a:p>
          <a:p>
            <a:pPr indent="-457200">
              <a:lnSpc>
                <a:spcPct val="180000"/>
              </a:lnSpc>
              <a:spcBef>
                <a:spcPts val="0"/>
              </a:spcBef>
              <a:buFont typeface="Wingdings" panose="05000000000000000000" pitchFamily="2" charset="2"/>
              <a:buChar char="p"/>
            </a:pPr>
            <a:endParaRPr lang="en-US" altLang="zh-CN"/>
          </a:p>
          <a:p>
            <a:pPr indent="-457200">
              <a:lnSpc>
                <a:spcPct val="180000"/>
              </a:lnSpc>
              <a:spcBef>
                <a:spcPts val="0"/>
              </a:spcBef>
              <a:buFont typeface="Wingdings" panose="05000000000000000000" pitchFamily="2" charset="2"/>
              <a:buChar char="p"/>
            </a:pPr>
            <a:r>
              <a:rPr lang="zh-CN" altLang="en-US"/>
              <a:t>最大化对角线上的值</a:t>
            </a:r>
            <a:endParaRPr lang="en-US"/>
          </a:p>
        </p:txBody>
      </p:sp>
      <p:pic>
        <p:nvPicPr>
          <p:cNvPr id="7" name="Picture 6">
            <a:extLst>
              <a:ext uri="{FF2B5EF4-FFF2-40B4-BE49-F238E27FC236}">
                <a16:creationId xmlns:a16="http://schemas.microsoft.com/office/drawing/2014/main" id="{F735D6D5-F6C0-3A94-6C64-EEBB176144C8}"/>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987202" y="3660518"/>
            <a:ext cx="4469674" cy="2718292"/>
          </a:xfrm>
          <a:prstGeom prst="rect">
            <a:avLst/>
          </a:prstGeom>
        </p:spPr>
      </p:pic>
      <p:grpSp>
        <p:nvGrpSpPr>
          <p:cNvPr id="5" name="组合 32">
            <a:extLst>
              <a:ext uri="{FF2B5EF4-FFF2-40B4-BE49-F238E27FC236}">
                <a16:creationId xmlns:a16="http://schemas.microsoft.com/office/drawing/2014/main" id="{275C5E16-2B68-3754-3F30-A50A66A66041}"/>
              </a:ext>
            </a:extLst>
          </p:cNvPr>
          <p:cNvGrpSpPr/>
          <p:nvPr/>
        </p:nvGrpSpPr>
        <p:grpSpPr>
          <a:xfrm>
            <a:off x="8362175" y="1581925"/>
            <a:ext cx="319500" cy="1522336"/>
            <a:chOff x="2642905" y="4648260"/>
            <a:chExt cx="319500" cy="1522336"/>
          </a:xfrm>
        </p:grpSpPr>
        <mc:AlternateContent xmlns:mc="http://schemas.openxmlformats.org/markup-compatibility/2006" xmlns:a14="http://schemas.microsoft.com/office/drawing/2010/main">
          <mc:Choice Requires="a14">
            <p:sp>
              <p:nvSpPr>
                <p:cNvPr id="48" name="文本框 28">
                  <a:extLst>
                    <a:ext uri="{FF2B5EF4-FFF2-40B4-BE49-F238E27FC236}">
                      <a16:creationId xmlns:a16="http://schemas.microsoft.com/office/drawing/2014/main" id="{A51485E8-268E-76E9-B27D-940E5841E50B}"/>
                    </a:ext>
                  </a:extLst>
                </p:cNvPr>
                <p:cNvSpPr txBox="1"/>
                <p:nvPr/>
              </p:nvSpPr>
              <p:spPr>
                <a:xfrm>
                  <a:off x="2642905" y="4648260"/>
                  <a:ext cx="319500" cy="307777"/>
                </a:xfrm>
                <a:prstGeom prst="rect">
                  <a:avLst/>
                </a:prstGeom>
                <a:solidFill>
                  <a:schemeClr val="accent2">
                    <a:lumMod val="40000"/>
                    <a:lumOff val="60000"/>
                  </a:schemeClr>
                </a:solidFill>
                <a:ln>
                  <a:solidFill>
                    <a:schemeClr val="accent2">
                      <a:lumMod val="60000"/>
                      <a:lumOff val="40000"/>
                    </a:schemeClr>
                  </a:solidFill>
                </a:ln>
              </p:spPr>
              <p:txBody>
                <a:bodyPr wrap="square" rtlCol="0">
                  <a:spAutoFit/>
                </a:bodyPr>
                <a:lstStyle/>
                <a:p>
                  <a:pPr/>
                  <a14:m>
                    <m:oMathPara xmlns:m="http://schemas.openxmlformats.org/officeDocument/2006/math">
                      <m:oMathParaPr>
                        <m:jc m:val="left"/>
                      </m:oMathParaPr>
                      <m:oMath xmlns:m="http://schemas.openxmlformats.org/officeDocument/2006/math">
                        <m:sSub>
                          <m:sSubPr>
                            <m:ctrlPr>
                              <a:rPr lang="en-US" altLang="zh-CN" sz="1400" i="1" smtClean="0">
                                <a:latin typeface="Cambria Math" panose="02040503050406030204" pitchFamily="18" charset="0"/>
                              </a:rPr>
                            </m:ctrlPr>
                          </m:sSubPr>
                          <m:e>
                            <m:r>
                              <m:rPr>
                                <m:sty m:val="p"/>
                              </m:rPr>
                              <a:rPr lang="en-US" altLang="zh-CN" sz="1400" i="1">
                                <a:latin typeface="Cambria Math" panose="02040503050406030204" pitchFamily="18" charset="0"/>
                              </a:rPr>
                              <m:t>I</m:t>
                            </m:r>
                          </m:e>
                          <m:sub>
                            <m:r>
                              <a:rPr lang="en-US" altLang="zh-CN" sz="1400" b="0" i="1" smtClean="0">
                                <a:latin typeface="Cambria Math" panose="02040503050406030204" pitchFamily="18" charset="0"/>
                              </a:rPr>
                              <m:t>1</m:t>
                            </m:r>
                          </m:sub>
                        </m:sSub>
                      </m:oMath>
                    </m:oMathPara>
                  </a14:m>
                  <a:endParaRPr lang="zh-CN" altLang="en-US" sz="1000" dirty="0"/>
                </a:p>
              </p:txBody>
            </p:sp>
          </mc:Choice>
          <mc:Fallback xmlns="">
            <p:sp>
              <p:nvSpPr>
                <p:cNvPr id="29" name="文本框 28">
                  <a:extLst>
                    <a:ext uri="{FF2B5EF4-FFF2-40B4-BE49-F238E27FC236}">
                      <a16:creationId xmlns:a16="http://schemas.microsoft.com/office/drawing/2014/main" id="{825E12CA-8156-4142-87F7-3CC038638F12}"/>
                    </a:ext>
                  </a:extLst>
                </p:cNvPr>
                <p:cNvSpPr txBox="1">
                  <a:spLocks noRot="1" noChangeAspect="1" noMove="1" noResize="1" noEditPoints="1" noAdjustHandles="1" noChangeArrowheads="1" noChangeShapeType="1" noTextEdit="1"/>
                </p:cNvSpPr>
                <p:nvPr/>
              </p:nvSpPr>
              <p:spPr>
                <a:xfrm>
                  <a:off x="2642905" y="4648260"/>
                  <a:ext cx="319500" cy="307777"/>
                </a:xfrm>
                <a:prstGeom prst="rect">
                  <a:avLst/>
                </a:prstGeom>
                <a:blipFill>
                  <a:blip r:embed="rId4"/>
                  <a:stretch>
                    <a:fillRect/>
                  </a:stretch>
                </a:blipFill>
                <a:ln>
                  <a:solidFill>
                    <a:schemeClr val="accent2">
                      <a:lumMod val="60000"/>
                      <a:lumOff val="40000"/>
                    </a:schemeClr>
                  </a:solidFill>
                </a:ln>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49" name="文本框 71">
                  <a:extLst>
                    <a:ext uri="{FF2B5EF4-FFF2-40B4-BE49-F238E27FC236}">
                      <a16:creationId xmlns:a16="http://schemas.microsoft.com/office/drawing/2014/main" id="{5CA1CB18-FAD0-2B41-1257-326D14E19036}"/>
                    </a:ext>
                  </a:extLst>
                </p:cNvPr>
                <p:cNvSpPr txBox="1"/>
                <p:nvPr/>
              </p:nvSpPr>
              <p:spPr>
                <a:xfrm>
                  <a:off x="2642905" y="4956037"/>
                  <a:ext cx="319500" cy="307777"/>
                </a:xfrm>
                <a:prstGeom prst="rect">
                  <a:avLst/>
                </a:prstGeom>
                <a:solidFill>
                  <a:schemeClr val="accent2">
                    <a:lumMod val="40000"/>
                    <a:lumOff val="60000"/>
                  </a:schemeClr>
                </a:solidFill>
                <a:ln>
                  <a:solidFill>
                    <a:schemeClr val="accent2">
                      <a:lumMod val="60000"/>
                      <a:lumOff val="40000"/>
                    </a:schemeClr>
                  </a:solidFill>
                </a:ln>
              </p:spPr>
              <p:txBody>
                <a:bodyPr wrap="square" rtlCol="0">
                  <a:spAutoFit/>
                </a:bodyPr>
                <a:lstStyle/>
                <a:p>
                  <a:pPr/>
                  <a14:m>
                    <m:oMathPara xmlns:m="http://schemas.openxmlformats.org/officeDocument/2006/math">
                      <m:oMathParaPr>
                        <m:jc m:val="left"/>
                      </m:oMathParaPr>
                      <m:oMath xmlns:m="http://schemas.openxmlformats.org/officeDocument/2006/math">
                        <m:sSub>
                          <m:sSubPr>
                            <m:ctrlPr>
                              <a:rPr lang="en-US" altLang="zh-CN" sz="1400" i="1" smtClean="0">
                                <a:latin typeface="Cambria Math" panose="02040503050406030204" pitchFamily="18" charset="0"/>
                              </a:rPr>
                            </m:ctrlPr>
                          </m:sSubPr>
                          <m:e>
                            <m:r>
                              <m:rPr>
                                <m:sty m:val="p"/>
                              </m:rPr>
                              <a:rPr lang="en-US" altLang="zh-CN" sz="1400" i="1">
                                <a:latin typeface="Cambria Math" panose="02040503050406030204" pitchFamily="18" charset="0"/>
                              </a:rPr>
                              <m:t>I</m:t>
                            </m:r>
                          </m:e>
                          <m:sub>
                            <m:r>
                              <a:rPr lang="en-US" altLang="zh-CN" sz="1400" b="0" i="1" smtClean="0">
                                <a:latin typeface="Cambria Math" panose="02040503050406030204" pitchFamily="18" charset="0"/>
                              </a:rPr>
                              <m:t>2</m:t>
                            </m:r>
                          </m:sub>
                        </m:sSub>
                      </m:oMath>
                    </m:oMathPara>
                  </a14:m>
                  <a:endParaRPr lang="zh-CN" altLang="en-US" sz="1000" dirty="0"/>
                </a:p>
              </p:txBody>
            </p:sp>
          </mc:Choice>
          <mc:Fallback xmlns="">
            <p:sp>
              <p:nvSpPr>
                <p:cNvPr id="72" name="文本框 71">
                  <a:extLst>
                    <a:ext uri="{FF2B5EF4-FFF2-40B4-BE49-F238E27FC236}">
                      <a16:creationId xmlns:a16="http://schemas.microsoft.com/office/drawing/2014/main" id="{22E98A09-4AE5-4CE4-9840-DCE7AD8D574C}"/>
                    </a:ext>
                  </a:extLst>
                </p:cNvPr>
                <p:cNvSpPr txBox="1">
                  <a:spLocks noRot="1" noChangeAspect="1" noMove="1" noResize="1" noEditPoints="1" noAdjustHandles="1" noChangeArrowheads="1" noChangeShapeType="1" noTextEdit="1"/>
                </p:cNvSpPr>
                <p:nvPr/>
              </p:nvSpPr>
              <p:spPr>
                <a:xfrm>
                  <a:off x="2642905" y="4956037"/>
                  <a:ext cx="319500" cy="307777"/>
                </a:xfrm>
                <a:prstGeom prst="rect">
                  <a:avLst/>
                </a:prstGeom>
                <a:blipFill>
                  <a:blip r:embed="rId5"/>
                  <a:stretch>
                    <a:fillRect/>
                  </a:stretch>
                </a:blipFill>
                <a:ln>
                  <a:solidFill>
                    <a:schemeClr val="accent2">
                      <a:lumMod val="60000"/>
                      <a:lumOff val="40000"/>
                    </a:schemeClr>
                  </a:solidFill>
                </a:ln>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50" name="文本框 72">
                  <a:extLst>
                    <a:ext uri="{FF2B5EF4-FFF2-40B4-BE49-F238E27FC236}">
                      <a16:creationId xmlns:a16="http://schemas.microsoft.com/office/drawing/2014/main" id="{CA3E3A1F-AA51-7653-91DA-3DA621794D0D}"/>
                    </a:ext>
                  </a:extLst>
                </p:cNvPr>
                <p:cNvSpPr txBox="1"/>
                <p:nvPr/>
              </p:nvSpPr>
              <p:spPr>
                <a:xfrm>
                  <a:off x="2642905" y="5263814"/>
                  <a:ext cx="319500" cy="307777"/>
                </a:xfrm>
                <a:prstGeom prst="rect">
                  <a:avLst/>
                </a:prstGeom>
                <a:solidFill>
                  <a:schemeClr val="accent2">
                    <a:lumMod val="40000"/>
                    <a:lumOff val="60000"/>
                  </a:schemeClr>
                </a:solidFill>
                <a:ln>
                  <a:solidFill>
                    <a:schemeClr val="accent2">
                      <a:lumMod val="60000"/>
                      <a:lumOff val="40000"/>
                    </a:schemeClr>
                  </a:solidFill>
                </a:ln>
              </p:spPr>
              <p:txBody>
                <a:bodyPr wrap="square" rtlCol="0">
                  <a:spAutoFit/>
                </a:bodyPr>
                <a:lstStyle/>
                <a:p>
                  <a:pPr/>
                  <a14:m>
                    <m:oMathPara xmlns:m="http://schemas.openxmlformats.org/officeDocument/2006/math">
                      <m:oMathParaPr>
                        <m:jc m:val="left"/>
                      </m:oMathParaPr>
                      <m:oMath xmlns:m="http://schemas.openxmlformats.org/officeDocument/2006/math">
                        <m:sSub>
                          <m:sSubPr>
                            <m:ctrlPr>
                              <a:rPr lang="en-US" altLang="zh-CN" sz="1400" i="1" smtClean="0">
                                <a:latin typeface="Cambria Math" panose="02040503050406030204" pitchFamily="18" charset="0"/>
                              </a:rPr>
                            </m:ctrlPr>
                          </m:sSubPr>
                          <m:e>
                            <m:r>
                              <m:rPr>
                                <m:sty m:val="p"/>
                              </m:rPr>
                              <a:rPr lang="en-US" altLang="zh-CN" sz="1400" i="1">
                                <a:latin typeface="Cambria Math" panose="02040503050406030204" pitchFamily="18" charset="0"/>
                              </a:rPr>
                              <m:t>I</m:t>
                            </m:r>
                          </m:e>
                          <m:sub>
                            <m:r>
                              <a:rPr lang="en-US" altLang="zh-CN" sz="1400" b="0" i="1" smtClean="0">
                                <a:latin typeface="Cambria Math" panose="02040503050406030204" pitchFamily="18" charset="0"/>
                              </a:rPr>
                              <m:t>3</m:t>
                            </m:r>
                          </m:sub>
                        </m:sSub>
                      </m:oMath>
                    </m:oMathPara>
                  </a14:m>
                  <a:endParaRPr lang="zh-CN" altLang="en-US" sz="1000" dirty="0"/>
                </a:p>
              </p:txBody>
            </p:sp>
          </mc:Choice>
          <mc:Fallback xmlns="">
            <p:sp>
              <p:nvSpPr>
                <p:cNvPr id="73" name="文本框 72">
                  <a:extLst>
                    <a:ext uri="{FF2B5EF4-FFF2-40B4-BE49-F238E27FC236}">
                      <a16:creationId xmlns:a16="http://schemas.microsoft.com/office/drawing/2014/main" id="{4B5D0BF1-27C8-470F-A93F-7028BAC63DE0}"/>
                    </a:ext>
                  </a:extLst>
                </p:cNvPr>
                <p:cNvSpPr txBox="1">
                  <a:spLocks noRot="1" noChangeAspect="1" noMove="1" noResize="1" noEditPoints="1" noAdjustHandles="1" noChangeArrowheads="1" noChangeShapeType="1" noTextEdit="1"/>
                </p:cNvSpPr>
                <p:nvPr/>
              </p:nvSpPr>
              <p:spPr>
                <a:xfrm>
                  <a:off x="2642905" y="5263814"/>
                  <a:ext cx="319500" cy="307777"/>
                </a:xfrm>
                <a:prstGeom prst="rect">
                  <a:avLst/>
                </a:prstGeom>
                <a:blipFill>
                  <a:blip r:embed="rId6"/>
                  <a:stretch>
                    <a:fillRect/>
                  </a:stretch>
                </a:blipFill>
                <a:ln>
                  <a:solidFill>
                    <a:schemeClr val="accent2">
                      <a:lumMod val="60000"/>
                      <a:lumOff val="40000"/>
                    </a:schemeClr>
                  </a:solidFill>
                </a:ln>
              </p:spPr>
              <p:txBody>
                <a:bodyPr/>
                <a:lstStyle/>
                <a:p>
                  <a:r>
                    <a:rPr lang="zh-CN" altLang="en-US">
                      <a:noFill/>
                    </a:rPr>
                    <a:t> </a:t>
                  </a:r>
                </a:p>
              </p:txBody>
            </p:sp>
          </mc:Fallback>
        </mc:AlternateContent>
        <p:sp>
          <p:nvSpPr>
            <p:cNvPr id="51" name="文本框 74">
              <a:extLst>
                <a:ext uri="{FF2B5EF4-FFF2-40B4-BE49-F238E27FC236}">
                  <a16:creationId xmlns:a16="http://schemas.microsoft.com/office/drawing/2014/main" id="{8906FA33-F52E-61B7-24AF-E0A349545CA2}"/>
                </a:ext>
              </a:extLst>
            </p:cNvPr>
            <p:cNvSpPr txBox="1"/>
            <p:nvPr/>
          </p:nvSpPr>
          <p:spPr>
            <a:xfrm>
              <a:off x="2642905" y="5571591"/>
              <a:ext cx="319500" cy="307777"/>
            </a:xfrm>
            <a:prstGeom prst="rect">
              <a:avLst/>
            </a:prstGeom>
            <a:solidFill>
              <a:schemeClr val="accent2">
                <a:lumMod val="40000"/>
                <a:lumOff val="60000"/>
              </a:schemeClr>
            </a:solidFill>
            <a:ln>
              <a:solidFill>
                <a:schemeClr val="accent2">
                  <a:lumMod val="60000"/>
                  <a:lumOff val="40000"/>
                </a:schemeClr>
              </a:solidFill>
            </a:ln>
          </p:spPr>
          <p:txBody>
            <a:bodyPr wrap="square" rtlCol="0">
              <a:spAutoFit/>
            </a:bodyPr>
            <a:lstStyle/>
            <a:p>
              <a:pPr algn="ctr"/>
              <a:r>
                <a:rPr lang="en-US" altLang="zh-CN" sz="1400" dirty="0"/>
                <a:t>…</a:t>
              </a:r>
              <a:endParaRPr lang="zh-CN" altLang="en-US" sz="1400" dirty="0"/>
            </a:p>
          </p:txBody>
        </p:sp>
        <mc:AlternateContent xmlns:mc="http://schemas.openxmlformats.org/markup-compatibility/2006" xmlns:a14="http://schemas.microsoft.com/office/drawing/2010/main">
          <mc:Choice Requires="a14">
            <p:sp>
              <p:nvSpPr>
                <p:cNvPr id="52" name="文本框 76">
                  <a:extLst>
                    <a:ext uri="{FF2B5EF4-FFF2-40B4-BE49-F238E27FC236}">
                      <a16:creationId xmlns:a16="http://schemas.microsoft.com/office/drawing/2014/main" id="{60F49C67-085B-05E0-DD07-E650FA3EC46D}"/>
                    </a:ext>
                  </a:extLst>
                </p:cNvPr>
                <p:cNvSpPr txBox="1"/>
                <p:nvPr/>
              </p:nvSpPr>
              <p:spPr>
                <a:xfrm>
                  <a:off x="2642905" y="5862819"/>
                  <a:ext cx="319500" cy="307777"/>
                </a:xfrm>
                <a:prstGeom prst="rect">
                  <a:avLst/>
                </a:prstGeom>
                <a:solidFill>
                  <a:schemeClr val="accent2">
                    <a:lumMod val="40000"/>
                    <a:lumOff val="60000"/>
                  </a:schemeClr>
                </a:solidFill>
                <a:ln>
                  <a:solidFill>
                    <a:schemeClr val="accent2">
                      <a:lumMod val="60000"/>
                      <a:lumOff val="40000"/>
                    </a:schemeClr>
                  </a:solidFill>
                </a:ln>
              </p:spPr>
              <p:txBody>
                <a:bodyPr wrap="square" rtlCol="0">
                  <a:spAutoFit/>
                </a:bodyPr>
                <a:lstStyle/>
                <a:p>
                  <a:pPr/>
                  <a14:m>
                    <m:oMathPara xmlns:m="http://schemas.openxmlformats.org/officeDocument/2006/math">
                      <m:oMathParaPr>
                        <m:jc m:val="left"/>
                      </m:oMathParaPr>
                      <m:oMath xmlns:m="http://schemas.openxmlformats.org/officeDocument/2006/math">
                        <m:sSub>
                          <m:sSubPr>
                            <m:ctrlPr>
                              <a:rPr lang="en-US" altLang="zh-CN" sz="1400" i="1" smtClean="0">
                                <a:latin typeface="Cambria Math" panose="02040503050406030204" pitchFamily="18" charset="0"/>
                              </a:rPr>
                            </m:ctrlPr>
                          </m:sSubPr>
                          <m:e>
                            <m:r>
                              <m:rPr>
                                <m:sty m:val="p"/>
                              </m:rPr>
                              <a:rPr lang="en-US" altLang="zh-CN" sz="1400" i="1">
                                <a:latin typeface="Cambria Math" panose="02040503050406030204" pitchFamily="18" charset="0"/>
                              </a:rPr>
                              <m:t>I</m:t>
                            </m:r>
                          </m:e>
                          <m:sub>
                            <m:r>
                              <a:rPr lang="en-US" altLang="zh-CN" sz="1400" b="0" i="1" smtClean="0">
                                <a:latin typeface="Cambria Math" panose="02040503050406030204" pitchFamily="18" charset="0"/>
                              </a:rPr>
                              <m:t>𝑁</m:t>
                            </m:r>
                          </m:sub>
                        </m:sSub>
                      </m:oMath>
                    </m:oMathPara>
                  </a14:m>
                  <a:endParaRPr lang="zh-CN" altLang="en-US" sz="1000" dirty="0"/>
                </a:p>
              </p:txBody>
            </p:sp>
          </mc:Choice>
          <mc:Fallback xmlns="">
            <p:sp>
              <p:nvSpPr>
                <p:cNvPr id="77" name="文本框 76">
                  <a:extLst>
                    <a:ext uri="{FF2B5EF4-FFF2-40B4-BE49-F238E27FC236}">
                      <a16:creationId xmlns:a16="http://schemas.microsoft.com/office/drawing/2014/main" id="{AEF697B3-10CB-4CD6-BF53-F2373FDB8273}"/>
                    </a:ext>
                  </a:extLst>
                </p:cNvPr>
                <p:cNvSpPr txBox="1">
                  <a:spLocks noRot="1" noChangeAspect="1" noMove="1" noResize="1" noEditPoints="1" noAdjustHandles="1" noChangeArrowheads="1" noChangeShapeType="1" noTextEdit="1"/>
                </p:cNvSpPr>
                <p:nvPr/>
              </p:nvSpPr>
              <p:spPr>
                <a:xfrm>
                  <a:off x="2642905" y="5862819"/>
                  <a:ext cx="319500" cy="307777"/>
                </a:xfrm>
                <a:prstGeom prst="rect">
                  <a:avLst/>
                </a:prstGeom>
                <a:blipFill>
                  <a:blip r:embed="rId7"/>
                  <a:stretch>
                    <a:fillRect/>
                  </a:stretch>
                </a:blipFill>
                <a:ln>
                  <a:solidFill>
                    <a:schemeClr val="accent2">
                      <a:lumMod val="60000"/>
                      <a:lumOff val="40000"/>
                    </a:schemeClr>
                  </a:solidFill>
                </a:ln>
              </p:spPr>
              <p:txBody>
                <a:bodyPr/>
                <a:lstStyle/>
                <a:p>
                  <a:r>
                    <a:rPr lang="zh-CN" altLang="en-US">
                      <a:noFill/>
                    </a:rPr>
                    <a:t> </a:t>
                  </a:r>
                </a:p>
              </p:txBody>
            </p:sp>
          </mc:Fallback>
        </mc:AlternateContent>
      </p:grpSp>
      <p:grpSp>
        <p:nvGrpSpPr>
          <p:cNvPr id="53" name="组合 82">
            <a:extLst>
              <a:ext uri="{FF2B5EF4-FFF2-40B4-BE49-F238E27FC236}">
                <a16:creationId xmlns:a16="http://schemas.microsoft.com/office/drawing/2014/main" id="{07DD70F2-55E1-2EC8-7D32-FED03B0EBAC3}"/>
              </a:ext>
            </a:extLst>
          </p:cNvPr>
          <p:cNvGrpSpPr/>
          <p:nvPr/>
        </p:nvGrpSpPr>
        <p:grpSpPr>
          <a:xfrm>
            <a:off x="8797335" y="1167729"/>
            <a:ext cx="1585818" cy="307778"/>
            <a:chOff x="5524048" y="2016813"/>
            <a:chExt cx="1585818" cy="307778"/>
          </a:xfrm>
        </p:grpSpPr>
        <mc:AlternateContent xmlns:mc="http://schemas.openxmlformats.org/markup-compatibility/2006" xmlns:a14="http://schemas.microsoft.com/office/drawing/2010/main">
          <mc:Choice Requires="a14">
            <p:sp>
              <p:nvSpPr>
                <p:cNvPr id="54" name="文本框 84">
                  <a:extLst>
                    <a:ext uri="{FF2B5EF4-FFF2-40B4-BE49-F238E27FC236}">
                      <a16:creationId xmlns:a16="http://schemas.microsoft.com/office/drawing/2014/main" id="{01A0B290-5531-33B5-0D7B-F0FBD37107CC}"/>
                    </a:ext>
                  </a:extLst>
                </p:cNvPr>
                <p:cNvSpPr txBox="1"/>
                <p:nvPr/>
              </p:nvSpPr>
              <p:spPr>
                <a:xfrm>
                  <a:off x="5524048" y="2016814"/>
                  <a:ext cx="319500" cy="307777"/>
                </a:xfrm>
                <a:prstGeom prst="rect">
                  <a:avLst/>
                </a:prstGeom>
                <a:solidFill>
                  <a:schemeClr val="accent6">
                    <a:lumMod val="40000"/>
                    <a:lumOff val="60000"/>
                  </a:schemeClr>
                </a:solidFill>
                <a:ln>
                  <a:solidFill>
                    <a:schemeClr val="accent6">
                      <a:lumMod val="60000"/>
                      <a:lumOff val="40000"/>
                    </a:schemeClr>
                  </a:solidFill>
                </a:ln>
              </p:spPr>
              <p:txBody>
                <a:bodyPr wrap="square" rtlCol="0">
                  <a:spAutoFit/>
                </a:bodyPr>
                <a:lstStyle/>
                <a:p>
                  <a:pPr/>
                  <a14:m>
                    <m:oMathPara xmlns:m="http://schemas.openxmlformats.org/officeDocument/2006/math">
                      <m:oMathParaPr>
                        <m:jc m:val="left"/>
                      </m:oMathParaPr>
                      <m:oMath xmlns:m="http://schemas.openxmlformats.org/officeDocument/2006/math">
                        <m:sSub>
                          <m:sSubPr>
                            <m:ctrlPr>
                              <a:rPr lang="en-US" altLang="zh-CN" sz="1400" i="1" smtClean="0">
                                <a:latin typeface="Cambria Math" panose="02040503050406030204" pitchFamily="18" charset="0"/>
                              </a:rPr>
                            </m:ctrlPr>
                          </m:sSubPr>
                          <m:e>
                            <m:r>
                              <m:rPr>
                                <m:sty m:val="p"/>
                              </m:rPr>
                              <a:rPr lang="en-US" altLang="zh-CN" sz="1400" b="0" i="0" smtClean="0">
                                <a:latin typeface="Cambria Math" panose="02040503050406030204" pitchFamily="18" charset="0"/>
                              </a:rPr>
                              <m:t>T</m:t>
                            </m:r>
                          </m:e>
                          <m:sub>
                            <m:r>
                              <a:rPr lang="en-US" altLang="zh-CN" sz="1400" b="0" i="0" smtClean="0">
                                <a:latin typeface="Cambria Math" panose="02040503050406030204" pitchFamily="18" charset="0"/>
                              </a:rPr>
                              <m:t>1</m:t>
                            </m:r>
                          </m:sub>
                        </m:sSub>
                      </m:oMath>
                    </m:oMathPara>
                  </a14:m>
                  <a:endParaRPr lang="zh-CN" altLang="en-US" sz="1000" dirty="0"/>
                </a:p>
              </p:txBody>
            </p:sp>
          </mc:Choice>
          <mc:Fallback xmlns="">
            <p:sp>
              <p:nvSpPr>
                <p:cNvPr id="85" name="文本框 84">
                  <a:extLst>
                    <a:ext uri="{FF2B5EF4-FFF2-40B4-BE49-F238E27FC236}">
                      <a16:creationId xmlns:a16="http://schemas.microsoft.com/office/drawing/2014/main" id="{EE71CB79-CF76-4E94-93FA-1C64B9949CC0}"/>
                    </a:ext>
                  </a:extLst>
                </p:cNvPr>
                <p:cNvSpPr txBox="1">
                  <a:spLocks noRot="1" noChangeAspect="1" noMove="1" noResize="1" noEditPoints="1" noAdjustHandles="1" noChangeArrowheads="1" noChangeShapeType="1" noTextEdit="1"/>
                </p:cNvSpPr>
                <p:nvPr/>
              </p:nvSpPr>
              <p:spPr>
                <a:xfrm>
                  <a:off x="5524048" y="2016814"/>
                  <a:ext cx="319500" cy="307777"/>
                </a:xfrm>
                <a:prstGeom prst="rect">
                  <a:avLst/>
                </a:prstGeom>
                <a:blipFill>
                  <a:blip r:embed="rId8"/>
                  <a:stretch>
                    <a:fillRect/>
                  </a:stretch>
                </a:blipFill>
                <a:ln>
                  <a:solidFill>
                    <a:schemeClr val="accent6">
                      <a:lumMod val="60000"/>
                      <a:lumOff val="40000"/>
                    </a:schemeClr>
                  </a:solidFill>
                </a:ln>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55" name="文本框 88">
                  <a:extLst>
                    <a:ext uri="{FF2B5EF4-FFF2-40B4-BE49-F238E27FC236}">
                      <a16:creationId xmlns:a16="http://schemas.microsoft.com/office/drawing/2014/main" id="{DCE687BF-83A4-A18A-2824-33297A231B4B}"/>
                    </a:ext>
                  </a:extLst>
                </p:cNvPr>
                <p:cNvSpPr txBox="1"/>
                <p:nvPr/>
              </p:nvSpPr>
              <p:spPr>
                <a:xfrm>
                  <a:off x="5843548" y="2016814"/>
                  <a:ext cx="319500" cy="307777"/>
                </a:xfrm>
                <a:prstGeom prst="rect">
                  <a:avLst/>
                </a:prstGeom>
                <a:solidFill>
                  <a:schemeClr val="accent6">
                    <a:lumMod val="40000"/>
                    <a:lumOff val="60000"/>
                  </a:schemeClr>
                </a:solidFill>
                <a:ln>
                  <a:solidFill>
                    <a:schemeClr val="accent6">
                      <a:lumMod val="60000"/>
                      <a:lumOff val="40000"/>
                    </a:schemeClr>
                  </a:solidFill>
                </a:ln>
              </p:spPr>
              <p:txBody>
                <a:bodyPr wrap="square" rtlCol="0">
                  <a:spAutoFit/>
                </a:bodyPr>
                <a:lstStyle/>
                <a:p>
                  <a:pPr/>
                  <a14:m>
                    <m:oMathPara xmlns:m="http://schemas.openxmlformats.org/officeDocument/2006/math">
                      <m:oMathParaPr>
                        <m:jc m:val="left"/>
                      </m:oMathParaPr>
                      <m:oMath xmlns:m="http://schemas.openxmlformats.org/officeDocument/2006/math">
                        <m:sSub>
                          <m:sSubPr>
                            <m:ctrlPr>
                              <a:rPr lang="en-US" altLang="zh-CN" sz="1400" i="1" smtClean="0">
                                <a:latin typeface="Cambria Math" panose="02040503050406030204" pitchFamily="18" charset="0"/>
                              </a:rPr>
                            </m:ctrlPr>
                          </m:sSubPr>
                          <m:e>
                            <m:r>
                              <m:rPr>
                                <m:sty m:val="p"/>
                              </m:rPr>
                              <a:rPr lang="en-US" altLang="zh-CN" sz="1400" b="0" i="0" smtClean="0">
                                <a:latin typeface="Cambria Math" panose="02040503050406030204" pitchFamily="18" charset="0"/>
                              </a:rPr>
                              <m:t>T</m:t>
                            </m:r>
                          </m:e>
                          <m:sub>
                            <m:r>
                              <a:rPr lang="en-US" altLang="zh-CN" sz="1400" b="0" i="0" smtClean="0">
                                <a:latin typeface="Cambria Math" panose="02040503050406030204" pitchFamily="18" charset="0"/>
                              </a:rPr>
                              <m:t>2</m:t>
                            </m:r>
                          </m:sub>
                        </m:sSub>
                      </m:oMath>
                    </m:oMathPara>
                  </a14:m>
                  <a:endParaRPr lang="zh-CN" altLang="en-US" sz="1000" dirty="0"/>
                </a:p>
              </p:txBody>
            </p:sp>
          </mc:Choice>
          <mc:Fallback xmlns="">
            <p:sp>
              <p:nvSpPr>
                <p:cNvPr id="89" name="文本框 88">
                  <a:extLst>
                    <a:ext uri="{FF2B5EF4-FFF2-40B4-BE49-F238E27FC236}">
                      <a16:creationId xmlns:a16="http://schemas.microsoft.com/office/drawing/2014/main" id="{180097F4-C321-46AA-BBC8-2FD0753B89C1}"/>
                    </a:ext>
                  </a:extLst>
                </p:cNvPr>
                <p:cNvSpPr txBox="1">
                  <a:spLocks noRot="1" noChangeAspect="1" noMove="1" noResize="1" noEditPoints="1" noAdjustHandles="1" noChangeArrowheads="1" noChangeShapeType="1" noTextEdit="1"/>
                </p:cNvSpPr>
                <p:nvPr/>
              </p:nvSpPr>
              <p:spPr>
                <a:xfrm>
                  <a:off x="5843548" y="2016814"/>
                  <a:ext cx="319500" cy="307777"/>
                </a:xfrm>
                <a:prstGeom prst="rect">
                  <a:avLst/>
                </a:prstGeom>
                <a:blipFill>
                  <a:blip r:embed="rId9"/>
                  <a:stretch>
                    <a:fillRect/>
                  </a:stretch>
                </a:blipFill>
                <a:ln>
                  <a:solidFill>
                    <a:schemeClr val="accent6">
                      <a:lumMod val="60000"/>
                      <a:lumOff val="40000"/>
                    </a:schemeClr>
                  </a:solidFill>
                </a:ln>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56" name="文本框 89">
                  <a:extLst>
                    <a:ext uri="{FF2B5EF4-FFF2-40B4-BE49-F238E27FC236}">
                      <a16:creationId xmlns:a16="http://schemas.microsoft.com/office/drawing/2014/main" id="{4DEFF3D9-FF62-7EA2-E460-D83B013082B1}"/>
                    </a:ext>
                  </a:extLst>
                </p:cNvPr>
                <p:cNvSpPr txBox="1"/>
                <p:nvPr/>
              </p:nvSpPr>
              <p:spPr>
                <a:xfrm>
                  <a:off x="6163048" y="2016814"/>
                  <a:ext cx="319500" cy="307777"/>
                </a:xfrm>
                <a:prstGeom prst="rect">
                  <a:avLst/>
                </a:prstGeom>
                <a:solidFill>
                  <a:schemeClr val="accent6">
                    <a:lumMod val="40000"/>
                    <a:lumOff val="60000"/>
                  </a:schemeClr>
                </a:solidFill>
                <a:ln>
                  <a:solidFill>
                    <a:schemeClr val="accent6">
                      <a:lumMod val="60000"/>
                      <a:lumOff val="40000"/>
                    </a:schemeClr>
                  </a:solidFill>
                </a:ln>
              </p:spPr>
              <p:txBody>
                <a:bodyPr wrap="square" rtlCol="0">
                  <a:spAutoFit/>
                </a:bodyPr>
                <a:lstStyle/>
                <a:p>
                  <a:pPr/>
                  <a14:m>
                    <m:oMathPara xmlns:m="http://schemas.openxmlformats.org/officeDocument/2006/math">
                      <m:oMathParaPr>
                        <m:jc m:val="left"/>
                      </m:oMathParaPr>
                      <m:oMath xmlns:m="http://schemas.openxmlformats.org/officeDocument/2006/math">
                        <m:sSub>
                          <m:sSubPr>
                            <m:ctrlPr>
                              <a:rPr lang="en-US" altLang="zh-CN" sz="1400" i="1" smtClean="0">
                                <a:latin typeface="Cambria Math" panose="02040503050406030204" pitchFamily="18" charset="0"/>
                              </a:rPr>
                            </m:ctrlPr>
                          </m:sSubPr>
                          <m:e>
                            <m:r>
                              <m:rPr>
                                <m:sty m:val="p"/>
                              </m:rPr>
                              <a:rPr lang="en-US" altLang="zh-CN" sz="1400" b="0" i="0" smtClean="0">
                                <a:latin typeface="Cambria Math" panose="02040503050406030204" pitchFamily="18" charset="0"/>
                              </a:rPr>
                              <m:t>T</m:t>
                            </m:r>
                          </m:e>
                          <m:sub>
                            <m:r>
                              <a:rPr lang="en-US" altLang="zh-CN" sz="1400" b="0" i="0" smtClean="0">
                                <a:latin typeface="Cambria Math" panose="02040503050406030204" pitchFamily="18" charset="0"/>
                              </a:rPr>
                              <m:t>3</m:t>
                            </m:r>
                          </m:sub>
                        </m:sSub>
                      </m:oMath>
                    </m:oMathPara>
                  </a14:m>
                  <a:endParaRPr lang="zh-CN" altLang="en-US" sz="1000" dirty="0"/>
                </a:p>
              </p:txBody>
            </p:sp>
          </mc:Choice>
          <mc:Fallback xmlns="">
            <p:sp>
              <p:nvSpPr>
                <p:cNvPr id="90" name="文本框 89">
                  <a:extLst>
                    <a:ext uri="{FF2B5EF4-FFF2-40B4-BE49-F238E27FC236}">
                      <a16:creationId xmlns:a16="http://schemas.microsoft.com/office/drawing/2014/main" id="{EDCA4495-966D-4E33-9A2E-630EB6D681EC}"/>
                    </a:ext>
                  </a:extLst>
                </p:cNvPr>
                <p:cNvSpPr txBox="1">
                  <a:spLocks noRot="1" noChangeAspect="1" noMove="1" noResize="1" noEditPoints="1" noAdjustHandles="1" noChangeArrowheads="1" noChangeShapeType="1" noTextEdit="1"/>
                </p:cNvSpPr>
                <p:nvPr/>
              </p:nvSpPr>
              <p:spPr>
                <a:xfrm>
                  <a:off x="6163048" y="2016814"/>
                  <a:ext cx="319500" cy="307777"/>
                </a:xfrm>
                <a:prstGeom prst="rect">
                  <a:avLst/>
                </a:prstGeom>
                <a:blipFill>
                  <a:blip r:embed="rId10"/>
                  <a:stretch>
                    <a:fillRect/>
                  </a:stretch>
                </a:blipFill>
                <a:ln>
                  <a:solidFill>
                    <a:schemeClr val="accent6">
                      <a:lumMod val="60000"/>
                      <a:lumOff val="40000"/>
                    </a:schemeClr>
                  </a:solidFill>
                </a:ln>
              </p:spPr>
              <p:txBody>
                <a:bodyPr/>
                <a:lstStyle/>
                <a:p>
                  <a:r>
                    <a:rPr lang="zh-CN" altLang="en-US">
                      <a:noFill/>
                    </a:rPr>
                    <a:t> </a:t>
                  </a:r>
                </a:p>
              </p:txBody>
            </p:sp>
          </mc:Fallback>
        </mc:AlternateContent>
        <p:sp>
          <p:nvSpPr>
            <p:cNvPr id="57" name="文本框 91">
              <a:extLst>
                <a:ext uri="{FF2B5EF4-FFF2-40B4-BE49-F238E27FC236}">
                  <a16:creationId xmlns:a16="http://schemas.microsoft.com/office/drawing/2014/main" id="{7640B6D8-DCC0-33C4-6E32-F944141E05E7}"/>
                </a:ext>
              </a:extLst>
            </p:cNvPr>
            <p:cNvSpPr txBox="1"/>
            <p:nvPr/>
          </p:nvSpPr>
          <p:spPr>
            <a:xfrm>
              <a:off x="6470866" y="2016813"/>
              <a:ext cx="319500" cy="307777"/>
            </a:xfrm>
            <a:prstGeom prst="rect">
              <a:avLst/>
            </a:prstGeom>
            <a:solidFill>
              <a:schemeClr val="accent6">
                <a:lumMod val="40000"/>
                <a:lumOff val="60000"/>
              </a:schemeClr>
            </a:solidFill>
            <a:ln>
              <a:solidFill>
                <a:schemeClr val="accent6">
                  <a:lumMod val="60000"/>
                  <a:lumOff val="40000"/>
                </a:schemeClr>
              </a:solidFill>
            </a:ln>
          </p:spPr>
          <p:txBody>
            <a:bodyPr wrap="square" rtlCol="0">
              <a:spAutoFit/>
            </a:bodyPr>
            <a:lstStyle/>
            <a:p>
              <a:r>
                <a:rPr lang="en-US" altLang="zh-CN" sz="1400" dirty="0"/>
                <a:t>…</a:t>
              </a:r>
              <a:endParaRPr lang="zh-CN" altLang="en-US" sz="1400" dirty="0"/>
            </a:p>
          </p:txBody>
        </p:sp>
        <mc:AlternateContent xmlns:mc="http://schemas.openxmlformats.org/markup-compatibility/2006" xmlns:a14="http://schemas.microsoft.com/office/drawing/2010/main">
          <mc:Choice Requires="a14">
            <p:sp>
              <p:nvSpPr>
                <p:cNvPr id="58" name="文本框 92">
                  <a:extLst>
                    <a:ext uri="{FF2B5EF4-FFF2-40B4-BE49-F238E27FC236}">
                      <a16:creationId xmlns:a16="http://schemas.microsoft.com/office/drawing/2014/main" id="{9031F7FD-8875-15A1-6493-FD2D8B7D5D67}"/>
                    </a:ext>
                  </a:extLst>
                </p:cNvPr>
                <p:cNvSpPr txBox="1"/>
                <p:nvPr/>
              </p:nvSpPr>
              <p:spPr>
                <a:xfrm>
                  <a:off x="6790366" y="2016813"/>
                  <a:ext cx="319500" cy="307777"/>
                </a:xfrm>
                <a:prstGeom prst="rect">
                  <a:avLst/>
                </a:prstGeom>
                <a:solidFill>
                  <a:schemeClr val="accent6">
                    <a:lumMod val="40000"/>
                    <a:lumOff val="60000"/>
                  </a:schemeClr>
                </a:solidFill>
                <a:ln>
                  <a:solidFill>
                    <a:schemeClr val="accent6">
                      <a:lumMod val="60000"/>
                      <a:lumOff val="40000"/>
                    </a:schemeClr>
                  </a:solidFill>
                </a:ln>
              </p:spPr>
              <p:txBody>
                <a:bodyPr wrap="square" rtlCol="0">
                  <a:spAutoFit/>
                </a:bodyPr>
                <a:lstStyle/>
                <a:p>
                  <a:pPr/>
                  <a14:m>
                    <m:oMathPara xmlns:m="http://schemas.openxmlformats.org/officeDocument/2006/math">
                      <m:oMathParaPr>
                        <m:jc m:val="left"/>
                      </m:oMathParaPr>
                      <m:oMath xmlns:m="http://schemas.openxmlformats.org/officeDocument/2006/math">
                        <m:sSub>
                          <m:sSubPr>
                            <m:ctrlPr>
                              <a:rPr lang="en-US" altLang="zh-CN" sz="1400" i="1" smtClean="0">
                                <a:latin typeface="Cambria Math" panose="02040503050406030204" pitchFamily="18" charset="0"/>
                              </a:rPr>
                            </m:ctrlPr>
                          </m:sSubPr>
                          <m:e>
                            <m:r>
                              <m:rPr>
                                <m:sty m:val="p"/>
                              </m:rPr>
                              <a:rPr lang="en-US" altLang="zh-CN" sz="1400" b="0" i="0" smtClean="0">
                                <a:latin typeface="Cambria Math" panose="02040503050406030204" pitchFamily="18" charset="0"/>
                              </a:rPr>
                              <m:t>T</m:t>
                            </m:r>
                          </m:e>
                          <m:sub>
                            <m:r>
                              <m:rPr>
                                <m:sty m:val="p"/>
                              </m:rPr>
                              <a:rPr lang="en-US" altLang="zh-CN" sz="1400" b="0" i="0" smtClean="0">
                                <a:latin typeface="Cambria Math" panose="02040503050406030204" pitchFamily="18" charset="0"/>
                              </a:rPr>
                              <m:t>N</m:t>
                            </m:r>
                          </m:sub>
                        </m:sSub>
                      </m:oMath>
                    </m:oMathPara>
                  </a14:m>
                  <a:endParaRPr lang="zh-CN" altLang="en-US" sz="1000" dirty="0"/>
                </a:p>
              </p:txBody>
            </p:sp>
          </mc:Choice>
          <mc:Fallback xmlns="">
            <p:sp>
              <p:nvSpPr>
                <p:cNvPr id="93" name="文本框 92">
                  <a:extLst>
                    <a:ext uri="{FF2B5EF4-FFF2-40B4-BE49-F238E27FC236}">
                      <a16:creationId xmlns:a16="http://schemas.microsoft.com/office/drawing/2014/main" id="{9851A230-0348-48C6-AEFE-85756E8F5E41}"/>
                    </a:ext>
                  </a:extLst>
                </p:cNvPr>
                <p:cNvSpPr txBox="1">
                  <a:spLocks noRot="1" noChangeAspect="1" noMove="1" noResize="1" noEditPoints="1" noAdjustHandles="1" noChangeArrowheads="1" noChangeShapeType="1" noTextEdit="1"/>
                </p:cNvSpPr>
                <p:nvPr/>
              </p:nvSpPr>
              <p:spPr>
                <a:xfrm>
                  <a:off x="6790366" y="2016813"/>
                  <a:ext cx="319500" cy="307777"/>
                </a:xfrm>
                <a:prstGeom prst="rect">
                  <a:avLst/>
                </a:prstGeom>
                <a:blipFill>
                  <a:blip r:embed="rId11"/>
                  <a:stretch>
                    <a:fillRect/>
                  </a:stretch>
                </a:blipFill>
                <a:ln>
                  <a:solidFill>
                    <a:schemeClr val="accent6">
                      <a:lumMod val="60000"/>
                      <a:lumOff val="40000"/>
                    </a:schemeClr>
                  </a:solidFill>
                </a:ln>
              </p:spPr>
              <p:txBody>
                <a:bodyPr/>
                <a:lstStyle/>
                <a:p>
                  <a:r>
                    <a:rPr lang="zh-CN" altLang="en-US">
                      <a:noFill/>
                    </a:rPr>
                    <a:t> </a:t>
                  </a:r>
                </a:p>
              </p:txBody>
            </p:sp>
          </mc:Fallback>
        </mc:AlternateContent>
      </p:grpSp>
      <p:grpSp>
        <p:nvGrpSpPr>
          <p:cNvPr id="59" name="组合 8">
            <a:extLst>
              <a:ext uri="{FF2B5EF4-FFF2-40B4-BE49-F238E27FC236}">
                <a16:creationId xmlns:a16="http://schemas.microsoft.com/office/drawing/2014/main" id="{8593A01B-49FB-A06D-0901-D0698AC4DC30}"/>
              </a:ext>
            </a:extLst>
          </p:cNvPr>
          <p:cNvGrpSpPr/>
          <p:nvPr/>
        </p:nvGrpSpPr>
        <p:grpSpPr>
          <a:xfrm>
            <a:off x="8786491" y="1581925"/>
            <a:ext cx="1596662" cy="324000"/>
            <a:chOff x="7918947" y="1469051"/>
            <a:chExt cx="1596662" cy="324000"/>
          </a:xfrm>
        </p:grpSpPr>
        <mc:AlternateContent xmlns:mc="http://schemas.openxmlformats.org/markup-compatibility/2006" xmlns:a14="http://schemas.microsoft.com/office/drawing/2010/main">
          <mc:Choice Requires="a14">
            <p:sp>
              <p:nvSpPr>
                <p:cNvPr id="60" name="文本框 63">
                  <a:extLst>
                    <a:ext uri="{FF2B5EF4-FFF2-40B4-BE49-F238E27FC236}">
                      <a16:creationId xmlns:a16="http://schemas.microsoft.com/office/drawing/2014/main" id="{DBFC2D4C-85C6-15F5-C19C-5503BBDB76BE}"/>
                    </a:ext>
                  </a:extLst>
                </p:cNvPr>
                <p:cNvSpPr txBox="1"/>
                <p:nvPr/>
              </p:nvSpPr>
              <p:spPr>
                <a:xfrm>
                  <a:off x="7918947" y="1469051"/>
                  <a:ext cx="319500" cy="324000"/>
                </a:xfrm>
                <a:prstGeom prst="rect">
                  <a:avLst/>
                </a:prstGeom>
                <a:solidFill>
                  <a:schemeClr val="accent1">
                    <a:lumMod val="20000"/>
                    <a:lumOff val="80000"/>
                  </a:schemeClr>
                </a:solidFill>
                <a:ln>
                  <a:solidFill>
                    <a:schemeClr val="tx1"/>
                  </a:solidFill>
                </a:ln>
              </p:spPr>
              <p:txBody>
                <a:bodyPr wrap="square" rtlCol="0">
                  <a:spAutoFit/>
                </a:bodyPr>
                <a:lstStyle/>
                <a:p>
                  <a:pPr/>
                  <a14:m>
                    <m:oMathPara xmlns:m="http://schemas.openxmlformats.org/officeDocument/2006/math">
                      <m:oMathParaPr>
                        <m:jc m:val="left"/>
                      </m:oMathParaPr>
                      <m:oMath xmlns:m="http://schemas.openxmlformats.org/officeDocument/2006/math">
                        <m:sSub>
                          <m:sSubPr>
                            <m:ctrlPr>
                              <a:rPr lang="en-US" altLang="zh-CN" sz="900" i="1" smtClean="0">
                                <a:latin typeface="Cambria Math" panose="02040503050406030204" pitchFamily="18" charset="0"/>
                              </a:rPr>
                            </m:ctrlPr>
                          </m:sSubPr>
                          <m:e>
                            <m:r>
                              <m:rPr>
                                <m:sty m:val="p"/>
                              </m:rPr>
                              <a:rPr lang="en-US" altLang="zh-CN" sz="900" i="1">
                                <a:latin typeface="Cambria Math" panose="02040503050406030204" pitchFamily="18" charset="0"/>
                              </a:rPr>
                              <m:t>I</m:t>
                            </m:r>
                          </m:e>
                          <m:sub>
                            <m:r>
                              <a:rPr lang="en-US" altLang="zh-CN" sz="900" b="0" i="1" smtClean="0">
                                <a:latin typeface="Cambria Math" panose="02040503050406030204" pitchFamily="18" charset="0"/>
                              </a:rPr>
                              <m:t>1</m:t>
                            </m:r>
                          </m:sub>
                        </m:sSub>
                        <m:sSub>
                          <m:sSubPr>
                            <m:ctrlPr>
                              <a:rPr lang="en-US" altLang="zh-CN" sz="900" i="1">
                                <a:latin typeface="Cambria Math" panose="02040503050406030204" pitchFamily="18" charset="0"/>
                              </a:rPr>
                            </m:ctrlPr>
                          </m:sSubPr>
                          <m:e>
                            <m:r>
                              <m:rPr>
                                <m:sty m:val="p"/>
                              </m:rPr>
                              <a:rPr lang="en-US" altLang="zh-CN" sz="900">
                                <a:latin typeface="Cambria Math" panose="02040503050406030204" pitchFamily="18" charset="0"/>
                              </a:rPr>
                              <m:t>T</m:t>
                            </m:r>
                          </m:e>
                          <m:sub>
                            <m:r>
                              <a:rPr lang="en-US" altLang="zh-CN" sz="900">
                                <a:latin typeface="Cambria Math" panose="02040503050406030204" pitchFamily="18" charset="0"/>
                              </a:rPr>
                              <m:t>1</m:t>
                            </m:r>
                          </m:sub>
                        </m:sSub>
                      </m:oMath>
                    </m:oMathPara>
                  </a14:m>
                  <a:endParaRPr lang="zh-CN" altLang="en-US" sz="900" dirty="0"/>
                </a:p>
              </p:txBody>
            </p:sp>
          </mc:Choice>
          <mc:Fallback xmlns="">
            <p:sp>
              <p:nvSpPr>
                <p:cNvPr id="64" name="文本框 63">
                  <a:extLst>
                    <a:ext uri="{FF2B5EF4-FFF2-40B4-BE49-F238E27FC236}">
                      <a16:creationId xmlns:a16="http://schemas.microsoft.com/office/drawing/2014/main" id="{DBDCEBF2-B29E-499B-9C7A-4D4435E9BE0E}"/>
                    </a:ext>
                  </a:extLst>
                </p:cNvPr>
                <p:cNvSpPr txBox="1">
                  <a:spLocks noRot="1" noChangeAspect="1" noMove="1" noResize="1" noEditPoints="1" noAdjustHandles="1" noChangeArrowheads="1" noChangeShapeType="1" noTextEdit="1"/>
                </p:cNvSpPr>
                <p:nvPr/>
              </p:nvSpPr>
              <p:spPr>
                <a:xfrm>
                  <a:off x="7918947" y="1469051"/>
                  <a:ext cx="319500" cy="324000"/>
                </a:xfrm>
                <a:prstGeom prst="rect">
                  <a:avLst/>
                </a:prstGeom>
                <a:blipFill>
                  <a:blip r:embed="rId23"/>
                  <a:stretch>
                    <a:fillRect/>
                  </a:stretch>
                </a:blipFill>
                <a:ln>
                  <a:solidFill>
                    <a:schemeClr val="tx1"/>
                  </a:solidFill>
                </a:ln>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61" name="文本框 64">
                  <a:extLst>
                    <a:ext uri="{FF2B5EF4-FFF2-40B4-BE49-F238E27FC236}">
                      <a16:creationId xmlns:a16="http://schemas.microsoft.com/office/drawing/2014/main" id="{EF8CB0ED-9235-8B3D-A42C-93692B8438CD}"/>
                    </a:ext>
                  </a:extLst>
                </p:cNvPr>
                <p:cNvSpPr txBox="1"/>
                <p:nvPr/>
              </p:nvSpPr>
              <p:spPr>
                <a:xfrm>
                  <a:off x="8238447" y="1469051"/>
                  <a:ext cx="319500" cy="324000"/>
                </a:xfrm>
                <a:prstGeom prst="rect">
                  <a:avLst/>
                </a:prstGeom>
                <a:solidFill>
                  <a:schemeClr val="bg1"/>
                </a:solidFill>
                <a:ln>
                  <a:solidFill>
                    <a:schemeClr val="tx1"/>
                  </a:solidFill>
                </a:ln>
              </p:spPr>
              <p:txBody>
                <a:bodyPr wrap="square" rtlCol="0">
                  <a:spAutoFit/>
                </a:bodyPr>
                <a:lstStyle/>
                <a:p>
                  <a:pPr/>
                  <a14:m>
                    <m:oMathPara xmlns:m="http://schemas.openxmlformats.org/officeDocument/2006/math">
                      <m:oMathParaPr>
                        <m:jc m:val="left"/>
                      </m:oMathParaPr>
                      <m:oMath xmlns:m="http://schemas.openxmlformats.org/officeDocument/2006/math">
                        <m:sSub>
                          <m:sSubPr>
                            <m:ctrlPr>
                              <a:rPr lang="en-US" altLang="zh-CN" sz="900" i="1" smtClean="0">
                                <a:latin typeface="Cambria Math" panose="02040503050406030204" pitchFamily="18" charset="0"/>
                              </a:rPr>
                            </m:ctrlPr>
                          </m:sSubPr>
                          <m:e>
                            <m:r>
                              <m:rPr>
                                <m:sty m:val="p"/>
                              </m:rPr>
                              <a:rPr lang="en-US" altLang="zh-CN" sz="900" i="1">
                                <a:latin typeface="Cambria Math" panose="02040503050406030204" pitchFamily="18" charset="0"/>
                              </a:rPr>
                              <m:t>I</m:t>
                            </m:r>
                          </m:e>
                          <m:sub>
                            <m:r>
                              <a:rPr lang="en-US" altLang="zh-CN" sz="900" b="0" i="1" smtClean="0">
                                <a:latin typeface="Cambria Math" panose="02040503050406030204" pitchFamily="18" charset="0"/>
                              </a:rPr>
                              <m:t>1</m:t>
                            </m:r>
                          </m:sub>
                        </m:sSub>
                        <m:sSub>
                          <m:sSubPr>
                            <m:ctrlPr>
                              <a:rPr lang="en-US" altLang="zh-CN" sz="900" i="1">
                                <a:latin typeface="Cambria Math" panose="02040503050406030204" pitchFamily="18" charset="0"/>
                              </a:rPr>
                            </m:ctrlPr>
                          </m:sSubPr>
                          <m:e>
                            <m:r>
                              <m:rPr>
                                <m:sty m:val="p"/>
                              </m:rPr>
                              <a:rPr lang="en-US" altLang="zh-CN" sz="900">
                                <a:latin typeface="Cambria Math" panose="02040503050406030204" pitchFamily="18" charset="0"/>
                              </a:rPr>
                              <m:t>T</m:t>
                            </m:r>
                          </m:e>
                          <m:sub>
                            <m:r>
                              <a:rPr lang="en-US" altLang="zh-CN" sz="900">
                                <a:latin typeface="Cambria Math" panose="02040503050406030204" pitchFamily="18" charset="0"/>
                              </a:rPr>
                              <m:t>1</m:t>
                            </m:r>
                          </m:sub>
                        </m:sSub>
                      </m:oMath>
                    </m:oMathPara>
                  </a14:m>
                  <a:endParaRPr lang="zh-CN" altLang="en-US" sz="900" dirty="0"/>
                </a:p>
              </p:txBody>
            </p:sp>
          </mc:Choice>
          <mc:Fallback xmlns="">
            <p:sp>
              <p:nvSpPr>
                <p:cNvPr id="65" name="文本框 64">
                  <a:extLst>
                    <a:ext uri="{FF2B5EF4-FFF2-40B4-BE49-F238E27FC236}">
                      <a16:creationId xmlns:a16="http://schemas.microsoft.com/office/drawing/2014/main" id="{BDA8C3DA-7301-4F4E-A690-111DEF54B448}"/>
                    </a:ext>
                  </a:extLst>
                </p:cNvPr>
                <p:cNvSpPr txBox="1">
                  <a:spLocks noRot="1" noChangeAspect="1" noMove="1" noResize="1" noEditPoints="1" noAdjustHandles="1" noChangeArrowheads="1" noChangeShapeType="1" noTextEdit="1"/>
                </p:cNvSpPr>
                <p:nvPr/>
              </p:nvSpPr>
              <p:spPr>
                <a:xfrm>
                  <a:off x="8238447" y="1469051"/>
                  <a:ext cx="319500" cy="324000"/>
                </a:xfrm>
                <a:prstGeom prst="rect">
                  <a:avLst/>
                </a:prstGeom>
                <a:blipFill>
                  <a:blip r:embed="rId24"/>
                  <a:stretch>
                    <a:fillRect/>
                  </a:stretch>
                </a:blipFill>
                <a:ln>
                  <a:solidFill>
                    <a:schemeClr val="tx1"/>
                  </a:solidFill>
                </a:ln>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62" name="文本框 65">
                  <a:extLst>
                    <a:ext uri="{FF2B5EF4-FFF2-40B4-BE49-F238E27FC236}">
                      <a16:creationId xmlns:a16="http://schemas.microsoft.com/office/drawing/2014/main" id="{65F122BD-92F2-E758-AE30-B993A8BA8744}"/>
                    </a:ext>
                  </a:extLst>
                </p:cNvPr>
                <p:cNvSpPr txBox="1"/>
                <p:nvPr/>
              </p:nvSpPr>
              <p:spPr>
                <a:xfrm>
                  <a:off x="8557947" y="1469051"/>
                  <a:ext cx="319500" cy="324000"/>
                </a:xfrm>
                <a:prstGeom prst="rect">
                  <a:avLst/>
                </a:prstGeom>
                <a:solidFill>
                  <a:schemeClr val="bg1"/>
                </a:solidFill>
                <a:ln>
                  <a:solidFill>
                    <a:schemeClr val="tx1"/>
                  </a:solidFill>
                </a:ln>
              </p:spPr>
              <p:txBody>
                <a:bodyPr wrap="square" rtlCol="0">
                  <a:spAutoFit/>
                </a:bodyPr>
                <a:lstStyle/>
                <a:p>
                  <a:pPr/>
                  <a14:m>
                    <m:oMathPara xmlns:m="http://schemas.openxmlformats.org/officeDocument/2006/math">
                      <m:oMathParaPr>
                        <m:jc m:val="left"/>
                      </m:oMathParaPr>
                      <m:oMath xmlns:m="http://schemas.openxmlformats.org/officeDocument/2006/math">
                        <m:sSub>
                          <m:sSubPr>
                            <m:ctrlPr>
                              <a:rPr lang="en-US" altLang="zh-CN" sz="900" i="1" smtClean="0">
                                <a:latin typeface="Cambria Math" panose="02040503050406030204" pitchFamily="18" charset="0"/>
                              </a:rPr>
                            </m:ctrlPr>
                          </m:sSubPr>
                          <m:e>
                            <m:r>
                              <m:rPr>
                                <m:sty m:val="p"/>
                              </m:rPr>
                              <a:rPr lang="en-US" altLang="zh-CN" sz="900" i="1">
                                <a:latin typeface="Cambria Math" panose="02040503050406030204" pitchFamily="18" charset="0"/>
                              </a:rPr>
                              <m:t>I</m:t>
                            </m:r>
                          </m:e>
                          <m:sub>
                            <m:r>
                              <a:rPr lang="en-US" altLang="zh-CN" sz="900" b="0" i="1" smtClean="0">
                                <a:latin typeface="Cambria Math" panose="02040503050406030204" pitchFamily="18" charset="0"/>
                              </a:rPr>
                              <m:t>1</m:t>
                            </m:r>
                          </m:sub>
                        </m:sSub>
                        <m:sSub>
                          <m:sSubPr>
                            <m:ctrlPr>
                              <a:rPr lang="en-US" altLang="zh-CN" sz="900" i="1">
                                <a:latin typeface="Cambria Math" panose="02040503050406030204" pitchFamily="18" charset="0"/>
                              </a:rPr>
                            </m:ctrlPr>
                          </m:sSubPr>
                          <m:e>
                            <m:r>
                              <m:rPr>
                                <m:sty m:val="p"/>
                              </m:rPr>
                              <a:rPr lang="en-US" altLang="zh-CN" sz="900">
                                <a:latin typeface="Cambria Math" panose="02040503050406030204" pitchFamily="18" charset="0"/>
                              </a:rPr>
                              <m:t>T</m:t>
                            </m:r>
                          </m:e>
                          <m:sub>
                            <m:r>
                              <a:rPr lang="en-US" altLang="zh-CN" sz="900">
                                <a:latin typeface="Cambria Math" panose="02040503050406030204" pitchFamily="18" charset="0"/>
                              </a:rPr>
                              <m:t>1</m:t>
                            </m:r>
                          </m:sub>
                        </m:sSub>
                      </m:oMath>
                    </m:oMathPara>
                  </a14:m>
                  <a:endParaRPr lang="zh-CN" altLang="en-US" sz="900" dirty="0"/>
                </a:p>
              </p:txBody>
            </p:sp>
          </mc:Choice>
          <mc:Fallback xmlns="">
            <p:sp>
              <p:nvSpPr>
                <p:cNvPr id="66" name="文本框 65">
                  <a:extLst>
                    <a:ext uri="{FF2B5EF4-FFF2-40B4-BE49-F238E27FC236}">
                      <a16:creationId xmlns:a16="http://schemas.microsoft.com/office/drawing/2014/main" id="{33C21358-A137-4E24-ADE4-10C6E2299D7F}"/>
                    </a:ext>
                  </a:extLst>
                </p:cNvPr>
                <p:cNvSpPr txBox="1">
                  <a:spLocks noRot="1" noChangeAspect="1" noMove="1" noResize="1" noEditPoints="1" noAdjustHandles="1" noChangeArrowheads="1" noChangeShapeType="1" noTextEdit="1"/>
                </p:cNvSpPr>
                <p:nvPr/>
              </p:nvSpPr>
              <p:spPr>
                <a:xfrm>
                  <a:off x="8557947" y="1469051"/>
                  <a:ext cx="319500" cy="324000"/>
                </a:xfrm>
                <a:prstGeom prst="rect">
                  <a:avLst/>
                </a:prstGeom>
                <a:blipFill>
                  <a:blip r:embed="rId25"/>
                  <a:stretch>
                    <a:fillRect/>
                  </a:stretch>
                </a:blipFill>
                <a:ln>
                  <a:solidFill>
                    <a:schemeClr val="tx1"/>
                  </a:solidFill>
                </a:ln>
              </p:spPr>
              <p:txBody>
                <a:bodyPr/>
                <a:lstStyle/>
                <a:p>
                  <a:r>
                    <a:rPr lang="zh-CN" altLang="en-US">
                      <a:noFill/>
                    </a:rPr>
                    <a:t> </a:t>
                  </a:r>
                </a:p>
              </p:txBody>
            </p:sp>
          </mc:Fallback>
        </mc:AlternateContent>
        <p:sp>
          <p:nvSpPr>
            <p:cNvPr id="63" name="文本框 66">
              <a:extLst>
                <a:ext uri="{FF2B5EF4-FFF2-40B4-BE49-F238E27FC236}">
                  <a16:creationId xmlns:a16="http://schemas.microsoft.com/office/drawing/2014/main" id="{848A47C6-7E70-5516-FEA4-67EF06E288F0}"/>
                </a:ext>
              </a:extLst>
            </p:cNvPr>
            <p:cNvSpPr txBox="1"/>
            <p:nvPr/>
          </p:nvSpPr>
          <p:spPr>
            <a:xfrm>
              <a:off x="8877447" y="1469051"/>
              <a:ext cx="319500" cy="307777"/>
            </a:xfrm>
            <a:prstGeom prst="rect">
              <a:avLst/>
            </a:prstGeom>
            <a:solidFill>
              <a:schemeClr val="bg1"/>
            </a:solidFill>
            <a:ln>
              <a:solidFill>
                <a:schemeClr val="tx1"/>
              </a:solidFill>
            </a:ln>
          </p:spPr>
          <p:txBody>
            <a:bodyPr wrap="square" rtlCol="0">
              <a:spAutoFit/>
            </a:bodyPr>
            <a:lstStyle/>
            <a:p>
              <a:r>
                <a:rPr lang="en-US" altLang="zh-CN" sz="1400" dirty="0"/>
                <a:t>…</a:t>
              </a:r>
              <a:endParaRPr lang="zh-CN" altLang="en-US" sz="1400" dirty="0"/>
            </a:p>
          </p:txBody>
        </p:sp>
        <mc:AlternateContent xmlns:mc="http://schemas.openxmlformats.org/markup-compatibility/2006" xmlns:a14="http://schemas.microsoft.com/office/drawing/2010/main">
          <mc:Choice Requires="a14">
            <p:sp>
              <p:nvSpPr>
                <p:cNvPr id="64" name="文本框 67">
                  <a:extLst>
                    <a:ext uri="{FF2B5EF4-FFF2-40B4-BE49-F238E27FC236}">
                      <a16:creationId xmlns:a16="http://schemas.microsoft.com/office/drawing/2014/main" id="{F0FF4852-52E3-282E-FDA0-B6B441049EC5}"/>
                    </a:ext>
                  </a:extLst>
                </p:cNvPr>
                <p:cNvSpPr txBox="1"/>
                <p:nvPr/>
              </p:nvSpPr>
              <p:spPr>
                <a:xfrm>
                  <a:off x="9196109" y="1469051"/>
                  <a:ext cx="319500" cy="324000"/>
                </a:xfrm>
                <a:prstGeom prst="rect">
                  <a:avLst/>
                </a:prstGeom>
                <a:solidFill>
                  <a:schemeClr val="bg1"/>
                </a:solidFill>
                <a:ln>
                  <a:solidFill>
                    <a:schemeClr val="tx1"/>
                  </a:solidFill>
                </a:ln>
              </p:spPr>
              <p:txBody>
                <a:bodyPr wrap="square" rtlCol="0">
                  <a:spAutoFit/>
                </a:bodyPr>
                <a:lstStyle/>
                <a:p>
                  <a:pPr/>
                  <a14:m>
                    <m:oMathPara xmlns:m="http://schemas.openxmlformats.org/officeDocument/2006/math">
                      <m:oMathParaPr>
                        <m:jc m:val="left"/>
                      </m:oMathParaPr>
                      <m:oMath xmlns:m="http://schemas.openxmlformats.org/officeDocument/2006/math">
                        <m:sSub>
                          <m:sSubPr>
                            <m:ctrlPr>
                              <a:rPr lang="en-US" altLang="zh-CN" sz="900" i="1" smtClean="0">
                                <a:latin typeface="Cambria Math" panose="02040503050406030204" pitchFamily="18" charset="0"/>
                              </a:rPr>
                            </m:ctrlPr>
                          </m:sSubPr>
                          <m:e>
                            <m:r>
                              <m:rPr>
                                <m:sty m:val="p"/>
                              </m:rPr>
                              <a:rPr lang="en-US" altLang="zh-CN" sz="900" i="1">
                                <a:latin typeface="Cambria Math" panose="02040503050406030204" pitchFamily="18" charset="0"/>
                              </a:rPr>
                              <m:t>I</m:t>
                            </m:r>
                          </m:e>
                          <m:sub>
                            <m:r>
                              <a:rPr lang="en-US" altLang="zh-CN" sz="900" b="0" i="1" smtClean="0">
                                <a:latin typeface="Cambria Math" panose="02040503050406030204" pitchFamily="18" charset="0"/>
                              </a:rPr>
                              <m:t>1</m:t>
                            </m:r>
                          </m:sub>
                        </m:sSub>
                        <m:sSub>
                          <m:sSubPr>
                            <m:ctrlPr>
                              <a:rPr lang="en-US" altLang="zh-CN" sz="900" i="1">
                                <a:latin typeface="Cambria Math" panose="02040503050406030204" pitchFamily="18" charset="0"/>
                              </a:rPr>
                            </m:ctrlPr>
                          </m:sSubPr>
                          <m:e>
                            <m:r>
                              <m:rPr>
                                <m:sty m:val="p"/>
                              </m:rPr>
                              <a:rPr lang="en-US" altLang="zh-CN" sz="900">
                                <a:latin typeface="Cambria Math" panose="02040503050406030204" pitchFamily="18" charset="0"/>
                              </a:rPr>
                              <m:t>T</m:t>
                            </m:r>
                          </m:e>
                          <m:sub>
                            <m:r>
                              <a:rPr lang="en-US" altLang="zh-CN" sz="900">
                                <a:latin typeface="Cambria Math" panose="02040503050406030204" pitchFamily="18" charset="0"/>
                              </a:rPr>
                              <m:t>1</m:t>
                            </m:r>
                          </m:sub>
                        </m:sSub>
                      </m:oMath>
                    </m:oMathPara>
                  </a14:m>
                  <a:endParaRPr lang="zh-CN" altLang="en-US" sz="900" dirty="0"/>
                </a:p>
              </p:txBody>
            </p:sp>
          </mc:Choice>
          <mc:Fallback xmlns="">
            <p:sp>
              <p:nvSpPr>
                <p:cNvPr id="68" name="文本框 67">
                  <a:extLst>
                    <a:ext uri="{FF2B5EF4-FFF2-40B4-BE49-F238E27FC236}">
                      <a16:creationId xmlns:a16="http://schemas.microsoft.com/office/drawing/2014/main" id="{BBD975ED-93AB-477F-BDB6-B631AA753FD0}"/>
                    </a:ext>
                  </a:extLst>
                </p:cNvPr>
                <p:cNvSpPr txBox="1">
                  <a:spLocks noRot="1" noChangeAspect="1" noMove="1" noResize="1" noEditPoints="1" noAdjustHandles="1" noChangeArrowheads="1" noChangeShapeType="1" noTextEdit="1"/>
                </p:cNvSpPr>
                <p:nvPr/>
              </p:nvSpPr>
              <p:spPr>
                <a:xfrm>
                  <a:off x="9196109" y="1469051"/>
                  <a:ext cx="319500" cy="324000"/>
                </a:xfrm>
                <a:prstGeom prst="rect">
                  <a:avLst/>
                </a:prstGeom>
                <a:blipFill>
                  <a:blip r:embed="rId24"/>
                  <a:stretch>
                    <a:fillRect/>
                  </a:stretch>
                </a:blipFill>
                <a:ln>
                  <a:solidFill>
                    <a:schemeClr val="tx1"/>
                  </a:solidFill>
                </a:ln>
              </p:spPr>
              <p:txBody>
                <a:bodyPr/>
                <a:lstStyle/>
                <a:p>
                  <a:r>
                    <a:rPr lang="zh-CN" altLang="en-US">
                      <a:noFill/>
                    </a:rPr>
                    <a:t> </a:t>
                  </a:r>
                </a:p>
              </p:txBody>
            </p:sp>
          </mc:Fallback>
        </mc:AlternateContent>
      </p:grpSp>
      <p:grpSp>
        <p:nvGrpSpPr>
          <p:cNvPr id="65" name="组合 69">
            <a:extLst>
              <a:ext uri="{FF2B5EF4-FFF2-40B4-BE49-F238E27FC236}">
                <a16:creationId xmlns:a16="http://schemas.microsoft.com/office/drawing/2014/main" id="{0B3757B4-269F-67A6-CDD1-13C2443E9005}"/>
              </a:ext>
            </a:extLst>
          </p:cNvPr>
          <p:cNvGrpSpPr/>
          <p:nvPr/>
        </p:nvGrpSpPr>
        <p:grpSpPr>
          <a:xfrm>
            <a:off x="8786491" y="1889701"/>
            <a:ext cx="1596662" cy="324000"/>
            <a:chOff x="7918947" y="1469051"/>
            <a:chExt cx="1596662" cy="324000"/>
          </a:xfrm>
        </p:grpSpPr>
        <mc:AlternateContent xmlns:mc="http://schemas.openxmlformats.org/markup-compatibility/2006" xmlns:a14="http://schemas.microsoft.com/office/drawing/2010/main">
          <mc:Choice Requires="a14">
            <p:sp>
              <p:nvSpPr>
                <p:cNvPr id="66" name="文本框 78">
                  <a:extLst>
                    <a:ext uri="{FF2B5EF4-FFF2-40B4-BE49-F238E27FC236}">
                      <a16:creationId xmlns:a16="http://schemas.microsoft.com/office/drawing/2014/main" id="{D5BFB990-80D7-333C-55F5-F0C96761B9A8}"/>
                    </a:ext>
                  </a:extLst>
                </p:cNvPr>
                <p:cNvSpPr txBox="1"/>
                <p:nvPr/>
              </p:nvSpPr>
              <p:spPr>
                <a:xfrm>
                  <a:off x="7918947" y="1469051"/>
                  <a:ext cx="319500" cy="324000"/>
                </a:xfrm>
                <a:prstGeom prst="rect">
                  <a:avLst/>
                </a:prstGeom>
                <a:solidFill>
                  <a:schemeClr val="bg1"/>
                </a:solidFill>
                <a:ln>
                  <a:solidFill>
                    <a:schemeClr val="tx1"/>
                  </a:solidFill>
                </a:ln>
              </p:spPr>
              <p:txBody>
                <a:bodyPr wrap="square" rtlCol="0">
                  <a:spAutoFit/>
                </a:bodyPr>
                <a:lstStyle/>
                <a:p>
                  <a:pPr/>
                  <a14:m>
                    <m:oMathPara xmlns:m="http://schemas.openxmlformats.org/officeDocument/2006/math">
                      <m:oMathParaPr>
                        <m:jc m:val="left"/>
                      </m:oMathParaPr>
                      <m:oMath xmlns:m="http://schemas.openxmlformats.org/officeDocument/2006/math">
                        <m:sSub>
                          <m:sSubPr>
                            <m:ctrlPr>
                              <a:rPr lang="en-US" altLang="zh-CN" sz="900" i="1" smtClean="0">
                                <a:latin typeface="Cambria Math" panose="02040503050406030204" pitchFamily="18" charset="0"/>
                              </a:rPr>
                            </m:ctrlPr>
                          </m:sSubPr>
                          <m:e>
                            <m:r>
                              <m:rPr>
                                <m:sty m:val="p"/>
                              </m:rPr>
                              <a:rPr lang="en-US" altLang="zh-CN" sz="900" i="1">
                                <a:latin typeface="Cambria Math" panose="02040503050406030204" pitchFamily="18" charset="0"/>
                              </a:rPr>
                              <m:t>I</m:t>
                            </m:r>
                          </m:e>
                          <m:sub>
                            <m:r>
                              <a:rPr lang="en-US" altLang="zh-CN" sz="900" b="0" i="1" smtClean="0">
                                <a:latin typeface="Cambria Math" panose="02040503050406030204" pitchFamily="18" charset="0"/>
                              </a:rPr>
                              <m:t>1</m:t>
                            </m:r>
                          </m:sub>
                        </m:sSub>
                        <m:sSub>
                          <m:sSubPr>
                            <m:ctrlPr>
                              <a:rPr lang="en-US" altLang="zh-CN" sz="900" i="1">
                                <a:latin typeface="Cambria Math" panose="02040503050406030204" pitchFamily="18" charset="0"/>
                              </a:rPr>
                            </m:ctrlPr>
                          </m:sSubPr>
                          <m:e>
                            <m:r>
                              <m:rPr>
                                <m:sty m:val="p"/>
                              </m:rPr>
                              <a:rPr lang="en-US" altLang="zh-CN" sz="900">
                                <a:latin typeface="Cambria Math" panose="02040503050406030204" pitchFamily="18" charset="0"/>
                              </a:rPr>
                              <m:t>T</m:t>
                            </m:r>
                          </m:e>
                          <m:sub>
                            <m:r>
                              <a:rPr lang="en-US" altLang="zh-CN" sz="900">
                                <a:latin typeface="Cambria Math" panose="02040503050406030204" pitchFamily="18" charset="0"/>
                              </a:rPr>
                              <m:t>1</m:t>
                            </m:r>
                          </m:sub>
                        </m:sSub>
                      </m:oMath>
                    </m:oMathPara>
                  </a14:m>
                  <a:endParaRPr lang="zh-CN" altLang="en-US" sz="900" dirty="0"/>
                </a:p>
              </p:txBody>
            </p:sp>
          </mc:Choice>
          <mc:Fallback xmlns="">
            <p:sp>
              <p:nvSpPr>
                <p:cNvPr id="79" name="文本框 78">
                  <a:extLst>
                    <a:ext uri="{FF2B5EF4-FFF2-40B4-BE49-F238E27FC236}">
                      <a16:creationId xmlns:a16="http://schemas.microsoft.com/office/drawing/2014/main" id="{4A1DE8CF-0B86-4330-80CC-9A6D3BAD33CF}"/>
                    </a:ext>
                  </a:extLst>
                </p:cNvPr>
                <p:cNvSpPr txBox="1">
                  <a:spLocks noRot="1" noChangeAspect="1" noMove="1" noResize="1" noEditPoints="1" noAdjustHandles="1" noChangeArrowheads="1" noChangeShapeType="1" noTextEdit="1"/>
                </p:cNvSpPr>
                <p:nvPr/>
              </p:nvSpPr>
              <p:spPr>
                <a:xfrm>
                  <a:off x="7918947" y="1469051"/>
                  <a:ext cx="319500" cy="324000"/>
                </a:xfrm>
                <a:prstGeom prst="rect">
                  <a:avLst/>
                </a:prstGeom>
                <a:blipFill>
                  <a:blip r:embed="rId26"/>
                  <a:stretch>
                    <a:fillRect/>
                  </a:stretch>
                </a:blipFill>
                <a:ln>
                  <a:solidFill>
                    <a:schemeClr val="tx1"/>
                  </a:solidFill>
                </a:ln>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67" name="文本框 79">
                  <a:extLst>
                    <a:ext uri="{FF2B5EF4-FFF2-40B4-BE49-F238E27FC236}">
                      <a16:creationId xmlns:a16="http://schemas.microsoft.com/office/drawing/2014/main" id="{7A80D540-3EB3-E24A-C1D3-5CCF5D483055}"/>
                    </a:ext>
                  </a:extLst>
                </p:cNvPr>
                <p:cNvSpPr txBox="1"/>
                <p:nvPr/>
              </p:nvSpPr>
              <p:spPr>
                <a:xfrm>
                  <a:off x="8238447" y="1469051"/>
                  <a:ext cx="319500" cy="324000"/>
                </a:xfrm>
                <a:prstGeom prst="rect">
                  <a:avLst/>
                </a:prstGeom>
                <a:solidFill>
                  <a:schemeClr val="accent1">
                    <a:lumMod val="20000"/>
                    <a:lumOff val="80000"/>
                  </a:schemeClr>
                </a:solidFill>
                <a:ln>
                  <a:solidFill>
                    <a:schemeClr val="tx1"/>
                  </a:solidFill>
                </a:ln>
              </p:spPr>
              <p:txBody>
                <a:bodyPr wrap="square" rtlCol="0">
                  <a:spAutoFit/>
                </a:bodyPr>
                <a:lstStyle/>
                <a:p>
                  <a:pPr/>
                  <a14:m>
                    <m:oMathPara xmlns:m="http://schemas.openxmlformats.org/officeDocument/2006/math">
                      <m:oMathParaPr>
                        <m:jc m:val="left"/>
                      </m:oMathParaPr>
                      <m:oMath xmlns:m="http://schemas.openxmlformats.org/officeDocument/2006/math">
                        <m:sSub>
                          <m:sSubPr>
                            <m:ctrlPr>
                              <a:rPr lang="en-US" altLang="zh-CN" sz="900" i="1" smtClean="0">
                                <a:latin typeface="Cambria Math" panose="02040503050406030204" pitchFamily="18" charset="0"/>
                              </a:rPr>
                            </m:ctrlPr>
                          </m:sSubPr>
                          <m:e>
                            <m:r>
                              <m:rPr>
                                <m:sty m:val="p"/>
                              </m:rPr>
                              <a:rPr lang="en-US" altLang="zh-CN" sz="900" i="1">
                                <a:latin typeface="Cambria Math" panose="02040503050406030204" pitchFamily="18" charset="0"/>
                              </a:rPr>
                              <m:t>I</m:t>
                            </m:r>
                          </m:e>
                          <m:sub>
                            <m:r>
                              <a:rPr lang="en-US" altLang="zh-CN" sz="900" b="0" i="1" smtClean="0">
                                <a:latin typeface="Cambria Math" panose="02040503050406030204" pitchFamily="18" charset="0"/>
                              </a:rPr>
                              <m:t>1</m:t>
                            </m:r>
                          </m:sub>
                        </m:sSub>
                        <m:sSub>
                          <m:sSubPr>
                            <m:ctrlPr>
                              <a:rPr lang="en-US" altLang="zh-CN" sz="900" i="1">
                                <a:latin typeface="Cambria Math" panose="02040503050406030204" pitchFamily="18" charset="0"/>
                              </a:rPr>
                            </m:ctrlPr>
                          </m:sSubPr>
                          <m:e>
                            <m:r>
                              <m:rPr>
                                <m:sty m:val="p"/>
                              </m:rPr>
                              <a:rPr lang="en-US" altLang="zh-CN" sz="900">
                                <a:latin typeface="Cambria Math" panose="02040503050406030204" pitchFamily="18" charset="0"/>
                              </a:rPr>
                              <m:t>T</m:t>
                            </m:r>
                          </m:e>
                          <m:sub>
                            <m:r>
                              <a:rPr lang="en-US" altLang="zh-CN" sz="900">
                                <a:latin typeface="Cambria Math" panose="02040503050406030204" pitchFamily="18" charset="0"/>
                              </a:rPr>
                              <m:t>1</m:t>
                            </m:r>
                          </m:sub>
                        </m:sSub>
                      </m:oMath>
                    </m:oMathPara>
                  </a14:m>
                  <a:endParaRPr lang="zh-CN" altLang="en-US" sz="900" dirty="0"/>
                </a:p>
              </p:txBody>
            </p:sp>
          </mc:Choice>
          <mc:Fallback xmlns="">
            <p:sp>
              <p:nvSpPr>
                <p:cNvPr id="80" name="文本框 79">
                  <a:extLst>
                    <a:ext uri="{FF2B5EF4-FFF2-40B4-BE49-F238E27FC236}">
                      <a16:creationId xmlns:a16="http://schemas.microsoft.com/office/drawing/2014/main" id="{8A59182C-084D-4B91-8CCB-F123D5E2401C}"/>
                    </a:ext>
                  </a:extLst>
                </p:cNvPr>
                <p:cNvSpPr txBox="1">
                  <a:spLocks noRot="1" noChangeAspect="1" noMove="1" noResize="1" noEditPoints="1" noAdjustHandles="1" noChangeArrowheads="1" noChangeShapeType="1" noTextEdit="1"/>
                </p:cNvSpPr>
                <p:nvPr/>
              </p:nvSpPr>
              <p:spPr>
                <a:xfrm>
                  <a:off x="8238447" y="1469051"/>
                  <a:ext cx="319500" cy="324000"/>
                </a:xfrm>
                <a:prstGeom prst="rect">
                  <a:avLst/>
                </a:prstGeom>
                <a:blipFill>
                  <a:blip r:embed="rId27"/>
                  <a:stretch>
                    <a:fillRect/>
                  </a:stretch>
                </a:blipFill>
                <a:ln>
                  <a:solidFill>
                    <a:schemeClr val="tx1"/>
                  </a:solidFill>
                </a:ln>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68" name="文本框 80">
                  <a:extLst>
                    <a:ext uri="{FF2B5EF4-FFF2-40B4-BE49-F238E27FC236}">
                      <a16:creationId xmlns:a16="http://schemas.microsoft.com/office/drawing/2014/main" id="{804B9212-158B-F783-F84F-F2D585D2E42F}"/>
                    </a:ext>
                  </a:extLst>
                </p:cNvPr>
                <p:cNvSpPr txBox="1"/>
                <p:nvPr/>
              </p:nvSpPr>
              <p:spPr>
                <a:xfrm>
                  <a:off x="8557947" y="1469051"/>
                  <a:ext cx="319500" cy="324000"/>
                </a:xfrm>
                <a:prstGeom prst="rect">
                  <a:avLst/>
                </a:prstGeom>
                <a:solidFill>
                  <a:schemeClr val="bg1"/>
                </a:solidFill>
                <a:ln>
                  <a:solidFill>
                    <a:schemeClr val="tx1"/>
                  </a:solidFill>
                </a:ln>
              </p:spPr>
              <p:txBody>
                <a:bodyPr wrap="square" rtlCol="0">
                  <a:spAutoFit/>
                </a:bodyPr>
                <a:lstStyle/>
                <a:p>
                  <a:pPr/>
                  <a14:m>
                    <m:oMathPara xmlns:m="http://schemas.openxmlformats.org/officeDocument/2006/math">
                      <m:oMathParaPr>
                        <m:jc m:val="left"/>
                      </m:oMathParaPr>
                      <m:oMath xmlns:m="http://schemas.openxmlformats.org/officeDocument/2006/math">
                        <m:sSub>
                          <m:sSubPr>
                            <m:ctrlPr>
                              <a:rPr lang="en-US" altLang="zh-CN" sz="900" i="1" smtClean="0">
                                <a:latin typeface="Cambria Math" panose="02040503050406030204" pitchFamily="18" charset="0"/>
                              </a:rPr>
                            </m:ctrlPr>
                          </m:sSubPr>
                          <m:e>
                            <m:r>
                              <m:rPr>
                                <m:sty m:val="p"/>
                              </m:rPr>
                              <a:rPr lang="en-US" altLang="zh-CN" sz="900" i="1">
                                <a:latin typeface="Cambria Math" panose="02040503050406030204" pitchFamily="18" charset="0"/>
                              </a:rPr>
                              <m:t>I</m:t>
                            </m:r>
                          </m:e>
                          <m:sub>
                            <m:r>
                              <a:rPr lang="en-US" altLang="zh-CN" sz="900" b="0" i="1" smtClean="0">
                                <a:latin typeface="Cambria Math" panose="02040503050406030204" pitchFamily="18" charset="0"/>
                              </a:rPr>
                              <m:t>1</m:t>
                            </m:r>
                          </m:sub>
                        </m:sSub>
                        <m:sSub>
                          <m:sSubPr>
                            <m:ctrlPr>
                              <a:rPr lang="en-US" altLang="zh-CN" sz="900" i="1">
                                <a:latin typeface="Cambria Math" panose="02040503050406030204" pitchFamily="18" charset="0"/>
                              </a:rPr>
                            </m:ctrlPr>
                          </m:sSubPr>
                          <m:e>
                            <m:r>
                              <m:rPr>
                                <m:sty m:val="p"/>
                              </m:rPr>
                              <a:rPr lang="en-US" altLang="zh-CN" sz="900">
                                <a:latin typeface="Cambria Math" panose="02040503050406030204" pitchFamily="18" charset="0"/>
                              </a:rPr>
                              <m:t>T</m:t>
                            </m:r>
                          </m:e>
                          <m:sub>
                            <m:r>
                              <a:rPr lang="en-US" altLang="zh-CN" sz="900">
                                <a:latin typeface="Cambria Math" panose="02040503050406030204" pitchFamily="18" charset="0"/>
                              </a:rPr>
                              <m:t>1</m:t>
                            </m:r>
                          </m:sub>
                        </m:sSub>
                      </m:oMath>
                    </m:oMathPara>
                  </a14:m>
                  <a:endParaRPr lang="zh-CN" altLang="en-US" sz="900" dirty="0"/>
                </a:p>
              </p:txBody>
            </p:sp>
          </mc:Choice>
          <mc:Fallback xmlns="">
            <p:sp>
              <p:nvSpPr>
                <p:cNvPr id="81" name="文本框 80">
                  <a:extLst>
                    <a:ext uri="{FF2B5EF4-FFF2-40B4-BE49-F238E27FC236}">
                      <a16:creationId xmlns:a16="http://schemas.microsoft.com/office/drawing/2014/main" id="{F779C6DF-7455-48B2-9D24-C782F9CAD658}"/>
                    </a:ext>
                  </a:extLst>
                </p:cNvPr>
                <p:cNvSpPr txBox="1">
                  <a:spLocks noRot="1" noChangeAspect="1" noMove="1" noResize="1" noEditPoints="1" noAdjustHandles="1" noChangeArrowheads="1" noChangeShapeType="1" noTextEdit="1"/>
                </p:cNvSpPr>
                <p:nvPr/>
              </p:nvSpPr>
              <p:spPr>
                <a:xfrm>
                  <a:off x="8557947" y="1469051"/>
                  <a:ext cx="319500" cy="324000"/>
                </a:xfrm>
                <a:prstGeom prst="rect">
                  <a:avLst/>
                </a:prstGeom>
                <a:blipFill>
                  <a:blip r:embed="rId26"/>
                  <a:stretch>
                    <a:fillRect/>
                  </a:stretch>
                </a:blipFill>
                <a:ln>
                  <a:solidFill>
                    <a:schemeClr val="tx1"/>
                  </a:solidFill>
                </a:ln>
              </p:spPr>
              <p:txBody>
                <a:bodyPr/>
                <a:lstStyle/>
                <a:p>
                  <a:r>
                    <a:rPr lang="zh-CN" altLang="en-US">
                      <a:noFill/>
                    </a:rPr>
                    <a:t> </a:t>
                  </a:r>
                </a:p>
              </p:txBody>
            </p:sp>
          </mc:Fallback>
        </mc:AlternateContent>
        <p:sp>
          <p:nvSpPr>
            <p:cNvPr id="69" name="文本框 81">
              <a:extLst>
                <a:ext uri="{FF2B5EF4-FFF2-40B4-BE49-F238E27FC236}">
                  <a16:creationId xmlns:a16="http://schemas.microsoft.com/office/drawing/2014/main" id="{806C251C-5D8F-6BC7-17D0-56A6F5181DB6}"/>
                </a:ext>
              </a:extLst>
            </p:cNvPr>
            <p:cNvSpPr txBox="1"/>
            <p:nvPr/>
          </p:nvSpPr>
          <p:spPr>
            <a:xfrm>
              <a:off x="8877447" y="1469051"/>
              <a:ext cx="319500" cy="307777"/>
            </a:xfrm>
            <a:prstGeom prst="rect">
              <a:avLst/>
            </a:prstGeom>
            <a:solidFill>
              <a:schemeClr val="bg1"/>
            </a:solidFill>
            <a:ln>
              <a:solidFill>
                <a:schemeClr val="tx1"/>
              </a:solidFill>
            </a:ln>
          </p:spPr>
          <p:txBody>
            <a:bodyPr wrap="square" rtlCol="0">
              <a:spAutoFit/>
            </a:bodyPr>
            <a:lstStyle/>
            <a:p>
              <a:r>
                <a:rPr lang="en-US" altLang="zh-CN" sz="1400" dirty="0"/>
                <a:t>…</a:t>
              </a:r>
              <a:endParaRPr lang="zh-CN" altLang="en-US" sz="1400" dirty="0"/>
            </a:p>
          </p:txBody>
        </p:sp>
        <mc:AlternateContent xmlns:mc="http://schemas.openxmlformats.org/markup-compatibility/2006" xmlns:a14="http://schemas.microsoft.com/office/drawing/2010/main">
          <mc:Choice Requires="a14">
            <p:sp>
              <p:nvSpPr>
                <p:cNvPr id="70" name="文本框 83">
                  <a:extLst>
                    <a:ext uri="{FF2B5EF4-FFF2-40B4-BE49-F238E27FC236}">
                      <a16:creationId xmlns:a16="http://schemas.microsoft.com/office/drawing/2014/main" id="{C58A36A4-2B9E-7AF7-A2FA-11E208D0C448}"/>
                    </a:ext>
                  </a:extLst>
                </p:cNvPr>
                <p:cNvSpPr txBox="1"/>
                <p:nvPr/>
              </p:nvSpPr>
              <p:spPr>
                <a:xfrm>
                  <a:off x="9196109" y="1469051"/>
                  <a:ext cx="319500" cy="324000"/>
                </a:xfrm>
                <a:prstGeom prst="rect">
                  <a:avLst/>
                </a:prstGeom>
                <a:solidFill>
                  <a:schemeClr val="bg1"/>
                </a:solidFill>
                <a:ln>
                  <a:solidFill>
                    <a:schemeClr val="tx1"/>
                  </a:solidFill>
                </a:ln>
              </p:spPr>
              <p:txBody>
                <a:bodyPr wrap="square" rtlCol="0">
                  <a:spAutoFit/>
                </a:bodyPr>
                <a:lstStyle/>
                <a:p>
                  <a:pPr/>
                  <a14:m>
                    <m:oMathPara xmlns:m="http://schemas.openxmlformats.org/officeDocument/2006/math">
                      <m:oMathParaPr>
                        <m:jc m:val="left"/>
                      </m:oMathParaPr>
                      <m:oMath xmlns:m="http://schemas.openxmlformats.org/officeDocument/2006/math">
                        <m:sSub>
                          <m:sSubPr>
                            <m:ctrlPr>
                              <a:rPr lang="en-US" altLang="zh-CN" sz="900" i="1" smtClean="0">
                                <a:latin typeface="Cambria Math" panose="02040503050406030204" pitchFamily="18" charset="0"/>
                              </a:rPr>
                            </m:ctrlPr>
                          </m:sSubPr>
                          <m:e>
                            <m:r>
                              <m:rPr>
                                <m:sty m:val="p"/>
                              </m:rPr>
                              <a:rPr lang="en-US" altLang="zh-CN" sz="900" i="1">
                                <a:latin typeface="Cambria Math" panose="02040503050406030204" pitchFamily="18" charset="0"/>
                              </a:rPr>
                              <m:t>I</m:t>
                            </m:r>
                          </m:e>
                          <m:sub>
                            <m:r>
                              <a:rPr lang="en-US" altLang="zh-CN" sz="900" b="0" i="1" smtClean="0">
                                <a:latin typeface="Cambria Math" panose="02040503050406030204" pitchFamily="18" charset="0"/>
                              </a:rPr>
                              <m:t>1</m:t>
                            </m:r>
                          </m:sub>
                        </m:sSub>
                        <m:sSub>
                          <m:sSubPr>
                            <m:ctrlPr>
                              <a:rPr lang="en-US" altLang="zh-CN" sz="900" i="1">
                                <a:latin typeface="Cambria Math" panose="02040503050406030204" pitchFamily="18" charset="0"/>
                              </a:rPr>
                            </m:ctrlPr>
                          </m:sSubPr>
                          <m:e>
                            <m:r>
                              <m:rPr>
                                <m:sty m:val="p"/>
                              </m:rPr>
                              <a:rPr lang="en-US" altLang="zh-CN" sz="900">
                                <a:latin typeface="Cambria Math" panose="02040503050406030204" pitchFamily="18" charset="0"/>
                              </a:rPr>
                              <m:t>T</m:t>
                            </m:r>
                          </m:e>
                          <m:sub>
                            <m:r>
                              <a:rPr lang="en-US" altLang="zh-CN" sz="900">
                                <a:latin typeface="Cambria Math" panose="02040503050406030204" pitchFamily="18" charset="0"/>
                              </a:rPr>
                              <m:t>1</m:t>
                            </m:r>
                          </m:sub>
                        </m:sSub>
                      </m:oMath>
                    </m:oMathPara>
                  </a14:m>
                  <a:endParaRPr lang="zh-CN" altLang="en-US" sz="900" dirty="0"/>
                </a:p>
              </p:txBody>
            </p:sp>
          </mc:Choice>
          <mc:Fallback xmlns="">
            <p:sp>
              <p:nvSpPr>
                <p:cNvPr id="84" name="文本框 83">
                  <a:extLst>
                    <a:ext uri="{FF2B5EF4-FFF2-40B4-BE49-F238E27FC236}">
                      <a16:creationId xmlns:a16="http://schemas.microsoft.com/office/drawing/2014/main" id="{493B55DA-EC8A-43B4-932A-841306A9E431}"/>
                    </a:ext>
                  </a:extLst>
                </p:cNvPr>
                <p:cNvSpPr txBox="1">
                  <a:spLocks noRot="1" noChangeAspect="1" noMove="1" noResize="1" noEditPoints="1" noAdjustHandles="1" noChangeArrowheads="1" noChangeShapeType="1" noTextEdit="1"/>
                </p:cNvSpPr>
                <p:nvPr/>
              </p:nvSpPr>
              <p:spPr>
                <a:xfrm>
                  <a:off x="9196109" y="1469051"/>
                  <a:ext cx="319500" cy="324000"/>
                </a:xfrm>
                <a:prstGeom prst="rect">
                  <a:avLst/>
                </a:prstGeom>
                <a:blipFill>
                  <a:blip r:embed="rId28"/>
                  <a:stretch>
                    <a:fillRect/>
                  </a:stretch>
                </a:blipFill>
                <a:ln>
                  <a:solidFill>
                    <a:schemeClr val="tx1"/>
                  </a:solidFill>
                </a:ln>
              </p:spPr>
              <p:txBody>
                <a:bodyPr/>
                <a:lstStyle/>
                <a:p>
                  <a:r>
                    <a:rPr lang="zh-CN" altLang="en-US">
                      <a:noFill/>
                    </a:rPr>
                    <a:t> </a:t>
                  </a:r>
                </a:p>
              </p:txBody>
            </p:sp>
          </mc:Fallback>
        </mc:AlternateContent>
      </p:grpSp>
      <p:grpSp>
        <p:nvGrpSpPr>
          <p:cNvPr id="71" name="组合 85">
            <a:extLst>
              <a:ext uri="{FF2B5EF4-FFF2-40B4-BE49-F238E27FC236}">
                <a16:creationId xmlns:a16="http://schemas.microsoft.com/office/drawing/2014/main" id="{2731E022-3364-0C56-4AAB-1165249DE55F}"/>
              </a:ext>
            </a:extLst>
          </p:cNvPr>
          <p:cNvGrpSpPr/>
          <p:nvPr/>
        </p:nvGrpSpPr>
        <p:grpSpPr>
          <a:xfrm>
            <a:off x="8786491" y="2197479"/>
            <a:ext cx="1596662" cy="324000"/>
            <a:chOff x="7918947" y="1469051"/>
            <a:chExt cx="1596662" cy="324000"/>
          </a:xfrm>
        </p:grpSpPr>
        <mc:AlternateContent xmlns:mc="http://schemas.openxmlformats.org/markup-compatibility/2006" xmlns:a14="http://schemas.microsoft.com/office/drawing/2010/main">
          <mc:Choice Requires="a14">
            <p:sp>
              <p:nvSpPr>
                <p:cNvPr id="72" name="文本框 86">
                  <a:extLst>
                    <a:ext uri="{FF2B5EF4-FFF2-40B4-BE49-F238E27FC236}">
                      <a16:creationId xmlns:a16="http://schemas.microsoft.com/office/drawing/2014/main" id="{87541018-76BB-BB1F-0096-89673A38C233}"/>
                    </a:ext>
                  </a:extLst>
                </p:cNvPr>
                <p:cNvSpPr txBox="1"/>
                <p:nvPr/>
              </p:nvSpPr>
              <p:spPr>
                <a:xfrm>
                  <a:off x="7918947" y="1469051"/>
                  <a:ext cx="319500" cy="324000"/>
                </a:xfrm>
                <a:prstGeom prst="rect">
                  <a:avLst/>
                </a:prstGeom>
                <a:solidFill>
                  <a:schemeClr val="bg1"/>
                </a:solidFill>
                <a:ln>
                  <a:solidFill>
                    <a:schemeClr val="tx1"/>
                  </a:solidFill>
                </a:ln>
              </p:spPr>
              <p:txBody>
                <a:bodyPr wrap="square" rtlCol="0">
                  <a:spAutoFit/>
                </a:bodyPr>
                <a:lstStyle/>
                <a:p>
                  <a:pPr/>
                  <a14:m>
                    <m:oMathPara xmlns:m="http://schemas.openxmlformats.org/officeDocument/2006/math">
                      <m:oMathParaPr>
                        <m:jc m:val="left"/>
                      </m:oMathParaPr>
                      <m:oMath xmlns:m="http://schemas.openxmlformats.org/officeDocument/2006/math">
                        <m:sSub>
                          <m:sSubPr>
                            <m:ctrlPr>
                              <a:rPr lang="en-US" altLang="zh-CN" sz="900" i="1" smtClean="0">
                                <a:latin typeface="Cambria Math" panose="02040503050406030204" pitchFamily="18" charset="0"/>
                              </a:rPr>
                            </m:ctrlPr>
                          </m:sSubPr>
                          <m:e>
                            <m:r>
                              <m:rPr>
                                <m:sty m:val="p"/>
                              </m:rPr>
                              <a:rPr lang="en-US" altLang="zh-CN" sz="900" i="1">
                                <a:latin typeface="Cambria Math" panose="02040503050406030204" pitchFamily="18" charset="0"/>
                              </a:rPr>
                              <m:t>I</m:t>
                            </m:r>
                          </m:e>
                          <m:sub>
                            <m:r>
                              <a:rPr lang="en-US" altLang="zh-CN" sz="900" b="0" i="1" smtClean="0">
                                <a:latin typeface="Cambria Math" panose="02040503050406030204" pitchFamily="18" charset="0"/>
                              </a:rPr>
                              <m:t>1</m:t>
                            </m:r>
                          </m:sub>
                        </m:sSub>
                        <m:sSub>
                          <m:sSubPr>
                            <m:ctrlPr>
                              <a:rPr lang="en-US" altLang="zh-CN" sz="900" i="1">
                                <a:latin typeface="Cambria Math" panose="02040503050406030204" pitchFamily="18" charset="0"/>
                              </a:rPr>
                            </m:ctrlPr>
                          </m:sSubPr>
                          <m:e>
                            <m:r>
                              <m:rPr>
                                <m:sty m:val="p"/>
                              </m:rPr>
                              <a:rPr lang="en-US" altLang="zh-CN" sz="900">
                                <a:latin typeface="Cambria Math" panose="02040503050406030204" pitchFamily="18" charset="0"/>
                              </a:rPr>
                              <m:t>T</m:t>
                            </m:r>
                          </m:e>
                          <m:sub>
                            <m:r>
                              <a:rPr lang="en-US" altLang="zh-CN" sz="900">
                                <a:latin typeface="Cambria Math" panose="02040503050406030204" pitchFamily="18" charset="0"/>
                              </a:rPr>
                              <m:t>1</m:t>
                            </m:r>
                          </m:sub>
                        </m:sSub>
                      </m:oMath>
                    </m:oMathPara>
                  </a14:m>
                  <a:endParaRPr lang="zh-CN" altLang="en-US" sz="900" dirty="0"/>
                </a:p>
              </p:txBody>
            </p:sp>
          </mc:Choice>
          <mc:Fallback xmlns="">
            <p:sp>
              <p:nvSpPr>
                <p:cNvPr id="87" name="文本框 86">
                  <a:extLst>
                    <a:ext uri="{FF2B5EF4-FFF2-40B4-BE49-F238E27FC236}">
                      <a16:creationId xmlns:a16="http://schemas.microsoft.com/office/drawing/2014/main" id="{11E479B6-4069-4F9B-B21E-16FDCE28BB9B}"/>
                    </a:ext>
                  </a:extLst>
                </p:cNvPr>
                <p:cNvSpPr txBox="1">
                  <a:spLocks noRot="1" noChangeAspect="1" noMove="1" noResize="1" noEditPoints="1" noAdjustHandles="1" noChangeArrowheads="1" noChangeShapeType="1" noTextEdit="1"/>
                </p:cNvSpPr>
                <p:nvPr/>
              </p:nvSpPr>
              <p:spPr>
                <a:xfrm>
                  <a:off x="7918947" y="1469051"/>
                  <a:ext cx="319500" cy="324000"/>
                </a:xfrm>
                <a:prstGeom prst="rect">
                  <a:avLst/>
                </a:prstGeom>
                <a:blipFill>
                  <a:blip r:embed="rId25"/>
                  <a:stretch>
                    <a:fillRect/>
                  </a:stretch>
                </a:blipFill>
                <a:ln>
                  <a:solidFill>
                    <a:schemeClr val="tx1"/>
                  </a:solidFill>
                </a:ln>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73" name="文本框 126">
                  <a:extLst>
                    <a:ext uri="{FF2B5EF4-FFF2-40B4-BE49-F238E27FC236}">
                      <a16:creationId xmlns:a16="http://schemas.microsoft.com/office/drawing/2014/main" id="{FB58AFA7-A96F-CB1B-4519-05877AA473A1}"/>
                    </a:ext>
                  </a:extLst>
                </p:cNvPr>
                <p:cNvSpPr txBox="1"/>
                <p:nvPr/>
              </p:nvSpPr>
              <p:spPr>
                <a:xfrm>
                  <a:off x="8238447" y="1469051"/>
                  <a:ext cx="319500" cy="324000"/>
                </a:xfrm>
                <a:prstGeom prst="rect">
                  <a:avLst/>
                </a:prstGeom>
                <a:solidFill>
                  <a:schemeClr val="bg1"/>
                </a:solidFill>
                <a:ln>
                  <a:solidFill>
                    <a:schemeClr val="tx1"/>
                  </a:solidFill>
                </a:ln>
              </p:spPr>
              <p:txBody>
                <a:bodyPr wrap="square" rtlCol="0">
                  <a:spAutoFit/>
                </a:bodyPr>
                <a:lstStyle/>
                <a:p>
                  <a:pPr/>
                  <a14:m>
                    <m:oMathPara xmlns:m="http://schemas.openxmlformats.org/officeDocument/2006/math">
                      <m:oMathParaPr>
                        <m:jc m:val="left"/>
                      </m:oMathParaPr>
                      <m:oMath xmlns:m="http://schemas.openxmlformats.org/officeDocument/2006/math">
                        <m:sSub>
                          <m:sSubPr>
                            <m:ctrlPr>
                              <a:rPr lang="en-US" altLang="zh-CN" sz="900" i="1" smtClean="0">
                                <a:latin typeface="Cambria Math" panose="02040503050406030204" pitchFamily="18" charset="0"/>
                              </a:rPr>
                            </m:ctrlPr>
                          </m:sSubPr>
                          <m:e>
                            <m:r>
                              <m:rPr>
                                <m:sty m:val="p"/>
                              </m:rPr>
                              <a:rPr lang="en-US" altLang="zh-CN" sz="900" i="1">
                                <a:latin typeface="Cambria Math" panose="02040503050406030204" pitchFamily="18" charset="0"/>
                              </a:rPr>
                              <m:t>I</m:t>
                            </m:r>
                          </m:e>
                          <m:sub>
                            <m:r>
                              <a:rPr lang="en-US" altLang="zh-CN" sz="900" b="0" i="1" smtClean="0">
                                <a:latin typeface="Cambria Math" panose="02040503050406030204" pitchFamily="18" charset="0"/>
                              </a:rPr>
                              <m:t>1</m:t>
                            </m:r>
                          </m:sub>
                        </m:sSub>
                        <m:sSub>
                          <m:sSubPr>
                            <m:ctrlPr>
                              <a:rPr lang="en-US" altLang="zh-CN" sz="900" i="1">
                                <a:latin typeface="Cambria Math" panose="02040503050406030204" pitchFamily="18" charset="0"/>
                              </a:rPr>
                            </m:ctrlPr>
                          </m:sSubPr>
                          <m:e>
                            <m:r>
                              <m:rPr>
                                <m:sty m:val="p"/>
                              </m:rPr>
                              <a:rPr lang="en-US" altLang="zh-CN" sz="900">
                                <a:latin typeface="Cambria Math" panose="02040503050406030204" pitchFamily="18" charset="0"/>
                              </a:rPr>
                              <m:t>T</m:t>
                            </m:r>
                          </m:e>
                          <m:sub>
                            <m:r>
                              <a:rPr lang="en-US" altLang="zh-CN" sz="900">
                                <a:latin typeface="Cambria Math" panose="02040503050406030204" pitchFamily="18" charset="0"/>
                              </a:rPr>
                              <m:t>1</m:t>
                            </m:r>
                          </m:sub>
                        </m:sSub>
                      </m:oMath>
                    </m:oMathPara>
                  </a14:m>
                  <a:endParaRPr lang="zh-CN" altLang="en-US" sz="900" dirty="0"/>
                </a:p>
              </p:txBody>
            </p:sp>
          </mc:Choice>
          <mc:Fallback xmlns="">
            <p:sp>
              <p:nvSpPr>
                <p:cNvPr id="127" name="文本框 126">
                  <a:extLst>
                    <a:ext uri="{FF2B5EF4-FFF2-40B4-BE49-F238E27FC236}">
                      <a16:creationId xmlns:a16="http://schemas.microsoft.com/office/drawing/2014/main" id="{F69BF20C-66DF-4008-A9E4-4CEB19E878A2}"/>
                    </a:ext>
                  </a:extLst>
                </p:cNvPr>
                <p:cNvSpPr txBox="1">
                  <a:spLocks noRot="1" noChangeAspect="1" noMove="1" noResize="1" noEditPoints="1" noAdjustHandles="1" noChangeArrowheads="1" noChangeShapeType="1" noTextEdit="1"/>
                </p:cNvSpPr>
                <p:nvPr/>
              </p:nvSpPr>
              <p:spPr>
                <a:xfrm>
                  <a:off x="8238447" y="1469051"/>
                  <a:ext cx="319500" cy="324000"/>
                </a:xfrm>
                <a:prstGeom prst="rect">
                  <a:avLst/>
                </a:prstGeom>
                <a:blipFill>
                  <a:blip r:embed="rId24"/>
                  <a:stretch>
                    <a:fillRect/>
                  </a:stretch>
                </a:blipFill>
                <a:ln>
                  <a:solidFill>
                    <a:schemeClr val="tx1"/>
                  </a:solidFill>
                </a:ln>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74" name="文本框 127">
                  <a:extLst>
                    <a:ext uri="{FF2B5EF4-FFF2-40B4-BE49-F238E27FC236}">
                      <a16:creationId xmlns:a16="http://schemas.microsoft.com/office/drawing/2014/main" id="{0BDF8AFA-9BFD-EEB8-C1BC-0C4DAFE4964E}"/>
                    </a:ext>
                  </a:extLst>
                </p:cNvPr>
                <p:cNvSpPr txBox="1"/>
                <p:nvPr/>
              </p:nvSpPr>
              <p:spPr>
                <a:xfrm>
                  <a:off x="8557947" y="1469051"/>
                  <a:ext cx="319500" cy="324000"/>
                </a:xfrm>
                <a:prstGeom prst="rect">
                  <a:avLst/>
                </a:prstGeom>
                <a:solidFill>
                  <a:schemeClr val="accent1">
                    <a:lumMod val="20000"/>
                    <a:lumOff val="80000"/>
                  </a:schemeClr>
                </a:solidFill>
                <a:ln>
                  <a:solidFill>
                    <a:schemeClr val="tx1"/>
                  </a:solidFill>
                </a:ln>
              </p:spPr>
              <p:txBody>
                <a:bodyPr wrap="square" rtlCol="0">
                  <a:spAutoFit/>
                </a:bodyPr>
                <a:lstStyle/>
                <a:p>
                  <a:pPr/>
                  <a14:m>
                    <m:oMathPara xmlns:m="http://schemas.openxmlformats.org/officeDocument/2006/math">
                      <m:oMathParaPr>
                        <m:jc m:val="left"/>
                      </m:oMathParaPr>
                      <m:oMath xmlns:m="http://schemas.openxmlformats.org/officeDocument/2006/math">
                        <m:sSub>
                          <m:sSubPr>
                            <m:ctrlPr>
                              <a:rPr lang="en-US" altLang="zh-CN" sz="900" i="1" smtClean="0">
                                <a:latin typeface="Cambria Math" panose="02040503050406030204" pitchFamily="18" charset="0"/>
                              </a:rPr>
                            </m:ctrlPr>
                          </m:sSubPr>
                          <m:e>
                            <m:r>
                              <m:rPr>
                                <m:sty m:val="p"/>
                              </m:rPr>
                              <a:rPr lang="en-US" altLang="zh-CN" sz="900" i="1">
                                <a:latin typeface="Cambria Math" panose="02040503050406030204" pitchFamily="18" charset="0"/>
                              </a:rPr>
                              <m:t>I</m:t>
                            </m:r>
                          </m:e>
                          <m:sub>
                            <m:r>
                              <a:rPr lang="en-US" altLang="zh-CN" sz="900" b="0" i="1" smtClean="0">
                                <a:latin typeface="Cambria Math" panose="02040503050406030204" pitchFamily="18" charset="0"/>
                              </a:rPr>
                              <m:t>1</m:t>
                            </m:r>
                          </m:sub>
                        </m:sSub>
                        <m:sSub>
                          <m:sSubPr>
                            <m:ctrlPr>
                              <a:rPr lang="en-US" altLang="zh-CN" sz="900" i="1">
                                <a:latin typeface="Cambria Math" panose="02040503050406030204" pitchFamily="18" charset="0"/>
                              </a:rPr>
                            </m:ctrlPr>
                          </m:sSubPr>
                          <m:e>
                            <m:r>
                              <m:rPr>
                                <m:sty m:val="p"/>
                              </m:rPr>
                              <a:rPr lang="en-US" altLang="zh-CN" sz="900">
                                <a:latin typeface="Cambria Math" panose="02040503050406030204" pitchFamily="18" charset="0"/>
                              </a:rPr>
                              <m:t>T</m:t>
                            </m:r>
                          </m:e>
                          <m:sub>
                            <m:r>
                              <a:rPr lang="en-US" altLang="zh-CN" sz="900">
                                <a:latin typeface="Cambria Math" panose="02040503050406030204" pitchFamily="18" charset="0"/>
                              </a:rPr>
                              <m:t>1</m:t>
                            </m:r>
                          </m:sub>
                        </m:sSub>
                      </m:oMath>
                    </m:oMathPara>
                  </a14:m>
                  <a:endParaRPr lang="zh-CN" altLang="en-US" sz="900" dirty="0"/>
                </a:p>
              </p:txBody>
            </p:sp>
          </mc:Choice>
          <mc:Fallback xmlns="">
            <p:sp>
              <p:nvSpPr>
                <p:cNvPr id="128" name="文本框 127">
                  <a:extLst>
                    <a:ext uri="{FF2B5EF4-FFF2-40B4-BE49-F238E27FC236}">
                      <a16:creationId xmlns:a16="http://schemas.microsoft.com/office/drawing/2014/main" id="{8058234F-0402-4A4A-997F-124BA839D589}"/>
                    </a:ext>
                  </a:extLst>
                </p:cNvPr>
                <p:cNvSpPr txBox="1">
                  <a:spLocks noRot="1" noChangeAspect="1" noMove="1" noResize="1" noEditPoints="1" noAdjustHandles="1" noChangeArrowheads="1" noChangeShapeType="1" noTextEdit="1"/>
                </p:cNvSpPr>
                <p:nvPr/>
              </p:nvSpPr>
              <p:spPr>
                <a:xfrm>
                  <a:off x="8557947" y="1469051"/>
                  <a:ext cx="319500" cy="324000"/>
                </a:xfrm>
                <a:prstGeom prst="rect">
                  <a:avLst/>
                </a:prstGeom>
                <a:blipFill>
                  <a:blip r:embed="rId23"/>
                  <a:stretch>
                    <a:fillRect/>
                  </a:stretch>
                </a:blipFill>
                <a:ln>
                  <a:solidFill>
                    <a:schemeClr val="tx1"/>
                  </a:solidFill>
                </a:ln>
              </p:spPr>
              <p:txBody>
                <a:bodyPr/>
                <a:lstStyle/>
                <a:p>
                  <a:r>
                    <a:rPr lang="zh-CN" altLang="en-US">
                      <a:noFill/>
                    </a:rPr>
                    <a:t> </a:t>
                  </a:r>
                </a:p>
              </p:txBody>
            </p:sp>
          </mc:Fallback>
        </mc:AlternateContent>
        <p:sp>
          <p:nvSpPr>
            <p:cNvPr id="75" name="文本框 128">
              <a:extLst>
                <a:ext uri="{FF2B5EF4-FFF2-40B4-BE49-F238E27FC236}">
                  <a16:creationId xmlns:a16="http://schemas.microsoft.com/office/drawing/2014/main" id="{9787F93E-94E5-D8F0-5289-BD504D74605D}"/>
                </a:ext>
              </a:extLst>
            </p:cNvPr>
            <p:cNvSpPr txBox="1"/>
            <p:nvPr/>
          </p:nvSpPr>
          <p:spPr>
            <a:xfrm>
              <a:off x="8877447" y="1469051"/>
              <a:ext cx="319500" cy="307777"/>
            </a:xfrm>
            <a:prstGeom prst="rect">
              <a:avLst/>
            </a:prstGeom>
            <a:solidFill>
              <a:schemeClr val="bg1"/>
            </a:solidFill>
            <a:ln>
              <a:solidFill>
                <a:schemeClr val="tx1"/>
              </a:solidFill>
            </a:ln>
          </p:spPr>
          <p:txBody>
            <a:bodyPr wrap="square" rtlCol="0">
              <a:spAutoFit/>
            </a:bodyPr>
            <a:lstStyle/>
            <a:p>
              <a:r>
                <a:rPr lang="en-US" altLang="zh-CN" sz="1400" dirty="0"/>
                <a:t>…</a:t>
              </a:r>
              <a:endParaRPr lang="zh-CN" altLang="en-US" sz="1400" dirty="0"/>
            </a:p>
          </p:txBody>
        </p:sp>
        <mc:AlternateContent xmlns:mc="http://schemas.openxmlformats.org/markup-compatibility/2006" xmlns:a14="http://schemas.microsoft.com/office/drawing/2010/main">
          <mc:Choice Requires="a14">
            <p:sp>
              <p:nvSpPr>
                <p:cNvPr id="76" name="文本框 129">
                  <a:extLst>
                    <a:ext uri="{FF2B5EF4-FFF2-40B4-BE49-F238E27FC236}">
                      <a16:creationId xmlns:a16="http://schemas.microsoft.com/office/drawing/2014/main" id="{48DAE5DA-5EAC-0EA0-81D4-E4E324F16D6A}"/>
                    </a:ext>
                  </a:extLst>
                </p:cNvPr>
                <p:cNvSpPr txBox="1"/>
                <p:nvPr/>
              </p:nvSpPr>
              <p:spPr>
                <a:xfrm>
                  <a:off x="9196109" y="1469051"/>
                  <a:ext cx="319500" cy="324000"/>
                </a:xfrm>
                <a:prstGeom prst="rect">
                  <a:avLst/>
                </a:prstGeom>
                <a:solidFill>
                  <a:schemeClr val="bg1"/>
                </a:solidFill>
                <a:ln>
                  <a:solidFill>
                    <a:schemeClr val="tx1"/>
                  </a:solidFill>
                </a:ln>
              </p:spPr>
              <p:txBody>
                <a:bodyPr wrap="square" rtlCol="0">
                  <a:spAutoFit/>
                </a:bodyPr>
                <a:lstStyle/>
                <a:p>
                  <a:pPr/>
                  <a14:m>
                    <m:oMathPara xmlns:m="http://schemas.openxmlformats.org/officeDocument/2006/math">
                      <m:oMathParaPr>
                        <m:jc m:val="left"/>
                      </m:oMathParaPr>
                      <m:oMath xmlns:m="http://schemas.openxmlformats.org/officeDocument/2006/math">
                        <m:sSub>
                          <m:sSubPr>
                            <m:ctrlPr>
                              <a:rPr lang="en-US" altLang="zh-CN" sz="900" i="1" smtClean="0">
                                <a:latin typeface="Cambria Math" panose="02040503050406030204" pitchFamily="18" charset="0"/>
                              </a:rPr>
                            </m:ctrlPr>
                          </m:sSubPr>
                          <m:e>
                            <m:r>
                              <m:rPr>
                                <m:sty m:val="p"/>
                              </m:rPr>
                              <a:rPr lang="en-US" altLang="zh-CN" sz="900" i="1">
                                <a:latin typeface="Cambria Math" panose="02040503050406030204" pitchFamily="18" charset="0"/>
                              </a:rPr>
                              <m:t>I</m:t>
                            </m:r>
                          </m:e>
                          <m:sub>
                            <m:r>
                              <a:rPr lang="en-US" altLang="zh-CN" sz="900" b="0" i="1" smtClean="0">
                                <a:latin typeface="Cambria Math" panose="02040503050406030204" pitchFamily="18" charset="0"/>
                              </a:rPr>
                              <m:t>1</m:t>
                            </m:r>
                          </m:sub>
                        </m:sSub>
                        <m:sSub>
                          <m:sSubPr>
                            <m:ctrlPr>
                              <a:rPr lang="en-US" altLang="zh-CN" sz="900" i="1">
                                <a:latin typeface="Cambria Math" panose="02040503050406030204" pitchFamily="18" charset="0"/>
                              </a:rPr>
                            </m:ctrlPr>
                          </m:sSubPr>
                          <m:e>
                            <m:r>
                              <m:rPr>
                                <m:sty m:val="p"/>
                              </m:rPr>
                              <a:rPr lang="en-US" altLang="zh-CN" sz="900">
                                <a:latin typeface="Cambria Math" panose="02040503050406030204" pitchFamily="18" charset="0"/>
                              </a:rPr>
                              <m:t>T</m:t>
                            </m:r>
                          </m:e>
                          <m:sub>
                            <m:r>
                              <a:rPr lang="en-US" altLang="zh-CN" sz="900">
                                <a:latin typeface="Cambria Math" panose="02040503050406030204" pitchFamily="18" charset="0"/>
                              </a:rPr>
                              <m:t>1</m:t>
                            </m:r>
                          </m:sub>
                        </m:sSub>
                      </m:oMath>
                    </m:oMathPara>
                  </a14:m>
                  <a:endParaRPr lang="zh-CN" altLang="en-US" sz="900" dirty="0"/>
                </a:p>
              </p:txBody>
            </p:sp>
          </mc:Choice>
          <mc:Fallback xmlns="">
            <p:sp>
              <p:nvSpPr>
                <p:cNvPr id="130" name="文本框 129">
                  <a:extLst>
                    <a:ext uri="{FF2B5EF4-FFF2-40B4-BE49-F238E27FC236}">
                      <a16:creationId xmlns:a16="http://schemas.microsoft.com/office/drawing/2014/main" id="{E4D540EE-0CB2-4404-B81F-8CD7D38809ED}"/>
                    </a:ext>
                  </a:extLst>
                </p:cNvPr>
                <p:cNvSpPr txBox="1">
                  <a:spLocks noRot="1" noChangeAspect="1" noMove="1" noResize="1" noEditPoints="1" noAdjustHandles="1" noChangeArrowheads="1" noChangeShapeType="1" noTextEdit="1"/>
                </p:cNvSpPr>
                <p:nvPr/>
              </p:nvSpPr>
              <p:spPr>
                <a:xfrm>
                  <a:off x="9196109" y="1469051"/>
                  <a:ext cx="319500" cy="324000"/>
                </a:xfrm>
                <a:prstGeom prst="rect">
                  <a:avLst/>
                </a:prstGeom>
                <a:blipFill>
                  <a:blip r:embed="rId24"/>
                  <a:stretch>
                    <a:fillRect/>
                  </a:stretch>
                </a:blipFill>
                <a:ln>
                  <a:solidFill>
                    <a:schemeClr val="tx1"/>
                  </a:solidFill>
                </a:ln>
              </p:spPr>
              <p:txBody>
                <a:bodyPr/>
                <a:lstStyle/>
                <a:p>
                  <a:r>
                    <a:rPr lang="zh-CN" altLang="en-US">
                      <a:noFill/>
                    </a:rPr>
                    <a:t> </a:t>
                  </a:r>
                </a:p>
              </p:txBody>
            </p:sp>
          </mc:Fallback>
        </mc:AlternateContent>
      </p:grpSp>
      <p:grpSp>
        <p:nvGrpSpPr>
          <p:cNvPr id="77" name="组合 130">
            <a:extLst>
              <a:ext uri="{FF2B5EF4-FFF2-40B4-BE49-F238E27FC236}">
                <a16:creationId xmlns:a16="http://schemas.microsoft.com/office/drawing/2014/main" id="{4578A2B2-F632-5F32-318B-4B3BE0C4FFEA}"/>
              </a:ext>
            </a:extLst>
          </p:cNvPr>
          <p:cNvGrpSpPr/>
          <p:nvPr/>
        </p:nvGrpSpPr>
        <p:grpSpPr>
          <a:xfrm>
            <a:off x="8786491" y="2505255"/>
            <a:ext cx="1596662" cy="307777"/>
            <a:chOff x="7918947" y="1469051"/>
            <a:chExt cx="1596662" cy="307777"/>
          </a:xfrm>
          <a:solidFill>
            <a:schemeClr val="bg1"/>
          </a:solidFill>
        </p:grpSpPr>
        <p:sp>
          <p:nvSpPr>
            <p:cNvPr id="78" name="文本框 131">
              <a:extLst>
                <a:ext uri="{FF2B5EF4-FFF2-40B4-BE49-F238E27FC236}">
                  <a16:creationId xmlns:a16="http://schemas.microsoft.com/office/drawing/2014/main" id="{2DE1E1C8-D5A2-EFB1-7FD4-84CB63658C8D}"/>
                </a:ext>
              </a:extLst>
            </p:cNvPr>
            <p:cNvSpPr txBox="1"/>
            <p:nvPr/>
          </p:nvSpPr>
          <p:spPr>
            <a:xfrm>
              <a:off x="7918947" y="1469051"/>
              <a:ext cx="319500" cy="307777"/>
            </a:xfrm>
            <a:prstGeom prst="rect">
              <a:avLst/>
            </a:prstGeom>
            <a:grpFill/>
            <a:ln>
              <a:solidFill>
                <a:schemeClr val="tx1"/>
              </a:solidFill>
            </a:ln>
          </p:spPr>
          <p:txBody>
            <a:bodyPr wrap="square" rtlCol="0">
              <a:spAutoFit/>
            </a:bodyPr>
            <a:lstStyle/>
            <a:p>
              <a:r>
                <a:rPr lang="en-US" altLang="zh-CN" sz="1400" dirty="0"/>
                <a:t>…</a:t>
              </a:r>
              <a:endParaRPr lang="zh-CN" altLang="en-US" sz="1400" dirty="0"/>
            </a:p>
          </p:txBody>
        </p:sp>
        <p:sp>
          <p:nvSpPr>
            <p:cNvPr id="79" name="文本框 132">
              <a:extLst>
                <a:ext uri="{FF2B5EF4-FFF2-40B4-BE49-F238E27FC236}">
                  <a16:creationId xmlns:a16="http://schemas.microsoft.com/office/drawing/2014/main" id="{F799DD85-E1AC-185C-B052-FA321E25510B}"/>
                </a:ext>
              </a:extLst>
            </p:cNvPr>
            <p:cNvSpPr txBox="1"/>
            <p:nvPr/>
          </p:nvSpPr>
          <p:spPr>
            <a:xfrm>
              <a:off x="8238447" y="1469051"/>
              <a:ext cx="319500" cy="307777"/>
            </a:xfrm>
            <a:prstGeom prst="rect">
              <a:avLst/>
            </a:prstGeom>
            <a:grpFill/>
            <a:ln>
              <a:solidFill>
                <a:schemeClr val="tx1"/>
              </a:solidFill>
            </a:ln>
          </p:spPr>
          <p:txBody>
            <a:bodyPr wrap="square" rtlCol="0">
              <a:spAutoFit/>
            </a:bodyPr>
            <a:lstStyle/>
            <a:p>
              <a:r>
                <a:rPr lang="en-US" altLang="zh-CN" sz="1400" dirty="0"/>
                <a:t>…</a:t>
              </a:r>
              <a:endParaRPr lang="zh-CN" altLang="en-US" sz="1400" dirty="0"/>
            </a:p>
          </p:txBody>
        </p:sp>
        <p:sp>
          <p:nvSpPr>
            <p:cNvPr id="80" name="文本框 133">
              <a:extLst>
                <a:ext uri="{FF2B5EF4-FFF2-40B4-BE49-F238E27FC236}">
                  <a16:creationId xmlns:a16="http://schemas.microsoft.com/office/drawing/2014/main" id="{8D272260-F041-1CB5-D4DA-094E8A8EC765}"/>
                </a:ext>
              </a:extLst>
            </p:cNvPr>
            <p:cNvSpPr txBox="1"/>
            <p:nvPr/>
          </p:nvSpPr>
          <p:spPr>
            <a:xfrm>
              <a:off x="8557947" y="1469051"/>
              <a:ext cx="319500" cy="307777"/>
            </a:xfrm>
            <a:prstGeom prst="rect">
              <a:avLst/>
            </a:prstGeom>
            <a:grpFill/>
            <a:ln>
              <a:solidFill>
                <a:schemeClr val="tx1"/>
              </a:solidFill>
            </a:ln>
          </p:spPr>
          <p:txBody>
            <a:bodyPr wrap="square" rtlCol="0">
              <a:spAutoFit/>
            </a:bodyPr>
            <a:lstStyle/>
            <a:p>
              <a:r>
                <a:rPr lang="en-US" altLang="zh-CN" sz="1400" dirty="0"/>
                <a:t>…</a:t>
              </a:r>
              <a:endParaRPr lang="zh-CN" altLang="en-US" sz="1400" dirty="0"/>
            </a:p>
          </p:txBody>
        </p:sp>
        <p:sp>
          <p:nvSpPr>
            <p:cNvPr id="81" name="文本框 134">
              <a:extLst>
                <a:ext uri="{FF2B5EF4-FFF2-40B4-BE49-F238E27FC236}">
                  <a16:creationId xmlns:a16="http://schemas.microsoft.com/office/drawing/2014/main" id="{55C82DC9-57A0-3F35-985D-CD8ACFBBBE07}"/>
                </a:ext>
              </a:extLst>
            </p:cNvPr>
            <p:cNvSpPr txBox="1"/>
            <p:nvPr/>
          </p:nvSpPr>
          <p:spPr>
            <a:xfrm>
              <a:off x="8877447" y="1469051"/>
              <a:ext cx="319500" cy="307777"/>
            </a:xfrm>
            <a:prstGeom prst="rect">
              <a:avLst/>
            </a:prstGeom>
            <a:solidFill>
              <a:schemeClr val="accent1">
                <a:lumMod val="20000"/>
                <a:lumOff val="80000"/>
              </a:schemeClr>
            </a:solidFill>
            <a:ln>
              <a:solidFill>
                <a:schemeClr val="tx1"/>
              </a:solidFill>
            </a:ln>
          </p:spPr>
          <p:txBody>
            <a:bodyPr wrap="square" rtlCol="0">
              <a:spAutoFit/>
            </a:bodyPr>
            <a:lstStyle/>
            <a:p>
              <a:r>
                <a:rPr lang="en-US" altLang="zh-CN" sz="1400" dirty="0"/>
                <a:t>…</a:t>
              </a:r>
              <a:endParaRPr lang="zh-CN" altLang="en-US" sz="1400" dirty="0"/>
            </a:p>
          </p:txBody>
        </p:sp>
        <p:sp>
          <p:nvSpPr>
            <p:cNvPr id="82" name="文本框 135">
              <a:extLst>
                <a:ext uri="{FF2B5EF4-FFF2-40B4-BE49-F238E27FC236}">
                  <a16:creationId xmlns:a16="http://schemas.microsoft.com/office/drawing/2014/main" id="{60C0CF37-D12E-50E3-679F-ED4510AB71A9}"/>
                </a:ext>
              </a:extLst>
            </p:cNvPr>
            <p:cNvSpPr txBox="1"/>
            <p:nvPr/>
          </p:nvSpPr>
          <p:spPr>
            <a:xfrm>
              <a:off x="9196109" y="1469051"/>
              <a:ext cx="319500" cy="307777"/>
            </a:xfrm>
            <a:prstGeom prst="rect">
              <a:avLst/>
            </a:prstGeom>
            <a:grpFill/>
            <a:ln>
              <a:solidFill>
                <a:schemeClr val="tx1"/>
              </a:solidFill>
            </a:ln>
          </p:spPr>
          <p:txBody>
            <a:bodyPr wrap="square" rtlCol="0">
              <a:spAutoFit/>
            </a:bodyPr>
            <a:lstStyle/>
            <a:p>
              <a:r>
                <a:rPr lang="en-US" altLang="zh-CN" sz="1400" dirty="0"/>
                <a:t>…</a:t>
              </a:r>
              <a:endParaRPr lang="zh-CN" altLang="en-US" sz="1400" dirty="0"/>
            </a:p>
          </p:txBody>
        </p:sp>
      </p:grpSp>
      <p:grpSp>
        <p:nvGrpSpPr>
          <p:cNvPr id="83" name="组合 136">
            <a:extLst>
              <a:ext uri="{FF2B5EF4-FFF2-40B4-BE49-F238E27FC236}">
                <a16:creationId xmlns:a16="http://schemas.microsoft.com/office/drawing/2014/main" id="{28F775E8-27BD-0B6C-66E0-8DB322BE2261}"/>
              </a:ext>
            </a:extLst>
          </p:cNvPr>
          <p:cNvGrpSpPr/>
          <p:nvPr/>
        </p:nvGrpSpPr>
        <p:grpSpPr>
          <a:xfrm>
            <a:off x="8786491" y="2788371"/>
            <a:ext cx="1596662" cy="324001"/>
            <a:chOff x="7918947" y="1469050"/>
            <a:chExt cx="1596662" cy="324001"/>
          </a:xfrm>
          <a:solidFill>
            <a:schemeClr val="bg1"/>
          </a:solidFill>
        </p:grpSpPr>
        <mc:AlternateContent xmlns:mc="http://schemas.openxmlformats.org/markup-compatibility/2006" xmlns:a14="http://schemas.microsoft.com/office/drawing/2010/main">
          <mc:Choice Requires="a14">
            <p:sp>
              <p:nvSpPr>
                <p:cNvPr id="84" name="文本框 137">
                  <a:extLst>
                    <a:ext uri="{FF2B5EF4-FFF2-40B4-BE49-F238E27FC236}">
                      <a16:creationId xmlns:a16="http://schemas.microsoft.com/office/drawing/2014/main" id="{08686C34-7244-9511-D75C-9990A7F1A669}"/>
                    </a:ext>
                  </a:extLst>
                </p:cNvPr>
                <p:cNvSpPr txBox="1"/>
                <p:nvPr/>
              </p:nvSpPr>
              <p:spPr>
                <a:xfrm>
                  <a:off x="7918947" y="1469051"/>
                  <a:ext cx="319500" cy="324000"/>
                </a:xfrm>
                <a:prstGeom prst="rect">
                  <a:avLst/>
                </a:prstGeom>
                <a:grpFill/>
                <a:ln>
                  <a:solidFill>
                    <a:schemeClr val="tx1"/>
                  </a:solidFill>
                </a:ln>
              </p:spPr>
              <p:txBody>
                <a:bodyPr wrap="square" rtlCol="0">
                  <a:spAutoFit/>
                </a:bodyPr>
                <a:lstStyle/>
                <a:p>
                  <a:pPr/>
                  <a14:m>
                    <m:oMathPara xmlns:m="http://schemas.openxmlformats.org/officeDocument/2006/math">
                      <m:oMathParaPr>
                        <m:jc m:val="left"/>
                      </m:oMathParaPr>
                      <m:oMath xmlns:m="http://schemas.openxmlformats.org/officeDocument/2006/math">
                        <m:sSub>
                          <m:sSubPr>
                            <m:ctrlPr>
                              <a:rPr lang="en-US" altLang="zh-CN" sz="900" i="1" smtClean="0">
                                <a:latin typeface="Cambria Math" panose="02040503050406030204" pitchFamily="18" charset="0"/>
                              </a:rPr>
                            </m:ctrlPr>
                          </m:sSubPr>
                          <m:e>
                            <m:r>
                              <m:rPr>
                                <m:sty m:val="p"/>
                              </m:rPr>
                              <a:rPr lang="en-US" altLang="zh-CN" sz="900" i="1">
                                <a:latin typeface="Cambria Math" panose="02040503050406030204" pitchFamily="18" charset="0"/>
                              </a:rPr>
                              <m:t>I</m:t>
                            </m:r>
                          </m:e>
                          <m:sub>
                            <m:r>
                              <a:rPr lang="en-US" altLang="zh-CN" sz="900" b="0" i="1" smtClean="0">
                                <a:latin typeface="Cambria Math" panose="02040503050406030204" pitchFamily="18" charset="0"/>
                              </a:rPr>
                              <m:t>1</m:t>
                            </m:r>
                          </m:sub>
                        </m:sSub>
                        <m:sSub>
                          <m:sSubPr>
                            <m:ctrlPr>
                              <a:rPr lang="en-US" altLang="zh-CN" sz="900" i="1">
                                <a:latin typeface="Cambria Math" panose="02040503050406030204" pitchFamily="18" charset="0"/>
                              </a:rPr>
                            </m:ctrlPr>
                          </m:sSubPr>
                          <m:e>
                            <m:r>
                              <m:rPr>
                                <m:sty m:val="p"/>
                              </m:rPr>
                              <a:rPr lang="en-US" altLang="zh-CN" sz="900">
                                <a:latin typeface="Cambria Math" panose="02040503050406030204" pitchFamily="18" charset="0"/>
                              </a:rPr>
                              <m:t>T</m:t>
                            </m:r>
                          </m:e>
                          <m:sub>
                            <m:r>
                              <a:rPr lang="en-US" altLang="zh-CN" sz="900">
                                <a:latin typeface="Cambria Math" panose="02040503050406030204" pitchFamily="18" charset="0"/>
                              </a:rPr>
                              <m:t>1</m:t>
                            </m:r>
                          </m:sub>
                        </m:sSub>
                      </m:oMath>
                    </m:oMathPara>
                  </a14:m>
                  <a:endParaRPr lang="zh-CN" altLang="en-US" sz="900" dirty="0"/>
                </a:p>
              </p:txBody>
            </p:sp>
          </mc:Choice>
          <mc:Fallback xmlns="">
            <p:sp>
              <p:nvSpPr>
                <p:cNvPr id="138" name="文本框 137">
                  <a:extLst>
                    <a:ext uri="{FF2B5EF4-FFF2-40B4-BE49-F238E27FC236}">
                      <a16:creationId xmlns:a16="http://schemas.microsoft.com/office/drawing/2014/main" id="{F2C8F467-BF94-49D6-87FC-97400BCFA629}"/>
                    </a:ext>
                  </a:extLst>
                </p:cNvPr>
                <p:cNvSpPr txBox="1">
                  <a:spLocks noRot="1" noChangeAspect="1" noMove="1" noResize="1" noEditPoints="1" noAdjustHandles="1" noChangeArrowheads="1" noChangeShapeType="1" noTextEdit="1"/>
                </p:cNvSpPr>
                <p:nvPr/>
              </p:nvSpPr>
              <p:spPr>
                <a:xfrm>
                  <a:off x="7918947" y="1469051"/>
                  <a:ext cx="319500" cy="324000"/>
                </a:xfrm>
                <a:prstGeom prst="rect">
                  <a:avLst/>
                </a:prstGeom>
                <a:blipFill>
                  <a:blip r:embed="rId25"/>
                  <a:stretch>
                    <a:fillRect/>
                  </a:stretch>
                </a:blipFill>
                <a:ln>
                  <a:solidFill>
                    <a:schemeClr val="tx1"/>
                  </a:solidFill>
                </a:ln>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85" name="文本框 138">
                  <a:extLst>
                    <a:ext uri="{FF2B5EF4-FFF2-40B4-BE49-F238E27FC236}">
                      <a16:creationId xmlns:a16="http://schemas.microsoft.com/office/drawing/2014/main" id="{74138FAB-F4C6-6E3F-7794-1493A655F702}"/>
                    </a:ext>
                  </a:extLst>
                </p:cNvPr>
                <p:cNvSpPr txBox="1"/>
                <p:nvPr/>
              </p:nvSpPr>
              <p:spPr>
                <a:xfrm>
                  <a:off x="8238447" y="1469051"/>
                  <a:ext cx="319500" cy="324000"/>
                </a:xfrm>
                <a:prstGeom prst="rect">
                  <a:avLst/>
                </a:prstGeom>
                <a:grpFill/>
                <a:ln>
                  <a:solidFill>
                    <a:schemeClr val="tx1"/>
                  </a:solidFill>
                </a:ln>
              </p:spPr>
              <p:txBody>
                <a:bodyPr wrap="square" rtlCol="0">
                  <a:spAutoFit/>
                </a:bodyPr>
                <a:lstStyle/>
                <a:p>
                  <a:pPr/>
                  <a14:m>
                    <m:oMathPara xmlns:m="http://schemas.openxmlformats.org/officeDocument/2006/math">
                      <m:oMathParaPr>
                        <m:jc m:val="left"/>
                      </m:oMathParaPr>
                      <m:oMath xmlns:m="http://schemas.openxmlformats.org/officeDocument/2006/math">
                        <m:sSub>
                          <m:sSubPr>
                            <m:ctrlPr>
                              <a:rPr lang="en-US" altLang="zh-CN" sz="900" i="1" smtClean="0">
                                <a:latin typeface="Cambria Math" panose="02040503050406030204" pitchFamily="18" charset="0"/>
                              </a:rPr>
                            </m:ctrlPr>
                          </m:sSubPr>
                          <m:e>
                            <m:r>
                              <m:rPr>
                                <m:sty m:val="p"/>
                              </m:rPr>
                              <a:rPr lang="en-US" altLang="zh-CN" sz="900" i="1">
                                <a:latin typeface="Cambria Math" panose="02040503050406030204" pitchFamily="18" charset="0"/>
                              </a:rPr>
                              <m:t>I</m:t>
                            </m:r>
                          </m:e>
                          <m:sub>
                            <m:r>
                              <a:rPr lang="en-US" altLang="zh-CN" sz="900" b="0" i="1" smtClean="0">
                                <a:latin typeface="Cambria Math" panose="02040503050406030204" pitchFamily="18" charset="0"/>
                              </a:rPr>
                              <m:t>1</m:t>
                            </m:r>
                          </m:sub>
                        </m:sSub>
                        <m:sSub>
                          <m:sSubPr>
                            <m:ctrlPr>
                              <a:rPr lang="en-US" altLang="zh-CN" sz="900" i="1">
                                <a:latin typeface="Cambria Math" panose="02040503050406030204" pitchFamily="18" charset="0"/>
                              </a:rPr>
                            </m:ctrlPr>
                          </m:sSubPr>
                          <m:e>
                            <m:r>
                              <m:rPr>
                                <m:sty m:val="p"/>
                              </m:rPr>
                              <a:rPr lang="en-US" altLang="zh-CN" sz="900">
                                <a:latin typeface="Cambria Math" panose="02040503050406030204" pitchFamily="18" charset="0"/>
                              </a:rPr>
                              <m:t>T</m:t>
                            </m:r>
                          </m:e>
                          <m:sub>
                            <m:r>
                              <a:rPr lang="en-US" altLang="zh-CN" sz="900">
                                <a:latin typeface="Cambria Math" panose="02040503050406030204" pitchFamily="18" charset="0"/>
                              </a:rPr>
                              <m:t>1</m:t>
                            </m:r>
                          </m:sub>
                        </m:sSub>
                      </m:oMath>
                    </m:oMathPara>
                  </a14:m>
                  <a:endParaRPr lang="zh-CN" altLang="en-US" sz="900" dirty="0"/>
                </a:p>
              </p:txBody>
            </p:sp>
          </mc:Choice>
          <mc:Fallback xmlns="">
            <p:sp>
              <p:nvSpPr>
                <p:cNvPr id="139" name="文本框 138">
                  <a:extLst>
                    <a:ext uri="{FF2B5EF4-FFF2-40B4-BE49-F238E27FC236}">
                      <a16:creationId xmlns:a16="http://schemas.microsoft.com/office/drawing/2014/main" id="{F39CBBA0-CF21-4D0C-ACA5-2EE187FB4AB7}"/>
                    </a:ext>
                  </a:extLst>
                </p:cNvPr>
                <p:cNvSpPr txBox="1">
                  <a:spLocks noRot="1" noChangeAspect="1" noMove="1" noResize="1" noEditPoints="1" noAdjustHandles="1" noChangeArrowheads="1" noChangeShapeType="1" noTextEdit="1"/>
                </p:cNvSpPr>
                <p:nvPr/>
              </p:nvSpPr>
              <p:spPr>
                <a:xfrm>
                  <a:off x="8238447" y="1469051"/>
                  <a:ext cx="319500" cy="324000"/>
                </a:xfrm>
                <a:prstGeom prst="rect">
                  <a:avLst/>
                </a:prstGeom>
                <a:blipFill>
                  <a:blip r:embed="rId24"/>
                  <a:stretch>
                    <a:fillRect/>
                  </a:stretch>
                </a:blipFill>
                <a:ln>
                  <a:solidFill>
                    <a:schemeClr val="tx1"/>
                  </a:solidFill>
                </a:ln>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86" name="文本框 139">
                  <a:extLst>
                    <a:ext uri="{FF2B5EF4-FFF2-40B4-BE49-F238E27FC236}">
                      <a16:creationId xmlns:a16="http://schemas.microsoft.com/office/drawing/2014/main" id="{CFCB96EC-05C1-BBE2-DF4E-E23C47684486}"/>
                    </a:ext>
                  </a:extLst>
                </p:cNvPr>
                <p:cNvSpPr txBox="1"/>
                <p:nvPr/>
              </p:nvSpPr>
              <p:spPr>
                <a:xfrm>
                  <a:off x="8557947" y="1469051"/>
                  <a:ext cx="319500" cy="324000"/>
                </a:xfrm>
                <a:prstGeom prst="rect">
                  <a:avLst/>
                </a:prstGeom>
                <a:grpFill/>
                <a:ln>
                  <a:solidFill>
                    <a:schemeClr val="tx1"/>
                  </a:solidFill>
                </a:ln>
              </p:spPr>
              <p:txBody>
                <a:bodyPr wrap="square" rtlCol="0">
                  <a:spAutoFit/>
                </a:bodyPr>
                <a:lstStyle/>
                <a:p>
                  <a:pPr/>
                  <a14:m>
                    <m:oMathPara xmlns:m="http://schemas.openxmlformats.org/officeDocument/2006/math">
                      <m:oMathParaPr>
                        <m:jc m:val="left"/>
                      </m:oMathParaPr>
                      <m:oMath xmlns:m="http://schemas.openxmlformats.org/officeDocument/2006/math">
                        <m:sSub>
                          <m:sSubPr>
                            <m:ctrlPr>
                              <a:rPr lang="en-US" altLang="zh-CN" sz="900" i="1" smtClean="0">
                                <a:latin typeface="Cambria Math" panose="02040503050406030204" pitchFamily="18" charset="0"/>
                              </a:rPr>
                            </m:ctrlPr>
                          </m:sSubPr>
                          <m:e>
                            <m:r>
                              <m:rPr>
                                <m:sty m:val="p"/>
                              </m:rPr>
                              <a:rPr lang="en-US" altLang="zh-CN" sz="900" i="1">
                                <a:latin typeface="Cambria Math" panose="02040503050406030204" pitchFamily="18" charset="0"/>
                              </a:rPr>
                              <m:t>I</m:t>
                            </m:r>
                          </m:e>
                          <m:sub>
                            <m:r>
                              <a:rPr lang="en-US" altLang="zh-CN" sz="900" b="0" i="1" smtClean="0">
                                <a:latin typeface="Cambria Math" panose="02040503050406030204" pitchFamily="18" charset="0"/>
                              </a:rPr>
                              <m:t>1</m:t>
                            </m:r>
                          </m:sub>
                        </m:sSub>
                        <m:sSub>
                          <m:sSubPr>
                            <m:ctrlPr>
                              <a:rPr lang="en-US" altLang="zh-CN" sz="900" i="1">
                                <a:latin typeface="Cambria Math" panose="02040503050406030204" pitchFamily="18" charset="0"/>
                              </a:rPr>
                            </m:ctrlPr>
                          </m:sSubPr>
                          <m:e>
                            <m:r>
                              <m:rPr>
                                <m:sty m:val="p"/>
                              </m:rPr>
                              <a:rPr lang="en-US" altLang="zh-CN" sz="900">
                                <a:latin typeface="Cambria Math" panose="02040503050406030204" pitchFamily="18" charset="0"/>
                              </a:rPr>
                              <m:t>T</m:t>
                            </m:r>
                          </m:e>
                          <m:sub>
                            <m:r>
                              <a:rPr lang="en-US" altLang="zh-CN" sz="900">
                                <a:latin typeface="Cambria Math" panose="02040503050406030204" pitchFamily="18" charset="0"/>
                              </a:rPr>
                              <m:t>1</m:t>
                            </m:r>
                          </m:sub>
                        </m:sSub>
                      </m:oMath>
                    </m:oMathPara>
                  </a14:m>
                  <a:endParaRPr lang="zh-CN" altLang="en-US" sz="900" dirty="0"/>
                </a:p>
              </p:txBody>
            </p:sp>
          </mc:Choice>
          <mc:Fallback xmlns="">
            <p:sp>
              <p:nvSpPr>
                <p:cNvPr id="140" name="文本框 139">
                  <a:extLst>
                    <a:ext uri="{FF2B5EF4-FFF2-40B4-BE49-F238E27FC236}">
                      <a16:creationId xmlns:a16="http://schemas.microsoft.com/office/drawing/2014/main" id="{2D98E82F-F6B2-4FEE-A4B0-301B72C6F3F6}"/>
                    </a:ext>
                  </a:extLst>
                </p:cNvPr>
                <p:cNvSpPr txBox="1">
                  <a:spLocks noRot="1" noChangeAspect="1" noMove="1" noResize="1" noEditPoints="1" noAdjustHandles="1" noChangeArrowheads="1" noChangeShapeType="1" noTextEdit="1"/>
                </p:cNvSpPr>
                <p:nvPr/>
              </p:nvSpPr>
              <p:spPr>
                <a:xfrm>
                  <a:off x="8557947" y="1469051"/>
                  <a:ext cx="319500" cy="324000"/>
                </a:xfrm>
                <a:prstGeom prst="rect">
                  <a:avLst/>
                </a:prstGeom>
                <a:blipFill>
                  <a:blip r:embed="rId25"/>
                  <a:stretch>
                    <a:fillRect/>
                  </a:stretch>
                </a:blipFill>
                <a:ln>
                  <a:solidFill>
                    <a:schemeClr val="tx1"/>
                  </a:solidFill>
                </a:ln>
              </p:spPr>
              <p:txBody>
                <a:bodyPr/>
                <a:lstStyle/>
                <a:p>
                  <a:r>
                    <a:rPr lang="zh-CN" altLang="en-US">
                      <a:noFill/>
                    </a:rPr>
                    <a:t> </a:t>
                  </a:r>
                </a:p>
              </p:txBody>
            </p:sp>
          </mc:Fallback>
        </mc:AlternateContent>
        <p:sp>
          <p:nvSpPr>
            <p:cNvPr id="87" name="文本框 140">
              <a:extLst>
                <a:ext uri="{FF2B5EF4-FFF2-40B4-BE49-F238E27FC236}">
                  <a16:creationId xmlns:a16="http://schemas.microsoft.com/office/drawing/2014/main" id="{3D27DDD0-1D22-DE1B-CCC1-AE299111FE9E}"/>
                </a:ext>
              </a:extLst>
            </p:cNvPr>
            <p:cNvSpPr txBox="1"/>
            <p:nvPr/>
          </p:nvSpPr>
          <p:spPr>
            <a:xfrm>
              <a:off x="8877447" y="1469050"/>
              <a:ext cx="319500" cy="324000"/>
            </a:xfrm>
            <a:prstGeom prst="rect">
              <a:avLst/>
            </a:prstGeom>
            <a:grpFill/>
            <a:ln>
              <a:solidFill>
                <a:schemeClr val="tx1"/>
              </a:solidFill>
            </a:ln>
          </p:spPr>
          <p:txBody>
            <a:bodyPr wrap="square" rtlCol="0">
              <a:spAutoFit/>
            </a:bodyPr>
            <a:lstStyle/>
            <a:p>
              <a:r>
                <a:rPr lang="en-US" altLang="zh-CN" sz="1400" dirty="0"/>
                <a:t>…</a:t>
              </a:r>
              <a:endParaRPr lang="zh-CN" altLang="en-US" sz="1400" dirty="0"/>
            </a:p>
          </p:txBody>
        </p:sp>
        <mc:AlternateContent xmlns:mc="http://schemas.openxmlformats.org/markup-compatibility/2006" xmlns:a14="http://schemas.microsoft.com/office/drawing/2010/main">
          <mc:Choice Requires="a14">
            <p:sp>
              <p:nvSpPr>
                <p:cNvPr id="88" name="文本框 141">
                  <a:extLst>
                    <a:ext uri="{FF2B5EF4-FFF2-40B4-BE49-F238E27FC236}">
                      <a16:creationId xmlns:a16="http://schemas.microsoft.com/office/drawing/2014/main" id="{42DDFB4E-8FAA-69BE-43FE-E5405C5882D7}"/>
                    </a:ext>
                  </a:extLst>
                </p:cNvPr>
                <p:cNvSpPr txBox="1"/>
                <p:nvPr/>
              </p:nvSpPr>
              <p:spPr>
                <a:xfrm>
                  <a:off x="9196109" y="1469051"/>
                  <a:ext cx="319500" cy="324000"/>
                </a:xfrm>
                <a:prstGeom prst="rect">
                  <a:avLst/>
                </a:prstGeom>
                <a:solidFill>
                  <a:schemeClr val="accent1">
                    <a:lumMod val="20000"/>
                    <a:lumOff val="80000"/>
                  </a:schemeClr>
                </a:solidFill>
                <a:ln>
                  <a:solidFill>
                    <a:schemeClr val="tx1"/>
                  </a:solidFill>
                </a:ln>
              </p:spPr>
              <p:txBody>
                <a:bodyPr wrap="square" rtlCol="0">
                  <a:spAutoFit/>
                </a:bodyPr>
                <a:lstStyle/>
                <a:p>
                  <a:pPr/>
                  <a14:m>
                    <m:oMathPara xmlns:m="http://schemas.openxmlformats.org/officeDocument/2006/math">
                      <m:oMathParaPr>
                        <m:jc m:val="left"/>
                      </m:oMathParaPr>
                      <m:oMath xmlns:m="http://schemas.openxmlformats.org/officeDocument/2006/math">
                        <m:sSub>
                          <m:sSubPr>
                            <m:ctrlPr>
                              <a:rPr lang="en-US" altLang="zh-CN" sz="900" i="1" smtClean="0">
                                <a:latin typeface="Cambria Math" panose="02040503050406030204" pitchFamily="18" charset="0"/>
                              </a:rPr>
                            </m:ctrlPr>
                          </m:sSubPr>
                          <m:e>
                            <m:r>
                              <m:rPr>
                                <m:sty m:val="p"/>
                              </m:rPr>
                              <a:rPr lang="en-US" altLang="zh-CN" sz="900" i="1">
                                <a:latin typeface="Cambria Math" panose="02040503050406030204" pitchFamily="18" charset="0"/>
                              </a:rPr>
                              <m:t>I</m:t>
                            </m:r>
                          </m:e>
                          <m:sub>
                            <m:r>
                              <a:rPr lang="en-US" altLang="zh-CN" sz="900" b="0" i="1" smtClean="0">
                                <a:latin typeface="Cambria Math" panose="02040503050406030204" pitchFamily="18" charset="0"/>
                              </a:rPr>
                              <m:t>1</m:t>
                            </m:r>
                          </m:sub>
                        </m:sSub>
                        <m:sSub>
                          <m:sSubPr>
                            <m:ctrlPr>
                              <a:rPr lang="en-US" altLang="zh-CN" sz="900" i="1">
                                <a:latin typeface="Cambria Math" panose="02040503050406030204" pitchFamily="18" charset="0"/>
                              </a:rPr>
                            </m:ctrlPr>
                          </m:sSubPr>
                          <m:e>
                            <m:r>
                              <m:rPr>
                                <m:sty m:val="p"/>
                              </m:rPr>
                              <a:rPr lang="en-US" altLang="zh-CN" sz="900">
                                <a:latin typeface="Cambria Math" panose="02040503050406030204" pitchFamily="18" charset="0"/>
                              </a:rPr>
                              <m:t>T</m:t>
                            </m:r>
                          </m:e>
                          <m:sub>
                            <m:r>
                              <a:rPr lang="en-US" altLang="zh-CN" sz="900">
                                <a:latin typeface="Cambria Math" panose="02040503050406030204" pitchFamily="18" charset="0"/>
                              </a:rPr>
                              <m:t>1</m:t>
                            </m:r>
                          </m:sub>
                        </m:sSub>
                      </m:oMath>
                    </m:oMathPara>
                  </a14:m>
                  <a:endParaRPr lang="zh-CN" altLang="en-US" sz="900" dirty="0"/>
                </a:p>
              </p:txBody>
            </p:sp>
          </mc:Choice>
          <mc:Fallback xmlns="">
            <p:sp>
              <p:nvSpPr>
                <p:cNvPr id="142" name="文本框 141">
                  <a:extLst>
                    <a:ext uri="{FF2B5EF4-FFF2-40B4-BE49-F238E27FC236}">
                      <a16:creationId xmlns:a16="http://schemas.microsoft.com/office/drawing/2014/main" id="{0DBC66D4-3A29-4F67-BDEA-CCA5545560B5}"/>
                    </a:ext>
                  </a:extLst>
                </p:cNvPr>
                <p:cNvSpPr txBox="1">
                  <a:spLocks noRot="1" noChangeAspect="1" noMove="1" noResize="1" noEditPoints="1" noAdjustHandles="1" noChangeArrowheads="1" noChangeShapeType="1" noTextEdit="1"/>
                </p:cNvSpPr>
                <p:nvPr/>
              </p:nvSpPr>
              <p:spPr>
                <a:xfrm>
                  <a:off x="9196109" y="1469051"/>
                  <a:ext cx="319500" cy="324000"/>
                </a:xfrm>
                <a:prstGeom prst="rect">
                  <a:avLst/>
                </a:prstGeom>
                <a:blipFill>
                  <a:blip r:embed="rId12"/>
                  <a:stretch>
                    <a:fillRect/>
                  </a:stretch>
                </a:blipFill>
                <a:ln>
                  <a:solidFill>
                    <a:schemeClr val="tx1"/>
                  </a:solidFill>
                </a:ln>
              </p:spPr>
              <p:txBody>
                <a:bodyPr/>
                <a:lstStyle/>
                <a:p>
                  <a:r>
                    <a:rPr lang="zh-CN" altLang="en-US">
                      <a:noFill/>
                    </a:rPr>
                    <a:t> </a:t>
                  </a:r>
                </a:p>
              </p:txBody>
            </p:sp>
          </mc:Fallback>
        </mc:AlternateContent>
      </p:grpSp>
    </p:spTree>
    <p:extLst>
      <p:ext uri="{BB962C8B-B14F-4D97-AF65-F5344CB8AC3E}">
        <p14:creationId xmlns:p14="http://schemas.microsoft.com/office/powerpoint/2010/main" val="345139491"/>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88D4394-F673-B1AB-266F-CBE3880C0805}"/>
              </a:ext>
            </a:extLst>
          </p:cNvPr>
          <p:cNvSpPr>
            <a:spLocks noGrp="1"/>
          </p:cNvSpPr>
          <p:nvPr>
            <p:ph type="title"/>
          </p:nvPr>
        </p:nvSpPr>
        <p:spPr/>
        <p:txBody>
          <a:bodyPr/>
          <a:lstStyle/>
          <a:p>
            <a:r>
              <a:rPr lang="en-US" altLang="zh-CN"/>
              <a:t>CLIP</a:t>
            </a:r>
            <a:r>
              <a:rPr lang="zh-CN" altLang="en-US"/>
              <a:t> </a:t>
            </a:r>
            <a:r>
              <a:rPr lang="en-US" altLang="zh-CN"/>
              <a:t>–</a:t>
            </a:r>
            <a:r>
              <a:rPr lang="zh-CN" altLang="en-US"/>
              <a:t> 测试</a:t>
            </a:r>
            <a:endParaRPr lang="en-US"/>
          </a:p>
        </p:txBody>
      </p:sp>
      <p:sp>
        <p:nvSpPr>
          <p:cNvPr id="3" name="Content Placeholder 2">
            <a:extLst>
              <a:ext uri="{FF2B5EF4-FFF2-40B4-BE49-F238E27FC236}">
                <a16:creationId xmlns:a16="http://schemas.microsoft.com/office/drawing/2014/main" id="{B55123D6-A34B-7168-4293-CC57629BEE9A}"/>
              </a:ext>
            </a:extLst>
          </p:cNvPr>
          <p:cNvSpPr>
            <a:spLocks noGrp="1"/>
          </p:cNvSpPr>
          <p:nvPr>
            <p:ph idx="1"/>
          </p:nvPr>
        </p:nvSpPr>
        <p:spPr>
          <a:xfrm>
            <a:off x="838201" y="1245703"/>
            <a:ext cx="4524631" cy="4931259"/>
          </a:xfrm>
        </p:spPr>
        <p:txBody>
          <a:bodyPr>
            <a:normAutofit fontScale="92500"/>
          </a:bodyPr>
          <a:lstStyle/>
          <a:p>
            <a:pPr indent="-457200">
              <a:lnSpc>
                <a:spcPct val="180000"/>
              </a:lnSpc>
              <a:spcBef>
                <a:spcPts val="0"/>
              </a:spcBef>
              <a:buFont typeface="Wingdings" panose="05000000000000000000" pitchFamily="2" charset="2"/>
              <a:buChar char="p"/>
            </a:pPr>
            <a:r>
              <a:rPr lang="zh-CN" altLang="en-US" dirty="0"/>
              <a:t>学习到的文本编码器通过嵌入目标数据集类别的名称或描述来合成零样本线性分类器</a:t>
            </a:r>
            <a:endParaRPr lang="en-US" altLang="zh-CN" dirty="0"/>
          </a:p>
          <a:p>
            <a:pPr indent="-457200">
              <a:lnSpc>
                <a:spcPct val="180000"/>
              </a:lnSpc>
              <a:spcBef>
                <a:spcPts val="0"/>
              </a:spcBef>
              <a:buFont typeface="Wingdings" panose="05000000000000000000" pitchFamily="2" charset="2"/>
              <a:buChar char="p"/>
            </a:pPr>
            <a:r>
              <a:rPr lang="zh-CN" altLang="en-US" dirty="0"/>
              <a:t>每个类别形成一条文本</a:t>
            </a:r>
            <a:endParaRPr lang="en-US" altLang="zh-CN" dirty="0"/>
          </a:p>
          <a:p>
            <a:pPr indent="-457200">
              <a:lnSpc>
                <a:spcPct val="180000"/>
              </a:lnSpc>
              <a:spcBef>
                <a:spcPts val="0"/>
              </a:spcBef>
              <a:buFont typeface="Wingdings" panose="05000000000000000000" pitchFamily="2" charset="2"/>
              <a:buChar char="p"/>
            </a:pPr>
            <a:r>
              <a:rPr lang="zh-CN" altLang="en-US" dirty="0"/>
              <a:t>计算图像表征与每条文本的相似度</a:t>
            </a:r>
            <a:endParaRPr lang="en-US" altLang="zh-CN" dirty="0"/>
          </a:p>
          <a:p>
            <a:pPr indent="-457200">
              <a:lnSpc>
                <a:spcPct val="180000"/>
              </a:lnSpc>
              <a:spcBef>
                <a:spcPts val="0"/>
              </a:spcBef>
              <a:buFont typeface="Wingdings" panose="05000000000000000000" pitchFamily="2" charset="2"/>
              <a:buChar char="p"/>
            </a:pPr>
            <a:r>
              <a:rPr lang="zh-CN" altLang="en-US" dirty="0"/>
              <a:t>选取相似度最高的文本对应的类别作为图像类别</a:t>
            </a:r>
            <a:endParaRPr lang="en-US" altLang="en-US" dirty="0"/>
          </a:p>
        </p:txBody>
      </p:sp>
      <p:grpSp>
        <p:nvGrpSpPr>
          <p:cNvPr id="4" name="组合 19">
            <a:extLst>
              <a:ext uri="{FF2B5EF4-FFF2-40B4-BE49-F238E27FC236}">
                <a16:creationId xmlns:a16="http://schemas.microsoft.com/office/drawing/2014/main" id="{8F1ACF8D-AB15-A525-C42E-3CE2C61710C0}"/>
              </a:ext>
            </a:extLst>
          </p:cNvPr>
          <p:cNvGrpSpPr/>
          <p:nvPr/>
        </p:nvGrpSpPr>
        <p:grpSpPr>
          <a:xfrm>
            <a:off x="5854477" y="2423038"/>
            <a:ext cx="5719377" cy="2938280"/>
            <a:chOff x="2819730" y="1495385"/>
            <a:chExt cx="5719377" cy="2938280"/>
          </a:xfrm>
        </p:grpSpPr>
        <p:grpSp>
          <p:nvGrpSpPr>
            <p:cNvPr id="6" name="组合 56">
              <a:extLst>
                <a:ext uri="{FF2B5EF4-FFF2-40B4-BE49-F238E27FC236}">
                  <a16:creationId xmlns:a16="http://schemas.microsoft.com/office/drawing/2014/main" id="{30070F11-B4FD-0566-1C17-B97F8DFDFD6A}"/>
                </a:ext>
              </a:extLst>
            </p:cNvPr>
            <p:cNvGrpSpPr/>
            <p:nvPr/>
          </p:nvGrpSpPr>
          <p:grpSpPr>
            <a:xfrm>
              <a:off x="2819730" y="1495385"/>
              <a:ext cx="5719377" cy="2938280"/>
              <a:chOff x="1123760" y="1146729"/>
              <a:chExt cx="5719377" cy="2938280"/>
            </a:xfrm>
          </p:grpSpPr>
          <p:sp>
            <p:nvSpPr>
              <p:cNvPr id="13" name="流程图: 手动操作 1">
                <a:extLst>
                  <a:ext uri="{FF2B5EF4-FFF2-40B4-BE49-F238E27FC236}">
                    <a16:creationId xmlns:a16="http://schemas.microsoft.com/office/drawing/2014/main" id="{227EE26C-D170-A357-D650-7D51BFA62B24}"/>
                  </a:ext>
                </a:extLst>
              </p:cNvPr>
              <p:cNvSpPr/>
              <p:nvPr/>
            </p:nvSpPr>
            <p:spPr>
              <a:xfrm rot="16200000">
                <a:off x="3472955" y="1466989"/>
                <a:ext cx="926926" cy="582460"/>
              </a:xfrm>
              <a:prstGeom prst="flowChartManualOperation">
                <a:avLst/>
              </a:prstGeom>
              <a:solidFill>
                <a:schemeClr val="accent6">
                  <a:lumMod val="40000"/>
                  <a:lumOff val="60000"/>
                </a:schemeClr>
              </a:solidFill>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endParaRPr lang="zh-CN" altLang="en-US" dirty="0"/>
              </a:p>
            </p:txBody>
          </p:sp>
          <p:cxnSp>
            <p:nvCxnSpPr>
              <p:cNvPr id="14" name="连接符: 肘形 2">
                <a:extLst>
                  <a:ext uri="{FF2B5EF4-FFF2-40B4-BE49-F238E27FC236}">
                    <a16:creationId xmlns:a16="http://schemas.microsoft.com/office/drawing/2014/main" id="{E2453C24-F433-CECF-00F0-016C6270CF5E}"/>
                  </a:ext>
                </a:extLst>
              </p:cNvPr>
              <p:cNvCxnSpPr>
                <a:cxnSpLocks/>
                <a:stCxn id="21" idx="3"/>
                <a:endCxn id="46" idx="0"/>
              </p:cNvCxnSpPr>
              <p:nvPr/>
            </p:nvCxnSpPr>
            <p:spPr>
              <a:xfrm>
                <a:off x="4273055" y="1758219"/>
                <a:ext cx="1138173" cy="963341"/>
              </a:xfrm>
              <a:prstGeom prst="bentConnector2">
                <a:avLst/>
              </a:prstGeom>
              <a:ln>
                <a:tailEnd type="triangle"/>
              </a:ln>
            </p:spPr>
            <p:style>
              <a:lnRef idx="1">
                <a:schemeClr val="dk1"/>
              </a:lnRef>
              <a:fillRef idx="0">
                <a:schemeClr val="dk1"/>
              </a:fillRef>
              <a:effectRef idx="0">
                <a:schemeClr val="dk1"/>
              </a:effectRef>
              <a:fontRef idx="minor">
                <a:schemeClr val="tx1"/>
              </a:fontRef>
            </p:style>
          </p:cxnSp>
          <p:cxnSp>
            <p:nvCxnSpPr>
              <p:cNvPr id="15" name="连接符: 肘形 3">
                <a:extLst>
                  <a:ext uri="{FF2B5EF4-FFF2-40B4-BE49-F238E27FC236}">
                    <a16:creationId xmlns:a16="http://schemas.microsoft.com/office/drawing/2014/main" id="{380742C4-26D2-CF94-9D2D-A63824333381}"/>
                  </a:ext>
                </a:extLst>
              </p:cNvPr>
              <p:cNvCxnSpPr>
                <a:cxnSpLocks/>
                <a:stCxn id="21" idx="3"/>
                <a:endCxn id="47" idx="0"/>
              </p:cNvCxnSpPr>
              <p:nvPr/>
            </p:nvCxnSpPr>
            <p:spPr>
              <a:xfrm>
                <a:off x="4273055" y="1758219"/>
                <a:ext cx="1457673" cy="963341"/>
              </a:xfrm>
              <a:prstGeom prst="bentConnector2">
                <a:avLst/>
              </a:prstGeom>
              <a:ln>
                <a:tailEnd type="triangle"/>
              </a:ln>
            </p:spPr>
            <p:style>
              <a:lnRef idx="1">
                <a:schemeClr val="dk1"/>
              </a:lnRef>
              <a:fillRef idx="0">
                <a:schemeClr val="dk1"/>
              </a:fillRef>
              <a:effectRef idx="0">
                <a:schemeClr val="dk1"/>
              </a:effectRef>
              <a:fontRef idx="minor">
                <a:schemeClr val="tx1"/>
              </a:fontRef>
            </p:style>
          </p:cxnSp>
          <p:cxnSp>
            <p:nvCxnSpPr>
              <p:cNvPr id="16" name="连接符: 肘形 4">
                <a:extLst>
                  <a:ext uri="{FF2B5EF4-FFF2-40B4-BE49-F238E27FC236}">
                    <a16:creationId xmlns:a16="http://schemas.microsoft.com/office/drawing/2014/main" id="{13011D1B-9376-82C1-822F-3A5FCF50C7BB}"/>
                  </a:ext>
                </a:extLst>
              </p:cNvPr>
              <p:cNvCxnSpPr>
                <a:cxnSpLocks/>
                <a:stCxn id="21" idx="3"/>
                <a:endCxn id="48" idx="0"/>
              </p:cNvCxnSpPr>
              <p:nvPr/>
            </p:nvCxnSpPr>
            <p:spPr>
              <a:xfrm>
                <a:off x="4273055" y="1758219"/>
                <a:ext cx="1777173" cy="963341"/>
              </a:xfrm>
              <a:prstGeom prst="bentConnector2">
                <a:avLst/>
              </a:prstGeom>
              <a:ln>
                <a:tailEnd type="triangle"/>
              </a:ln>
            </p:spPr>
            <p:style>
              <a:lnRef idx="1">
                <a:schemeClr val="dk1"/>
              </a:lnRef>
              <a:fillRef idx="0">
                <a:schemeClr val="dk1"/>
              </a:fillRef>
              <a:effectRef idx="0">
                <a:schemeClr val="dk1"/>
              </a:effectRef>
              <a:fontRef idx="minor">
                <a:schemeClr val="tx1"/>
              </a:fontRef>
            </p:style>
          </p:cxnSp>
          <p:cxnSp>
            <p:nvCxnSpPr>
              <p:cNvPr id="17" name="连接符: 肘形 5">
                <a:extLst>
                  <a:ext uri="{FF2B5EF4-FFF2-40B4-BE49-F238E27FC236}">
                    <a16:creationId xmlns:a16="http://schemas.microsoft.com/office/drawing/2014/main" id="{8C439278-B533-B9E1-A221-D981149CF99E}"/>
                  </a:ext>
                </a:extLst>
              </p:cNvPr>
              <p:cNvCxnSpPr>
                <a:cxnSpLocks/>
                <a:stCxn id="21" idx="3"/>
                <a:endCxn id="50" idx="0"/>
              </p:cNvCxnSpPr>
              <p:nvPr/>
            </p:nvCxnSpPr>
            <p:spPr>
              <a:xfrm>
                <a:off x="4273055" y="1758219"/>
                <a:ext cx="2404491" cy="963340"/>
              </a:xfrm>
              <a:prstGeom prst="bentConnector2">
                <a:avLst/>
              </a:prstGeom>
              <a:ln>
                <a:tailEnd type="triangle"/>
              </a:ln>
            </p:spPr>
            <p:style>
              <a:lnRef idx="1">
                <a:schemeClr val="dk1"/>
              </a:lnRef>
              <a:fillRef idx="0">
                <a:schemeClr val="dk1"/>
              </a:fillRef>
              <a:effectRef idx="0">
                <a:schemeClr val="dk1"/>
              </a:effectRef>
              <a:fontRef idx="minor">
                <a:schemeClr val="tx1"/>
              </a:fontRef>
            </p:style>
          </p:cxnSp>
          <p:cxnSp>
            <p:nvCxnSpPr>
              <p:cNvPr id="18" name="直接箭头连接符 6">
                <a:extLst>
                  <a:ext uri="{FF2B5EF4-FFF2-40B4-BE49-F238E27FC236}">
                    <a16:creationId xmlns:a16="http://schemas.microsoft.com/office/drawing/2014/main" id="{EFEE9A50-CC61-413B-1818-DCE3BF5ED03F}"/>
                  </a:ext>
                </a:extLst>
              </p:cNvPr>
              <p:cNvCxnSpPr>
                <a:cxnSpLocks/>
              </p:cNvCxnSpPr>
              <p:nvPr/>
            </p:nvCxnSpPr>
            <p:spPr>
              <a:xfrm>
                <a:off x="2962405" y="1758219"/>
                <a:ext cx="637376"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
            <p:nvSpPr>
              <p:cNvPr id="19" name="矩形 7">
                <a:extLst>
                  <a:ext uri="{FF2B5EF4-FFF2-40B4-BE49-F238E27FC236}">
                    <a16:creationId xmlns:a16="http://schemas.microsoft.com/office/drawing/2014/main" id="{90CEDD55-6D64-17D0-A8EA-3D05FEA43B27}"/>
                  </a:ext>
                </a:extLst>
              </p:cNvPr>
              <p:cNvSpPr/>
              <p:nvPr/>
            </p:nvSpPr>
            <p:spPr>
              <a:xfrm>
                <a:off x="2186689" y="1535895"/>
                <a:ext cx="926926" cy="444648"/>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r>
                  <a:rPr lang="en-US" altLang="zh-CN" sz="1000" dirty="0">
                    <a:solidFill>
                      <a:prstClr val="black"/>
                    </a:solidFill>
                  </a:rPr>
                  <a:t>A photo of a &lt;object&gt;.</a:t>
                </a:r>
                <a:endParaRPr lang="zh-CN" altLang="en-US" sz="1000" dirty="0">
                  <a:solidFill>
                    <a:prstClr val="black"/>
                  </a:solidFill>
                </a:endParaRPr>
              </a:p>
            </p:txBody>
          </p:sp>
          <p:grpSp>
            <p:nvGrpSpPr>
              <p:cNvPr id="20" name="组合 8">
                <a:extLst>
                  <a:ext uri="{FF2B5EF4-FFF2-40B4-BE49-F238E27FC236}">
                    <a16:creationId xmlns:a16="http://schemas.microsoft.com/office/drawing/2014/main" id="{10540855-3C2B-8C79-670E-2D44535D3367}"/>
                  </a:ext>
                </a:extLst>
              </p:cNvPr>
              <p:cNvGrpSpPr/>
              <p:nvPr/>
            </p:nvGrpSpPr>
            <p:grpSpPr>
              <a:xfrm>
                <a:off x="5251478" y="2721559"/>
                <a:ext cx="1585818" cy="307778"/>
                <a:chOff x="5524048" y="2016813"/>
                <a:chExt cx="1585818" cy="307778"/>
              </a:xfrm>
            </p:grpSpPr>
            <mc:AlternateContent xmlns:mc="http://schemas.openxmlformats.org/markup-compatibility/2006" xmlns:a14="http://schemas.microsoft.com/office/drawing/2010/main">
              <mc:Choice Requires="a14">
                <p:sp>
                  <p:nvSpPr>
                    <p:cNvPr id="46" name="文本框 9">
                      <a:extLst>
                        <a:ext uri="{FF2B5EF4-FFF2-40B4-BE49-F238E27FC236}">
                          <a16:creationId xmlns:a16="http://schemas.microsoft.com/office/drawing/2014/main" id="{31CB3C6B-67A5-7363-321F-F3FD32D8BD0B}"/>
                        </a:ext>
                      </a:extLst>
                    </p:cNvPr>
                    <p:cNvSpPr txBox="1"/>
                    <p:nvPr/>
                  </p:nvSpPr>
                  <p:spPr>
                    <a:xfrm>
                      <a:off x="5524048" y="2016814"/>
                      <a:ext cx="319500" cy="307777"/>
                    </a:xfrm>
                    <a:prstGeom prst="rect">
                      <a:avLst/>
                    </a:prstGeom>
                    <a:solidFill>
                      <a:schemeClr val="accent6">
                        <a:lumMod val="40000"/>
                        <a:lumOff val="60000"/>
                      </a:schemeClr>
                    </a:solidFill>
                    <a:ln>
                      <a:solidFill>
                        <a:schemeClr val="accent6">
                          <a:lumMod val="60000"/>
                          <a:lumOff val="40000"/>
                        </a:schemeClr>
                      </a:solidFill>
                    </a:ln>
                  </p:spPr>
                  <p:txBody>
                    <a:bodyPr wrap="square" rtlCol="0">
                      <a:spAutoFit/>
                    </a:bodyPr>
                    <a:lstStyle/>
                    <a:p>
                      <a:pPr/>
                      <a14:m>
                        <m:oMathPara xmlns:m="http://schemas.openxmlformats.org/officeDocument/2006/math">
                          <m:oMathParaPr>
                            <m:jc m:val="left"/>
                          </m:oMathParaPr>
                          <m:oMath xmlns:m="http://schemas.openxmlformats.org/officeDocument/2006/math">
                            <m:sSub>
                              <m:sSubPr>
                                <m:ctrlPr>
                                  <a:rPr lang="en-US" altLang="zh-CN" sz="1400" i="1" smtClean="0">
                                    <a:latin typeface="Cambria Math" panose="02040503050406030204" pitchFamily="18" charset="0"/>
                                  </a:rPr>
                                </m:ctrlPr>
                              </m:sSubPr>
                              <m:e>
                                <m:r>
                                  <m:rPr>
                                    <m:sty m:val="p"/>
                                  </m:rPr>
                                  <a:rPr lang="en-US" altLang="zh-CN" sz="1400" b="0" i="0" smtClean="0">
                                    <a:latin typeface="Cambria Math" panose="02040503050406030204" pitchFamily="18" charset="0"/>
                                  </a:rPr>
                                  <m:t>T</m:t>
                                </m:r>
                              </m:e>
                              <m:sub>
                                <m:r>
                                  <a:rPr lang="en-US" altLang="zh-CN" sz="1400" b="0" i="0" smtClean="0">
                                    <a:latin typeface="Cambria Math" panose="02040503050406030204" pitchFamily="18" charset="0"/>
                                  </a:rPr>
                                  <m:t>1</m:t>
                                </m:r>
                              </m:sub>
                            </m:sSub>
                          </m:oMath>
                        </m:oMathPara>
                      </a14:m>
                      <a:endParaRPr lang="zh-CN" altLang="en-US" sz="1000" dirty="0"/>
                    </a:p>
                  </p:txBody>
                </p:sp>
              </mc:Choice>
              <mc:Fallback xmlns="">
                <p:sp>
                  <p:nvSpPr>
                    <p:cNvPr id="85" name="文本框 84">
                      <a:extLst>
                        <a:ext uri="{FF2B5EF4-FFF2-40B4-BE49-F238E27FC236}">
                          <a16:creationId xmlns:a16="http://schemas.microsoft.com/office/drawing/2014/main" id="{EE71CB79-CF76-4E94-93FA-1C64B9949CC0}"/>
                        </a:ext>
                      </a:extLst>
                    </p:cNvPr>
                    <p:cNvSpPr txBox="1">
                      <a:spLocks noRot="1" noChangeAspect="1" noMove="1" noResize="1" noEditPoints="1" noAdjustHandles="1" noChangeArrowheads="1" noChangeShapeType="1" noTextEdit="1"/>
                    </p:cNvSpPr>
                    <p:nvPr/>
                  </p:nvSpPr>
                  <p:spPr>
                    <a:xfrm>
                      <a:off x="5524048" y="2016814"/>
                      <a:ext cx="319500" cy="307777"/>
                    </a:xfrm>
                    <a:prstGeom prst="rect">
                      <a:avLst/>
                    </a:prstGeom>
                    <a:blipFill>
                      <a:blip r:embed="rId8"/>
                      <a:stretch>
                        <a:fillRect/>
                      </a:stretch>
                    </a:blipFill>
                    <a:ln>
                      <a:solidFill>
                        <a:schemeClr val="accent6">
                          <a:lumMod val="60000"/>
                          <a:lumOff val="40000"/>
                        </a:schemeClr>
                      </a:solidFill>
                    </a:ln>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47" name="文本框 10">
                      <a:extLst>
                        <a:ext uri="{FF2B5EF4-FFF2-40B4-BE49-F238E27FC236}">
                          <a16:creationId xmlns:a16="http://schemas.microsoft.com/office/drawing/2014/main" id="{25580E79-CC7F-0412-F065-315F29365955}"/>
                        </a:ext>
                      </a:extLst>
                    </p:cNvPr>
                    <p:cNvSpPr txBox="1"/>
                    <p:nvPr/>
                  </p:nvSpPr>
                  <p:spPr>
                    <a:xfrm>
                      <a:off x="5843548" y="2016814"/>
                      <a:ext cx="319500" cy="307777"/>
                    </a:xfrm>
                    <a:prstGeom prst="rect">
                      <a:avLst/>
                    </a:prstGeom>
                    <a:solidFill>
                      <a:schemeClr val="accent6">
                        <a:lumMod val="40000"/>
                        <a:lumOff val="60000"/>
                      </a:schemeClr>
                    </a:solidFill>
                    <a:ln>
                      <a:solidFill>
                        <a:schemeClr val="accent6">
                          <a:lumMod val="60000"/>
                          <a:lumOff val="40000"/>
                        </a:schemeClr>
                      </a:solidFill>
                    </a:ln>
                  </p:spPr>
                  <p:txBody>
                    <a:bodyPr wrap="square" rtlCol="0">
                      <a:spAutoFit/>
                    </a:bodyPr>
                    <a:lstStyle/>
                    <a:p>
                      <a:pPr/>
                      <a14:m>
                        <m:oMathPara xmlns:m="http://schemas.openxmlformats.org/officeDocument/2006/math">
                          <m:oMathParaPr>
                            <m:jc m:val="left"/>
                          </m:oMathParaPr>
                          <m:oMath xmlns:m="http://schemas.openxmlformats.org/officeDocument/2006/math">
                            <m:sSub>
                              <m:sSubPr>
                                <m:ctrlPr>
                                  <a:rPr lang="en-US" altLang="zh-CN" sz="1400" i="1" smtClean="0">
                                    <a:latin typeface="Cambria Math" panose="02040503050406030204" pitchFamily="18" charset="0"/>
                                  </a:rPr>
                                </m:ctrlPr>
                              </m:sSubPr>
                              <m:e>
                                <m:r>
                                  <m:rPr>
                                    <m:sty m:val="p"/>
                                  </m:rPr>
                                  <a:rPr lang="en-US" altLang="zh-CN" sz="1400" b="0" i="0" smtClean="0">
                                    <a:latin typeface="Cambria Math" panose="02040503050406030204" pitchFamily="18" charset="0"/>
                                  </a:rPr>
                                  <m:t>T</m:t>
                                </m:r>
                              </m:e>
                              <m:sub>
                                <m:r>
                                  <a:rPr lang="en-US" altLang="zh-CN" sz="1400" b="0" i="0" smtClean="0">
                                    <a:latin typeface="Cambria Math" panose="02040503050406030204" pitchFamily="18" charset="0"/>
                                  </a:rPr>
                                  <m:t>2</m:t>
                                </m:r>
                              </m:sub>
                            </m:sSub>
                          </m:oMath>
                        </m:oMathPara>
                      </a14:m>
                      <a:endParaRPr lang="zh-CN" altLang="en-US" sz="1000" dirty="0"/>
                    </a:p>
                  </p:txBody>
                </p:sp>
              </mc:Choice>
              <mc:Fallback xmlns="">
                <p:sp>
                  <p:nvSpPr>
                    <p:cNvPr id="89" name="文本框 88">
                      <a:extLst>
                        <a:ext uri="{FF2B5EF4-FFF2-40B4-BE49-F238E27FC236}">
                          <a16:creationId xmlns:a16="http://schemas.microsoft.com/office/drawing/2014/main" id="{180097F4-C321-46AA-BBC8-2FD0753B89C1}"/>
                        </a:ext>
                      </a:extLst>
                    </p:cNvPr>
                    <p:cNvSpPr txBox="1">
                      <a:spLocks noRot="1" noChangeAspect="1" noMove="1" noResize="1" noEditPoints="1" noAdjustHandles="1" noChangeArrowheads="1" noChangeShapeType="1" noTextEdit="1"/>
                    </p:cNvSpPr>
                    <p:nvPr/>
                  </p:nvSpPr>
                  <p:spPr>
                    <a:xfrm>
                      <a:off x="5843548" y="2016814"/>
                      <a:ext cx="319500" cy="307777"/>
                    </a:xfrm>
                    <a:prstGeom prst="rect">
                      <a:avLst/>
                    </a:prstGeom>
                    <a:blipFill>
                      <a:blip r:embed="rId9"/>
                      <a:stretch>
                        <a:fillRect/>
                      </a:stretch>
                    </a:blipFill>
                    <a:ln>
                      <a:solidFill>
                        <a:schemeClr val="accent6">
                          <a:lumMod val="60000"/>
                          <a:lumOff val="40000"/>
                        </a:schemeClr>
                      </a:solidFill>
                    </a:ln>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48" name="文本框 11">
                      <a:extLst>
                        <a:ext uri="{FF2B5EF4-FFF2-40B4-BE49-F238E27FC236}">
                          <a16:creationId xmlns:a16="http://schemas.microsoft.com/office/drawing/2014/main" id="{20685074-C838-6B4B-BAE2-CA1DF65543F6}"/>
                        </a:ext>
                      </a:extLst>
                    </p:cNvPr>
                    <p:cNvSpPr txBox="1"/>
                    <p:nvPr/>
                  </p:nvSpPr>
                  <p:spPr>
                    <a:xfrm>
                      <a:off x="6163048" y="2016814"/>
                      <a:ext cx="319500" cy="307777"/>
                    </a:xfrm>
                    <a:prstGeom prst="rect">
                      <a:avLst/>
                    </a:prstGeom>
                    <a:solidFill>
                      <a:schemeClr val="accent6">
                        <a:lumMod val="40000"/>
                        <a:lumOff val="60000"/>
                      </a:schemeClr>
                    </a:solidFill>
                    <a:ln>
                      <a:solidFill>
                        <a:schemeClr val="accent6">
                          <a:lumMod val="60000"/>
                          <a:lumOff val="40000"/>
                        </a:schemeClr>
                      </a:solidFill>
                    </a:ln>
                  </p:spPr>
                  <p:txBody>
                    <a:bodyPr wrap="square" rtlCol="0">
                      <a:spAutoFit/>
                    </a:bodyPr>
                    <a:lstStyle/>
                    <a:p>
                      <a:pPr/>
                      <a14:m>
                        <m:oMathPara xmlns:m="http://schemas.openxmlformats.org/officeDocument/2006/math">
                          <m:oMathParaPr>
                            <m:jc m:val="left"/>
                          </m:oMathParaPr>
                          <m:oMath xmlns:m="http://schemas.openxmlformats.org/officeDocument/2006/math">
                            <m:sSub>
                              <m:sSubPr>
                                <m:ctrlPr>
                                  <a:rPr lang="en-US" altLang="zh-CN" sz="1400" i="1" smtClean="0">
                                    <a:latin typeface="Cambria Math" panose="02040503050406030204" pitchFamily="18" charset="0"/>
                                  </a:rPr>
                                </m:ctrlPr>
                              </m:sSubPr>
                              <m:e>
                                <m:r>
                                  <m:rPr>
                                    <m:sty m:val="p"/>
                                  </m:rPr>
                                  <a:rPr lang="en-US" altLang="zh-CN" sz="1400" b="0" i="0" smtClean="0">
                                    <a:latin typeface="Cambria Math" panose="02040503050406030204" pitchFamily="18" charset="0"/>
                                  </a:rPr>
                                  <m:t>T</m:t>
                                </m:r>
                              </m:e>
                              <m:sub>
                                <m:r>
                                  <a:rPr lang="en-US" altLang="zh-CN" sz="1400" b="0" i="0" smtClean="0">
                                    <a:latin typeface="Cambria Math" panose="02040503050406030204" pitchFamily="18" charset="0"/>
                                  </a:rPr>
                                  <m:t>3</m:t>
                                </m:r>
                              </m:sub>
                            </m:sSub>
                          </m:oMath>
                        </m:oMathPara>
                      </a14:m>
                      <a:endParaRPr lang="zh-CN" altLang="en-US" sz="1000" dirty="0"/>
                    </a:p>
                  </p:txBody>
                </p:sp>
              </mc:Choice>
              <mc:Fallback xmlns="">
                <p:sp>
                  <p:nvSpPr>
                    <p:cNvPr id="90" name="文本框 89">
                      <a:extLst>
                        <a:ext uri="{FF2B5EF4-FFF2-40B4-BE49-F238E27FC236}">
                          <a16:creationId xmlns:a16="http://schemas.microsoft.com/office/drawing/2014/main" id="{EDCA4495-966D-4E33-9A2E-630EB6D681EC}"/>
                        </a:ext>
                      </a:extLst>
                    </p:cNvPr>
                    <p:cNvSpPr txBox="1">
                      <a:spLocks noRot="1" noChangeAspect="1" noMove="1" noResize="1" noEditPoints="1" noAdjustHandles="1" noChangeArrowheads="1" noChangeShapeType="1" noTextEdit="1"/>
                    </p:cNvSpPr>
                    <p:nvPr/>
                  </p:nvSpPr>
                  <p:spPr>
                    <a:xfrm>
                      <a:off x="6163048" y="2016814"/>
                      <a:ext cx="319500" cy="307777"/>
                    </a:xfrm>
                    <a:prstGeom prst="rect">
                      <a:avLst/>
                    </a:prstGeom>
                    <a:blipFill>
                      <a:blip r:embed="rId10"/>
                      <a:stretch>
                        <a:fillRect/>
                      </a:stretch>
                    </a:blipFill>
                    <a:ln>
                      <a:solidFill>
                        <a:schemeClr val="accent6">
                          <a:lumMod val="60000"/>
                          <a:lumOff val="40000"/>
                        </a:schemeClr>
                      </a:solidFill>
                    </a:ln>
                  </p:spPr>
                  <p:txBody>
                    <a:bodyPr/>
                    <a:lstStyle/>
                    <a:p>
                      <a:r>
                        <a:rPr lang="zh-CN" altLang="en-US">
                          <a:noFill/>
                        </a:rPr>
                        <a:t> </a:t>
                      </a:r>
                    </a:p>
                  </p:txBody>
                </p:sp>
              </mc:Fallback>
            </mc:AlternateContent>
            <p:sp>
              <p:nvSpPr>
                <p:cNvPr id="49" name="文本框 12">
                  <a:extLst>
                    <a:ext uri="{FF2B5EF4-FFF2-40B4-BE49-F238E27FC236}">
                      <a16:creationId xmlns:a16="http://schemas.microsoft.com/office/drawing/2014/main" id="{7D09C06F-0A59-9AF6-D1E4-621D83B984C0}"/>
                    </a:ext>
                  </a:extLst>
                </p:cNvPr>
                <p:cNvSpPr txBox="1"/>
                <p:nvPr/>
              </p:nvSpPr>
              <p:spPr>
                <a:xfrm>
                  <a:off x="6470866" y="2016813"/>
                  <a:ext cx="319500" cy="307777"/>
                </a:xfrm>
                <a:prstGeom prst="rect">
                  <a:avLst/>
                </a:prstGeom>
                <a:solidFill>
                  <a:schemeClr val="accent6">
                    <a:lumMod val="40000"/>
                    <a:lumOff val="60000"/>
                  </a:schemeClr>
                </a:solidFill>
                <a:ln>
                  <a:solidFill>
                    <a:schemeClr val="accent6">
                      <a:lumMod val="60000"/>
                      <a:lumOff val="40000"/>
                    </a:schemeClr>
                  </a:solidFill>
                </a:ln>
              </p:spPr>
              <p:txBody>
                <a:bodyPr wrap="square" rtlCol="0">
                  <a:spAutoFit/>
                </a:bodyPr>
                <a:lstStyle/>
                <a:p>
                  <a:r>
                    <a:rPr lang="en-US" altLang="zh-CN" sz="1400" dirty="0"/>
                    <a:t>…</a:t>
                  </a:r>
                  <a:endParaRPr lang="zh-CN" altLang="en-US" sz="1400" dirty="0"/>
                </a:p>
              </p:txBody>
            </p:sp>
            <mc:AlternateContent xmlns:mc="http://schemas.openxmlformats.org/markup-compatibility/2006" xmlns:a14="http://schemas.microsoft.com/office/drawing/2010/main">
              <mc:Choice Requires="a14">
                <p:sp>
                  <p:nvSpPr>
                    <p:cNvPr id="50" name="文本框 13">
                      <a:extLst>
                        <a:ext uri="{FF2B5EF4-FFF2-40B4-BE49-F238E27FC236}">
                          <a16:creationId xmlns:a16="http://schemas.microsoft.com/office/drawing/2014/main" id="{7CD9DBBF-3733-16CA-25D2-9B4D3413FE80}"/>
                        </a:ext>
                      </a:extLst>
                    </p:cNvPr>
                    <p:cNvSpPr txBox="1"/>
                    <p:nvPr/>
                  </p:nvSpPr>
                  <p:spPr>
                    <a:xfrm>
                      <a:off x="6790366" y="2016813"/>
                      <a:ext cx="319500" cy="307777"/>
                    </a:xfrm>
                    <a:prstGeom prst="rect">
                      <a:avLst/>
                    </a:prstGeom>
                    <a:solidFill>
                      <a:schemeClr val="accent6">
                        <a:lumMod val="40000"/>
                        <a:lumOff val="60000"/>
                      </a:schemeClr>
                    </a:solidFill>
                    <a:ln>
                      <a:solidFill>
                        <a:schemeClr val="accent6">
                          <a:lumMod val="60000"/>
                          <a:lumOff val="40000"/>
                        </a:schemeClr>
                      </a:solidFill>
                    </a:ln>
                  </p:spPr>
                  <p:txBody>
                    <a:bodyPr wrap="square" rtlCol="0">
                      <a:spAutoFit/>
                    </a:bodyPr>
                    <a:lstStyle/>
                    <a:p>
                      <a:pPr/>
                      <a14:m>
                        <m:oMathPara xmlns:m="http://schemas.openxmlformats.org/officeDocument/2006/math">
                          <m:oMathParaPr>
                            <m:jc m:val="left"/>
                          </m:oMathParaPr>
                          <m:oMath xmlns:m="http://schemas.openxmlformats.org/officeDocument/2006/math">
                            <m:sSub>
                              <m:sSubPr>
                                <m:ctrlPr>
                                  <a:rPr lang="en-US" altLang="zh-CN" sz="1400" i="1" smtClean="0">
                                    <a:latin typeface="Cambria Math" panose="02040503050406030204" pitchFamily="18" charset="0"/>
                                  </a:rPr>
                                </m:ctrlPr>
                              </m:sSubPr>
                              <m:e>
                                <m:r>
                                  <m:rPr>
                                    <m:sty m:val="p"/>
                                  </m:rPr>
                                  <a:rPr lang="en-US" altLang="zh-CN" sz="1400" b="0" i="0" smtClean="0">
                                    <a:latin typeface="Cambria Math" panose="02040503050406030204" pitchFamily="18" charset="0"/>
                                  </a:rPr>
                                  <m:t>T</m:t>
                                </m:r>
                              </m:e>
                              <m:sub>
                                <m:r>
                                  <m:rPr>
                                    <m:sty m:val="p"/>
                                  </m:rPr>
                                  <a:rPr lang="en-US" altLang="zh-CN" sz="1400" b="0" i="0" smtClean="0">
                                    <a:latin typeface="Cambria Math" panose="02040503050406030204" pitchFamily="18" charset="0"/>
                                  </a:rPr>
                                  <m:t>N</m:t>
                                </m:r>
                              </m:sub>
                            </m:sSub>
                          </m:oMath>
                        </m:oMathPara>
                      </a14:m>
                      <a:endParaRPr lang="zh-CN" altLang="en-US" sz="1000" dirty="0"/>
                    </a:p>
                  </p:txBody>
                </p:sp>
              </mc:Choice>
              <mc:Fallback xmlns="">
                <p:sp>
                  <p:nvSpPr>
                    <p:cNvPr id="93" name="文本框 92">
                      <a:extLst>
                        <a:ext uri="{FF2B5EF4-FFF2-40B4-BE49-F238E27FC236}">
                          <a16:creationId xmlns:a16="http://schemas.microsoft.com/office/drawing/2014/main" id="{9851A230-0348-48C6-AEFE-85756E8F5E41}"/>
                        </a:ext>
                      </a:extLst>
                    </p:cNvPr>
                    <p:cNvSpPr txBox="1">
                      <a:spLocks noRot="1" noChangeAspect="1" noMove="1" noResize="1" noEditPoints="1" noAdjustHandles="1" noChangeArrowheads="1" noChangeShapeType="1" noTextEdit="1"/>
                    </p:cNvSpPr>
                    <p:nvPr/>
                  </p:nvSpPr>
                  <p:spPr>
                    <a:xfrm>
                      <a:off x="6790366" y="2016813"/>
                      <a:ext cx="319500" cy="307777"/>
                    </a:xfrm>
                    <a:prstGeom prst="rect">
                      <a:avLst/>
                    </a:prstGeom>
                    <a:blipFill>
                      <a:blip r:embed="rId11"/>
                      <a:stretch>
                        <a:fillRect/>
                      </a:stretch>
                    </a:blipFill>
                    <a:ln>
                      <a:solidFill>
                        <a:schemeClr val="accent6">
                          <a:lumMod val="60000"/>
                          <a:lumOff val="40000"/>
                        </a:schemeClr>
                      </a:solidFill>
                    </a:ln>
                  </p:spPr>
                  <p:txBody>
                    <a:bodyPr/>
                    <a:lstStyle/>
                    <a:p>
                      <a:r>
                        <a:rPr lang="zh-CN" altLang="en-US">
                          <a:noFill/>
                        </a:rPr>
                        <a:t> </a:t>
                      </a:r>
                    </a:p>
                  </p:txBody>
                </p:sp>
              </mc:Fallback>
            </mc:AlternateContent>
          </p:grpSp>
          <p:sp>
            <p:nvSpPr>
              <p:cNvPr id="21" name="文本框 14">
                <a:extLst>
                  <a:ext uri="{FF2B5EF4-FFF2-40B4-BE49-F238E27FC236}">
                    <a16:creationId xmlns:a16="http://schemas.microsoft.com/office/drawing/2014/main" id="{C2E925E1-8745-1D21-AECC-0FCCC4379F17}"/>
                  </a:ext>
                </a:extLst>
              </p:cNvPr>
              <p:cNvSpPr txBox="1"/>
              <p:nvPr/>
            </p:nvSpPr>
            <p:spPr>
              <a:xfrm>
                <a:off x="3599781" y="1558164"/>
                <a:ext cx="673274" cy="400110"/>
              </a:xfrm>
              <a:prstGeom prst="rect">
                <a:avLst/>
              </a:prstGeom>
              <a:noFill/>
            </p:spPr>
            <p:txBody>
              <a:bodyPr wrap="square" rtlCol="0">
                <a:spAutoFit/>
              </a:bodyPr>
              <a:lstStyle/>
              <a:p>
                <a:pPr algn="ctr"/>
                <a:r>
                  <a:rPr lang="en-US" altLang="zh-CN" sz="1000" dirty="0"/>
                  <a:t>Text</a:t>
                </a:r>
              </a:p>
              <a:p>
                <a:pPr algn="ctr"/>
                <a:r>
                  <a:rPr lang="en-US" altLang="zh-CN" sz="1000" dirty="0"/>
                  <a:t>Encoder</a:t>
                </a:r>
                <a:endParaRPr lang="zh-CN" altLang="en-US" sz="1000" dirty="0"/>
              </a:p>
            </p:txBody>
          </p:sp>
          <p:sp>
            <p:nvSpPr>
              <p:cNvPr id="22" name="流程图: 手动操作 15">
                <a:extLst>
                  <a:ext uri="{FF2B5EF4-FFF2-40B4-BE49-F238E27FC236}">
                    <a16:creationId xmlns:a16="http://schemas.microsoft.com/office/drawing/2014/main" id="{2B57DB05-C611-D27D-21B8-ACCA61CD14C8}"/>
                  </a:ext>
                </a:extLst>
              </p:cNvPr>
              <p:cNvSpPr/>
              <p:nvPr/>
            </p:nvSpPr>
            <p:spPr>
              <a:xfrm rot="16200000">
                <a:off x="3470351" y="3049171"/>
                <a:ext cx="926926" cy="582460"/>
              </a:xfrm>
              <a:prstGeom prst="flowChartManualOperation">
                <a:avLst/>
              </a:prstGeom>
              <a:solidFill>
                <a:schemeClr val="accent2">
                  <a:lumMod val="20000"/>
                  <a:lumOff val="80000"/>
                </a:schemeClr>
              </a:solidFill>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endParaRPr lang="zh-CN" altLang="en-US" dirty="0"/>
              </a:p>
            </p:txBody>
          </p:sp>
          <p:sp>
            <p:nvSpPr>
              <p:cNvPr id="23" name="文本框 16">
                <a:extLst>
                  <a:ext uri="{FF2B5EF4-FFF2-40B4-BE49-F238E27FC236}">
                    <a16:creationId xmlns:a16="http://schemas.microsoft.com/office/drawing/2014/main" id="{54C1A670-B44E-7D58-5E55-FFE971BB0669}"/>
                  </a:ext>
                </a:extLst>
              </p:cNvPr>
              <p:cNvSpPr txBox="1"/>
              <p:nvPr/>
            </p:nvSpPr>
            <p:spPr>
              <a:xfrm>
                <a:off x="3604442" y="3107212"/>
                <a:ext cx="673274" cy="400110"/>
              </a:xfrm>
              <a:prstGeom prst="rect">
                <a:avLst/>
              </a:prstGeom>
              <a:noFill/>
            </p:spPr>
            <p:txBody>
              <a:bodyPr wrap="square" rtlCol="0">
                <a:spAutoFit/>
              </a:bodyPr>
              <a:lstStyle/>
              <a:p>
                <a:pPr algn="ctr"/>
                <a:r>
                  <a:rPr lang="en-US" altLang="zh-CN" sz="1000" dirty="0"/>
                  <a:t>Image</a:t>
                </a:r>
              </a:p>
              <a:p>
                <a:pPr algn="ctr"/>
                <a:r>
                  <a:rPr lang="en-US" altLang="zh-CN" sz="1000" dirty="0"/>
                  <a:t>Encoder</a:t>
                </a:r>
                <a:endParaRPr lang="zh-CN" altLang="en-US" sz="1000" dirty="0"/>
              </a:p>
            </p:txBody>
          </p:sp>
          <p:cxnSp>
            <p:nvCxnSpPr>
              <p:cNvPr id="24" name="直接箭头连接符 17">
                <a:extLst>
                  <a:ext uri="{FF2B5EF4-FFF2-40B4-BE49-F238E27FC236}">
                    <a16:creationId xmlns:a16="http://schemas.microsoft.com/office/drawing/2014/main" id="{DFC712F2-541E-8369-98A5-D1A80CD5DFFB}"/>
                  </a:ext>
                </a:extLst>
              </p:cNvPr>
              <p:cNvCxnSpPr>
                <a:cxnSpLocks/>
              </p:cNvCxnSpPr>
              <p:nvPr/>
            </p:nvCxnSpPr>
            <p:spPr>
              <a:xfrm>
                <a:off x="2977506" y="3307267"/>
                <a:ext cx="638742"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mc:AlternateContent xmlns:mc="http://schemas.openxmlformats.org/markup-compatibility/2006" xmlns:a14="http://schemas.microsoft.com/office/drawing/2010/main">
            <mc:Choice Requires="a14">
              <p:sp>
                <p:nvSpPr>
                  <p:cNvPr id="25" name="文本框 18">
                    <a:extLst>
                      <a:ext uri="{FF2B5EF4-FFF2-40B4-BE49-F238E27FC236}">
                        <a16:creationId xmlns:a16="http://schemas.microsoft.com/office/drawing/2014/main" id="{A1D5EED1-6DFC-30E1-8CC9-5FC3C9A685EC}"/>
                      </a:ext>
                    </a:extLst>
                  </p:cNvPr>
                  <p:cNvSpPr txBox="1"/>
                  <p:nvPr/>
                </p:nvSpPr>
                <p:spPr>
                  <a:xfrm>
                    <a:off x="4818676" y="3153378"/>
                    <a:ext cx="319500" cy="307777"/>
                  </a:xfrm>
                  <a:prstGeom prst="rect">
                    <a:avLst/>
                  </a:prstGeom>
                  <a:solidFill>
                    <a:schemeClr val="accent2">
                      <a:lumMod val="20000"/>
                      <a:lumOff val="80000"/>
                    </a:schemeClr>
                  </a:solidFill>
                  <a:ln>
                    <a:solidFill>
                      <a:schemeClr val="accent2">
                        <a:lumMod val="60000"/>
                        <a:lumOff val="40000"/>
                      </a:schemeClr>
                    </a:solidFill>
                  </a:ln>
                </p:spPr>
                <p:txBody>
                  <a:bodyPr wrap="square" rtlCol="0">
                    <a:spAutoFit/>
                  </a:bodyPr>
                  <a:lstStyle/>
                  <a:p>
                    <a:pPr/>
                    <a14:m>
                      <m:oMathPara xmlns:m="http://schemas.openxmlformats.org/officeDocument/2006/math">
                        <m:oMathParaPr>
                          <m:jc m:val="left"/>
                        </m:oMathParaPr>
                        <m:oMath xmlns:m="http://schemas.openxmlformats.org/officeDocument/2006/math">
                          <m:sSub>
                            <m:sSubPr>
                              <m:ctrlPr>
                                <a:rPr lang="en-US" altLang="zh-CN" sz="1400" i="1" smtClean="0">
                                  <a:latin typeface="Cambria Math" panose="02040503050406030204" pitchFamily="18" charset="0"/>
                                </a:rPr>
                              </m:ctrlPr>
                            </m:sSubPr>
                            <m:e>
                              <m:r>
                                <m:rPr>
                                  <m:sty m:val="p"/>
                                </m:rPr>
                                <a:rPr lang="en-US" altLang="zh-CN" sz="1400" i="1">
                                  <a:latin typeface="Cambria Math" panose="02040503050406030204" pitchFamily="18" charset="0"/>
                                </a:rPr>
                                <m:t>I</m:t>
                              </m:r>
                            </m:e>
                            <m:sub>
                              <m:r>
                                <a:rPr lang="en-US" altLang="zh-CN" sz="1400" b="0" i="0" smtClean="0">
                                  <a:latin typeface="Cambria Math" panose="02040503050406030204" pitchFamily="18" charset="0"/>
                                </a:rPr>
                                <m:t>1</m:t>
                              </m:r>
                            </m:sub>
                          </m:sSub>
                        </m:oMath>
                      </m:oMathPara>
                    </a14:m>
                    <a:endParaRPr lang="zh-CN" altLang="en-US" sz="1000" dirty="0"/>
                  </a:p>
                </p:txBody>
              </p:sp>
            </mc:Choice>
            <mc:Fallback xmlns="">
              <p:sp>
                <p:nvSpPr>
                  <p:cNvPr id="19" name="文本框 18">
                    <a:extLst>
                      <a:ext uri="{FF2B5EF4-FFF2-40B4-BE49-F238E27FC236}">
                        <a16:creationId xmlns:a16="http://schemas.microsoft.com/office/drawing/2014/main" id="{D90A3405-56AC-4E8D-B791-13E2298A0958}"/>
                      </a:ext>
                    </a:extLst>
                  </p:cNvPr>
                  <p:cNvSpPr txBox="1">
                    <a:spLocks noRot="1" noChangeAspect="1" noMove="1" noResize="1" noEditPoints="1" noAdjustHandles="1" noChangeArrowheads="1" noChangeShapeType="1" noTextEdit="1"/>
                  </p:cNvSpPr>
                  <p:nvPr/>
                </p:nvSpPr>
                <p:spPr>
                  <a:xfrm>
                    <a:off x="4818676" y="3153378"/>
                    <a:ext cx="319500" cy="307777"/>
                  </a:xfrm>
                  <a:prstGeom prst="rect">
                    <a:avLst/>
                  </a:prstGeom>
                  <a:blipFill>
                    <a:blip r:embed="rId12"/>
                    <a:stretch>
                      <a:fillRect/>
                    </a:stretch>
                  </a:blipFill>
                  <a:ln>
                    <a:solidFill>
                      <a:schemeClr val="accent2">
                        <a:lumMod val="60000"/>
                        <a:lumOff val="40000"/>
                      </a:schemeClr>
                    </a:solidFill>
                  </a:ln>
                </p:spPr>
                <p:txBody>
                  <a:bodyPr/>
                  <a:lstStyle/>
                  <a:p>
                    <a:r>
                      <a:rPr lang="zh-CN" altLang="en-US">
                        <a:noFill/>
                      </a:rPr>
                      <a:t> </a:t>
                    </a:r>
                  </a:p>
                </p:txBody>
              </p:sp>
            </mc:Fallback>
          </mc:AlternateContent>
          <p:cxnSp>
            <p:nvCxnSpPr>
              <p:cNvPr id="26" name="直接箭头连接符 25">
                <a:extLst>
                  <a:ext uri="{FF2B5EF4-FFF2-40B4-BE49-F238E27FC236}">
                    <a16:creationId xmlns:a16="http://schemas.microsoft.com/office/drawing/2014/main" id="{09C443BD-B8B6-A6CB-4E25-40FC0E0C0D2A}"/>
                  </a:ext>
                </a:extLst>
              </p:cNvPr>
              <p:cNvCxnSpPr>
                <a:stCxn id="23" idx="3"/>
                <a:endCxn id="25" idx="1"/>
              </p:cNvCxnSpPr>
              <p:nvPr/>
            </p:nvCxnSpPr>
            <p:spPr>
              <a:xfrm>
                <a:off x="4277716" y="3307267"/>
                <a:ext cx="540960"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grpSp>
            <p:nvGrpSpPr>
              <p:cNvPr id="27" name="组合 27">
                <a:extLst>
                  <a:ext uri="{FF2B5EF4-FFF2-40B4-BE49-F238E27FC236}">
                    <a16:creationId xmlns:a16="http://schemas.microsoft.com/office/drawing/2014/main" id="{92A20331-7768-2F96-2941-9117060C768B}"/>
                  </a:ext>
                </a:extLst>
              </p:cNvPr>
              <p:cNvGrpSpPr/>
              <p:nvPr/>
            </p:nvGrpSpPr>
            <p:grpSpPr>
              <a:xfrm>
                <a:off x="5257319" y="3153377"/>
                <a:ext cx="1585818" cy="307778"/>
                <a:chOff x="5524048" y="2016813"/>
                <a:chExt cx="1585818" cy="307778"/>
              </a:xfrm>
              <a:solidFill>
                <a:schemeClr val="bg1"/>
              </a:solidFill>
            </p:grpSpPr>
            <mc:AlternateContent xmlns:mc="http://schemas.openxmlformats.org/markup-compatibility/2006" xmlns:a14="http://schemas.microsoft.com/office/drawing/2010/main">
              <mc:Choice Requires="a14">
                <p:sp>
                  <p:nvSpPr>
                    <p:cNvPr id="41" name="文本框 28">
                      <a:extLst>
                        <a:ext uri="{FF2B5EF4-FFF2-40B4-BE49-F238E27FC236}">
                          <a16:creationId xmlns:a16="http://schemas.microsoft.com/office/drawing/2014/main" id="{B2BAD1DE-0DFA-6F77-D967-5446CCD21C84}"/>
                        </a:ext>
                      </a:extLst>
                    </p:cNvPr>
                    <p:cNvSpPr txBox="1"/>
                    <p:nvPr/>
                  </p:nvSpPr>
                  <p:spPr>
                    <a:xfrm>
                      <a:off x="5524048" y="2016814"/>
                      <a:ext cx="319500" cy="307777"/>
                    </a:xfrm>
                    <a:prstGeom prst="rect">
                      <a:avLst/>
                    </a:prstGeom>
                    <a:grpFill/>
                    <a:ln>
                      <a:solidFill>
                        <a:schemeClr val="tx1"/>
                      </a:solidFill>
                    </a:ln>
                  </p:spPr>
                  <p:txBody>
                    <a:bodyPr wrap="square" rtlCol="0">
                      <a:spAutoFit/>
                    </a:bodyPr>
                    <a:lstStyle/>
                    <a:p>
                      <a:pPr/>
                      <a14:m>
                        <m:oMathPara xmlns:m="http://schemas.openxmlformats.org/officeDocument/2006/math">
                          <m:oMathParaPr>
                            <m:jc m:val="left"/>
                          </m:oMathParaPr>
                          <m:oMath xmlns:m="http://schemas.openxmlformats.org/officeDocument/2006/math">
                            <m:sSub>
                              <m:sSubPr>
                                <m:ctrlPr>
                                  <a:rPr lang="en-US" altLang="zh-CN" sz="1400" i="1" smtClean="0">
                                    <a:latin typeface="Cambria Math" panose="02040503050406030204" pitchFamily="18" charset="0"/>
                                  </a:rPr>
                                </m:ctrlPr>
                              </m:sSubPr>
                              <m:e>
                                <m:r>
                                  <m:rPr>
                                    <m:sty m:val="p"/>
                                  </m:rPr>
                                  <a:rPr lang="en-US" altLang="zh-CN" sz="1400" b="0" i="0" smtClean="0">
                                    <a:latin typeface="Cambria Math" panose="02040503050406030204" pitchFamily="18" charset="0"/>
                                  </a:rPr>
                                  <m:t>T</m:t>
                                </m:r>
                              </m:e>
                              <m:sub>
                                <m:r>
                                  <a:rPr lang="en-US" altLang="zh-CN" sz="1400" b="0" i="0" smtClean="0">
                                    <a:latin typeface="Cambria Math" panose="02040503050406030204" pitchFamily="18" charset="0"/>
                                  </a:rPr>
                                  <m:t>1</m:t>
                                </m:r>
                              </m:sub>
                            </m:sSub>
                          </m:oMath>
                        </m:oMathPara>
                      </a14:m>
                      <a:endParaRPr lang="zh-CN" altLang="en-US" sz="1000" dirty="0"/>
                    </a:p>
                  </p:txBody>
                </p:sp>
              </mc:Choice>
              <mc:Fallback xmlns="">
                <p:sp>
                  <p:nvSpPr>
                    <p:cNvPr id="29" name="文本框 28">
                      <a:extLst>
                        <a:ext uri="{FF2B5EF4-FFF2-40B4-BE49-F238E27FC236}">
                          <a16:creationId xmlns:a16="http://schemas.microsoft.com/office/drawing/2014/main" id="{807CD21A-202D-44C3-8657-607F6B08F6AE}"/>
                        </a:ext>
                      </a:extLst>
                    </p:cNvPr>
                    <p:cNvSpPr txBox="1">
                      <a:spLocks noRot="1" noChangeAspect="1" noMove="1" noResize="1" noEditPoints="1" noAdjustHandles="1" noChangeArrowheads="1" noChangeShapeType="1" noTextEdit="1"/>
                    </p:cNvSpPr>
                    <p:nvPr/>
                  </p:nvSpPr>
                  <p:spPr>
                    <a:xfrm>
                      <a:off x="5524048" y="2016814"/>
                      <a:ext cx="319500" cy="307777"/>
                    </a:xfrm>
                    <a:prstGeom prst="rect">
                      <a:avLst/>
                    </a:prstGeom>
                    <a:blipFill>
                      <a:blip r:embed="rId13"/>
                      <a:stretch>
                        <a:fillRect/>
                      </a:stretch>
                    </a:blipFill>
                    <a:ln>
                      <a:solidFill>
                        <a:schemeClr val="tx1"/>
                      </a:solidFill>
                    </a:ln>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42" name="文本框 29">
                      <a:extLst>
                        <a:ext uri="{FF2B5EF4-FFF2-40B4-BE49-F238E27FC236}">
                          <a16:creationId xmlns:a16="http://schemas.microsoft.com/office/drawing/2014/main" id="{FB47B0D6-B070-0198-A0B4-F7F1770F2945}"/>
                        </a:ext>
                      </a:extLst>
                    </p:cNvPr>
                    <p:cNvSpPr txBox="1"/>
                    <p:nvPr/>
                  </p:nvSpPr>
                  <p:spPr>
                    <a:xfrm>
                      <a:off x="5843548" y="2016814"/>
                      <a:ext cx="319500" cy="307777"/>
                    </a:xfrm>
                    <a:prstGeom prst="rect">
                      <a:avLst/>
                    </a:prstGeom>
                    <a:grpFill/>
                    <a:ln>
                      <a:solidFill>
                        <a:schemeClr val="tx1"/>
                      </a:solidFill>
                    </a:ln>
                  </p:spPr>
                  <p:txBody>
                    <a:bodyPr wrap="square" rtlCol="0">
                      <a:spAutoFit/>
                    </a:bodyPr>
                    <a:lstStyle/>
                    <a:p>
                      <a:pPr/>
                      <a14:m>
                        <m:oMathPara xmlns:m="http://schemas.openxmlformats.org/officeDocument/2006/math">
                          <m:oMathParaPr>
                            <m:jc m:val="left"/>
                          </m:oMathParaPr>
                          <m:oMath xmlns:m="http://schemas.openxmlformats.org/officeDocument/2006/math">
                            <m:sSub>
                              <m:sSubPr>
                                <m:ctrlPr>
                                  <a:rPr lang="en-US" altLang="zh-CN" sz="1400" i="1" smtClean="0">
                                    <a:latin typeface="Cambria Math" panose="02040503050406030204" pitchFamily="18" charset="0"/>
                                  </a:rPr>
                                </m:ctrlPr>
                              </m:sSubPr>
                              <m:e>
                                <m:r>
                                  <m:rPr>
                                    <m:sty m:val="p"/>
                                  </m:rPr>
                                  <a:rPr lang="en-US" altLang="zh-CN" sz="1400" b="0" i="0" smtClean="0">
                                    <a:latin typeface="Cambria Math" panose="02040503050406030204" pitchFamily="18" charset="0"/>
                                  </a:rPr>
                                  <m:t>T</m:t>
                                </m:r>
                              </m:e>
                              <m:sub>
                                <m:r>
                                  <a:rPr lang="en-US" altLang="zh-CN" sz="1400" b="0" i="0" smtClean="0">
                                    <a:latin typeface="Cambria Math" panose="02040503050406030204" pitchFamily="18" charset="0"/>
                                  </a:rPr>
                                  <m:t>2</m:t>
                                </m:r>
                              </m:sub>
                            </m:sSub>
                          </m:oMath>
                        </m:oMathPara>
                      </a14:m>
                      <a:endParaRPr lang="zh-CN" altLang="en-US" sz="1000" dirty="0"/>
                    </a:p>
                  </p:txBody>
                </p:sp>
              </mc:Choice>
              <mc:Fallback xmlns="">
                <p:sp>
                  <p:nvSpPr>
                    <p:cNvPr id="30" name="文本框 29">
                      <a:extLst>
                        <a:ext uri="{FF2B5EF4-FFF2-40B4-BE49-F238E27FC236}">
                          <a16:creationId xmlns:a16="http://schemas.microsoft.com/office/drawing/2014/main" id="{471141CD-D507-477C-9568-3E9CF44A71EC}"/>
                        </a:ext>
                      </a:extLst>
                    </p:cNvPr>
                    <p:cNvSpPr txBox="1">
                      <a:spLocks noRot="1" noChangeAspect="1" noMove="1" noResize="1" noEditPoints="1" noAdjustHandles="1" noChangeArrowheads="1" noChangeShapeType="1" noTextEdit="1"/>
                    </p:cNvSpPr>
                    <p:nvPr/>
                  </p:nvSpPr>
                  <p:spPr>
                    <a:xfrm>
                      <a:off x="5843548" y="2016814"/>
                      <a:ext cx="319500" cy="307777"/>
                    </a:xfrm>
                    <a:prstGeom prst="rect">
                      <a:avLst/>
                    </a:prstGeom>
                    <a:blipFill>
                      <a:blip r:embed="rId14"/>
                      <a:stretch>
                        <a:fillRect/>
                      </a:stretch>
                    </a:blipFill>
                    <a:ln>
                      <a:solidFill>
                        <a:schemeClr val="tx1"/>
                      </a:solidFill>
                    </a:ln>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43" name="文本框 30">
                      <a:extLst>
                        <a:ext uri="{FF2B5EF4-FFF2-40B4-BE49-F238E27FC236}">
                          <a16:creationId xmlns:a16="http://schemas.microsoft.com/office/drawing/2014/main" id="{A9E618B7-3C75-BC46-A291-F477B536DEAB}"/>
                        </a:ext>
                      </a:extLst>
                    </p:cNvPr>
                    <p:cNvSpPr txBox="1"/>
                    <p:nvPr/>
                  </p:nvSpPr>
                  <p:spPr>
                    <a:xfrm>
                      <a:off x="6163048" y="2016814"/>
                      <a:ext cx="319500" cy="307777"/>
                    </a:xfrm>
                    <a:prstGeom prst="rect">
                      <a:avLst/>
                    </a:prstGeom>
                    <a:solidFill>
                      <a:schemeClr val="accent1">
                        <a:lumMod val="20000"/>
                        <a:lumOff val="80000"/>
                      </a:schemeClr>
                    </a:solidFill>
                    <a:ln>
                      <a:solidFill>
                        <a:schemeClr val="tx1"/>
                      </a:solidFill>
                    </a:ln>
                  </p:spPr>
                  <p:txBody>
                    <a:bodyPr wrap="square" rtlCol="0">
                      <a:spAutoFit/>
                    </a:bodyPr>
                    <a:lstStyle/>
                    <a:p>
                      <a:pPr/>
                      <a14:m>
                        <m:oMathPara xmlns:m="http://schemas.openxmlformats.org/officeDocument/2006/math">
                          <m:oMathParaPr>
                            <m:jc m:val="left"/>
                          </m:oMathParaPr>
                          <m:oMath xmlns:m="http://schemas.openxmlformats.org/officeDocument/2006/math">
                            <m:sSub>
                              <m:sSubPr>
                                <m:ctrlPr>
                                  <a:rPr lang="en-US" altLang="zh-CN" sz="1400" i="1" smtClean="0">
                                    <a:latin typeface="Cambria Math" panose="02040503050406030204" pitchFamily="18" charset="0"/>
                                  </a:rPr>
                                </m:ctrlPr>
                              </m:sSubPr>
                              <m:e>
                                <m:r>
                                  <m:rPr>
                                    <m:sty m:val="p"/>
                                  </m:rPr>
                                  <a:rPr lang="en-US" altLang="zh-CN" sz="1400" b="0" i="0" smtClean="0">
                                    <a:latin typeface="Cambria Math" panose="02040503050406030204" pitchFamily="18" charset="0"/>
                                  </a:rPr>
                                  <m:t>T</m:t>
                                </m:r>
                              </m:e>
                              <m:sub>
                                <m:r>
                                  <a:rPr lang="en-US" altLang="zh-CN" sz="1400" b="0" i="0" smtClean="0">
                                    <a:latin typeface="Cambria Math" panose="02040503050406030204" pitchFamily="18" charset="0"/>
                                  </a:rPr>
                                  <m:t>3</m:t>
                                </m:r>
                              </m:sub>
                            </m:sSub>
                          </m:oMath>
                        </m:oMathPara>
                      </a14:m>
                      <a:endParaRPr lang="zh-CN" altLang="en-US" sz="1000" dirty="0"/>
                    </a:p>
                  </p:txBody>
                </p:sp>
              </mc:Choice>
              <mc:Fallback xmlns="">
                <p:sp>
                  <p:nvSpPr>
                    <p:cNvPr id="31" name="文本框 30">
                      <a:extLst>
                        <a:ext uri="{FF2B5EF4-FFF2-40B4-BE49-F238E27FC236}">
                          <a16:creationId xmlns:a16="http://schemas.microsoft.com/office/drawing/2014/main" id="{CEA0CB92-5417-4FFD-82BB-524EEB01CC21}"/>
                        </a:ext>
                      </a:extLst>
                    </p:cNvPr>
                    <p:cNvSpPr txBox="1">
                      <a:spLocks noRot="1" noChangeAspect="1" noMove="1" noResize="1" noEditPoints="1" noAdjustHandles="1" noChangeArrowheads="1" noChangeShapeType="1" noTextEdit="1"/>
                    </p:cNvSpPr>
                    <p:nvPr/>
                  </p:nvSpPr>
                  <p:spPr>
                    <a:xfrm>
                      <a:off x="6163048" y="2016814"/>
                      <a:ext cx="319500" cy="307777"/>
                    </a:xfrm>
                    <a:prstGeom prst="rect">
                      <a:avLst/>
                    </a:prstGeom>
                    <a:blipFill>
                      <a:blip r:embed="rId15"/>
                      <a:stretch>
                        <a:fillRect/>
                      </a:stretch>
                    </a:blipFill>
                    <a:ln>
                      <a:solidFill>
                        <a:schemeClr val="tx1"/>
                      </a:solidFill>
                    </a:ln>
                  </p:spPr>
                  <p:txBody>
                    <a:bodyPr/>
                    <a:lstStyle/>
                    <a:p>
                      <a:r>
                        <a:rPr lang="zh-CN" altLang="en-US">
                          <a:noFill/>
                        </a:rPr>
                        <a:t> </a:t>
                      </a:r>
                    </a:p>
                  </p:txBody>
                </p:sp>
              </mc:Fallback>
            </mc:AlternateContent>
            <p:sp>
              <p:nvSpPr>
                <p:cNvPr id="44" name="文本框 31">
                  <a:extLst>
                    <a:ext uri="{FF2B5EF4-FFF2-40B4-BE49-F238E27FC236}">
                      <a16:creationId xmlns:a16="http://schemas.microsoft.com/office/drawing/2014/main" id="{331D71A4-984F-470C-C918-4E0A930D448C}"/>
                    </a:ext>
                  </a:extLst>
                </p:cNvPr>
                <p:cNvSpPr txBox="1"/>
                <p:nvPr/>
              </p:nvSpPr>
              <p:spPr>
                <a:xfrm>
                  <a:off x="6470866" y="2016813"/>
                  <a:ext cx="319500" cy="307777"/>
                </a:xfrm>
                <a:prstGeom prst="rect">
                  <a:avLst/>
                </a:prstGeom>
                <a:grpFill/>
                <a:ln>
                  <a:solidFill>
                    <a:schemeClr val="tx1"/>
                  </a:solidFill>
                </a:ln>
              </p:spPr>
              <p:txBody>
                <a:bodyPr wrap="square" rtlCol="0">
                  <a:spAutoFit/>
                </a:bodyPr>
                <a:lstStyle/>
                <a:p>
                  <a:r>
                    <a:rPr lang="en-US" altLang="zh-CN" sz="1400" dirty="0"/>
                    <a:t>…</a:t>
                  </a:r>
                  <a:endParaRPr lang="zh-CN" altLang="en-US" sz="1400" dirty="0"/>
                </a:p>
              </p:txBody>
            </p:sp>
            <mc:AlternateContent xmlns:mc="http://schemas.openxmlformats.org/markup-compatibility/2006" xmlns:a14="http://schemas.microsoft.com/office/drawing/2010/main">
              <mc:Choice Requires="a14">
                <p:sp>
                  <p:nvSpPr>
                    <p:cNvPr id="45" name="文本框 32">
                      <a:extLst>
                        <a:ext uri="{FF2B5EF4-FFF2-40B4-BE49-F238E27FC236}">
                          <a16:creationId xmlns:a16="http://schemas.microsoft.com/office/drawing/2014/main" id="{7DE581C2-E32D-6B02-C169-0C030B29E2F2}"/>
                        </a:ext>
                      </a:extLst>
                    </p:cNvPr>
                    <p:cNvSpPr txBox="1"/>
                    <p:nvPr/>
                  </p:nvSpPr>
                  <p:spPr>
                    <a:xfrm>
                      <a:off x="6790366" y="2016813"/>
                      <a:ext cx="319500" cy="307777"/>
                    </a:xfrm>
                    <a:prstGeom prst="rect">
                      <a:avLst/>
                    </a:prstGeom>
                    <a:grpFill/>
                    <a:ln>
                      <a:solidFill>
                        <a:schemeClr val="tx1"/>
                      </a:solidFill>
                    </a:ln>
                  </p:spPr>
                  <p:txBody>
                    <a:bodyPr wrap="square" rtlCol="0">
                      <a:spAutoFit/>
                    </a:bodyPr>
                    <a:lstStyle/>
                    <a:p>
                      <a:pPr/>
                      <a14:m>
                        <m:oMathPara xmlns:m="http://schemas.openxmlformats.org/officeDocument/2006/math">
                          <m:oMathParaPr>
                            <m:jc m:val="left"/>
                          </m:oMathParaPr>
                          <m:oMath xmlns:m="http://schemas.openxmlformats.org/officeDocument/2006/math">
                            <m:sSub>
                              <m:sSubPr>
                                <m:ctrlPr>
                                  <a:rPr lang="en-US" altLang="zh-CN" sz="1400" i="1" smtClean="0">
                                    <a:latin typeface="Cambria Math" panose="02040503050406030204" pitchFamily="18" charset="0"/>
                                  </a:rPr>
                                </m:ctrlPr>
                              </m:sSubPr>
                              <m:e>
                                <m:r>
                                  <m:rPr>
                                    <m:sty m:val="p"/>
                                  </m:rPr>
                                  <a:rPr lang="en-US" altLang="zh-CN" sz="1400" b="0" i="0" smtClean="0">
                                    <a:latin typeface="Cambria Math" panose="02040503050406030204" pitchFamily="18" charset="0"/>
                                  </a:rPr>
                                  <m:t>T</m:t>
                                </m:r>
                              </m:e>
                              <m:sub>
                                <m:r>
                                  <m:rPr>
                                    <m:sty m:val="p"/>
                                  </m:rPr>
                                  <a:rPr lang="en-US" altLang="zh-CN" sz="1400" b="0" i="0" smtClean="0">
                                    <a:latin typeface="Cambria Math" panose="02040503050406030204" pitchFamily="18" charset="0"/>
                                  </a:rPr>
                                  <m:t>N</m:t>
                                </m:r>
                              </m:sub>
                            </m:sSub>
                          </m:oMath>
                        </m:oMathPara>
                      </a14:m>
                      <a:endParaRPr lang="zh-CN" altLang="en-US" sz="1000" dirty="0"/>
                    </a:p>
                  </p:txBody>
                </p:sp>
              </mc:Choice>
              <mc:Fallback xmlns="">
                <p:sp>
                  <p:nvSpPr>
                    <p:cNvPr id="33" name="文本框 32">
                      <a:extLst>
                        <a:ext uri="{FF2B5EF4-FFF2-40B4-BE49-F238E27FC236}">
                          <a16:creationId xmlns:a16="http://schemas.microsoft.com/office/drawing/2014/main" id="{C4B9560E-F2C3-48B2-A3CE-C295AFE74713}"/>
                        </a:ext>
                      </a:extLst>
                    </p:cNvPr>
                    <p:cNvSpPr txBox="1">
                      <a:spLocks noRot="1" noChangeAspect="1" noMove="1" noResize="1" noEditPoints="1" noAdjustHandles="1" noChangeArrowheads="1" noChangeShapeType="1" noTextEdit="1"/>
                    </p:cNvSpPr>
                    <p:nvPr/>
                  </p:nvSpPr>
                  <p:spPr>
                    <a:xfrm>
                      <a:off x="6790366" y="2016813"/>
                      <a:ext cx="319500" cy="307777"/>
                    </a:xfrm>
                    <a:prstGeom prst="rect">
                      <a:avLst/>
                    </a:prstGeom>
                    <a:blipFill>
                      <a:blip r:embed="rId16"/>
                      <a:stretch>
                        <a:fillRect/>
                      </a:stretch>
                    </a:blipFill>
                    <a:ln>
                      <a:solidFill>
                        <a:schemeClr val="tx1"/>
                      </a:solidFill>
                    </a:ln>
                  </p:spPr>
                  <p:txBody>
                    <a:bodyPr/>
                    <a:lstStyle/>
                    <a:p>
                      <a:r>
                        <a:rPr lang="zh-CN" altLang="en-US">
                          <a:noFill/>
                        </a:rPr>
                        <a:t> </a:t>
                      </a:r>
                    </a:p>
                  </p:txBody>
                </p:sp>
              </mc:Fallback>
            </mc:AlternateContent>
          </p:grpSp>
          <p:sp>
            <p:nvSpPr>
              <p:cNvPr id="28" name="文本框 36">
                <a:extLst>
                  <a:ext uri="{FF2B5EF4-FFF2-40B4-BE49-F238E27FC236}">
                    <a16:creationId xmlns:a16="http://schemas.microsoft.com/office/drawing/2014/main" id="{A993311B-5C7B-EE66-AF0F-59A5A650F8E7}"/>
                  </a:ext>
                </a:extLst>
              </p:cNvPr>
              <p:cNvSpPr txBox="1"/>
              <p:nvPr/>
            </p:nvSpPr>
            <p:spPr>
              <a:xfrm>
                <a:off x="5657237" y="3684899"/>
                <a:ext cx="785981" cy="400110"/>
              </a:xfrm>
              <a:prstGeom prst="rect">
                <a:avLst/>
              </a:prstGeom>
              <a:noFill/>
              <a:ln>
                <a:solidFill>
                  <a:schemeClr val="tx1"/>
                </a:solidFill>
              </a:ln>
            </p:spPr>
            <p:txBody>
              <a:bodyPr wrap="square" rtlCol="0">
                <a:spAutoFit/>
              </a:bodyPr>
              <a:lstStyle/>
              <a:p>
                <a:pPr algn="ctr"/>
                <a:r>
                  <a:rPr lang="en-US" altLang="zh-CN" sz="1000" dirty="0"/>
                  <a:t>A photo of a dog.</a:t>
                </a:r>
                <a:endParaRPr lang="zh-CN" altLang="en-US" sz="1000" dirty="0"/>
              </a:p>
            </p:txBody>
          </p:sp>
          <p:cxnSp>
            <p:nvCxnSpPr>
              <p:cNvPr id="29" name="直接箭头连接符 38">
                <a:extLst>
                  <a:ext uri="{FF2B5EF4-FFF2-40B4-BE49-F238E27FC236}">
                    <a16:creationId xmlns:a16="http://schemas.microsoft.com/office/drawing/2014/main" id="{42029E6E-DC86-EBBF-5A6B-4CC1C6AC0079}"/>
                  </a:ext>
                </a:extLst>
              </p:cNvPr>
              <p:cNvCxnSpPr>
                <a:stCxn id="43" idx="2"/>
                <a:endCxn id="28" idx="0"/>
              </p:cNvCxnSpPr>
              <p:nvPr/>
            </p:nvCxnSpPr>
            <p:spPr>
              <a:xfrm flipH="1">
                <a:off x="6050228" y="3461155"/>
                <a:ext cx="5841" cy="223744"/>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grpSp>
            <p:nvGrpSpPr>
              <p:cNvPr id="30" name="组合 54">
                <a:extLst>
                  <a:ext uri="{FF2B5EF4-FFF2-40B4-BE49-F238E27FC236}">
                    <a16:creationId xmlns:a16="http://schemas.microsoft.com/office/drawing/2014/main" id="{DD7026B6-17D7-9DCA-7A95-32809CC76378}"/>
                  </a:ext>
                </a:extLst>
              </p:cNvPr>
              <p:cNvGrpSpPr/>
              <p:nvPr/>
            </p:nvGrpSpPr>
            <p:grpSpPr>
              <a:xfrm>
                <a:off x="1123760" y="1146729"/>
                <a:ext cx="546564" cy="1310664"/>
                <a:chOff x="1108552" y="1121079"/>
                <a:chExt cx="546564" cy="1310664"/>
              </a:xfrm>
            </p:grpSpPr>
            <p:sp>
              <p:nvSpPr>
                <p:cNvPr id="36" name="文本框 41">
                  <a:extLst>
                    <a:ext uri="{FF2B5EF4-FFF2-40B4-BE49-F238E27FC236}">
                      <a16:creationId xmlns:a16="http://schemas.microsoft.com/office/drawing/2014/main" id="{C53F27C1-AE20-9A09-565E-B9F8866419C5}"/>
                    </a:ext>
                  </a:extLst>
                </p:cNvPr>
                <p:cNvSpPr txBox="1"/>
                <p:nvPr/>
              </p:nvSpPr>
              <p:spPr>
                <a:xfrm>
                  <a:off x="1108553" y="1121079"/>
                  <a:ext cx="546563" cy="246221"/>
                </a:xfrm>
                <a:prstGeom prst="rect">
                  <a:avLst/>
                </a:prstGeom>
                <a:noFill/>
                <a:ln>
                  <a:solidFill>
                    <a:schemeClr val="tx1"/>
                  </a:solidFill>
                </a:ln>
              </p:spPr>
              <p:txBody>
                <a:bodyPr wrap="square" rtlCol="0">
                  <a:spAutoFit/>
                </a:bodyPr>
                <a:lstStyle/>
                <a:p>
                  <a:pPr algn="ctr"/>
                  <a:r>
                    <a:rPr lang="en-US" altLang="zh-CN" sz="1000" dirty="0"/>
                    <a:t>bird</a:t>
                  </a:r>
                  <a:endParaRPr lang="zh-CN" altLang="en-US" sz="1000" dirty="0"/>
                </a:p>
              </p:txBody>
            </p:sp>
            <p:sp>
              <p:nvSpPr>
                <p:cNvPr id="37" name="文本框 42">
                  <a:extLst>
                    <a:ext uri="{FF2B5EF4-FFF2-40B4-BE49-F238E27FC236}">
                      <a16:creationId xmlns:a16="http://schemas.microsoft.com/office/drawing/2014/main" id="{124FF971-5DA7-34CA-CE91-EA5C8D2735CE}"/>
                    </a:ext>
                  </a:extLst>
                </p:cNvPr>
                <p:cNvSpPr txBox="1"/>
                <p:nvPr/>
              </p:nvSpPr>
              <p:spPr>
                <a:xfrm>
                  <a:off x="1108553" y="1367300"/>
                  <a:ext cx="546563" cy="246221"/>
                </a:xfrm>
                <a:prstGeom prst="rect">
                  <a:avLst/>
                </a:prstGeom>
                <a:noFill/>
                <a:ln>
                  <a:solidFill>
                    <a:schemeClr val="tx1"/>
                  </a:solidFill>
                </a:ln>
              </p:spPr>
              <p:txBody>
                <a:bodyPr wrap="square" rtlCol="0">
                  <a:spAutoFit/>
                </a:bodyPr>
                <a:lstStyle/>
                <a:p>
                  <a:pPr algn="ctr"/>
                  <a:r>
                    <a:rPr lang="en-US" altLang="zh-CN" sz="1000" dirty="0"/>
                    <a:t>plane</a:t>
                  </a:r>
                  <a:endParaRPr lang="zh-CN" altLang="en-US" sz="1000" dirty="0"/>
                </a:p>
              </p:txBody>
            </p:sp>
            <p:sp>
              <p:nvSpPr>
                <p:cNvPr id="38" name="文本框 43">
                  <a:extLst>
                    <a:ext uri="{FF2B5EF4-FFF2-40B4-BE49-F238E27FC236}">
                      <a16:creationId xmlns:a16="http://schemas.microsoft.com/office/drawing/2014/main" id="{336F9D94-084A-7B80-9738-E6BB44DE1FBC}"/>
                    </a:ext>
                  </a:extLst>
                </p:cNvPr>
                <p:cNvSpPr txBox="1"/>
                <p:nvPr/>
              </p:nvSpPr>
              <p:spPr>
                <a:xfrm>
                  <a:off x="1108553" y="1611184"/>
                  <a:ext cx="546563" cy="246221"/>
                </a:xfrm>
                <a:prstGeom prst="rect">
                  <a:avLst/>
                </a:prstGeom>
                <a:noFill/>
                <a:ln>
                  <a:solidFill>
                    <a:schemeClr val="tx1"/>
                  </a:solidFill>
                </a:ln>
              </p:spPr>
              <p:txBody>
                <a:bodyPr wrap="square" rtlCol="0">
                  <a:spAutoFit/>
                </a:bodyPr>
                <a:lstStyle/>
                <a:p>
                  <a:pPr algn="ctr"/>
                  <a:r>
                    <a:rPr lang="en-US" altLang="zh-CN" sz="1000" dirty="0"/>
                    <a:t>dog</a:t>
                  </a:r>
                  <a:endParaRPr lang="zh-CN" altLang="en-US" sz="1000" dirty="0"/>
                </a:p>
              </p:txBody>
            </p:sp>
            <p:sp>
              <p:nvSpPr>
                <p:cNvPr id="39" name="文本框 44">
                  <a:extLst>
                    <a:ext uri="{FF2B5EF4-FFF2-40B4-BE49-F238E27FC236}">
                      <a16:creationId xmlns:a16="http://schemas.microsoft.com/office/drawing/2014/main" id="{3743AB9C-7A07-3ABF-1F5B-4EF86FC75D53}"/>
                    </a:ext>
                  </a:extLst>
                </p:cNvPr>
                <p:cNvSpPr txBox="1"/>
                <p:nvPr/>
              </p:nvSpPr>
              <p:spPr>
                <a:xfrm>
                  <a:off x="1198570" y="1905460"/>
                  <a:ext cx="319500" cy="246221"/>
                </a:xfrm>
                <a:prstGeom prst="rect">
                  <a:avLst/>
                </a:prstGeom>
                <a:solidFill>
                  <a:schemeClr val="bg1"/>
                </a:solidFill>
                <a:ln>
                  <a:solidFill>
                    <a:schemeClr val="bg1"/>
                  </a:solidFill>
                </a:ln>
              </p:spPr>
              <p:txBody>
                <a:bodyPr wrap="square" rtlCol="0">
                  <a:spAutoFit/>
                </a:bodyPr>
                <a:lstStyle/>
                <a:p>
                  <a:r>
                    <a:rPr lang="en-US" altLang="zh-CN" sz="1000" dirty="0"/>
                    <a:t>…</a:t>
                  </a:r>
                  <a:endParaRPr lang="zh-CN" altLang="en-US" sz="1000" dirty="0"/>
                </a:p>
              </p:txBody>
            </p:sp>
            <p:sp>
              <p:nvSpPr>
                <p:cNvPr id="40" name="文本框 45">
                  <a:extLst>
                    <a:ext uri="{FF2B5EF4-FFF2-40B4-BE49-F238E27FC236}">
                      <a16:creationId xmlns:a16="http://schemas.microsoft.com/office/drawing/2014/main" id="{A0482822-A6E5-D721-B941-7C922A82952A}"/>
                    </a:ext>
                  </a:extLst>
                </p:cNvPr>
                <p:cNvSpPr txBox="1"/>
                <p:nvPr/>
              </p:nvSpPr>
              <p:spPr>
                <a:xfrm>
                  <a:off x="1108552" y="2185522"/>
                  <a:ext cx="546563" cy="246221"/>
                </a:xfrm>
                <a:prstGeom prst="rect">
                  <a:avLst/>
                </a:prstGeom>
                <a:noFill/>
                <a:ln>
                  <a:solidFill>
                    <a:schemeClr val="tx1"/>
                  </a:solidFill>
                </a:ln>
              </p:spPr>
              <p:txBody>
                <a:bodyPr wrap="square" rtlCol="0">
                  <a:spAutoFit/>
                </a:bodyPr>
                <a:lstStyle/>
                <a:p>
                  <a:pPr algn="ctr"/>
                  <a:r>
                    <a:rPr lang="en-US" altLang="zh-CN" sz="1000" dirty="0"/>
                    <a:t>car</a:t>
                  </a:r>
                  <a:endParaRPr lang="zh-CN" altLang="en-US" sz="1000" dirty="0"/>
                </a:p>
              </p:txBody>
            </p:sp>
          </p:grpSp>
          <p:cxnSp>
            <p:nvCxnSpPr>
              <p:cNvPr id="31" name="连接符: 肘形 47">
                <a:extLst>
                  <a:ext uri="{FF2B5EF4-FFF2-40B4-BE49-F238E27FC236}">
                    <a16:creationId xmlns:a16="http://schemas.microsoft.com/office/drawing/2014/main" id="{01C34F6E-0648-E95F-D040-FCBE1D51EE96}"/>
                  </a:ext>
                </a:extLst>
              </p:cNvPr>
              <p:cNvCxnSpPr>
                <a:stCxn id="36" idx="3"/>
                <a:endCxn id="19" idx="1"/>
              </p:cNvCxnSpPr>
              <p:nvPr/>
            </p:nvCxnSpPr>
            <p:spPr>
              <a:xfrm>
                <a:off x="1670324" y="1269840"/>
                <a:ext cx="516365" cy="488379"/>
              </a:xfrm>
              <a:prstGeom prst="bentConnector3">
                <a:avLst/>
              </a:prstGeom>
              <a:ln>
                <a:tailEnd type="triangle"/>
              </a:ln>
            </p:spPr>
            <p:style>
              <a:lnRef idx="1">
                <a:schemeClr val="dk1"/>
              </a:lnRef>
              <a:fillRef idx="0">
                <a:schemeClr val="dk1"/>
              </a:fillRef>
              <a:effectRef idx="0">
                <a:schemeClr val="dk1"/>
              </a:effectRef>
              <a:fontRef idx="minor">
                <a:schemeClr val="tx1"/>
              </a:fontRef>
            </p:style>
          </p:cxnSp>
          <p:cxnSp>
            <p:nvCxnSpPr>
              <p:cNvPr id="32" name="连接符: 肘形 49">
                <a:extLst>
                  <a:ext uri="{FF2B5EF4-FFF2-40B4-BE49-F238E27FC236}">
                    <a16:creationId xmlns:a16="http://schemas.microsoft.com/office/drawing/2014/main" id="{FB5A2F74-6D60-B4A8-4630-860323DEAB38}"/>
                  </a:ext>
                </a:extLst>
              </p:cNvPr>
              <p:cNvCxnSpPr>
                <a:stCxn id="37" idx="3"/>
                <a:endCxn id="19" idx="1"/>
              </p:cNvCxnSpPr>
              <p:nvPr/>
            </p:nvCxnSpPr>
            <p:spPr>
              <a:xfrm>
                <a:off x="1670324" y="1516061"/>
                <a:ext cx="516365" cy="242158"/>
              </a:xfrm>
              <a:prstGeom prst="bentConnector3">
                <a:avLst/>
              </a:prstGeom>
              <a:ln>
                <a:tailEnd type="triangle"/>
              </a:ln>
            </p:spPr>
            <p:style>
              <a:lnRef idx="1">
                <a:schemeClr val="dk1"/>
              </a:lnRef>
              <a:fillRef idx="0">
                <a:schemeClr val="dk1"/>
              </a:fillRef>
              <a:effectRef idx="0">
                <a:schemeClr val="dk1"/>
              </a:effectRef>
              <a:fontRef idx="minor">
                <a:schemeClr val="tx1"/>
              </a:fontRef>
            </p:style>
          </p:cxnSp>
          <p:cxnSp>
            <p:nvCxnSpPr>
              <p:cNvPr id="33" name="连接符: 肘形 51">
                <a:extLst>
                  <a:ext uri="{FF2B5EF4-FFF2-40B4-BE49-F238E27FC236}">
                    <a16:creationId xmlns:a16="http://schemas.microsoft.com/office/drawing/2014/main" id="{71D6A0CD-26F3-AC71-ECC1-FF204D233F17}"/>
                  </a:ext>
                </a:extLst>
              </p:cNvPr>
              <p:cNvCxnSpPr>
                <a:stCxn id="38" idx="3"/>
                <a:endCxn id="19" idx="1"/>
              </p:cNvCxnSpPr>
              <p:nvPr/>
            </p:nvCxnSpPr>
            <p:spPr>
              <a:xfrm flipV="1">
                <a:off x="1670324" y="1758219"/>
                <a:ext cx="516365" cy="1726"/>
              </a:xfrm>
              <a:prstGeom prst="bentConnector3">
                <a:avLst/>
              </a:prstGeom>
              <a:ln>
                <a:tailEnd type="triangle"/>
              </a:ln>
            </p:spPr>
            <p:style>
              <a:lnRef idx="1">
                <a:schemeClr val="dk1"/>
              </a:lnRef>
              <a:fillRef idx="0">
                <a:schemeClr val="dk1"/>
              </a:fillRef>
              <a:effectRef idx="0">
                <a:schemeClr val="dk1"/>
              </a:effectRef>
              <a:fontRef idx="minor">
                <a:schemeClr val="tx1"/>
              </a:fontRef>
            </p:style>
          </p:cxnSp>
          <p:cxnSp>
            <p:nvCxnSpPr>
              <p:cNvPr id="34" name="连接符: 肘形 53">
                <a:extLst>
                  <a:ext uri="{FF2B5EF4-FFF2-40B4-BE49-F238E27FC236}">
                    <a16:creationId xmlns:a16="http://schemas.microsoft.com/office/drawing/2014/main" id="{3FC712C1-0A0F-DFE2-1657-7327D9205F37}"/>
                  </a:ext>
                </a:extLst>
              </p:cNvPr>
              <p:cNvCxnSpPr>
                <a:stCxn id="40" idx="3"/>
                <a:endCxn id="19" idx="1"/>
              </p:cNvCxnSpPr>
              <p:nvPr/>
            </p:nvCxnSpPr>
            <p:spPr>
              <a:xfrm flipV="1">
                <a:off x="1670323" y="1758219"/>
                <a:ext cx="516366" cy="576064"/>
              </a:xfrm>
              <a:prstGeom prst="bentConnector3">
                <a:avLst/>
              </a:prstGeom>
              <a:ln>
                <a:tailEnd type="triangle"/>
              </a:ln>
            </p:spPr>
            <p:style>
              <a:lnRef idx="1">
                <a:schemeClr val="dk1"/>
              </a:lnRef>
              <a:fillRef idx="0">
                <a:schemeClr val="dk1"/>
              </a:fillRef>
              <a:effectRef idx="0">
                <a:schemeClr val="dk1"/>
              </a:effectRef>
              <a:fontRef idx="minor">
                <a:schemeClr val="tx1"/>
              </a:fontRef>
            </p:style>
          </p:cxnSp>
          <p:pic>
            <p:nvPicPr>
              <p:cNvPr id="35" name="图片 55">
                <a:extLst>
                  <a:ext uri="{FF2B5EF4-FFF2-40B4-BE49-F238E27FC236}">
                    <a16:creationId xmlns:a16="http://schemas.microsoft.com/office/drawing/2014/main" id="{726CD66A-E07A-68A3-5E87-E0E89A044363}"/>
                  </a:ext>
                </a:extLst>
              </p:cNvPr>
              <p:cNvPicPr>
                <a:picLocks noChangeAspect="1"/>
              </p:cNvPicPr>
              <p:nvPr/>
            </p:nvPicPr>
            <p:blipFill>
              <a:blip r:embed="rId17"/>
              <a:stretch>
                <a:fillRect/>
              </a:stretch>
            </p:blipFill>
            <p:spPr>
              <a:xfrm>
                <a:off x="2034381" y="2854764"/>
                <a:ext cx="924054" cy="905001"/>
              </a:xfrm>
              <a:prstGeom prst="rect">
                <a:avLst/>
              </a:prstGeom>
            </p:spPr>
          </p:pic>
        </p:grpSp>
        <p:grpSp>
          <p:nvGrpSpPr>
            <p:cNvPr id="7" name="组合 40">
              <a:extLst>
                <a:ext uri="{FF2B5EF4-FFF2-40B4-BE49-F238E27FC236}">
                  <a16:creationId xmlns:a16="http://schemas.microsoft.com/office/drawing/2014/main" id="{493A8CF1-1AD1-9B5A-B62E-9A7AF17A687C}"/>
                </a:ext>
              </a:extLst>
            </p:cNvPr>
            <p:cNvGrpSpPr/>
            <p:nvPr/>
          </p:nvGrpSpPr>
          <p:grpSpPr>
            <a:xfrm>
              <a:off x="6936604" y="3480008"/>
              <a:ext cx="1596662" cy="324000"/>
              <a:chOff x="7918947" y="1469051"/>
              <a:chExt cx="1596662" cy="324000"/>
            </a:xfrm>
          </p:grpSpPr>
          <mc:AlternateContent xmlns:mc="http://schemas.openxmlformats.org/markup-compatibility/2006" xmlns:a14="http://schemas.microsoft.com/office/drawing/2010/main">
            <mc:Choice Requires="a14">
              <p:sp>
                <p:nvSpPr>
                  <p:cNvPr id="8" name="文本框 46">
                    <a:extLst>
                      <a:ext uri="{FF2B5EF4-FFF2-40B4-BE49-F238E27FC236}">
                        <a16:creationId xmlns:a16="http://schemas.microsoft.com/office/drawing/2014/main" id="{B067EF3B-93AF-C417-0099-53D47D38F964}"/>
                      </a:ext>
                    </a:extLst>
                  </p:cNvPr>
                  <p:cNvSpPr txBox="1"/>
                  <p:nvPr/>
                </p:nvSpPr>
                <p:spPr>
                  <a:xfrm>
                    <a:off x="7918947" y="1469051"/>
                    <a:ext cx="319500" cy="324000"/>
                  </a:xfrm>
                  <a:prstGeom prst="rect">
                    <a:avLst/>
                  </a:prstGeom>
                  <a:solidFill>
                    <a:schemeClr val="bg1"/>
                  </a:solidFill>
                  <a:ln>
                    <a:solidFill>
                      <a:schemeClr val="tx1"/>
                    </a:solidFill>
                  </a:ln>
                </p:spPr>
                <p:txBody>
                  <a:bodyPr wrap="square" rtlCol="0">
                    <a:spAutoFit/>
                  </a:bodyPr>
                  <a:lstStyle/>
                  <a:p>
                    <a:pPr/>
                    <a14:m>
                      <m:oMathPara xmlns:m="http://schemas.openxmlformats.org/officeDocument/2006/math">
                        <m:oMathParaPr>
                          <m:jc m:val="left"/>
                        </m:oMathParaPr>
                        <m:oMath xmlns:m="http://schemas.openxmlformats.org/officeDocument/2006/math">
                          <m:sSub>
                            <m:sSubPr>
                              <m:ctrlPr>
                                <a:rPr lang="en-US" altLang="zh-CN" sz="900" i="1" smtClean="0">
                                  <a:latin typeface="Cambria Math" panose="02040503050406030204" pitchFamily="18" charset="0"/>
                                </a:rPr>
                              </m:ctrlPr>
                            </m:sSubPr>
                            <m:e>
                              <m:r>
                                <m:rPr>
                                  <m:sty m:val="p"/>
                                </m:rPr>
                                <a:rPr lang="en-US" altLang="zh-CN" sz="900" i="1">
                                  <a:latin typeface="Cambria Math" panose="02040503050406030204" pitchFamily="18" charset="0"/>
                                </a:rPr>
                                <m:t>I</m:t>
                              </m:r>
                            </m:e>
                            <m:sub>
                              <m:r>
                                <a:rPr lang="en-US" altLang="zh-CN" sz="900" b="0" i="1" smtClean="0">
                                  <a:latin typeface="Cambria Math" panose="02040503050406030204" pitchFamily="18" charset="0"/>
                                </a:rPr>
                                <m:t>1</m:t>
                              </m:r>
                            </m:sub>
                          </m:sSub>
                          <m:sSub>
                            <m:sSubPr>
                              <m:ctrlPr>
                                <a:rPr lang="en-US" altLang="zh-CN" sz="900" i="1">
                                  <a:latin typeface="Cambria Math" panose="02040503050406030204" pitchFamily="18" charset="0"/>
                                </a:rPr>
                              </m:ctrlPr>
                            </m:sSubPr>
                            <m:e>
                              <m:r>
                                <m:rPr>
                                  <m:sty m:val="p"/>
                                </m:rPr>
                                <a:rPr lang="en-US" altLang="zh-CN" sz="900">
                                  <a:latin typeface="Cambria Math" panose="02040503050406030204" pitchFamily="18" charset="0"/>
                                </a:rPr>
                                <m:t>T</m:t>
                              </m:r>
                            </m:e>
                            <m:sub>
                              <m:r>
                                <a:rPr lang="en-US" altLang="zh-CN" sz="900">
                                  <a:latin typeface="Cambria Math" panose="02040503050406030204" pitchFamily="18" charset="0"/>
                                </a:rPr>
                                <m:t>1</m:t>
                              </m:r>
                            </m:sub>
                          </m:sSub>
                        </m:oMath>
                      </m:oMathPara>
                    </a14:m>
                    <a:endParaRPr lang="zh-CN" altLang="en-US" sz="900" dirty="0"/>
                  </a:p>
                </p:txBody>
              </p:sp>
            </mc:Choice>
            <mc:Fallback xmlns="">
              <p:sp>
                <p:nvSpPr>
                  <p:cNvPr id="47" name="文本框 46">
                    <a:extLst>
                      <a:ext uri="{FF2B5EF4-FFF2-40B4-BE49-F238E27FC236}">
                        <a16:creationId xmlns:a16="http://schemas.microsoft.com/office/drawing/2014/main" id="{50F1BB7C-B17C-4852-89A3-03DF28CACD61}"/>
                      </a:ext>
                    </a:extLst>
                  </p:cNvPr>
                  <p:cNvSpPr txBox="1">
                    <a:spLocks noRot="1" noChangeAspect="1" noMove="1" noResize="1" noEditPoints="1" noAdjustHandles="1" noChangeArrowheads="1" noChangeShapeType="1" noTextEdit="1"/>
                  </p:cNvSpPr>
                  <p:nvPr/>
                </p:nvSpPr>
                <p:spPr>
                  <a:xfrm>
                    <a:off x="7918947" y="1469051"/>
                    <a:ext cx="319500" cy="324000"/>
                  </a:xfrm>
                  <a:prstGeom prst="rect">
                    <a:avLst/>
                  </a:prstGeom>
                  <a:blipFill>
                    <a:blip r:embed="rId13"/>
                    <a:stretch>
                      <a:fillRect/>
                    </a:stretch>
                  </a:blipFill>
                  <a:ln>
                    <a:solidFill>
                      <a:schemeClr val="tx1"/>
                    </a:solidFill>
                  </a:ln>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9" name="文本框 48">
                    <a:extLst>
                      <a:ext uri="{FF2B5EF4-FFF2-40B4-BE49-F238E27FC236}">
                        <a16:creationId xmlns:a16="http://schemas.microsoft.com/office/drawing/2014/main" id="{7D0CC492-4716-E2AA-3983-9289A3BA58F6}"/>
                      </a:ext>
                    </a:extLst>
                  </p:cNvPr>
                  <p:cNvSpPr txBox="1"/>
                  <p:nvPr/>
                </p:nvSpPr>
                <p:spPr>
                  <a:xfrm>
                    <a:off x="8238447" y="1469051"/>
                    <a:ext cx="319500" cy="324000"/>
                  </a:xfrm>
                  <a:prstGeom prst="rect">
                    <a:avLst/>
                  </a:prstGeom>
                  <a:solidFill>
                    <a:schemeClr val="bg1"/>
                  </a:solidFill>
                  <a:ln>
                    <a:solidFill>
                      <a:schemeClr val="tx1"/>
                    </a:solidFill>
                  </a:ln>
                </p:spPr>
                <p:txBody>
                  <a:bodyPr wrap="square" rtlCol="0">
                    <a:spAutoFit/>
                  </a:bodyPr>
                  <a:lstStyle/>
                  <a:p>
                    <a:pPr/>
                    <a14:m>
                      <m:oMathPara xmlns:m="http://schemas.openxmlformats.org/officeDocument/2006/math">
                        <m:oMathParaPr>
                          <m:jc m:val="left"/>
                        </m:oMathParaPr>
                        <m:oMath xmlns:m="http://schemas.openxmlformats.org/officeDocument/2006/math">
                          <m:sSub>
                            <m:sSubPr>
                              <m:ctrlPr>
                                <a:rPr lang="en-US" altLang="zh-CN" sz="900" i="1" smtClean="0">
                                  <a:latin typeface="Cambria Math" panose="02040503050406030204" pitchFamily="18" charset="0"/>
                                </a:rPr>
                              </m:ctrlPr>
                            </m:sSubPr>
                            <m:e>
                              <m:r>
                                <m:rPr>
                                  <m:sty m:val="p"/>
                                </m:rPr>
                                <a:rPr lang="en-US" altLang="zh-CN" sz="900" i="1">
                                  <a:latin typeface="Cambria Math" panose="02040503050406030204" pitchFamily="18" charset="0"/>
                                </a:rPr>
                                <m:t>I</m:t>
                              </m:r>
                            </m:e>
                            <m:sub>
                              <m:r>
                                <a:rPr lang="en-US" altLang="zh-CN" sz="900" b="0" i="1" smtClean="0">
                                  <a:latin typeface="Cambria Math" panose="02040503050406030204" pitchFamily="18" charset="0"/>
                                </a:rPr>
                                <m:t>1</m:t>
                              </m:r>
                            </m:sub>
                          </m:sSub>
                          <m:sSub>
                            <m:sSubPr>
                              <m:ctrlPr>
                                <a:rPr lang="en-US" altLang="zh-CN" sz="900" i="1">
                                  <a:latin typeface="Cambria Math" panose="02040503050406030204" pitchFamily="18" charset="0"/>
                                </a:rPr>
                              </m:ctrlPr>
                            </m:sSubPr>
                            <m:e>
                              <m:r>
                                <m:rPr>
                                  <m:sty m:val="p"/>
                                </m:rPr>
                                <a:rPr lang="en-US" altLang="zh-CN" sz="900">
                                  <a:latin typeface="Cambria Math" panose="02040503050406030204" pitchFamily="18" charset="0"/>
                                </a:rPr>
                                <m:t>T</m:t>
                              </m:r>
                            </m:e>
                            <m:sub>
                              <m:r>
                                <a:rPr lang="en-US" altLang="zh-CN" sz="900" b="0" i="0" smtClean="0">
                                  <a:latin typeface="Cambria Math" panose="02040503050406030204" pitchFamily="18" charset="0"/>
                                </a:rPr>
                                <m:t>2</m:t>
                              </m:r>
                            </m:sub>
                          </m:sSub>
                        </m:oMath>
                      </m:oMathPara>
                    </a14:m>
                    <a:endParaRPr lang="zh-CN" altLang="en-US" sz="900" dirty="0"/>
                  </a:p>
                </p:txBody>
              </p:sp>
            </mc:Choice>
            <mc:Fallback xmlns="">
              <p:sp>
                <p:nvSpPr>
                  <p:cNvPr id="49" name="文本框 48">
                    <a:extLst>
                      <a:ext uri="{FF2B5EF4-FFF2-40B4-BE49-F238E27FC236}">
                        <a16:creationId xmlns:a16="http://schemas.microsoft.com/office/drawing/2014/main" id="{6F4492E7-BC44-42FD-816C-2F7C8621CAA6}"/>
                      </a:ext>
                    </a:extLst>
                  </p:cNvPr>
                  <p:cNvSpPr txBox="1">
                    <a:spLocks noRot="1" noChangeAspect="1" noMove="1" noResize="1" noEditPoints="1" noAdjustHandles="1" noChangeArrowheads="1" noChangeShapeType="1" noTextEdit="1"/>
                  </p:cNvSpPr>
                  <p:nvPr/>
                </p:nvSpPr>
                <p:spPr>
                  <a:xfrm>
                    <a:off x="8238447" y="1469051"/>
                    <a:ext cx="319500" cy="324000"/>
                  </a:xfrm>
                  <a:prstGeom prst="rect">
                    <a:avLst/>
                  </a:prstGeom>
                  <a:blipFill>
                    <a:blip r:embed="rId18"/>
                    <a:stretch>
                      <a:fillRect/>
                    </a:stretch>
                  </a:blipFill>
                  <a:ln>
                    <a:solidFill>
                      <a:schemeClr val="tx1"/>
                    </a:solidFill>
                  </a:ln>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0" name="文本框 50">
                    <a:extLst>
                      <a:ext uri="{FF2B5EF4-FFF2-40B4-BE49-F238E27FC236}">
                        <a16:creationId xmlns:a16="http://schemas.microsoft.com/office/drawing/2014/main" id="{FE324A1F-E20E-2DF9-72C1-0C484E212B3B}"/>
                      </a:ext>
                    </a:extLst>
                  </p:cNvPr>
                  <p:cNvSpPr txBox="1"/>
                  <p:nvPr/>
                </p:nvSpPr>
                <p:spPr>
                  <a:xfrm>
                    <a:off x="8557947" y="1469051"/>
                    <a:ext cx="319500" cy="324000"/>
                  </a:xfrm>
                  <a:prstGeom prst="rect">
                    <a:avLst/>
                  </a:prstGeom>
                  <a:solidFill>
                    <a:schemeClr val="accent1">
                      <a:lumMod val="20000"/>
                      <a:lumOff val="80000"/>
                    </a:schemeClr>
                  </a:solidFill>
                  <a:ln>
                    <a:solidFill>
                      <a:schemeClr val="tx1"/>
                    </a:solidFill>
                  </a:ln>
                </p:spPr>
                <p:txBody>
                  <a:bodyPr wrap="square" rtlCol="0">
                    <a:spAutoFit/>
                  </a:bodyPr>
                  <a:lstStyle/>
                  <a:p>
                    <a:pPr/>
                    <a14:m>
                      <m:oMathPara xmlns:m="http://schemas.openxmlformats.org/officeDocument/2006/math">
                        <m:oMathParaPr>
                          <m:jc m:val="left"/>
                        </m:oMathParaPr>
                        <m:oMath xmlns:m="http://schemas.openxmlformats.org/officeDocument/2006/math">
                          <m:sSub>
                            <m:sSubPr>
                              <m:ctrlPr>
                                <a:rPr lang="en-US" altLang="zh-CN" sz="900" i="1" smtClean="0">
                                  <a:latin typeface="Cambria Math" panose="02040503050406030204" pitchFamily="18" charset="0"/>
                                </a:rPr>
                              </m:ctrlPr>
                            </m:sSubPr>
                            <m:e>
                              <m:r>
                                <m:rPr>
                                  <m:sty m:val="p"/>
                                </m:rPr>
                                <a:rPr lang="en-US" altLang="zh-CN" sz="900" i="1">
                                  <a:latin typeface="Cambria Math" panose="02040503050406030204" pitchFamily="18" charset="0"/>
                                </a:rPr>
                                <m:t>I</m:t>
                              </m:r>
                            </m:e>
                            <m:sub>
                              <m:r>
                                <a:rPr lang="en-US" altLang="zh-CN" sz="900" b="0" i="1" smtClean="0">
                                  <a:latin typeface="Cambria Math" panose="02040503050406030204" pitchFamily="18" charset="0"/>
                                </a:rPr>
                                <m:t>1</m:t>
                              </m:r>
                            </m:sub>
                          </m:sSub>
                          <m:sSub>
                            <m:sSubPr>
                              <m:ctrlPr>
                                <a:rPr lang="en-US" altLang="zh-CN" sz="900" i="1">
                                  <a:latin typeface="Cambria Math" panose="02040503050406030204" pitchFamily="18" charset="0"/>
                                </a:rPr>
                              </m:ctrlPr>
                            </m:sSubPr>
                            <m:e>
                              <m:r>
                                <m:rPr>
                                  <m:sty m:val="p"/>
                                </m:rPr>
                                <a:rPr lang="en-US" altLang="zh-CN" sz="900">
                                  <a:latin typeface="Cambria Math" panose="02040503050406030204" pitchFamily="18" charset="0"/>
                                </a:rPr>
                                <m:t>T</m:t>
                              </m:r>
                            </m:e>
                            <m:sub>
                              <m:r>
                                <a:rPr lang="en-US" altLang="zh-CN" sz="900" b="0" i="0" smtClean="0">
                                  <a:latin typeface="Cambria Math" panose="02040503050406030204" pitchFamily="18" charset="0"/>
                                </a:rPr>
                                <m:t>3</m:t>
                              </m:r>
                            </m:sub>
                          </m:sSub>
                        </m:oMath>
                      </m:oMathPara>
                    </a14:m>
                    <a:endParaRPr lang="zh-CN" altLang="en-US" sz="900" dirty="0"/>
                  </a:p>
                </p:txBody>
              </p:sp>
            </mc:Choice>
            <mc:Fallback xmlns="">
              <p:sp>
                <p:nvSpPr>
                  <p:cNvPr id="51" name="文本框 50">
                    <a:extLst>
                      <a:ext uri="{FF2B5EF4-FFF2-40B4-BE49-F238E27FC236}">
                        <a16:creationId xmlns:a16="http://schemas.microsoft.com/office/drawing/2014/main" id="{70524460-37AE-4E9C-B15E-7646E812341A}"/>
                      </a:ext>
                    </a:extLst>
                  </p:cNvPr>
                  <p:cNvSpPr txBox="1">
                    <a:spLocks noRot="1" noChangeAspect="1" noMove="1" noResize="1" noEditPoints="1" noAdjustHandles="1" noChangeArrowheads="1" noChangeShapeType="1" noTextEdit="1"/>
                  </p:cNvSpPr>
                  <p:nvPr/>
                </p:nvSpPr>
                <p:spPr>
                  <a:xfrm>
                    <a:off x="8557947" y="1469051"/>
                    <a:ext cx="319500" cy="324000"/>
                  </a:xfrm>
                  <a:prstGeom prst="rect">
                    <a:avLst/>
                  </a:prstGeom>
                  <a:blipFill>
                    <a:blip r:embed="rId19"/>
                    <a:stretch>
                      <a:fillRect/>
                    </a:stretch>
                  </a:blipFill>
                  <a:ln>
                    <a:solidFill>
                      <a:schemeClr val="tx1"/>
                    </a:solidFill>
                  </a:ln>
                </p:spPr>
                <p:txBody>
                  <a:bodyPr/>
                  <a:lstStyle/>
                  <a:p>
                    <a:r>
                      <a:rPr lang="zh-CN" altLang="en-US">
                        <a:noFill/>
                      </a:rPr>
                      <a:t> </a:t>
                    </a:r>
                  </a:p>
                </p:txBody>
              </p:sp>
            </mc:Fallback>
          </mc:AlternateContent>
          <p:sp>
            <p:nvSpPr>
              <p:cNvPr id="11" name="文本框 52">
                <a:extLst>
                  <a:ext uri="{FF2B5EF4-FFF2-40B4-BE49-F238E27FC236}">
                    <a16:creationId xmlns:a16="http://schemas.microsoft.com/office/drawing/2014/main" id="{0946EE78-5006-33FF-4762-DC4086CAF769}"/>
                  </a:ext>
                </a:extLst>
              </p:cNvPr>
              <p:cNvSpPr txBox="1"/>
              <p:nvPr/>
            </p:nvSpPr>
            <p:spPr>
              <a:xfrm>
                <a:off x="8877447" y="1469051"/>
                <a:ext cx="319500" cy="324000"/>
              </a:xfrm>
              <a:prstGeom prst="rect">
                <a:avLst/>
              </a:prstGeom>
              <a:solidFill>
                <a:schemeClr val="bg1"/>
              </a:solidFill>
              <a:ln>
                <a:solidFill>
                  <a:schemeClr val="tx1"/>
                </a:solidFill>
              </a:ln>
            </p:spPr>
            <p:txBody>
              <a:bodyPr wrap="square" rtlCol="0">
                <a:spAutoFit/>
              </a:bodyPr>
              <a:lstStyle/>
              <a:p>
                <a:r>
                  <a:rPr lang="en-US" altLang="zh-CN" sz="900" dirty="0"/>
                  <a:t>…</a:t>
                </a:r>
                <a:endParaRPr lang="zh-CN" altLang="en-US" sz="900" dirty="0"/>
              </a:p>
            </p:txBody>
          </p:sp>
          <mc:AlternateContent xmlns:mc="http://schemas.openxmlformats.org/markup-compatibility/2006" xmlns:a14="http://schemas.microsoft.com/office/drawing/2010/main">
            <mc:Choice Requires="a14">
              <p:sp>
                <p:nvSpPr>
                  <p:cNvPr id="12" name="文本框 57">
                    <a:extLst>
                      <a:ext uri="{FF2B5EF4-FFF2-40B4-BE49-F238E27FC236}">
                        <a16:creationId xmlns:a16="http://schemas.microsoft.com/office/drawing/2014/main" id="{BA25FDCE-0B39-B066-1DDB-E4B499956F91}"/>
                      </a:ext>
                    </a:extLst>
                  </p:cNvPr>
                  <p:cNvSpPr txBox="1"/>
                  <p:nvPr/>
                </p:nvSpPr>
                <p:spPr>
                  <a:xfrm>
                    <a:off x="9196109" y="1469051"/>
                    <a:ext cx="319500" cy="324000"/>
                  </a:xfrm>
                  <a:prstGeom prst="rect">
                    <a:avLst/>
                  </a:prstGeom>
                  <a:solidFill>
                    <a:schemeClr val="bg1"/>
                  </a:solidFill>
                  <a:ln>
                    <a:solidFill>
                      <a:schemeClr val="tx1"/>
                    </a:solidFill>
                  </a:ln>
                </p:spPr>
                <p:txBody>
                  <a:bodyPr wrap="square" rtlCol="0">
                    <a:spAutoFit/>
                  </a:bodyPr>
                  <a:lstStyle/>
                  <a:p>
                    <a:pPr/>
                    <a14:m>
                      <m:oMathPara xmlns:m="http://schemas.openxmlformats.org/officeDocument/2006/math">
                        <m:oMathParaPr>
                          <m:jc m:val="left"/>
                        </m:oMathParaPr>
                        <m:oMath xmlns:m="http://schemas.openxmlformats.org/officeDocument/2006/math">
                          <m:sSub>
                            <m:sSubPr>
                              <m:ctrlPr>
                                <a:rPr lang="en-US" altLang="zh-CN" sz="900" i="1" smtClean="0">
                                  <a:latin typeface="Cambria Math" panose="02040503050406030204" pitchFamily="18" charset="0"/>
                                </a:rPr>
                              </m:ctrlPr>
                            </m:sSubPr>
                            <m:e>
                              <m:r>
                                <m:rPr>
                                  <m:sty m:val="p"/>
                                </m:rPr>
                                <a:rPr lang="en-US" altLang="zh-CN" sz="900" i="1">
                                  <a:latin typeface="Cambria Math" panose="02040503050406030204" pitchFamily="18" charset="0"/>
                                </a:rPr>
                                <m:t>I</m:t>
                              </m:r>
                            </m:e>
                            <m:sub>
                              <m:r>
                                <a:rPr lang="en-US" altLang="zh-CN" sz="900" b="0" i="1" smtClean="0">
                                  <a:latin typeface="Cambria Math" panose="02040503050406030204" pitchFamily="18" charset="0"/>
                                </a:rPr>
                                <m:t>1</m:t>
                              </m:r>
                            </m:sub>
                          </m:sSub>
                          <m:sSub>
                            <m:sSubPr>
                              <m:ctrlPr>
                                <a:rPr lang="en-US" altLang="zh-CN" sz="900" i="1">
                                  <a:latin typeface="Cambria Math" panose="02040503050406030204" pitchFamily="18" charset="0"/>
                                </a:rPr>
                              </m:ctrlPr>
                            </m:sSubPr>
                            <m:e>
                              <m:r>
                                <m:rPr>
                                  <m:sty m:val="p"/>
                                </m:rPr>
                                <a:rPr lang="en-US" altLang="zh-CN" sz="900">
                                  <a:latin typeface="Cambria Math" panose="02040503050406030204" pitchFamily="18" charset="0"/>
                                </a:rPr>
                                <m:t>T</m:t>
                              </m:r>
                            </m:e>
                            <m:sub>
                              <m:r>
                                <m:rPr>
                                  <m:sty m:val="p"/>
                                </m:rPr>
                                <a:rPr lang="en-US" altLang="zh-CN" sz="900" b="0" i="0" smtClean="0">
                                  <a:latin typeface="Cambria Math" panose="02040503050406030204" pitchFamily="18" charset="0"/>
                                </a:rPr>
                                <m:t>N</m:t>
                              </m:r>
                            </m:sub>
                          </m:sSub>
                        </m:oMath>
                      </m:oMathPara>
                    </a14:m>
                    <a:endParaRPr lang="zh-CN" altLang="en-US" sz="900" dirty="0"/>
                  </a:p>
                </p:txBody>
              </p:sp>
            </mc:Choice>
            <mc:Fallback xmlns="">
              <p:sp>
                <p:nvSpPr>
                  <p:cNvPr id="58" name="文本框 57">
                    <a:extLst>
                      <a:ext uri="{FF2B5EF4-FFF2-40B4-BE49-F238E27FC236}">
                        <a16:creationId xmlns:a16="http://schemas.microsoft.com/office/drawing/2014/main" id="{A7F64596-3652-4862-8BE0-66D2FA3F78C2}"/>
                      </a:ext>
                    </a:extLst>
                  </p:cNvPr>
                  <p:cNvSpPr txBox="1">
                    <a:spLocks noRot="1" noChangeAspect="1" noMove="1" noResize="1" noEditPoints="1" noAdjustHandles="1" noChangeArrowheads="1" noChangeShapeType="1" noTextEdit="1"/>
                  </p:cNvSpPr>
                  <p:nvPr/>
                </p:nvSpPr>
                <p:spPr>
                  <a:xfrm>
                    <a:off x="9196109" y="1469051"/>
                    <a:ext cx="319500" cy="324000"/>
                  </a:xfrm>
                  <a:prstGeom prst="rect">
                    <a:avLst/>
                  </a:prstGeom>
                  <a:blipFill>
                    <a:blip r:embed="rId20"/>
                    <a:stretch>
                      <a:fillRect r="-1818"/>
                    </a:stretch>
                  </a:blipFill>
                  <a:ln>
                    <a:solidFill>
                      <a:schemeClr val="tx1"/>
                    </a:solidFill>
                  </a:ln>
                </p:spPr>
                <p:txBody>
                  <a:bodyPr/>
                  <a:lstStyle/>
                  <a:p>
                    <a:r>
                      <a:rPr lang="zh-CN" altLang="en-US">
                        <a:noFill/>
                      </a:rPr>
                      <a:t> </a:t>
                    </a:r>
                  </a:p>
                </p:txBody>
              </p:sp>
            </mc:Fallback>
          </mc:AlternateContent>
        </p:grpSp>
      </p:grpSp>
    </p:spTree>
    <p:extLst>
      <p:ext uri="{BB962C8B-B14F-4D97-AF65-F5344CB8AC3E}">
        <p14:creationId xmlns:p14="http://schemas.microsoft.com/office/powerpoint/2010/main" val="3065444070"/>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78257DF-6934-6371-A8C0-5BCC47625DB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3600206-E500-DFF9-1C2E-3FDEBE68806F}"/>
              </a:ext>
            </a:extLst>
          </p:cNvPr>
          <p:cNvSpPr>
            <a:spLocks noGrp="1"/>
          </p:cNvSpPr>
          <p:nvPr>
            <p:ph type="title"/>
          </p:nvPr>
        </p:nvSpPr>
        <p:spPr/>
        <p:txBody>
          <a:bodyPr/>
          <a:lstStyle/>
          <a:p>
            <a:r>
              <a:rPr lang="en-US" altLang="zh-CN" dirty="0"/>
              <a:t>CLIP</a:t>
            </a:r>
            <a:r>
              <a:rPr lang="zh-CN" altLang="en-US" dirty="0"/>
              <a:t> </a:t>
            </a:r>
            <a:r>
              <a:rPr lang="en-US" altLang="zh-CN" dirty="0"/>
              <a:t>–</a:t>
            </a:r>
            <a:r>
              <a:rPr lang="zh-CN" altLang="en-US" dirty="0"/>
              <a:t> 模型性能</a:t>
            </a:r>
            <a:endParaRPr lang="en-US" dirty="0"/>
          </a:p>
        </p:txBody>
      </p:sp>
      <p:sp>
        <p:nvSpPr>
          <p:cNvPr id="3" name="Content Placeholder 2">
            <a:extLst>
              <a:ext uri="{FF2B5EF4-FFF2-40B4-BE49-F238E27FC236}">
                <a16:creationId xmlns:a16="http://schemas.microsoft.com/office/drawing/2014/main" id="{D1A68AFA-E889-604C-1BDF-39346B76B742}"/>
              </a:ext>
            </a:extLst>
          </p:cNvPr>
          <p:cNvSpPr>
            <a:spLocks noGrp="1"/>
          </p:cNvSpPr>
          <p:nvPr>
            <p:ph idx="1"/>
          </p:nvPr>
        </p:nvSpPr>
        <p:spPr>
          <a:xfrm>
            <a:off x="838201" y="1285461"/>
            <a:ext cx="3550477" cy="4891502"/>
          </a:xfrm>
        </p:spPr>
        <p:txBody>
          <a:bodyPr>
            <a:normAutofit/>
          </a:bodyPr>
          <a:lstStyle/>
          <a:p>
            <a:pPr indent="-457200">
              <a:lnSpc>
                <a:spcPct val="180000"/>
              </a:lnSpc>
              <a:spcBef>
                <a:spcPts val="0"/>
              </a:spcBef>
              <a:buFont typeface="Wingdings" panose="05000000000000000000" pitchFamily="2" charset="2"/>
              <a:buChar char="p"/>
            </a:pPr>
            <a:r>
              <a:rPr lang="zh-CN" altLang="en-US" dirty="0">
                <a:solidFill>
                  <a:schemeClr val="tx1"/>
                </a:solidFill>
              </a:rPr>
              <a:t>右图展示了，将在</a:t>
            </a:r>
            <a:r>
              <a:rPr lang="en-US" altLang="zh-CN" dirty="0">
                <a:solidFill>
                  <a:schemeClr val="tx1"/>
                </a:solidFill>
              </a:rPr>
              <a:t>ImageNet</a:t>
            </a:r>
            <a:r>
              <a:rPr lang="zh-CN" altLang="en-US" dirty="0">
                <a:solidFill>
                  <a:schemeClr val="tx1"/>
                </a:solidFill>
              </a:rPr>
              <a:t>上面训练的</a:t>
            </a:r>
            <a:r>
              <a:rPr lang="en-US" altLang="zh-CN" dirty="0">
                <a:solidFill>
                  <a:schemeClr val="tx1"/>
                </a:solidFill>
              </a:rPr>
              <a:t>ResNet101</a:t>
            </a:r>
            <a:r>
              <a:rPr lang="zh-CN" altLang="en-US" dirty="0">
                <a:solidFill>
                  <a:schemeClr val="tx1"/>
                </a:solidFill>
              </a:rPr>
              <a:t>和</a:t>
            </a:r>
            <a:r>
              <a:rPr lang="en-US" altLang="zh-CN" dirty="0">
                <a:solidFill>
                  <a:schemeClr val="tx1"/>
                </a:solidFill>
              </a:rPr>
              <a:t>CLIP</a:t>
            </a:r>
            <a:r>
              <a:rPr lang="zh-CN" altLang="en-US" dirty="0">
                <a:solidFill>
                  <a:schemeClr val="tx1"/>
                </a:solidFill>
              </a:rPr>
              <a:t>模型应用于其他风格图片（以香蕉为例）的结果</a:t>
            </a:r>
            <a:endParaRPr lang="en-US" altLang="zh-CN" dirty="0">
              <a:solidFill>
                <a:schemeClr val="tx1"/>
              </a:solidFill>
            </a:endParaRPr>
          </a:p>
          <a:p>
            <a:pPr indent="-457200">
              <a:lnSpc>
                <a:spcPct val="180000"/>
              </a:lnSpc>
              <a:spcBef>
                <a:spcPts val="0"/>
              </a:spcBef>
              <a:buFont typeface="Wingdings" panose="05000000000000000000" pitchFamily="2" charset="2"/>
              <a:buChar char="p"/>
            </a:pPr>
            <a:r>
              <a:rPr lang="zh-CN" altLang="en-US" dirty="0">
                <a:solidFill>
                  <a:schemeClr val="tx1"/>
                </a:solidFill>
              </a:rPr>
              <a:t>展示了 </a:t>
            </a:r>
            <a:r>
              <a:rPr lang="en-US" altLang="zh-CN" dirty="0">
                <a:solidFill>
                  <a:schemeClr val="tx1"/>
                </a:solidFill>
              </a:rPr>
              <a:t>CLIP</a:t>
            </a:r>
            <a:r>
              <a:rPr lang="zh-CN" altLang="en-US" dirty="0">
                <a:solidFill>
                  <a:schemeClr val="tx1"/>
                </a:solidFill>
              </a:rPr>
              <a:t> 的鲁棒性</a:t>
            </a:r>
            <a:endParaRPr lang="en-US" dirty="0"/>
          </a:p>
          <a:p>
            <a:pPr indent="-457200">
              <a:lnSpc>
                <a:spcPct val="180000"/>
              </a:lnSpc>
              <a:spcBef>
                <a:spcPts val="0"/>
              </a:spcBef>
              <a:buFont typeface="Wingdings" panose="05000000000000000000" pitchFamily="2" charset="2"/>
              <a:buChar char="p"/>
            </a:pPr>
            <a:endParaRPr lang="en-US" altLang="en-US" dirty="0">
              <a:solidFill>
                <a:schemeClr val="tx1"/>
              </a:solidFill>
            </a:endParaRPr>
          </a:p>
        </p:txBody>
      </p:sp>
      <p:pic>
        <p:nvPicPr>
          <p:cNvPr id="6" name="Picture 5">
            <a:extLst>
              <a:ext uri="{FF2B5EF4-FFF2-40B4-BE49-F238E27FC236}">
                <a16:creationId xmlns:a16="http://schemas.microsoft.com/office/drawing/2014/main" id="{3D394B18-C735-DFDA-A734-D40655CAAB32}"/>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388678" y="1428197"/>
            <a:ext cx="7416800" cy="4584700"/>
          </a:xfrm>
          <a:prstGeom prst="rect">
            <a:avLst/>
          </a:prstGeom>
        </p:spPr>
      </p:pic>
    </p:spTree>
    <p:extLst>
      <p:ext uri="{BB962C8B-B14F-4D97-AF65-F5344CB8AC3E}">
        <p14:creationId xmlns:p14="http://schemas.microsoft.com/office/powerpoint/2010/main" val="3777561760"/>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883268B-390A-EA58-123D-D11EAAAFF42C}"/>
              </a:ext>
            </a:extLst>
          </p:cNvPr>
          <p:cNvSpPr>
            <a:spLocks noGrp="1"/>
          </p:cNvSpPr>
          <p:nvPr>
            <p:ph type="title"/>
          </p:nvPr>
        </p:nvSpPr>
        <p:spPr/>
        <p:txBody>
          <a:bodyPr/>
          <a:lstStyle/>
          <a:p>
            <a:r>
              <a:rPr lang="en-US" altLang="zh-CN"/>
              <a:t>CLIP</a:t>
            </a:r>
            <a:r>
              <a:rPr lang="zh-CN" altLang="en-US"/>
              <a:t>的局限</a:t>
            </a:r>
            <a:endParaRPr lang="en-US"/>
          </a:p>
        </p:txBody>
      </p:sp>
      <p:sp>
        <p:nvSpPr>
          <p:cNvPr id="3" name="Content Placeholder 2">
            <a:extLst>
              <a:ext uri="{FF2B5EF4-FFF2-40B4-BE49-F238E27FC236}">
                <a16:creationId xmlns:a16="http://schemas.microsoft.com/office/drawing/2014/main" id="{431249B3-8C5D-A536-5449-92862814A0A9}"/>
              </a:ext>
            </a:extLst>
          </p:cNvPr>
          <p:cNvSpPr>
            <a:spLocks noGrp="1"/>
          </p:cNvSpPr>
          <p:nvPr>
            <p:ph idx="1"/>
          </p:nvPr>
        </p:nvSpPr>
        <p:spPr/>
        <p:txBody>
          <a:bodyPr>
            <a:normAutofit/>
          </a:bodyPr>
          <a:lstStyle/>
          <a:p>
            <a:pPr indent="-457200">
              <a:lnSpc>
                <a:spcPct val="180000"/>
              </a:lnSpc>
              <a:spcBef>
                <a:spcPts val="0"/>
              </a:spcBef>
              <a:buFont typeface="Wingdings" panose="05000000000000000000" pitchFamily="2" charset="2"/>
              <a:buChar char="p"/>
            </a:pPr>
            <a:r>
              <a:rPr lang="en-US" altLang="en-US" dirty="0"/>
              <a:t>CLIP </a:t>
            </a:r>
            <a:r>
              <a:rPr lang="zh-CN" altLang="en-US" dirty="0"/>
              <a:t>主要侧重于理解和匹配图像与文本，缺乏创建或修改内容的生成能力</a:t>
            </a:r>
          </a:p>
          <a:p>
            <a:pPr indent="-457200">
              <a:lnSpc>
                <a:spcPct val="180000"/>
              </a:lnSpc>
              <a:spcBef>
                <a:spcPts val="0"/>
              </a:spcBef>
              <a:buFont typeface="Wingdings" panose="05000000000000000000" pitchFamily="2" charset="2"/>
              <a:buChar char="p"/>
            </a:pPr>
            <a:r>
              <a:rPr lang="zh-CN" altLang="en-US" dirty="0"/>
              <a:t>针对专门任务对 </a:t>
            </a:r>
            <a:r>
              <a:rPr lang="en-US" altLang="en-US" dirty="0"/>
              <a:t>CLIP </a:t>
            </a:r>
            <a:r>
              <a:rPr lang="zh-CN" altLang="en-US" dirty="0"/>
              <a:t>进行微调可能比较麻烦，并且可能无法在不同应用过程中产生最佳性能</a:t>
            </a:r>
          </a:p>
          <a:p>
            <a:pPr indent="-457200">
              <a:lnSpc>
                <a:spcPct val="180000"/>
              </a:lnSpc>
              <a:spcBef>
                <a:spcPts val="0"/>
              </a:spcBef>
              <a:buFont typeface="Wingdings" panose="05000000000000000000" pitchFamily="2" charset="2"/>
              <a:buChar char="p"/>
            </a:pPr>
            <a:r>
              <a:rPr lang="en-US" altLang="en-US" dirty="0"/>
              <a:t>CLIP </a:t>
            </a:r>
            <a:r>
              <a:rPr lang="zh-CN" altLang="en-US" dirty="0"/>
              <a:t>对视觉和文本信息的整合虽然有效，但有时可能比较浅层，限制了深度多模态理解</a:t>
            </a:r>
          </a:p>
          <a:p>
            <a:pPr indent="-457200">
              <a:lnSpc>
                <a:spcPct val="180000"/>
              </a:lnSpc>
              <a:spcBef>
                <a:spcPts val="0"/>
              </a:spcBef>
              <a:buFont typeface="Wingdings" panose="05000000000000000000" pitchFamily="2" charset="2"/>
              <a:buChar char="p"/>
            </a:pPr>
            <a:r>
              <a:rPr lang="en-US" altLang="zh-CN" dirty="0"/>
              <a:t>...</a:t>
            </a:r>
            <a:endParaRPr lang="en-US" altLang="en-US" dirty="0"/>
          </a:p>
        </p:txBody>
      </p:sp>
    </p:spTree>
    <p:extLst>
      <p:ext uri="{BB962C8B-B14F-4D97-AF65-F5344CB8AC3E}">
        <p14:creationId xmlns:p14="http://schemas.microsoft.com/office/powerpoint/2010/main" val="2690588529"/>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66831764-2D3B-72DF-075B-15B7EF9F9675}"/>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497859" y="3024279"/>
            <a:ext cx="7574692" cy="3085986"/>
          </a:xfrm>
          <a:prstGeom prst="rect">
            <a:avLst/>
          </a:prstGeom>
        </p:spPr>
      </p:pic>
      <p:sp>
        <p:nvSpPr>
          <p:cNvPr id="2" name="Title 1">
            <a:extLst>
              <a:ext uri="{FF2B5EF4-FFF2-40B4-BE49-F238E27FC236}">
                <a16:creationId xmlns:a16="http://schemas.microsoft.com/office/drawing/2014/main" id="{B0650C5D-E031-6A7F-20FB-25EDFFE48B36}"/>
              </a:ext>
            </a:extLst>
          </p:cNvPr>
          <p:cNvSpPr>
            <a:spLocks noGrp="1"/>
          </p:cNvSpPr>
          <p:nvPr>
            <p:ph type="title"/>
          </p:nvPr>
        </p:nvSpPr>
        <p:spPr/>
        <p:txBody>
          <a:bodyPr/>
          <a:lstStyle/>
          <a:p>
            <a:r>
              <a:rPr lang="en-US"/>
              <a:t>Bootstrapping Language-Image Pre-training</a:t>
            </a:r>
            <a:r>
              <a:rPr lang="zh-CN" altLang="en-US"/>
              <a:t> </a:t>
            </a:r>
            <a:r>
              <a:rPr lang="en-US" altLang="zh-CN"/>
              <a:t>(BLIP)</a:t>
            </a:r>
            <a:endParaRPr lang="en-US"/>
          </a:p>
        </p:txBody>
      </p:sp>
      <p:sp>
        <p:nvSpPr>
          <p:cNvPr id="3" name="Content Placeholder 2">
            <a:extLst>
              <a:ext uri="{FF2B5EF4-FFF2-40B4-BE49-F238E27FC236}">
                <a16:creationId xmlns:a16="http://schemas.microsoft.com/office/drawing/2014/main" id="{95069DBD-AC4B-45CB-4478-2C98920D182E}"/>
              </a:ext>
            </a:extLst>
          </p:cNvPr>
          <p:cNvSpPr>
            <a:spLocks noGrp="1"/>
          </p:cNvSpPr>
          <p:nvPr>
            <p:ph idx="1"/>
          </p:nvPr>
        </p:nvSpPr>
        <p:spPr/>
        <p:txBody>
          <a:bodyPr>
            <a:normAutofit/>
          </a:bodyPr>
          <a:lstStyle/>
          <a:p>
            <a:pPr indent="-457200">
              <a:lnSpc>
                <a:spcPct val="180000"/>
              </a:lnSpc>
              <a:spcBef>
                <a:spcPts val="0"/>
              </a:spcBef>
              <a:buFont typeface="Wingdings" panose="05000000000000000000" pitchFamily="2" charset="2"/>
              <a:buChar char="p"/>
            </a:pPr>
            <a:r>
              <a:rPr lang="en-US" altLang="zh-CN" dirty="0"/>
              <a:t>BLIP </a:t>
            </a:r>
            <a:r>
              <a:rPr lang="zh-CN" altLang="en-US" dirty="0"/>
              <a:t>是基于 </a:t>
            </a:r>
            <a:r>
              <a:rPr lang="en-US" altLang="zh-CN" dirty="0"/>
              <a:t>Transformer </a:t>
            </a:r>
            <a:r>
              <a:rPr lang="zh-CN" altLang="en-US" dirty="0"/>
              <a:t>编码器和解码器构建的</a:t>
            </a:r>
          </a:p>
          <a:p>
            <a:pPr indent="-457200">
              <a:lnSpc>
                <a:spcPct val="180000"/>
              </a:lnSpc>
              <a:spcBef>
                <a:spcPts val="0"/>
              </a:spcBef>
              <a:buFont typeface="Wingdings" panose="05000000000000000000" pitchFamily="2" charset="2"/>
              <a:buChar char="p"/>
            </a:pPr>
            <a:r>
              <a:rPr lang="zh-CN" altLang="en-US" dirty="0"/>
              <a:t>它可以以三种功能运行 </a:t>
            </a:r>
            <a:r>
              <a:rPr lang="en-US" altLang="zh-CN" dirty="0"/>
              <a:t>:</a:t>
            </a:r>
            <a:r>
              <a:rPr lang="zh-CN" altLang="en-US" dirty="0"/>
              <a:t> </a:t>
            </a:r>
            <a:endParaRPr lang="en-US" altLang="zh-CN" dirty="0"/>
          </a:p>
          <a:p>
            <a:pPr marL="685800" lvl="2" indent="-457200">
              <a:lnSpc>
                <a:spcPct val="180000"/>
              </a:lnSpc>
              <a:spcBef>
                <a:spcPts val="0"/>
              </a:spcBef>
              <a:buFont typeface="Wingdings" panose="05000000000000000000" pitchFamily="2" charset="2"/>
              <a:buChar char="p"/>
            </a:pPr>
            <a:r>
              <a:rPr lang="zh-CN" altLang="en-US" b="1" kern="100" dirty="0">
                <a:solidFill>
                  <a:prstClr val="black"/>
                </a:solidFill>
                <a:cs typeface="+mn-ea"/>
              </a:rPr>
              <a:t>通过图文对比对齐图像和文本</a:t>
            </a:r>
          </a:p>
          <a:p>
            <a:pPr marL="685800" lvl="2" indent="-457200">
              <a:lnSpc>
                <a:spcPct val="180000"/>
              </a:lnSpc>
              <a:spcBef>
                <a:spcPts val="0"/>
              </a:spcBef>
              <a:buFont typeface="Wingdings" panose="05000000000000000000" pitchFamily="2" charset="2"/>
              <a:buChar char="p"/>
            </a:pPr>
            <a:r>
              <a:rPr lang="zh-CN" altLang="en-US" b="1" kern="100" dirty="0">
                <a:solidFill>
                  <a:prstClr val="black"/>
                </a:solidFill>
                <a:cs typeface="+mn-ea"/>
              </a:rPr>
              <a:t>通过图文匹配区分图像和文本</a:t>
            </a:r>
            <a:br>
              <a:rPr lang="en-US" altLang="zh-CN" b="1" kern="100" dirty="0">
                <a:solidFill>
                  <a:prstClr val="black"/>
                </a:solidFill>
                <a:cs typeface="+mn-ea"/>
              </a:rPr>
            </a:br>
            <a:r>
              <a:rPr lang="zh-CN" altLang="en-US" b="1" kern="100" dirty="0">
                <a:solidFill>
                  <a:prstClr val="black"/>
                </a:solidFill>
                <a:cs typeface="+mn-ea"/>
              </a:rPr>
              <a:t>是否匹配</a:t>
            </a:r>
          </a:p>
          <a:p>
            <a:pPr marL="685800" lvl="2" indent="-457200">
              <a:lnSpc>
                <a:spcPct val="180000"/>
              </a:lnSpc>
              <a:spcBef>
                <a:spcPts val="0"/>
              </a:spcBef>
              <a:buFont typeface="Wingdings" panose="05000000000000000000" pitchFamily="2" charset="2"/>
              <a:buChar char="p"/>
            </a:pPr>
            <a:r>
              <a:rPr lang="zh-CN" altLang="en-US" b="1" kern="100" dirty="0">
                <a:solidFill>
                  <a:prstClr val="black"/>
                </a:solidFill>
                <a:cs typeface="+mn-ea"/>
              </a:rPr>
              <a:t>多模态语言建模</a:t>
            </a:r>
            <a:endParaRPr lang="en-US" altLang="zh-CN" b="1" kern="100" dirty="0">
              <a:solidFill>
                <a:prstClr val="black"/>
              </a:solidFill>
              <a:cs typeface="+mn-ea"/>
            </a:endParaRPr>
          </a:p>
          <a:p>
            <a:pPr marL="228600" lvl="1" indent="-457200">
              <a:lnSpc>
                <a:spcPct val="180000"/>
              </a:lnSpc>
              <a:spcBef>
                <a:spcPts val="0"/>
              </a:spcBef>
              <a:buFont typeface="Wingdings" panose="05000000000000000000" pitchFamily="2" charset="2"/>
              <a:buChar char="p"/>
            </a:pPr>
            <a:r>
              <a:rPr lang="zh-CN" altLang="en-US" b="1" kern="100" dirty="0">
                <a:solidFill>
                  <a:prstClr val="black"/>
                </a:solidFill>
                <a:cs typeface="+mn-ea"/>
              </a:rPr>
              <a:t>训练时，三个任务损失</a:t>
            </a:r>
            <a:br>
              <a:rPr lang="en-US" altLang="zh-CN" b="1" kern="100" dirty="0">
                <a:solidFill>
                  <a:prstClr val="black"/>
                </a:solidFill>
                <a:cs typeface="+mn-ea"/>
              </a:rPr>
            </a:br>
            <a:r>
              <a:rPr lang="zh-CN" altLang="en-US" b="1" kern="100" dirty="0">
                <a:solidFill>
                  <a:prstClr val="black"/>
                </a:solidFill>
                <a:cs typeface="+mn-ea"/>
              </a:rPr>
              <a:t>加权求和作为最终损失</a:t>
            </a:r>
            <a:endParaRPr lang="en-US" altLang="en-US" b="1" kern="100" dirty="0">
              <a:solidFill>
                <a:prstClr val="black"/>
              </a:solidFill>
              <a:cs typeface="+mn-ea"/>
            </a:endParaRPr>
          </a:p>
        </p:txBody>
      </p:sp>
      <p:sp>
        <p:nvSpPr>
          <p:cNvPr id="5" name="TextBox 4">
            <a:extLst>
              <a:ext uri="{FF2B5EF4-FFF2-40B4-BE49-F238E27FC236}">
                <a16:creationId xmlns:a16="http://schemas.microsoft.com/office/drawing/2014/main" id="{43207A4D-7F6A-88AC-075B-14845D54C5EA}"/>
              </a:ext>
            </a:extLst>
          </p:cNvPr>
          <p:cNvSpPr txBox="1"/>
          <p:nvPr/>
        </p:nvSpPr>
        <p:spPr>
          <a:xfrm>
            <a:off x="838200" y="6311900"/>
            <a:ext cx="10416746" cy="430887"/>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dirty="0">
                <a:ln>
                  <a:noFill/>
                </a:ln>
                <a:solidFill>
                  <a:srgbClr val="222222"/>
                </a:solidFill>
                <a:effectLst/>
                <a:uLnTx/>
                <a:uFillTx/>
                <a:latin typeface="Arial" panose="020B0604020202020204" pitchFamily="34" charset="0"/>
                <a:ea typeface="微软雅黑"/>
                <a:cs typeface="+mn-cs"/>
              </a:rPr>
              <a:t>Li, </a:t>
            </a:r>
            <a:r>
              <a:rPr kumimoji="0" lang="en-US" sz="1100" b="0" i="0" u="none" strike="noStrike" kern="1200" cap="none" spc="0" normalizeH="0" baseline="0" noProof="0" dirty="0" err="1">
                <a:ln>
                  <a:noFill/>
                </a:ln>
                <a:solidFill>
                  <a:srgbClr val="222222"/>
                </a:solidFill>
                <a:effectLst/>
                <a:uLnTx/>
                <a:uFillTx/>
                <a:latin typeface="Arial" panose="020B0604020202020204" pitchFamily="34" charset="0"/>
                <a:ea typeface="微软雅黑"/>
                <a:cs typeface="+mn-cs"/>
              </a:rPr>
              <a:t>Junnan</a:t>
            </a:r>
            <a:r>
              <a:rPr kumimoji="0" lang="en-US" sz="1100" b="0" i="0" u="none" strike="noStrike" kern="1200" cap="none" spc="0" normalizeH="0" baseline="0" noProof="0" dirty="0">
                <a:ln>
                  <a:noFill/>
                </a:ln>
                <a:solidFill>
                  <a:srgbClr val="222222"/>
                </a:solidFill>
                <a:effectLst/>
                <a:uLnTx/>
                <a:uFillTx/>
                <a:latin typeface="Arial" panose="020B0604020202020204" pitchFamily="34" charset="0"/>
                <a:ea typeface="微软雅黑"/>
                <a:cs typeface="+mn-cs"/>
              </a:rPr>
              <a:t>, </a:t>
            </a:r>
            <a:r>
              <a:rPr kumimoji="0" lang="en-US" sz="1100" b="0" i="0" u="none" strike="noStrike" kern="1200" cap="none" spc="0" normalizeH="0" baseline="0" noProof="0" dirty="0" err="1">
                <a:ln>
                  <a:noFill/>
                </a:ln>
                <a:solidFill>
                  <a:srgbClr val="222222"/>
                </a:solidFill>
                <a:effectLst/>
                <a:uLnTx/>
                <a:uFillTx/>
                <a:latin typeface="Arial" panose="020B0604020202020204" pitchFamily="34" charset="0"/>
                <a:ea typeface="微软雅黑"/>
                <a:cs typeface="+mn-cs"/>
              </a:rPr>
              <a:t>Dongxu</a:t>
            </a:r>
            <a:r>
              <a:rPr kumimoji="0" lang="en-US" sz="1100" b="0" i="0" u="none" strike="noStrike" kern="1200" cap="none" spc="0" normalizeH="0" baseline="0" noProof="0" dirty="0">
                <a:ln>
                  <a:noFill/>
                </a:ln>
                <a:solidFill>
                  <a:srgbClr val="222222"/>
                </a:solidFill>
                <a:effectLst/>
                <a:uLnTx/>
                <a:uFillTx/>
                <a:latin typeface="Arial" panose="020B0604020202020204" pitchFamily="34" charset="0"/>
                <a:ea typeface="微软雅黑"/>
                <a:cs typeface="+mn-cs"/>
              </a:rPr>
              <a:t> Li, </a:t>
            </a:r>
            <a:r>
              <a:rPr kumimoji="0" lang="en-US" sz="1100" b="0" i="0" u="none" strike="noStrike" kern="1200" cap="none" spc="0" normalizeH="0" baseline="0" noProof="0" dirty="0" err="1">
                <a:ln>
                  <a:noFill/>
                </a:ln>
                <a:solidFill>
                  <a:srgbClr val="222222"/>
                </a:solidFill>
                <a:effectLst/>
                <a:uLnTx/>
                <a:uFillTx/>
                <a:latin typeface="Arial" panose="020B0604020202020204" pitchFamily="34" charset="0"/>
                <a:ea typeface="微软雅黑"/>
                <a:cs typeface="+mn-cs"/>
              </a:rPr>
              <a:t>Caiming</a:t>
            </a:r>
            <a:r>
              <a:rPr kumimoji="0" lang="en-US" sz="1100" b="0" i="0" u="none" strike="noStrike" kern="1200" cap="none" spc="0" normalizeH="0" baseline="0" noProof="0" dirty="0">
                <a:ln>
                  <a:noFill/>
                </a:ln>
                <a:solidFill>
                  <a:srgbClr val="222222"/>
                </a:solidFill>
                <a:effectLst/>
                <a:uLnTx/>
                <a:uFillTx/>
                <a:latin typeface="Arial" panose="020B0604020202020204" pitchFamily="34" charset="0"/>
                <a:ea typeface="微软雅黑"/>
                <a:cs typeface="+mn-cs"/>
              </a:rPr>
              <a:t> Xiong, and Steven Hoi. "Blip: Bootstrapping language-image pre-training for unified vision-language understanding and generation." In </a:t>
            </a:r>
            <a:r>
              <a:rPr kumimoji="0" lang="en-US" sz="1100" b="0" i="1" u="none" strike="noStrike" kern="1200" cap="none" spc="0" normalizeH="0" baseline="0" noProof="0" dirty="0">
                <a:ln>
                  <a:noFill/>
                </a:ln>
                <a:solidFill>
                  <a:srgbClr val="222222"/>
                </a:solidFill>
                <a:effectLst/>
                <a:uLnTx/>
                <a:uFillTx/>
                <a:latin typeface="Arial" panose="020B0604020202020204" pitchFamily="34" charset="0"/>
                <a:ea typeface="微软雅黑"/>
                <a:cs typeface="+mn-cs"/>
              </a:rPr>
              <a:t>International conference on machine learning</a:t>
            </a:r>
            <a:r>
              <a:rPr kumimoji="0" lang="en-US" sz="1100" b="0" i="0" u="none" strike="noStrike" kern="1200" cap="none" spc="0" normalizeH="0" baseline="0" noProof="0" dirty="0">
                <a:ln>
                  <a:noFill/>
                </a:ln>
                <a:solidFill>
                  <a:srgbClr val="222222"/>
                </a:solidFill>
                <a:effectLst/>
                <a:uLnTx/>
                <a:uFillTx/>
                <a:latin typeface="Arial" panose="020B0604020202020204" pitchFamily="34" charset="0"/>
                <a:ea typeface="微软雅黑"/>
                <a:cs typeface="+mn-cs"/>
              </a:rPr>
              <a:t>, pp. 12888-12900. PMLR, 2022.</a:t>
            </a:r>
            <a:endParaRPr kumimoji="0" lang="en-US" sz="1100" b="0" i="0" u="none" strike="noStrike" kern="1200" cap="none" spc="0" normalizeH="0" baseline="0" noProof="0" dirty="0">
              <a:ln>
                <a:noFill/>
              </a:ln>
              <a:solidFill>
                <a:prstClr val="black"/>
              </a:solidFill>
              <a:effectLst/>
              <a:uLnTx/>
              <a:uFillTx/>
              <a:latin typeface="Arial"/>
              <a:ea typeface="微软雅黑"/>
              <a:cs typeface="+mn-cs"/>
            </a:endParaRPr>
          </a:p>
        </p:txBody>
      </p:sp>
    </p:spTree>
    <p:extLst>
      <p:ext uri="{BB962C8B-B14F-4D97-AF65-F5344CB8AC3E}">
        <p14:creationId xmlns:p14="http://schemas.microsoft.com/office/powerpoint/2010/main" val="2281549366"/>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5417EED-393B-23DC-8B1B-C294D9D7C08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BFA1432-1E8C-9CA5-AAE4-F45B4BAE0057}"/>
              </a:ext>
            </a:extLst>
          </p:cNvPr>
          <p:cNvSpPr>
            <a:spLocks noGrp="1"/>
          </p:cNvSpPr>
          <p:nvPr>
            <p:ph type="title"/>
          </p:nvPr>
        </p:nvSpPr>
        <p:spPr/>
        <p:txBody>
          <a:bodyPr/>
          <a:lstStyle/>
          <a:p>
            <a:r>
              <a:rPr lang="en-US" altLang="zh-CN" dirty="0"/>
              <a:t>BLIP</a:t>
            </a:r>
            <a:r>
              <a:rPr lang="zh-CN" altLang="en-US" dirty="0"/>
              <a:t> </a:t>
            </a:r>
            <a:r>
              <a:rPr lang="en-US" altLang="zh-CN" dirty="0"/>
              <a:t>–</a:t>
            </a:r>
            <a:r>
              <a:rPr lang="zh-CN" altLang="en-US" dirty="0"/>
              <a:t> 模型性能</a:t>
            </a:r>
            <a:endParaRPr lang="en-US" dirty="0"/>
          </a:p>
        </p:txBody>
      </p:sp>
      <p:sp>
        <p:nvSpPr>
          <p:cNvPr id="3" name="Content Placeholder 2">
            <a:extLst>
              <a:ext uri="{FF2B5EF4-FFF2-40B4-BE49-F238E27FC236}">
                <a16:creationId xmlns:a16="http://schemas.microsoft.com/office/drawing/2014/main" id="{EAEEAE3B-86E6-1744-08A4-73CFF6974F73}"/>
              </a:ext>
            </a:extLst>
          </p:cNvPr>
          <p:cNvSpPr>
            <a:spLocks noGrp="1"/>
          </p:cNvSpPr>
          <p:nvPr>
            <p:ph idx="1"/>
          </p:nvPr>
        </p:nvSpPr>
        <p:spPr>
          <a:xfrm>
            <a:off x="838201" y="1149765"/>
            <a:ext cx="10515600" cy="1739209"/>
          </a:xfrm>
        </p:spPr>
        <p:txBody>
          <a:bodyPr/>
          <a:lstStyle/>
          <a:p>
            <a:pPr indent="-457200">
              <a:lnSpc>
                <a:spcPct val="180000"/>
              </a:lnSpc>
              <a:spcBef>
                <a:spcPts val="0"/>
              </a:spcBef>
              <a:buFont typeface="Wingdings" panose="05000000000000000000" pitchFamily="2" charset="2"/>
              <a:buChar char="p"/>
            </a:pPr>
            <a:r>
              <a:rPr lang="en-US" altLang="zh-CN" dirty="0">
                <a:solidFill>
                  <a:schemeClr val="tx1"/>
                </a:solidFill>
              </a:rPr>
              <a:t>BLIP</a:t>
            </a:r>
            <a:r>
              <a:rPr lang="zh-CN" altLang="en-US" dirty="0">
                <a:solidFill>
                  <a:schemeClr val="tx1"/>
                </a:solidFill>
              </a:rPr>
              <a:t>能够生成高质量的图片描述</a:t>
            </a:r>
            <a:endParaRPr lang="en-US" altLang="en-US" dirty="0">
              <a:solidFill>
                <a:schemeClr val="tx1"/>
              </a:solidFill>
            </a:endParaRPr>
          </a:p>
        </p:txBody>
      </p:sp>
      <p:grpSp>
        <p:nvGrpSpPr>
          <p:cNvPr id="14" name="Group 13">
            <a:extLst>
              <a:ext uri="{FF2B5EF4-FFF2-40B4-BE49-F238E27FC236}">
                <a16:creationId xmlns:a16="http://schemas.microsoft.com/office/drawing/2014/main" id="{DD0C5098-7D02-0AFA-83E7-9E31555AA415}"/>
              </a:ext>
            </a:extLst>
          </p:cNvPr>
          <p:cNvGrpSpPr/>
          <p:nvPr/>
        </p:nvGrpSpPr>
        <p:grpSpPr>
          <a:xfrm>
            <a:off x="602956" y="2406997"/>
            <a:ext cx="10986087" cy="3124059"/>
            <a:chOff x="602956" y="3052904"/>
            <a:chExt cx="10986087" cy="3124059"/>
          </a:xfrm>
        </p:grpSpPr>
        <p:pic>
          <p:nvPicPr>
            <p:cNvPr id="7" name="Picture 6">
              <a:extLst>
                <a:ext uri="{FF2B5EF4-FFF2-40B4-BE49-F238E27FC236}">
                  <a16:creationId xmlns:a16="http://schemas.microsoft.com/office/drawing/2014/main" id="{068A04E2-DAA7-F140-0A4A-D04F7FAB95DE}"/>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02956" y="3052904"/>
              <a:ext cx="10986087" cy="3124059"/>
            </a:xfrm>
            <a:prstGeom prst="rect">
              <a:avLst/>
            </a:prstGeom>
          </p:spPr>
        </p:pic>
        <p:sp>
          <p:nvSpPr>
            <p:cNvPr id="8" name="Rectangle 7">
              <a:extLst>
                <a:ext uri="{FF2B5EF4-FFF2-40B4-BE49-F238E27FC236}">
                  <a16:creationId xmlns:a16="http://schemas.microsoft.com/office/drawing/2014/main" id="{AAE0D7FF-CF45-FD65-482D-1A0A5CFA9942}"/>
                </a:ext>
              </a:extLst>
            </p:cNvPr>
            <p:cNvSpPr/>
            <p:nvPr/>
          </p:nvSpPr>
          <p:spPr>
            <a:xfrm>
              <a:off x="1987826" y="3180522"/>
              <a:ext cx="1974574" cy="702365"/>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Rectangle 8">
              <a:extLst>
                <a:ext uri="{FF2B5EF4-FFF2-40B4-BE49-F238E27FC236}">
                  <a16:creationId xmlns:a16="http://schemas.microsoft.com/office/drawing/2014/main" id="{88C4D66F-FB4F-4BAB-2766-B5F92970D35C}"/>
                </a:ext>
              </a:extLst>
            </p:cNvPr>
            <p:cNvSpPr/>
            <p:nvPr/>
          </p:nvSpPr>
          <p:spPr>
            <a:xfrm>
              <a:off x="6149007" y="3180522"/>
              <a:ext cx="1736036" cy="574747"/>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432B8D0C-169C-4088-87E4-FB898C5410CA}"/>
                </a:ext>
              </a:extLst>
            </p:cNvPr>
            <p:cNvSpPr/>
            <p:nvPr/>
          </p:nvSpPr>
          <p:spPr>
            <a:xfrm>
              <a:off x="9203631" y="3141626"/>
              <a:ext cx="2150169" cy="741261"/>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a:extLst>
                <a:ext uri="{FF2B5EF4-FFF2-40B4-BE49-F238E27FC236}">
                  <a16:creationId xmlns:a16="http://schemas.microsoft.com/office/drawing/2014/main" id="{411553B8-9BA9-ED70-F07D-163248B2DB36}"/>
                </a:ext>
              </a:extLst>
            </p:cNvPr>
            <p:cNvSpPr/>
            <p:nvPr/>
          </p:nvSpPr>
          <p:spPr>
            <a:xfrm>
              <a:off x="9790955" y="4614933"/>
              <a:ext cx="1562846" cy="593171"/>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7672F7D9-8F94-3180-A2ED-75B449BEB167}"/>
                </a:ext>
              </a:extLst>
            </p:cNvPr>
            <p:cNvSpPr/>
            <p:nvPr/>
          </p:nvSpPr>
          <p:spPr>
            <a:xfrm>
              <a:off x="6095999" y="4669530"/>
              <a:ext cx="1562846" cy="593171"/>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a:extLst>
                <a:ext uri="{FF2B5EF4-FFF2-40B4-BE49-F238E27FC236}">
                  <a16:creationId xmlns:a16="http://schemas.microsoft.com/office/drawing/2014/main" id="{0733E52A-2DD4-829A-2709-B13C0AE620E5}"/>
                </a:ext>
              </a:extLst>
            </p:cNvPr>
            <p:cNvSpPr/>
            <p:nvPr/>
          </p:nvSpPr>
          <p:spPr>
            <a:xfrm>
              <a:off x="2822713" y="4694446"/>
              <a:ext cx="1722783" cy="805206"/>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15" name="TextBox 14">
            <a:extLst>
              <a:ext uri="{FF2B5EF4-FFF2-40B4-BE49-F238E27FC236}">
                <a16:creationId xmlns:a16="http://schemas.microsoft.com/office/drawing/2014/main" id="{DA2F4B3C-891F-F599-6827-F5DA60121D37}"/>
              </a:ext>
            </a:extLst>
          </p:cNvPr>
          <p:cNvSpPr txBox="1"/>
          <p:nvPr/>
        </p:nvSpPr>
        <p:spPr>
          <a:xfrm>
            <a:off x="838200" y="6311900"/>
            <a:ext cx="10416746" cy="430887"/>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dirty="0">
                <a:ln>
                  <a:noFill/>
                </a:ln>
                <a:solidFill>
                  <a:srgbClr val="222222"/>
                </a:solidFill>
                <a:effectLst/>
                <a:uLnTx/>
                <a:uFillTx/>
                <a:latin typeface="Arial" panose="020B0604020202020204" pitchFamily="34" charset="0"/>
                <a:ea typeface="微软雅黑"/>
                <a:cs typeface="+mn-cs"/>
              </a:rPr>
              <a:t>Li, </a:t>
            </a:r>
            <a:r>
              <a:rPr kumimoji="0" lang="en-US" sz="1100" b="0" i="0" u="none" strike="noStrike" kern="1200" cap="none" spc="0" normalizeH="0" baseline="0" noProof="0" dirty="0" err="1">
                <a:ln>
                  <a:noFill/>
                </a:ln>
                <a:solidFill>
                  <a:srgbClr val="222222"/>
                </a:solidFill>
                <a:effectLst/>
                <a:uLnTx/>
                <a:uFillTx/>
                <a:latin typeface="Arial" panose="020B0604020202020204" pitchFamily="34" charset="0"/>
                <a:ea typeface="微软雅黑"/>
                <a:cs typeface="+mn-cs"/>
              </a:rPr>
              <a:t>Junnan</a:t>
            </a:r>
            <a:r>
              <a:rPr kumimoji="0" lang="en-US" sz="1100" b="0" i="0" u="none" strike="noStrike" kern="1200" cap="none" spc="0" normalizeH="0" baseline="0" noProof="0" dirty="0">
                <a:ln>
                  <a:noFill/>
                </a:ln>
                <a:solidFill>
                  <a:srgbClr val="222222"/>
                </a:solidFill>
                <a:effectLst/>
                <a:uLnTx/>
                <a:uFillTx/>
                <a:latin typeface="Arial" panose="020B0604020202020204" pitchFamily="34" charset="0"/>
                <a:ea typeface="微软雅黑"/>
                <a:cs typeface="+mn-cs"/>
              </a:rPr>
              <a:t>, </a:t>
            </a:r>
            <a:r>
              <a:rPr kumimoji="0" lang="en-US" sz="1100" b="0" i="0" u="none" strike="noStrike" kern="1200" cap="none" spc="0" normalizeH="0" baseline="0" noProof="0" dirty="0" err="1">
                <a:ln>
                  <a:noFill/>
                </a:ln>
                <a:solidFill>
                  <a:srgbClr val="222222"/>
                </a:solidFill>
                <a:effectLst/>
                <a:uLnTx/>
                <a:uFillTx/>
                <a:latin typeface="Arial" panose="020B0604020202020204" pitchFamily="34" charset="0"/>
                <a:ea typeface="微软雅黑"/>
                <a:cs typeface="+mn-cs"/>
              </a:rPr>
              <a:t>Dongxu</a:t>
            </a:r>
            <a:r>
              <a:rPr kumimoji="0" lang="en-US" sz="1100" b="0" i="0" u="none" strike="noStrike" kern="1200" cap="none" spc="0" normalizeH="0" baseline="0" noProof="0" dirty="0">
                <a:ln>
                  <a:noFill/>
                </a:ln>
                <a:solidFill>
                  <a:srgbClr val="222222"/>
                </a:solidFill>
                <a:effectLst/>
                <a:uLnTx/>
                <a:uFillTx/>
                <a:latin typeface="Arial" panose="020B0604020202020204" pitchFamily="34" charset="0"/>
                <a:ea typeface="微软雅黑"/>
                <a:cs typeface="+mn-cs"/>
              </a:rPr>
              <a:t> Li, </a:t>
            </a:r>
            <a:r>
              <a:rPr kumimoji="0" lang="en-US" sz="1100" b="0" i="0" u="none" strike="noStrike" kern="1200" cap="none" spc="0" normalizeH="0" baseline="0" noProof="0" dirty="0" err="1">
                <a:ln>
                  <a:noFill/>
                </a:ln>
                <a:solidFill>
                  <a:srgbClr val="222222"/>
                </a:solidFill>
                <a:effectLst/>
                <a:uLnTx/>
                <a:uFillTx/>
                <a:latin typeface="Arial" panose="020B0604020202020204" pitchFamily="34" charset="0"/>
                <a:ea typeface="微软雅黑"/>
                <a:cs typeface="+mn-cs"/>
              </a:rPr>
              <a:t>Caiming</a:t>
            </a:r>
            <a:r>
              <a:rPr kumimoji="0" lang="en-US" sz="1100" b="0" i="0" u="none" strike="noStrike" kern="1200" cap="none" spc="0" normalizeH="0" baseline="0" noProof="0" dirty="0">
                <a:ln>
                  <a:noFill/>
                </a:ln>
                <a:solidFill>
                  <a:srgbClr val="222222"/>
                </a:solidFill>
                <a:effectLst/>
                <a:uLnTx/>
                <a:uFillTx/>
                <a:latin typeface="Arial" panose="020B0604020202020204" pitchFamily="34" charset="0"/>
                <a:ea typeface="微软雅黑"/>
                <a:cs typeface="+mn-cs"/>
              </a:rPr>
              <a:t> Xiong, and Steven Hoi. "Blip: Bootstrapping language-image pre-training for unified vision-language understanding and generation." In </a:t>
            </a:r>
            <a:r>
              <a:rPr kumimoji="0" lang="en-US" sz="1100" b="0" i="1" u="none" strike="noStrike" kern="1200" cap="none" spc="0" normalizeH="0" baseline="0" noProof="0" dirty="0">
                <a:ln>
                  <a:noFill/>
                </a:ln>
                <a:solidFill>
                  <a:srgbClr val="222222"/>
                </a:solidFill>
                <a:effectLst/>
                <a:uLnTx/>
                <a:uFillTx/>
                <a:latin typeface="Arial" panose="020B0604020202020204" pitchFamily="34" charset="0"/>
                <a:ea typeface="微软雅黑"/>
                <a:cs typeface="+mn-cs"/>
              </a:rPr>
              <a:t>International conference on machine learning</a:t>
            </a:r>
            <a:r>
              <a:rPr kumimoji="0" lang="en-US" sz="1100" b="0" i="0" u="none" strike="noStrike" kern="1200" cap="none" spc="0" normalizeH="0" baseline="0" noProof="0" dirty="0">
                <a:ln>
                  <a:noFill/>
                </a:ln>
                <a:solidFill>
                  <a:srgbClr val="222222"/>
                </a:solidFill>
                <a:effectLst/>
                <a:uLnTx/>
                <a:uFillTx/>
                <a:latin typeface="Arial" panose="020B0604020202020204" pitchFamily="34" charset="0"/>
                <a:ea typeface="微软雅黑"/>
                <a:cs typeface="+mn-cs"/>
              </a:rPr>
              <a:t>, pp. 12888-12900. PMLR, 2022.</a:t>
            </a:r>
            <a:endParaRPr kumimoji="0" lang="en-US" sz="1100" b="0" i="0" u="none" strike="noStrike" kern="1200" cap="none" spc="0" normalizeH="0" baseline="0" noProof="0" dirty="0">
              <a:ln>
                <a:noFill/>
              </a:ln>
              <a:solidFill>
                <a:prstClr val="black"/>
              </a:solidFill>
              <a:effectLst/>
              <a:uLnTx/>
              <a:uFillTx/>
              <a:latin typeface="Arial"/>
              <a:ea typeface="微软雅黑"/>
              <a:cs typeface="+mn-cs"/>
            </a:endParaRPr>
          </a:p>
        </p:txBody>
      </p:sp>
    </p:spTree>
    <p:extLst>
      <p:ext uri="{BB962C8B-B14F-4D97-AF65-F5344CB8AC3E}">
        <p14:creationId xmlns:p14="http://schemas.microsoft.com/office/powerpoint/2010/main" val="4200951889"/>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D0662AD-1F38-D6B3-A534-A57BD7EFC84E}"/>
              </a:ext>
            </a:extLst>
          </p:cNvPr>
          <p:cNvSpPr>
            <a:spLocks noGrp="1"/>
          </p:cNvSpPr>
          <p:nvPr>
            <p:ph type="title"/>
          </p:nvPr>
        </p:nvSpPr>
        <p:spPr/>
        <p:txBody>
          <a:bodyPr/>
          <a:lstStyle/>
          <a:p>
            <a:r>
              <a:rPr lang="en-US" altLang="zh-CN"/>
              <a:t>BLIP</a:t>
            </a:r>
            <a:r>
              <a:rPr lang="zh-CN" altLang="en-US"/>
              <a:t>的优势</a:t>
            </a:r>
            <a:endParaRPr lang="en-US"/>
          </a:p>
        </p:txBody>
      </p:sp>
      <p:sp>
        <p:nvSpPr>
          <p:cNvPr id="3" name="Content Placeholder 2">
            <a:extLst>
              <a:ext uri="{FF2B5EF4-FFF2-40B4-BE49-F238E27FC236}">
                <a16:creationId xmlns:a16="http://schemas.microsoft.com/office/drawing/2014/main" id="{88D182F5-96F1-369B-2415-89A5FEBE2254}"/>
              </a:ext>
            </a:extLst>
          </p:cNvPr>
          <p:cNvSpPr>
            <a:spLocks noGrp="1"/>
          </p:cNvSpPr>
          <p:nvPr>
            <p:ph idx="1"/>
          </p:nvPr>
        </p:nvSpPr>
        <p:spPr/>
        <p:txBody>
          <a:bodyPr/>
          <a:lstStyle/>
          <a:p>
            <a:pPr indent="-457200">
              <a:lnSpc>
                <a:spcPct val="180000"/>
              </a:lnSpc>
              <a:spcBef>
                <a:spcPts val="0"/>
              </a:spcBef>
              <a:buFont typeface="Wingdings" panose="05000000000000000000" pitchFamily="2" charset="2"/>
              <a:buChar char="p"/>
            </a:pPr>
            <a:r>
              <a:rPr lang="en-US" altLang="en-US" dirty="0"/>
              <a:t>BLIP </a:t>
            </a:r>
            <a:r>
              <a:rPr lang="zh-CN" altLang="en-US" dirty="0"/>
              <a:t>结合了生成功能，使其能够生成描述性文字，并更有效地弥合理解与生成之间的差距</a:t>
            </a:r>
          </a:p>
          <a:p>
            <a:pPr indent="-457200">
              <a:lnSpc>
                <a:spcPct val="180000"/>
              </a:lnSpc>
              <a:spcBef>
                <a:spcPts val="0"/>
              </a:spcBef>
              <a:buFont typeface="Wingdings" panose="05000000000000000000" pitchFamily="2" charset="2"/>
              <a:buChar char="p"/>
            </a:pPr>
            <a:r>
              <a:rPr lang="en-US" altLang="en-US" dirty="0"/>
              <a:t>BLIP </a:t>
            </a:r>
            <a:r>
              <a:rPr lang="zh-CN" altLang="en-US" dirty="0"/>
              <a:t>的开发旨在提供更大的灵活性和效率，以适应各种特定任务，通过更有效的预训练策略提高性能</a:t>
            </a:r>
          </a:p>
          <a:p>
            <a:pPr indent="-457200">
              <a:lnSpc>
                <a:spcPct val="180000"/>
              </a:lnSpc>
              <a:spcBef>
                <a:spcPts val="0"/>
              </a:spcBef>
              <a:buFont typeface="Wingdings" panose="05000000000000000000" pitchFamily="2" charset="2"/>
              <a:buChar char="p"/>
            </a:pPr>
            <a:r>
              <a:rPr lang="en-US" altLang="en-US" dirty="0"/>
              <a:t>BLIP </a:t>
            </a:r>
            <a:r>
              <a:rPr lang="zh-CN" altLang="en-US" dirty="0"/>
              <a:t>旨在增强零样本学习能力，确保在更广泛的领域和数据集上实现更稳健的性能，而无需进行大量微调</a:t>
            </a:r>
            <a:endParaRPr lang="en-US" altLang="en-US" dirty="0"/>
          </a:p>
        </p:txBody>
      </p:sp>
    </p:spTree>
    <p:extLst>
      <p:ext uri="{BB962C8B-B14F-4D97-AF65-F5344CB8AC3E}">
        <p14:creationId xmlns:p14="http://schemas.microsoft.com/office/powerpoint/2010/main" val="4161753682"/>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711C329-2AFB-4DCF-B9B5-F9348FA7EDE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8A6918A-4CEE-65B3-DC6B-CEF8F5196FFA}"/>
              </a:ext>
            </a:extLst>
          </p:cNvPr>
          <p:cNvSpPr>
            <a:spLocks noGrp="1"/>
          </p:cNvSpPr>
          <p:nvPr>
            <p:ph type="title"/>
          </p:nvPr>
        </p:nvSpPr>
        <p:spPr/>
        <p:txBody>
          <a:bodyPr/>
          <a:lstStyle/>
          <a:p>
            <a:r>
              <a:rPr lang="zh-CN" altLang="en-US" dirty="0"/>
              <a:t>示例应用：多模态情感分析任务</a:t>
            </a:r>
            <a:endParaRPr lang="en-US" dirty="0"/>
          </a:p>
        </p:txBody>
      </p:sp>
      <p:sp>
        <p:nvSpPr>
          <p:cNvPr id="3" name="Content Placeholder 2">
            <a:extLst>
              <a:ext uri="{FF2B5EF4-FFF2-40B4-BE49-F238E27FC236}">
                <a16:creationId xmlns:a16="http://schemas.microsoft.com/office/drawing/2014/main" id="{516FAC52-9CB1-1EC5-84D7-C27F1919199F}"/>
              </a:ext>
            </a:extLst>
          </p:cNvPr>
          <p:cNvSpPr>
            <a:spLocks noGrp="1"/>
          </p:cNvSpPr>
          <p:nvPr>
            <p:ph idx="1"/>
          </p:nvPr>
        </p:nvSpPr>
        <p:spPr/>
        <p:txBody>
          <a:bodyPr/>
          <a:lstStyle/>
          <a:p>
            <a:pPr indent="-457200">
              <a:lnSpc>
                <a:spcPct val="180000"/>
              </a:lnSpc>
              <a:spcBef>
                <a:spcPts val="0"/>
              </a:spcBef>
              <a:buFont typeface="Wingdings" panose="05000000000000000000" pitchFamily="2" charset="2"/>
              <a:buChar char="p"/>
            </a:pPr>
            <a:r>
              <a:rPr lang="zh-CN" altLang="en-US" dirty="0"/>
              <a:t>输入图像以及文本，输出情感极性的分类结果</a:t>
            </a:r>
            <a:endParaRPr lang="en-US" altLang="zh-CN" dirty="0"/>
          </a:p>
          <a:p>
            <a:pPr indent="-457200">
              <a:lnSpc>
                <a:spcPct val="180000"/>
              </a:lnSpc>
              <a:spcBef>
                <a:spcPts val="0"/>
              </a:spcBef>
              <a:buFont typeface="Wingdings" panose="05000000000000000000" pitchFamily="2" charset="2"/>
              <a:buChar char="p"/>
            </a:pPr>
            <a:r>
              <a:rPr lang="zh-CN" altLang="en-US" dirty="0"/>
              <a:t>基本做法，使用</a:t>
            </a:r>
            <a:r>
              <a:rPr lang="en-US" altLang="zh-CN" dirty="0"/>
              <a:t>Transformer</a:t>
            </a:r>
            <a:r>
              <a:rPr lang="zh-CN" altLang="en-US" dirty="0"/>
              <a:t>模型架构的图像与文本编码器（或者直接使用多模态模型），编码图像与文本，并做特征融合，最后用于预测</a:t>
            </a:r>
            <a:endParaRPr lang="en-US" altLang="en-US" dirty="0"/>
          </a:p>
        </p:txBody>
      </p:sp>
      <p:grpSp>
        <p:nvGrpSpPr>
          <p:cNvPr id="29" name="Group 28">
            <a:extLst>
              <a:ext uri="{FF2B5EF4-FFF2-40B4-BE49-F238E27FC236}">
                <a16:creationId xmlns:a16="http://schemas.microsoft.com/office/drawing/2014/main" id="{50E7BD54-A941-A2BC-57A3-1F6AB032F46E}"/>
              </a:ext>
            </a:extLst>
          </p:cNvPr>
          <p:cNvGrpSpPr/>
          <p:nvPr/>
        </p:nvGrpSpPr>
        <p:grpSpPr>
          <a:xfrm>
            <a:off x="860205" y="3378061"/>
            <a:ext cx="5896977" cy="2586803"/>
            <a:chOff x="1314450" y="3322981"/>
            <a:chExt cx="5896977" cy="2586803"/>
          </a:xfrm>
        </p:grpSpPr>
        <p:pic>
          <p:nvPicPr>
            <p:cNvPr id="4098" name="Picture 2" descr="cut">
              <a:extLst>
                <a:ext uri="{FF2B5EF4-FFF2-40B4-BE49-F238E27FC236}">
                  <a16:creationId xmlns:a16="http://schemas.microsoft.com/office/drawing/2014/main" id="{1C92B797-65B0-90E1-4191-8E458AC83913}"/>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314450" y="3322981"/>
              <a:ext cx="1567071" cy="1567071"/>
            </a:xfrm>
            <a:prstGeom prst="rect">
              <a:avLst/>
            </a:prstGeom>
            <a:noFill/>
            <a:extLst>
              <a:ext uri="{909E8E84-426E-40DD-AFC4-6F175D3DCCD1}">
                <a14:hiddenFill xmlns:a14="http://schemas.microsoft.com/office/drawing/2010/main">
                  <a:solidFill>
                    <a:srgbClr val="FFFFFF"/>
                  </a:solidFill>
                </a14:hiddenFill>
              </a:ext>
            </a:extLst>
          </p:spPr>
        </p:pic>
        <p:sp>
          <p:nvSpPr>
            <p:cNvPr id="4" name="TextBox 3">
              <a:extLst>
                <a:ext uri="{FF2B5EF4-FFF2-40B4-BE49-F238E27FC236}">
                  <a16:creationId xmlns:a16="http://schemas.microsoft.com/office/drawing/2014/main" id="{F40A9718-7B15-0C8F-F5CB-627A0364BC29}"/>
                </a:ext>
              </a:extLst>
            </p:cNvPr>
            <p:cNvSpPr txBox="1"/>
            <p:nvPr/>
          </p:nvSpPr>
          <p:spPr>
            <a:xfrm>
              <a:off x="1396511" y="5500696"/>
              <a:ext cx="1402948" cy="369332"/>
            </a:xfrm>
            <a:prstGeom prst="rect">
              <a:avLst/>
            </a:prstGeom>
            <a:noFill/>
          </p:spPr>
          <p:txBody>
            <a:bodyPr wrap="none" rtlCol="0">
              <a:spAutoFit/>
            </a:bodyPr>
            <a:lstStyle/>
            <a:p>
              <a:r>
                <a:rPr lang="en-US" dirty="0"/>
                <a:t>I</a:t>
              </a:r>
              <a:r>
                <a:rPr lang="zh-CN" altLang="en-US" dirty="0"/>
                <a:t> </a:t>
              </a:r>
              <a:r>
                <a:rPr lang="en-US" altLang="zh-CN" dirty="0"/>
                <a:t>like</a:t>
              </a:r>
              <a:r>
                <a:rPr lang="zh-CN" altLang="en-US" dirty="0"/>
                <a:t> </a:t>
              </a:r>
              <a:r>
                <a:rPr lang="en-US" altLang="zh-CN" dirty="0"/>
                <a:t>my</a:t>
              </a:r>
              <a:r>
                <a:rPr lang="zh-CN" altLang="en-US" dirty="0"/>
                <a:t> </a:t>
              </a:r>
              <a:r>
                <a:rPr lang="en-US" altLang="zh-CN" dirty="0"/>
                <a:t>cat</a:t>
              </a:r>
              <a:endParaRPr lang="en-US" dirty="0"/>
            </a:p>
          </p:txBody>
        </p:sp>
        <p:sp>
          <p:nvSpPr>
            <p:cNvPr id="5" name="Rectangle 4">
              <a:extLst>
                <a:ext uri="{FF2B5EF4-FFF2-40B4-BE49-F238E27FC236}">
                  <a16:creationId xmlns:a16="http://schemas.microsoft.com/office/drawing/2014/main" id="{8F9E0BAC-F498-FA94-C1E6-5EE625898FF4}"/>
                </a:ext>
              </a:extLst>
            </p:cNvPr>
            <p:cNvSpPr/>
            <p:nvPr/>
          </p:nvSpPr>
          <p:spPr>
            <a:xfrm>
              <a:off x="3412434" y="3881229"/>
              <a:ext cx="914400" cy="450574"/>
            </a:xfrm>
            <a:prstGeom prst="rect">
              <a:avLst/>
            </a:prstGeom>
            <a:solidFill>
              <a:schemeClr val="accent4">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zh-CN" dirty="0" err="1">
                  <a:solidFill>
                    <a:schemeClr val="tx1"/>
                  </a:solidFill>
                </a:rPr>
                <a:t>ViT</a:t>
              </a:r>
              <a:endParaRPr lang="en-US" dirty="0">
                <a:solidFill>
                  <a:schemeClr val="tx1"/>
                </a:solidFill>
              </a:endParaRPr>
            </a:p>
          </p:txBody>
        </p:sp>
        <p:sp>
          <p:nvSpPr>
            <p:cNvPr id="6" name="Rectangle 5">
              <a:extLst>
                <a:ext uri="{FF2B5EF4-FFF2-40B4-BE49-F238E27FC236}">
                  <a16:creationId xmlns:a16="http://schemas.microsoft.com/office/drawing/2014/main" id="{10373220-EF91-0ED4-8171-FEE774915008}"/>
                </a:ext>
              </a:extLst>
            </p:cNvPr>
            <p:cNvSpPr/>
            <p:nvPr/>
          </p:nvSpPr>
          <p:spPr>
            <a:xfrm>
              <a:off x="3412434" y="5459210"/>
              <a:ext cx="914400" cy="450574"/>
            </a:xfrm>
            <a:prstGeom prst="rect">
              <a:avLst/>
            </a:prstGeom>
            <a:solidFill>
              <a:schemeClr val="accent5">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zh-CN" dirty="0">
                  <a:solidFill>
                    <a:schemeClr val="tx1"/>
                  </a:solidFill>
                </a:rPr>
                <a:t>BERT</a:t>
              </a:r>
              <a:endParaRPr lang="en-US" dirty="0">
                <a:solidFill>
                  <a:schemeClr val="tx1"/>
                </a:solidFill>
              </a:endParaRPr>
            </a:p>
          </p:txBody>
        </p:sp>
        <p:cxnSp>
          <p:nvCxnSpPr>
            <p:cNvPr id="8" name="Straight Arrow Connector 7">
              <a:extLst>
                <a:ext uri="{FF2B5EF4-FFF2-40B4-BE49-F238E27FC236}">
                  <a16:creationId xmlns:a16="http://schemas.microsoft.com/office/drawing/2014/main" id="{F9A572F6-2C27-9DAE-0C1B-414DCC177339}"/>
                </a:ext>
              </a:extLst>
            </p:cNvPr>
            <p:cNvCxnSpPr>
              <a:stCxn id="4098" idx="3"/>
              <a:endCxn id="5" idx="1"/>
            </p:cNvCxnSpPr>
            <p:nvPr/>
          </p:nvCxnSpPr>
          <p:spPr>
            <a:xfrm flipV="1">
              <a:off x="2881521" y="4106516"/>
              <a:ext cx="530913" cy="1"/>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9" name="Straight Arrow Connector 8">
              <a:extLst>
                <a:ext uri="{FF2B5EF4-FFF2-40B4-BE49-F238E27FC236}">
                  <a16:creationId xmlns:a16="http://schemas.microsoft.com/office/drawing/2014/main" id="{D3855DC3-D9A0-5AA9-3AA6-ACAFAE5566F1}"/>
                </a:ext>
              </a:extLst>
            </p:cNvPr>
            <p:cNvCxnSpPr>
              <a:cxnSpLocks/>
              <a:stCxn id="4" idx="3"/>
              <a:endCxn id="6" idx="1"/>
            </p:cNvCxnSpPr>
            <p:nvPr/>
          </p:nvCxnSpPr>
          <p:spPr>
            <a:xfrm flipV="1">
              <a:off x="2799459" y="5684497"/>
              <a:ext cx="612975" cy="865"/>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12" name="Rectangle 11">
              <a:extLst>
                <a:ext uri="{FF2B5EF4-FFF2-40B4-BE49-F238E27FC236}">
                  <a16:creationId xmlns:a16="http://schemas.microsoft.com/office/drawing/2014/main" id="{0DB07EF3-B4C8-B948-D7A2-D60CC411D04A}"/>
                </a:ext>
              </a:extLst>
            </p:cNvPr>
            <p:cNvSpPr/>
            <p:nvPr/>
          </p:nvSpPr>
          <p:spPr>
            <a:xfrm>
              <a:off x="3276599" y="4612065"/>
              <a:ext cx="1186070" cy="450574"/>
            </a:xfrm>
            <a:prstGeom prst="rect">
              <a:avLst/>
            </a:prstGeom>
            <a:solidFill>
              <a:schemeClr val="accent2">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err="1">
                  <a:solidFill>
                    <a:schemeClr val="tx1"/>
                  </a:solidFill>
                </a:rPr>
                <a:t>特征融合</a:t>
              </a:r>
              <a:endParaRPr lang="en-US" dirty="0">
                <a:solidFill>
                  <a:schemeClr val="tx1"/>
                </a:solidFill>
              </a:endParaRPr>
            </a:p>
          </p:txBody>
        </p:sp>
        <p:sp>
          <p:nvSpPr>
            <p:cNvPr id="13" name="Rectangle 12">
              <a:extLst>
                <a:ext uri="{FF2B5EF4-FFF2-40B4-BE49-F238E27FC236}">
                  <a16:creationId xmlns:a16="http://schemas.microsoft.com/office/drawing/2014/main" id="{DF3CCCCD-F43C-1426-336A-83240451F3BA}"/>
                </a:ext>
              </a:extLst>
            </p:cNvPr>
            <p:cNvSpPr/>
            <p:nvPr/>
          </p:nvSpPr>
          <p:spPr>
            <a:xfrm>
              <a:off x="4892881" y="4612065"/>
              <a:ext cx="963402" cy="450574"/>
            </a:xfrm>
            <a:prstGeom prst="rect">
              <a:avLst/>
            </a:prstGeom>
            <a:solidFill>
              <a:schemeClr val="bg1">
                <a:lumMod val="9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err="1">
                  <a:solidFill>
                    <a:schemeClr val="tx1"/>
                  </a:solidFill>
                </a:rPr>
                <a:t>分类器</a:t>
              </a:r>
              <a:endParaRPr lang="en-US" dirty="0">
                <a:solidFill>
                  <a:schemeClr val="tx1"/>
                </a:solidFill>
              </a:endParaRPr>
            </a:p>
          </p:txBody>
        </p:sp>
        <p:sp>
          <p:nvSpPr>
            <p:cNvPr id="14" name="Rectangle 13">
              <a:extLst>
                <a:ext uri="{FF2B5EF4-FFF2-40B4-BE49-F238E27FC236}">
                  <a16:creationId xmlns:a16="http://schemas.microsoft.com/office/drawing/2014/main" id="{BA4E654C-B1AC-1143-5452-564CF11138FC}"/>
                </a:ext>
              </a:extLst>
            </p:cNvPr>
            <p:cNvSpPr/>
            <p:nvPr/>
          </p:nvSpPr>
          <p:spPr>
            <a:xfrm>
              <a:off x="6248025" y="4612065"/>
              <a:ext cx="963402" cy="450574"/>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err="1">
                  <a:solidFill>
                    <a:schemeClr val="tx1"/>
                  </a:solidFill>
                </a:rPr>
                <a:t>积极</a:t>
              </a:r>
              <a:endParaRPr lang="en-US" dirty="0">
                <a:solidFill>
                  <a:schemeClr val="tx1"/>
                </a:solidFill>
              </a:endParaRPr>
            </a:p>
          </p:txBody>
        </p:sp>
        <p:cxnSp>
          <p:nvCxnSpPr>
            <p:cNvPr id="15" name="Straight Arrow Connector 14">
              <a:extLst>
                <a:ext uri="{FF2B5EF4-FFF2-40B4-BE49-F238E27FC236}">
                  <a16:creationId xmlns:a16="http://schemas.microsoft.com/office/drawing/2014/main" id="{539751AC-D075-0C89-457F-A48F92919B71}"/>
                </a:ext>
              </a:extLst>
            </p:cNvPr>
            <p:cNvCxnSpPr>
              <a:cxnSpLocks/>
              <a:stCxn id="5" idx="2"/>
              <a:endCxn id="12" idx="0"/>
            </p:cNvCxnSpPr>
            <p:nvPr/>
          </p:nvCxnSpPr>
          <p:spPr>
            <a:xfrm>
              <a:off x="3869634" y="4331803"/>
              <a:ext cx="0" cy="280262"/>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8" name="Straight Arrow Connector 17">
              <a:extLst>
                <a:ext uri="{FF2B5EF4-FFF2-40B4-BE49-F238E27FC236}">
                  <a16:creationId xmlns:a16="http://schemas.microsoft.com/office/drawing/2014/main" id="{F731AFDC-B813-C3F1-E5A6-5B97CCA02001}"/>
                </a:ext>
              </a:extLst>
            </p:cNvPr>
            <p:cNvCxnSpPr>
              <a:cxnSpLocks/>
              <a:stCxn id="6" idx="0"/>
              <a:endCxn id="12" idx="2"/>
            </p:cNvCxnSpPr>
            <p:nvPr/>
          </p:nvCxnSpPr>
          <p:spPr>
            <a:xfrm flipV="1">
              <a:off x="3869634" y="5062639"/>
              <a:ext cx="0" cy="396571"/>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21" name="Straight Arrow Connector 20">
              <a:extLst>
                <a:ext uri="{FF2B5EF4-FFF2-40B4-BE49-F238E27FC236}">
                  <a16:creationId xmlns:a16="http://schemas.microsoft.com/office/drawing/2014/main" id="{BC912809-D2F6-9CE6-E6BD-87864506E5AF}"/>
                </a:ext>
              </a:extLst>
            </p:cNvPr>
            <p:cNvCxnSpPr>
              <a:cxnSpLocks/>
              <a:stCxn id="12" idx="3"/>
              <a:endCxn id="13" idx="1"/>
            </p:cNvCxnSpPr>
            <p:nvPr/>
          </p:nvCxnSpPr>
          <p:spPr>
            <a:xfrm>
              <a:off x="4462669" y="4837352"/>
              <a:ext cx="430212" cy="0"/>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25" name="Straight Arrow Connector 24">
              <a:extLst>
                <a:ext uri="{FF2B5EF4-FFF2-40B4-BE49-F238E27FC236}">
                  <a16:creationId xmlns:a16="http://schemas.microsoft.com/office/drawing/2014/main" id="{F1FB4376-2EA4-3DD3-AABD-A0C318D34400}"/>
                </a:ext>
              </a:extLst>
            </p:cNvPr>
            <p:cNvCxnSpPr>
              <a:cxnSpLocks/>
              <a:stCxn id="13" idx="3"/>
              <a:endCxn id="14" idx="1"/>
            </p:cNvCxnSpPr>
            <p:nvPr/>
          </p:nvCxnSpPr>
          <p:spPr>
            <a:xfrm>
              <a:off x="5856283" y="4837352"/>
              <a:ext cx="391742" cy="0"/>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grpSp>
      <p:grpSp>
        <p:nvGrpSpPr>
          <p:cNvPr id="46" name="Group 45">
            <a:extLst>
              <a:ext uri="{FF2B5EF4-FFF2-40B4-BE49-F238E27FC236}">
                <a16:creationId xmlns:a16="http://schemas.microsoft.com/office/drawing/2014/main" id="{20829DDF-AF57-CB14-3FDF-A1A966055328}"/>
              </a:ext>
            </a:extLst>
          </p:cNvPr>
          <p:cNvGrpSpPr/>
          <p:nvPr/>
        </p:nvGrpSpPr>
        <p:grpSpPr>
          <a:xfrm>
            <a:off x="7176991" y="3361745"/>
            <a:ext cx="4380967" cy="2586803"/>
            <a:chOff x="7403045" y="3360295"/>
            <a:chExt cx="4380967" cy="2586803"/>
          </a:xfrm>
        </p:grpSpPr>
        <p:pic>
          <p:nvPicPr>
            <p:cNvPr id="31" name="Picture 2" descr="cut">
              <a:extLst>
                <a:ext uri="{FF2B5EF4-FFF2-40B4-BE49-F238E27FC236}">
                  <a16:creationId xmlns:a16="http://schemas.microsoft.com/office/drawing/2014/main" id="{64D6CE83-32B5-94A6-0821-099B3C21AD8B}"/>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403045" y="3360295"/>
              <a:ext cx="1567071" cy="1567071"/>
            </a:xfrm>
            <a:prstGeom prst="rect">
              <a:avLst/>
            </a:prstGeom>
            <a:noFill/>
            <a:extLst>
              <a:ext uri="{909E8E84-426E-40DD-AFC4-6F175D3DCCD1}">
                <a14:hiddenFill xmlns:a14="http://schemas.microsoft.com/office/drawing/2010/main">
                  <a:solidFill>
                    <a:srgbClr val="FFFFFF"/>
                  </a:solidFill>
                </a14:hiddenFill>
              </a:ext>
            </a:extLst>
          </p:spPr>
        </p:pic>
        <p:sp>
          <p:nvSpPr>
            <p:cNvPr id="32" name="TextBox 31">
              <a:extLst>
                <a:ext uri="{FF2B5EF4-FFF2-40B4-BE49-F238E27FC236}">
                  <a16:creationId xmlns:a16="http://schemas.microsoft.com/office/drawing/2014/main" id="{DC244C1E-430A-3645-794C-EA38DD9A89EB}"/>
                </a:ext>
              </a:extLst>
            </p:cNvPr>
            <p:cNvSpPr txBox="1"/>
            <p:nvPr/>
          </p:nvSpPr>
          <p:spPr>
            <a:xfrm>
              <a:off x="7485106" y="5538010"/>
              <a:ext cx="1402948" cy="369332"/>
            </a:xfrm>
            <a:prstGeom prst="rect">
              <a:avLst/>
            </a:prstGeom>
            <a:noFill/>
          </p:spPr>
          <p:txBody>
            <a:bodyPr wrap="none" rtlCol="0">
              <a:spAutoFit/>
            </a:bodyPr>
            <a:lstStyle/>
            <a:p>
              <a:r>
                <a:rPr lang="en-US" dirty="0"/>
                <a:t>I</a:t>
              </a:r>
              <a:r>
                <a:rPr lang="zh-CN" altLang="en-US" dirty="0"/>
                <a:t> </a:t>
              </a:r>
              <a:r>
                <a:rPr lang="en-US" altLang="zh-CN" dirty="0"/>
                <a:t>like</a:t>
              </a:r>
              <a:r>
                <a:rPr lang="zh-CN" altLang="en-US" dirty="0"/>
                <a:t> </a:t>
              </a:r>
              <a:r>
                <a:rPr lang="en-US" altLang="zh-CN" dirty="0"/>
                <a:t>my</a:t>
              </a:r>
              <a:r>
                <a:rPr lang="zh-CN" altLang="en-US" dirty="0"/>
                <a:t> </a:t>
              </a:r>
              <a:r>
                <a:rPr lang="en-US" altLang="zh-CN" dirty="0"/>
                <a:t>cat</a:t>
              </a:r>
              <a:endParaRPr lang="en-US" dirty="0"/>
            </a:p>
          </p:txBody>
        </p:sp>
        <p:sp>
          <p:nvSpPr>
            <p:cNvPr id="34" name="Rectangle 33">
              <a:extLst>
                <a:ext uri="{FF2B5EF4-FFF2-40B4-BE49-F238E27FC236}">
                  <a16:creationId xmlns:a16="http://schemas.microsoft.com/office/drawing/2014/main" id="{CDC97A2F-E2D7-16C0-DECD-3EFF4EA4CB06}"/>
                </a:ext>
              </a:extLst>
            </p:cNvPr>
            <p:cNvSpPr/>
            <p:nvPr/>
          </p:nvSpPr>
          <p:spPr>
            <a:xfrm>
              <a:off x="9501029" y="3360295"/>
              <a:ext cx="914400" cy="2586803"/>
            </a:xfrm>
            <a:prstGeom prst="rect">
              <a:avLst/>
            </a:prstGeom>
            <a:solidFill>
              <a:schemeClr val="accent6">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zh-CN" dirty="0">
                  <a:solidFill>
                    <a:schemeClr val="tx1"/>
                  </a:solidFill>
                </a:rPr>
                <a:t>BLIP</a:t>
              </a:r>
              <a:endParaRPr lang="en-US" dirty="0">
                <a:solidFill>
                  <a:schemeClr val="tx1"/>
                </a:solidFill>
              </a:endParaRPr>
            </a:p>
          </p:txBody>
        </p:sp>
        <p:cxnSp>
          <p:nvCxnSpPr>
            <p:cNvPr id="35" name="Straight Arrow Connector 34">
              <a:extLst>
                <a:ext uri="{FF2B5EF4-FFF2-40B4-BE49-F238E27FC236}">
                  <a16:creationId xmlns:a16="http://schemas.microsoft.com/office/drawing/2014/main" id="{CB93F35A-1397-D068-1F32-E9DFFCFB8A08}"/>
                </a:ext>
              </a:extLst>
            </p:cNvPr>
            <p:cNvCxnSpPr>
              <a:cxnSpLocks/>
              <a:stCxn id="31" idx="3"/>
            </p:cNvCxnSpPr>
            <p:nvPr/>
          </p:nvCxnSpPr>
          <p:spPr>
            <a:xfrm flipV="1">
              <a:off x="8970116" y="4143830"/>
              <a:ext cx="530913" cy="1"/>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36" name="Straight Arrow Connector 35">
              <a:extLst>
                <a:ext uri="{FF2B5EF4-FFF2-40B4-BE49-F238E27FC236}">
                  <a16:creationId xmlns:a16="http://schemas.microsoft.com/office/drawing/2014/main" id="{3D34E706-BA90-F291-A77D-7ED24D8385BB}"/>
                </a:ext>
              </a:extLst>
            </p:cNvPr>
            <p:cNvCxnSpPr>
              <a:cxnSpLocks/>
              <a:stCxn id="32" idx="3"/>
            </p:cNvCxnSpPr>
            <p:nvPr/>
          </p:nvCxnSpPr>
          <p:spPr>
            <a:xfrm flipV="1">
              <a:off x="8888054" y="5710901"/>
              <a:ext cx="612974" cy="11775"/>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39" name="Rectangle 38">
              <a:extLst>
                <a:ext uri="{FF2B5EF4-FFF2-40B4-BE49-F238E27FC236}">
                  <a16:creationId xmlns:a16="http://schemas.microsoft.com/office/drawing/2014/main" id="{D8B6ADA2-E3F6-EC80-3E30-5478FF669A23}"/>
                </a:ext>
              </a:extLst>
            </p:cNvPr>
            <p:cNvSpPr/>
            <p:nvPr/>
          </p:nvSpPr>
          <p:spPr>
            <a:xfrm>
              <a:off x="10820610" y="4444726"/>
              <a:ext cx="963402" cy="450574"/>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err="1">
                  <a:solidFill>
                    <a:schemeClr val="tx1"/>
                  </a:solidFill>
                </a:rPr>
                <a:t>积极</a:t>
              </a:r>
              <a:endParaRPr lang="en-US" dirty="0">
                <a:solidFill>
                  <a:schemeClr val="tx1"/>
                </a:solidFill>
              </a:endParaRPr>
            </a:p>
          </p:txBody>
        </p:sp>
        <p:cxnSp>
          <p:nvCxnSpPr>
            <p:cNvPr id="43" name="Straight Arrow Connector 42">
              <a:extLst>
                <a:ext uri="{FF2B5EF4-FFF2-40B4-BE49-F238E27FC236}">
                  <a16:creationId xmlns:a16="http://schemas.microsoft.com/office/drawing/2014/main" id="{1365A314-FDA2-49AD-D0DC-1749D3AB12A2}"/>
                </a:ext>
              </a:extLst>
            </p:cNvPr>
            <p:cNvCxnSpPr>
              <a:cxnSpLocks/>
            </p:cNvCxnSpPr>
            <p:nvPr/>
          </p:nvCxnSpPr>
          <p:spPr>
            <a:xfrm>
              <a:off x="10415429" y="4670013"/>
              <a:ext cx="391742" cy="0"/>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2081930812"/>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4E143712-E226-4C58-9291-5C87836D7756}"/>
              </a:ext>
            </a:extLst>
          </p:cNvPr>
          <p:cNvSpPr>
            <a:spLocks noGrp="1"/>
          </p:cNvSpPr>
          <p:nvPr>
            <p:ph type="title"/>
          </p:nvPr>
        </p:nvSpPr>
        <p:spPr/>
        <p:txBody>
          <a:bodyPr/>
          <a:lstStyle/>
          <a:p>
            <a:r>
              <a:rPr lang="zh-CN" altLang="en-US" dirty="0"/>
              <a:t>示例应用：多模态情感分析任务</a:t>
            </a:r>
          </a:p>
        </p:txBody>
      </p:sp>
      <p:sp>
        <p:nvSpPr>
          <p:cNvPr id="3" name="内容占位符 2">
            <a:extLst>
              <a:ext uri="{FF2B5EF4-FFF2-40B4-BE49-F238E27FC236}">
                <a16:creationId xmlns:a16="http://schemas.microsoft.com/office/drawing/2014/main" id="{02A04FD4-9A20-4B0C-8358-2AC0BF20268D}"/>
              </a:ext>
            </a:extLst>
          </p:cNvPr>
          <p:cNvSpPr>
            <a:spLocks noGrp="1"/>
          </p:cNvSpPr>
          <p:nvPr>
            <p:ph idx="1"/>
          </p:nvPr>
        </p:nvSpPr>
        <p:spPr>
          <a:xfrm>
            <a:off x="657774" y="987973"/>
            <a:ext cx="10696026" cy="829034"/>
          </a:xfrm>
        </p:spPr>
        <p:txBody>
          <a:bodyPr/>
          <a:lstStyle/>
          <a:p>
            <a:pPr indent="-457200">
              <a:lnSpc>
                <a:spcPct val="180000"/>
              </a:lnSpc>
              <a:spcBef>
                <a:spcPts val="0"/>
              </a:spcBef>
              <a:buFont typeface="Wingdings" panose="05000000000000000000" pitchFamily="2" charset="2"/>
              <a:buChar char="p"/>
            </a:pPr>
            <a:r>
              <a:rPr lang="zh-CN" altLang="en-US" dirty="0"/>
              <a:t>效果展示</a:t>
            </a:r>
          </a:p>
        </p:txBody>
      </p:sp>
      <p:pic>
        <p:nvPicPr>
          <p:cNvPr id="1026" name="Picture 2" descr="10张令人惊叹的风景图片| The Independent ...">
            <a:extLst>
              <a:ext uri="{FF2B5EF4-FFF2-40B4-BE49-F238E27FC236}">
                <a16:creationId xmlns:a16="http://schemas.microsoft.com/office/drawing/2014/main" id="{EED159B3-24A2-1416-CAF1-8696D20E904A}"/>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72886" y="1752263"/>
            <a:ext cx="3029857" cy="2008927"/>
          </a:xfrm>
          <a:prstGeom prst="rect">
            <a:avLst/>
          </a:prstGeom>
          <a:noFill/>
          <a:extLst>
            <a:ext uri="{909E8E84-426E-40DD-AFC4-6F175D3DCCD1}">
              <a14:hiddenFill xmlns:a14="http://schemas.microsoft.com/office/drawing/2010/main">
                <a:solidFill>
                  <a:srgbClr val="FFFFFF"/>
                </a:solidFill>
              </a14:hiddenFill>
            </a:ext>
          </a:extLst>
        </p:spPr>
      </p:pic>
      <p:sp>
        <p:nvSpPr>
          <p:cNvPr id="4" name="TextBox 3">
            <a:extLst>
              <a:ext uri="{FF2B5EF4-FFF2-40B4-BE49-F238E27FC236}">
                <a16:creationId xmlns:a16="http://schemas.microsoft.com/office/drawing/2014/main" id="{5BCC6626-D69F-A149-D749-4EA53E637F08}"/>
              </a:ext>
            </a:extLst>
          </p:cNvPr>
          <p:cNvSpPr txBox="1"/>
          <p:nvPr/>
        </p:nvSpPr>
        <p:spPr>
          <a:xfrm>
            <a:off x="772886" y="3761190"/>
            <a:ext cx="3029857" cy="1200329"/>
          </a:xfrm>
          <a:prstGeom prst="rect">
            <a:avLst/>
          </a:prstGeom>
          <a:noFill/>
        </p:spPr>
        <p:txBody>
          <a:bodyPr wrap="square" rtlCol="0">
            <a:spAutoFit/>
          </a:bodyPr>
          <a:lstStyle/>
          <a:p>
            <a:pPr algn="ctr"/>
            <a:r>
              <a:rPr lang="en-US" dirty="0"/>
              <a:t>The calm water and rising sun remind me that every day holds a fresh start and quiet strength.</a:t>
            </a:r>
            <a:endParaRPr lang="en-US" i="1" dirty="0"/>
          </a:p>
        </p:txBody>
      </p:sp>
      <p:pic>
        <p:nvPicPr>
          <p:cNvPr id="1028" name="Picture 4" descr="悲伤的纸盒木偶人图片- 站长素材">
            <a:extLst>
              <a:ext uri="{FF2B5EF4-FFF2-40B4-BE49-F238E27FC236}">
                <a16:creationId xmlns:a16="http://schemas.microsoft.com/office/drawing/2014/main" id="{DFC0F516-25CE-9398-BDA5-73B2B5885F38}"/>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443073" y="1758699"/>
            <a:ext cx="3205957" cy="2002491"/>
          </a:xfrm>
          <a:prstGeom prst="rect">
            <a:avLst/>
          </a:prstGeom>
          <a:noFill/>
          <a:extLst>
            <a:ext uri="{909E8E84-426E-40DD-AFC4-6F175D3DCCD1}">
              <a14:hiddenFill xmlns:a14="http://schemas.microsoft.com/office/drawing/2010/main">
                <a:solidFill>
                  <a:srgbClr val="FFFFFF"/>
                </a:solidFill>
              </a14:hiddenFill>
            </a:ext>
          </a:extLst>
        </p:spPr>
      </p:pic>
      <p:sp>
        <p:nvSpPr>
          <p:cNvPr id="5" name="TextBox 4">
            <a:extLst>
              <a:ext uri="{FF2B5EF4-FFF2-40B4-BE49-F238E27FC236}">
                <a16:creationId xmlns:a16="http://schemas.microsoft.com/office/drawing/2014/main" id="{7E835779-E822-331F-4D81-B2FFDC410732}"/>
              </a:ext>
            </a:extLst>
          </p:cNvPr>
          <p:cNvSpPr txBox="1"/>
          <p:nvPr/>
        </p:nvSpPr>
        <p:spPr>
          <a:xfrm>
            <a:off x="4443073" y="3761190"/>
            <a:ext cx="3205958" cy="1200329"/>
          </a:xfrm>
          <a:prstGeom prst="rect">
            <a:avLst/>
          </a:prstGeom>
          <a:noFill/>
        </p:spPr>
        <p:txBody>
          <a:bodyPr wrap="square" rtlCol="0">
            <a:spAutoFit/>
          </a:bodyPr>
          <a:lstStyle/>
          <a:p>
            <a:pPr algn="ctr"/>
            <a:r>
              <a:rPr lang="en-US" i="1" dirty="0"/>
              <a:t>Somewhere along the road, I lost my way—and now I’m not sure where I’m going, or if it even matters.</a:t>
            </a:r>
          </a:p>
        </p:txBody>
      </p:sp>
      <p:pic>
        <p:nvPicPr>
          <p:cNvPr id="1030" name="Picture 6" descr="干涸的河床高清图片下载-正版图片501303011-摄图网">
            <a:extLst>
              <a:ext uri="{FF2B5EF4-FFF2-40B4-BE49-F238E27FC236}">
                <a16:creationId xmlns:a16="http://schemas.microsoft.com/office/drawing/2014/main" id="{7BA09D60-E1EB-19E2-45B4-E36751982BDF}"/>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8323943" y="1752262"/>
            <a:ext cx="3029857" cy="2016232"/>
          </a:xfrm>
          <a:prstGeom prst="rect">
            <a:avLst/>
          </a:prstGeom>
          <a:noFill/>
          <a:extLst>
            <a:ext uri="{909E8E84-426E-40DD-AFC4-6F175D3DCCD1}">
              <a14:hiddenFill xmlns:a14="http://schemas.microsoft.com/office/drawing/2010/main">
                <a:solidFill>
                  <a:srgbClr val="FFFFFF"/>
                </a:solidFill>
              </a14:hiddenFill>
            </a:ext>
          </a:extLst>
        </p:spPr>
      </p:pic>
      <p:sp>
        <p:nvSpPr>
          <p:cNvPr id="6" name="TextBox 5">
            <a:extLst>
              <a:ext uri="{FF2B5EF4-FFF2-40B4-BE49-F238E27FC236}">
                <a16:creationId xmlns:a16="http://schemas.microsoft.com/office/drawing/2014/main" id="{D3F05769-0992-BEEC-CCFB-4395FE05283D}"/>
              </a:ext>
            </a:extLst>
          </p:cNvPr>
          <p:cNvSpPr txBox="1"/>
          <p:nvPr/>
        </p:nvSpPr>
        <p:spPr>
          <a:xfrm>
            <a:off x="8323943" y="3768494"/>
            <a:ext cx="3029858" cy="923330"/>
          </a:xfrm>
          <a:prstGeom prst="rect">
            <a:avLst/>
          </a:prstGeom>
          <a:noFill/>
        </p:spPr>
        <p:txBody>
          <a:bodyPr wrap="square" rtlCol="0">
            <a:spAutoFit/>
          </a:bodyPr>
          <a:lstStyle/>
          <a:p>
            <a:pPr algn="ctr"/>
            <a:r>
              <a:rPr lang="en-US" i="1" dirty="0"/>
              <a:t>My sink looks like this—cracked and forgotten. Kind of like me lately.</a:t>
            </a:r>
          </a:p>
        </p:txBody>
      </p:sp>
      <p:cxnSp>
        <p:nvCxnSpPr>
          <p:cNvPr id="11" name="Straight Arrow Connector 10">
            <a:extLst>
              <a:ext uri="{FF2B5EF4-FFF2-40B4-BE49-F238E27FC236}">
                <a16:creationId xmlns:a16="http://schemas.microsoft.com/office/drawing/2014/main" id="{76E10230-B37C-4063-E84F-5B8BED63CB3C}"/>
              </a:ext>
            </a:extLst>
          </p:cNvPr>
          <p:cNvCxnSpPr>
            <a:cxnSpLocks/>
            <a:stCxn id="4" idx="2"/>
          </p:cNvCxnSpPr>
          <p:nvPr/>
        </p:nvCxnSpPr>
        <p:spPr>
          <a:xfrm>
            <a:off x="2287815" y="4961519"/>
            <a:ext cx="0" cy="460713"/>
          </a:xfrm>
          <a:prstGeom prst="straightConnector1">
            <a:avLst/>
          </a:prstGeom>
          <a:ln w="127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2" name="Straight Arrow Connector 11">
            <a:extLst>
              <a:ext uri="{FF2B5EF4-FFF2-40B4-BE49-F238E27FC236}">
                <a16:creationId xmlns:a16="http://schemas.microsoft.com/office/drawing/2014/main" id="{ACC6213E-A4C7-0CBE-233C-6771409FAE70}"/>
              </a:ext>
            </a:extLst>
          </p:cNvPr>
          <p:cNvCxnSpPr>
            <a:cxnSpLocks/>
            <a:stCxn id="5" idx="2"/>
          </p:cNvCxnSpPr>
          <p:nvPr/>
        </p:nvCxnSpPr>
        <p:spPr>
          <a:xfrm flipH="1">
            <a:off x="6046051" y="4961519"/>
            <a:ext cx="1" cy="460713"/>
          </a:xfrm>
          <a:prstGeom prst="straightConnector1">
            <a:avLst/>
          </a:prstGeom>
          <a:ln w="127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5" name="Straight Arrow Connector 14">
            <a:extLst>
              <a:ext uri="{FF2B5EF4-FFF2-40B4-BE49-F238E27FC236}">
                <a16:creationId xmlns:a16="http://schemas.microsoft.com/office/drawing/2014/main" id="{A7AD0AE5-7B5A-B90D-0794-137825DAB579}"/>
              </a:ext>
            </a:extLst>
          </p:cNvPr>
          <p:cNvCxnSpPr>
            <a:cxnSpLocks/>
          </p:cNvCxnSpPr>
          <p:nvPr/>
        </p:nvCxnSpPr>
        <p:spPr>
          <a:xfrm>
            <a:off x="9838871" y="4912126"/>
            <a:ext cx="0" cy="510106"/>
          </a:xfrm>
          <a:prstGeom prst="straightConnector1">
            <a:avLst/>
          </a:prstGeom>
          <a:ln w="12700">
            <a:solidFill>
              <a:schemeClr val="tx1"/>
            </a:solidFill>
            <a:tailEnd type="triangle"/>
          </a:ln>
        </p:spPr>
        <p:style>
          <a:lnRef idx="1">
            <a:schemeClr val="accent1"/>
          </a:lnRef>
          <a:fillRef idx="0">
            <a:schemeClr val="accent1"/>
          </a:fillRef>
          <a:effectRef idx="0">
            <a:schemeClr val="accent1"/>
          </a:effectRef>
          <a:fontRef idx="minor">
            <a:schemeClr val="tx1"/>
          </a:fontRef>
        </p:style>
      </p:cxnSp>
      <p:grpSp>
        <p:nvGrpSpPr>
          <p:cNvPr id="25" name="Group 24">
            <a:extLst>
              <a:ext uri="{FF2B5EF4-FFF2-40B4-BE49-F238E27FC236}">
                <a16:creationId xmlns:a16="http://schemas.microsoft.com/office/drawing/2014/main" id="{4C86C0CB-B447-5F16-F8C2-9E31482DF4D2}"/>
              </a:ext>
            </a:extLst>
          </p:cNvPr>
          <p:cNvGrpSpPr/>
          <p:nvPr/>
        </p:nvGrpSpPr>
        <p:grpSpPr>
          <a:xfrm>
            <a:off x="1804348" y="5574252"/>
            <a:ext cx="966932" cy="913476"/>
            <a:chOff x="1016985" y="5466829"/>
            <a:chExt cx="966932" cy="913476"/>
          </a:xfrm>
        </p:grpSpPr>
        <p:sp>
          <p:nvSpPr>
            <p:cNvPr id="7" name="TextBox 6">
              <a:extLst>
                <a:ext uri="{FF2B5EF4-FFF2-40B4-BE49-F238E27FC236}">
                  <a16:creationId xmlns:a16="http://schemas.microsoft.com/office/drawing/2014/main" id="{F0C86524-4F08-A0C5-036B-AFD23275DFE5}"/>
                </a:ext>
              </a:extLst>
            </p:cNvPr>
            <p:cNvSpPr txBox="1"/>
            <p:nvPr/>
          </p:nvSpPr>
          <p:spPr>
            <a:xfrm>
              <a:off x="1016985" y="6010973"/>
              <a:ext cx="966932" cy="369332"/>
            </a:xfrm>
            <a:prstGeom prst="rect">
              <a:avLst/>
            </a:prstGeom>
            <a:noFill/>
          </p:spPr>
          <p:txBody>
            <a:bodyPr wrap="none" rtlCol="0">
              <a:spAutoFit/>
            </a:bodyPr>
            <a:lstStyle/>
            <a:p>
              <a:pPr algn="ctr"/>
              <a:r>
                <a:rPr lang="en-US" altLang="zh-CN" i="1" dirty="0">
                  <a:solidFill>
                    <a:schemeClr val="accent6"/>
                  </a:solidFill>
                </a:rPr>
                <a:t>positive</a:t>
              </a:r>
              <a:endParaRPr lang="en-US" i="1" dirty="0">
                <a:solidFill>
                  <a:schemeClr val="accent6"/>
                </a:solidFill>
              </a:endParaRPr>
            </a:p>
          </p:txBody>
        </p:sp>
        <p:pic>
          <p:nvPicPr>
            <p:cNvPr id="1032" name="Picture 8" descr="Green happy icon - Free green emoticon ...">
              <a:extLst>
                <a:ext uri="{FF2B5EF4-FFF2-40B4-BE49-F238E27FC236}">
                  <a16:creationId xmlns:a16="http://schemas.microsoft.com/office/drawing/2014/main" id="{6F07E3C4-4923-D90C-8B78-39A9BD85DA78}"/>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245312" y="5466829"/>
              <a:ext cx="510278" cy="510278"/>
            </a:xfrm>
            <a:prstGeom prst="rect">
              <a:avLst/>
            </a:prstGeom>
            <a:noFill/>
            <a:extLst>
              <a:ext uri="{909E8E84-426E-40DD-AFC4-6F175D3DCCD1}">
                <a14:hiddenFill xmlns:a14="http://schemas.microsoft.com/office/drawing/2010/main">
                  <a:solidFill>
                    <a:srgbClr val="FFFFFF"/>
                  </a:solidFill>
                </a14:hiddenFill>
              </a:ext>
            </a:extLst>
          </p:spPr>
        </p:pic>
      </p:grpSp>
      <p:grpSp>
        <p:nvGrpSpPr>
          <p:cNvPr id="21" name="Group 20">
            <a:extLst>
              <a:ext uri="{FF2B5EF4-FFF2-40B4-BE49-F238E27FC236}">
                <a16:creationId xmlns:a16="http://schemas.microsoft.com/office/drawing/2014/main" id="{97A944BF-BA0A-C5A0-AC9F-7D955AF465FE}"/>
              </a:ext>
            </a:extLst>
          </p:cNvPr>
          <p:cNvGrpSpPr/>
          <p:nvPr/>
        </p:nvGrpSpPr>
        <p:grpSpPr>
          <a:xfrm>
            <a:off x="5494369" y="5574252"/>
            <a:ext cx="1056701" cy="958452"/>
            <a:chOff x="5494369" y="5387987"/>
            <a:chExt cx="1056701" cy="958452"/>
          </a:xfrm>
        </p:grpSpPr>
        <p:sp>
          <p:nvSpPr>
            <p:cNvPr id="8" name="TextBox 7">
              <a:extLst>
                <a:ext uri="{FF2B5EF4-FFF2-40B4-BE49-F238E27FC236}">
                  <a16:creationId xmlns:a16="http://schemas.microsoft.com/office/drawing/2014/main" id="{4A18AE07-9C01-8BFE-69D4-B772AA8B0B7C}"/>
                </a:ext>
              </a:extLst>
            </p:cNvPr>
            <p:cNvSpPr txBox="1"/>
            <p:nvPr/>
          </p:nvSpPr>
          <p:spPr>
            <a:xfrm>
              <a:off x="5494369" y="5977107"/>
              <a:ext cx="1056701" cy="369332"/>
            </a:xfrm>
            <a:prstGeom prst="rect">
              <a:avLst/>
            </a:prstGeom>
            <a:noFill/>
          </p:spPr>
          <p:txBody>
            <a:bodyPr wrap="none" rtlCol="0">
              <a:spAutoFit/>
            </a:bodyPr>
            <a:lstStyle/>
            <a:p>
              <a:pPr algn="ctr"/>
              <a:r>
                <a:rPr lang="en-US" altLang="zh-CN" i="1" dirty="0">
                  <a:solidFill>
                    <a:srgbClr val="FF0000"/>
                  </a:solidFill>
                </a:rPr>
                <a:t>negative</a:t>
              </a:r>
              <a:endParaRPr lang="en-US" i="1" dirty="0">
                <a:solidFill>
                  <a:srgbClr val="FF0000"/>
                </a:solidFill>
              </a:endParaRPr>
            </a:p>
          </p:txBody>
        </p:sp>
        <p:pic>
          <p:nvPicPr>
            <p:cNvPr id="1034" name="Picture 10" descr="Red sad icon - Free red emoticon icons">
              <a:extLst>
                <a:ext uri="{FF2B5EF4-FFF2-40B4-BE49-F238E27FC236}">
                  <a16:creationId xmlns:a16="http://schemas.microsoft.com/office/drawing/2014/main" id="{E00E0BCC-B544-F0E3-452C-6DD1AD3856FA}"/>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5761298" y="5387987"/>
              <a:ext cx="527015" cy="527015"/>
            </a:xfrm>
            <a:prstGeom prst="rect">
              <a:avLst/>
            </a:prstGeom>
            <a:noFill/>
            <a:extLst>
              <a:ext uri="{909E8E84-426E-40DD-AFC4-6F175D3DCCD1}">
                <a14:hiddenFill xmlns:a14="http://schemas.microsoft.com/office/drawing/2010/main">
                  <a:solidFill>
                    <a:srgbClr val="FFFFFF"/>
                  </a:solidFill>
                </a14:hiddenFill>
              </a:ext>
            </a:extLst>
          </p:spPr>
        </p:pic>
      </p:grpSp>
      <p:grpSp>
        <p:nvGrpSpPr>
          <p:cNvPr id="22" name="Group 21">
            <a:extLst>
              <a:ext uri="{FF2B5EF4-FFF2-40B4-BE49-F238E27FC236}">
                <a16:creationId xmlns:a16="http://schemas.microsoft.com/office/drawing/2014/main" id="{28060B19-BE67-007A-1BE3-944B7B5A0BBA}"/>
              </a:ext>
            </a:extLst>
          </p:cNvPr>
          <p:cNvGrpSpPr/>
          <p:nvPr/>
        </p:nvGrpSpPr>
        <p:grpSpPr>
          <a:xfrm>
            <a:off x="9330949" y="5574252"/>
            <a:ext cx="1056701" cy="958452"/>
            <a:chOff x="5494369" y="5387987"/>
            <a:chExt cx="1056701" cy="958452"/>
          </a:xfrm>
        </p:grpSpPr>
        <p:sp>
          <p:nvSpPr>
            <p:cNvPr id="23" name="TextBox 22">
              <a:extLst>
                <a:ext uri="{FF2B5EF4-FFF2-40B4-BE49-F238E27FC236}">
                  <a16:creationId xmlns:a16="http://schemas.microsoft.com/office/drawing/2014/main" id="{E56C2763-C5F1-AEF4-F0B7-322C684CCEE7}"/>
                </a:ext>
              </a:extLst>
            </p:cNvPr>
            <p:cNvSpPr txBox="1"/>
            <p:nvPr/>
          </p:nvSpPr>
          <p:spPr>
            <a:xfrm>
              <a:off x="5494369" y="5977107"/>
              <a:ext cx="1056701" cy="369332"/>
            </a:xfrm>
            <a:prstGeom prst="rect">
              <a:avLst/>
            </a:prstGeom>
            <a:noFill/>
          </p:spPr>
          <p:txBody>
            <a:bodyPr wrap="none" rtlCol="0">
              <a:spAutoFit/>
            </a:bodyPr>
            <a:lstStyle/>
            <a:p>
              <a:pPr algn="ctr"/>
              <a:r>
                <a:rPr lang="en-US" altLang="zh-CN" i="1" dirty="0">
                  <a:solidFill>
                    <a:srgbClr val="FF0000"/>
                  </a:solidFill>
                </a:rPr>
                <a:t>negative</a:t>
              </a:r>
              <a:endParaRPr lang="en-US" i="1" dirty="0">
                <a:solidFill>
                  <a:srgbClr val="FF0000"/>
                </a:solidFill>
              </a:endParaRPr>
            </a:p>
          </p:txBody>
        </p:sp>
        <p:pic>
          <p:nvPicPr>
            <p:cNvPr id="24" name="Picture 10" descr="Red sad icon - Free red emoticon icons">
              <a:extLst>
                <a:ext uri="{FF2B5EF4-FFF2-40B4-BE49-F238E27FC236}">
                  <a16:creationId xmlns:a16="http://schemas.microsoft.com/office/drawing/2014/main" id="{842A56C0-1F35-41EA-863F-56A4D0AE3EF5}"/>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5761298" y="5387987"/>
              <a:ext cx="527015" cy="527015"/>
            </a:xfrm>
            <a:prstGeom prst="rect">
              <a:avLst/>
            </a:prstGeom>
            <a:noFill/>
            <a:extLst>
              <a:ext uri="{909E8E84-426E-40DD-AFC4-6F175D3DCCD1}">
                <a14:hiddenFill xmlns:a14="http://schemas.microsoft.com/office/drawing/2010/main">
                  <a:solidFill>
                    <a:srgbClr val="FFFFFF"/>
                  </a:solidFill>
                </a14:hiddenFill>
              </a:ext>
            </a:extLst>
          </p:spPr>
        </p:pic>
      </p:grpSp>
    </p:spTree>
    <p:extLst>
      <p:ext uri="{BB962C8B-B14F-4D97-AF65-F5344CB8AC3E}">
        <p14:creationId xmlns:p14="http://schemas.microsoft.com/office/powerpoint/2010/main" val="789585500"/>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D991B20-C6A4-D90A-CE6D-255642C99E1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8D5FDF8-2A4E-A990-9277-FBAA53A11135}"/>
              </a:ext>
            </a:extLst>
          </p:cNvPr>
          <p:cNvSpPr>
            <a:spLocks noGrp="1"/>
          </p:cNvSpPr>
          <p:nvPr>
            <p:ph type="title"/>
          </p:nvPr>
        </p:nvSpPr>
        <p:spPr/>
        <p:txBody>
          <a:bodyPr/>
          <a:lstStyle/>
          <a:p>
            <a:r>
              <a:rPr lang="zh-CN" altLang="en-US" dirty="0"/>
              <a:t>小结</a:t>
            </a:r>
            <a:endParaRPr lang="en-US" dirty="0"/>
          </a:p>
        </p:txBody>
      </p:sp>
      <p:sp>
        <p:nvSpPr>
          <p:cNvPr id="3" name="Content Placeholder 2">
            <a:extLst>
              <a:ext uri="{FF2B5EF4-FFF2-40B4-BE49-F238E27FC236}">
                <a16:creationId xmlns:a16="http://schemas.microsoft.com/office/drawing/2014/main" id="{59C5B766-90D8-85D7-6462-988ECDF1413E}"/>
              </a:ext>
            </a:extLst>
          </p:cNvPr>
          <p:cNvSpPr>
            <a:spLocks noGrp="1"/>
          </p:cNvSpPr>
          <p:nvPr>
            <p:ph idx="1"/>
          </p:nvPr>
        </p:nvSpPr>
        <p:spPr/>
        <p:txBody>
          <a:bodyPr/>
          <a:lstStyle/>
          <a:p>
            <a:pPr indent="-457200">
              <a:lnSpc>
                <a:spcPct val="180000"/>
              </a:lnSpc>
              <a:spcBef>
                <a:spcPts val="0"/>
              </a:spcBef>
              <a:buFont typeface="Wingdings" panose="05000000000000000000" pitchFamily="2" charset="2"/>
              <a:buChar char="p"/>
            </a:pPr>
            <a:r>
              <a:rPr lang="en-US" altLang="zh-CN" dirty="0"/>
              <a:t>Transformer</a:t>
            </a:r>
            <a:r>
              <a:rPr lang="zh-CN" altLang="en-US" dirty="0"/>
              <a:t>可以独立应用于图像以及文本处理，也可以同时处理不同模态的信息</a:t>
            </a:r>
            <a:endParaRPr lang="en-US" altLang="zh-CN" dirty="0"/>
          </a:p>
          <a:p>
            <a:pPr indent="-457200">
              <a:lnSpc>
                <a:spcPct val="180000"/>
              </a:lnSpc>
              <a:spcBef>
                <a:spcPts val="0"/>
              </a:spcBef>
              <a:buFont typeface="Wingdings" panose="05000000000000000000" pitchFamily="2" charset="2"/>
              <a:buChar char="p"/>
            </a:pPr>
            <a:r>
              <a:rPr lang="zh-CN" altLang="en-US" dirty="0"/>
              <a:t>代表性的多模态</a:t>
            </a:r>
            <a:r>
              <a:rPr lang="en-US" altLang="zh-CN" dirty="0"/>
              <a:t>Transformer</a:t>
            </a:r>
            <a:r>
              <a:rPr lang="zh-CN" altLang="en-US" dirty="0"/>
              <a:t>应用</a:t>
            </a:r>
            <a:endParaRPr lang="en-US" altLang="zh-CN" dirty="0"/>
          </a:p>
          <a:p>
            <a:pPr lvl="2" indent="-457200">
              <a:lnSpc>
                <a:spcPct val="180000"/>
              </a:lnSpc>
              <a:spcBef>
                <a:spcPts val="0"/>
              </a:spcBef>
              <a:buFont typeface="Wingdings" panose="05000000000000000000" pitchFamily="2" charset="2"/>
              <a:buChar char="p"/>
            </a:pPr>
            <a:r>
              <a:rPr lang="en-US" altLang="zh-CN" dirty="0"/>
              <a:t>CLIP</a:t>
            </a:r>
          </a:p>
          <a:p>
            <a:pPr lvl="2" indent="-457200">
              <a:lnSpc>
                <a:spcPct val="180000"/>
              </a:lnSpc>
              <a:spcBef>
                <a:spcPts val="0"/>
              </a:spcBef>
              <a:buFont typeface="Wingdings" panose="05000000000000000000" pitchFamily="2" charset="2"/>
              <a:buChar char="p"/>
            </a:pPr>
            <a:r>
              <a:rPr lang="en-US" altLang="en-US" dirty="0"/>
              <a:t>BLIP</a:t>
            </a:r>
          </a:p>
          <a:p>
            <a:pPr indent="-457200">
              <a:lnSpc>
                <a:spcPct val="180000"/>
              </a:lnSpc>
              <a:spcBef>
                <a:spcPts val="0"/>
              </a:spcBef>
              <a:buFont typeface="Wingdings" panose="05000000000000000000" pitchFamily="2" charset="2"/>
              <a:buChar char="p"/>
            </a:pPr>
            <a:r>
              <a:rPr lang="en-US" altLang="en-US" dirty="0"/>
              <a:t>Transformer</a:t>
            </a:r>
            <a:r>
              <a:rPr lang="zh-CN" altLang="en-US" dirty="0"/>
              <a:t>的典型</a:t>
            </a:r>
            <a:r>
              <a:rPr lang="en-US" altLang="en-US" dirty="0" err="1"/>
              <a:t>多模态</a:t>
            </a:r>
            <a:r>
              <a:rPr lang="zh-CN" altLang="en-US" dirty="0"/>
              <a:t>处理其本质是在学习更好的图文匹配</a:t>
            </a:r>
            <a:endParaRPr lang="en-US" altLang="en-US" dirty="0"/>
          </a:p>
        </p:txBody>
      </p:sp>
    </p:spTree>
    <p:extLst>
      <p:ext uri="{BB962C8B-B14F-4D97-AF65-F5344CB8AC3E}">
        <p14:creationId xmlns:p14="http://schemas.microsoft.com/office/powerpoint/2010/main" val="3805579431"/>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63EAFF8-633C-BDE5-58A5-EF638C3CD7B5}"/>
            </a:ext>
          </a:extLst>
        </p:cNvPr>
        <p:cNvGrpSpPr/>
        <p:nvPr/>
      </p:nvGrpSpPr>
      <p:grpSpPr>
        <a:xfrm>
          <a:off x="0" y="0"/>
          <a:ext cx="0" cy="0"/>
          <a:chOff x="0" y="0"/>
          <a:chExt cx="0" cy="0"/>
        </a:xfrm>
      </p:grpSpPr>
      <p:grpSp>
        <p:nvGrpSpPr>
          <p:cNvPr id="4" name="Group 3">
            <a:extLst>
              <a:ext uri="{FF2B5EF4-FFF2-40B4-BE49-F238E27FC236}">
                <a16:creationId xmlns:a16="http://schemas.microsoft.com/office/drawing/2014/main" id="{055D6100-DE4B-ADBE-747B-7F34704ADF1E}"/>
              </a:ext>
            </a:extLst>
          </p:cNvPr>
          <p:cNvGrpSpPr/>
          <p:nvPr/>
        </p:nvGrpSpPr>
        <p:grpSpPr>
          <a:xfrm>
            <a:off x="0" y="-1589"/>
            <a:ext cx="12191999" cy="768585"/>
            <a:chOff x="0" y="-1589"/>
            <a:chExt cx="12191999" cy="768585"/>
          </a:xfrm>
        </p:grpSpPr>
        <p:grpSp>
          <p:nvGrpSpPr>
            <p:cNvPr id="5" name="Group 9">
              <a:extLst>
                <a:ext uri="{FF2B5EF4-FFF2-40B4-BE49-F238E27FC236}">
                  <a16:creationId xmlns:a16="http://schemas.microsoft.com/office/drawing/2014/main" id="{FEB41695-4DAE-B3AC-1D20-E3B723246BB9}"/>
                </a:ext>
              </a:extLst>
            </p:cNvPr>
            <p:cNvGrpSpPr>
              <a:grpSpLocks noChangeAspect="1"/>
            </p:cNvGrpSpPr>
            <p:nvPr/>
          </p:nvGrpSpPr>
          <p:grpSpPr bwMode="auto">
            <a:xfrm>
              <a:off x="0" y="-1589"/>
              <a:ext cx="12191999" cy="767234"/>
              <a:chOff x="-1" y="-1"/>
              <a:chExt cx="7719" cy="568"/>
            </a:xfrm>
          </p:grpSpPr>
          <p:sp>
            <p:nvSpPr>
              <p:cNvPr id="8" name="Freeform 7">
                <a:extLst>
                  <a:ext uri="{FF2B5EF4-FFF2-40B4-BE49-F238E27FC236}">
                    <a16:creationId xmlns:a16="http://schemas.microsoft.com/office/drawing/2014/main" id="{E8B347F9-1316-12B6-08D9-47FCB57F2CB0}"/>
                  </a:ext>
                </a:extLst>
              </p:cNvPr>
              <p:cNvSpPr/>
              <p:nvPr/>
            </p:nvSpPr>
            <p:spPr bwMode="auto">
              <a:xfrm>
                <a:off x="1469" y="-1"/>
                <a:ext cx="6249" cy="568"/>
              </a:xfrm>
              <a:custGeom>
                <a:avLst/>
                <a:gdLst>
                  <a:gd name="T0" fmla="*/ 718 w 10599"/>
                  <a:gd name="T1" fmla="*/ 0 h 1172"/>
                  <a:gd name="T2" fmla="*/ 718 w 10599"/>
                  <a:gd name="T3" fmla="*/ 0 h 1172"/>
                  <a:gd name="T4" fmla="*/ 659 w 10599"/>
                  <a:gd name="T5" fmla="*/ 37 h 1172"/>
                  <a:gd name="T6" fmla="*/ 0 w 10599"/>
                  <a:gd name="T7" fmla="*/ 1172 h 1172"/>
                  <a:gd name="T8" fmla="*/ 10599 w 10599"/>
                  <a:gd name="T9" fmla="*/ 1172 h 1172"/>
                  <a:gd name="T10" fmla="*/ 10599 w 10599"/>
                  <a:gd name="T11" fmla="*/ 0 h 1172"/>
                  <a:gd name="T12" fmla="*/ 718 w 10599"/>
                  <a:gd name="T13" fmla="*/ 0 h 1172"/>
                </a:gdLst>
                <a:ahLst/>
                <a:cxnLst>
                  <a:cxn ang="0">
                    <a:pos x="T0" y="T1"/>
                  </a:cxn>
                  <a:cxn ang="0">
                    <a:pos x="T2" y="T3"/>
                  </a:cxn>
                  <a:cxn ang="0">
                    <a:pos x="T4" y="T5"/>
                  </a:cxn>
                  <a:cxn ang="0">
                    <a:pos x="T6" y="T7"/>
                  </a:cxn>
                  <a:cxn ang="0">
                    <a:pos x="T8" y="T9"/>
                  </a:cxn>
                  <a:cxn ang="0">
                    <a:pos x="T10" y="T11"/>
                  </a:cxn>
                  <a:cxn ang="0">
                    <a:pos x="T12" y="T13"/>
                  </a:cxn>
                </a:cxnLst>
                <a:rect l="0" t="0" r="r" b="b"/>
                <a:pathLst>
                  <a:path w="10599" h="1172">
                    <a:moveTo>
                      <a:pt x="718" y="0"/>
                    </a:moveTo>
                    <a:lnTo>
                      <a:pt x="718" y="0"/>
                    </a:lnTo>
                    <a:lnTo>
                      <a:pt x="659" y="37"/>
                    </a:lnTo>
                    <a:lnTo>
                      <a:pt x="0" y="1172"/>
                    </a:lnTo>
                    <a:lnTo>
                      <a:pt x="10599" y="1172"/>
                    </a:lnTo>
                    <a:lnTo>
                      <a:pt x="10599" y="0"/>
                    </a:lnTo>
                    <a:lnTo>
                      <a:pt x="718" y="0"/>
                    </a:lnTo>
                    <a:close/>
                  </a:path>
                </a:pathLst>
              </a:custGeom>
              <a:solidFill>
                <a:srgbClr val="649EB2">
                  <a:lumMod val="20000"/>
                  <a:lumOff val="80000"/>
                </a:srgbClr>
              </a:solidFill>
              <a:ln w="0">
                <a:noFill/>
                <a:prstDash val="solid"/>
                <a:round/>
              </a:ln>
            </p:spPr>
            <p:txBody>
              <a:bodyPr vert="horz" wrap="square" lIns="91440" tIns="45720" rIns="91440" bIns="45720" numCol="1" anchor="t" anchorCtr="0" compatLnSpc="1"/>
              <a:lstStyle/>
              <a:p>
                <a:pPr marL="0" marR="0" lvl="0" indent="0" algn="l" defTabSz="622300" rtl="0" eaLnBrk="1" fontAlgn="auto" latinLnBrk="0" hangingPunct="1">
                  <a:lnSpc>
                    <a:spcPct val="100000"/>
                  </a:lnSpc>
                  <a:spcBef>
                    <a:spcPts val="0"/>
                  </a:spcBef>
                  <a:spcAft>
                    <a:spcPts val="0"/>
                  </a:spcAft>
                  <a:buClrTx/>
                  <a:buSzTx/>
                  <a:buFontTx/>
                  <a:buNone/>
                  <a:tabLst/>
                  <a:defRPr/>
                </a:pPr>
                <a:endParaRPr kumimoji="0" lang="zh-CN" altLang="en-US" sz="2500" b="0" i="0" u="none" strike="noStrike" kern="0" cap="none" spc="0" normalizeH="0" baseline="0" noProof="0">
                  <a:ln>
                    <a:noFill/>
                  </a:ln>
                  <a:solidFill>
                    <a:srgbClr val="000000"/>
                  </a:solidFill>
                  <a:effectLst/>
                  <a:uLnTx/>
                  <a:uFillTx/>
                  <a:cs typeface="+mn-ea"/>
                  <a:sym typeface="+mn-lt"/>
                </a:endParaRPr>
              </a:p>
            </p:txBody>
          </p:sp>
          <p:sp>
            <p:nvSpPr>
              <p:cNvPr id="9" name="AutoShape 8">
                <a:extLst>
                  <a:ext uri="{FF2B5EF4-FFF2-40B4-BE49-F238E27FC236}">
                    <a16:creationId xmlns:a16="http://schemas.microsoft.com/office/drawing/2014/main" id="{77362E6A-6290-E559-93AF-1E2C4A20F68E}"/>
                  </a:ext>
                </a:extLst>
              </p:cNvPr>
              <p:cNvSpPr>
                <a:spLocks noChangeAspect="1" noChangeArrowheads="1" noTextEdit="1"/>
              </p:cNvSpPr>
              <p:nvPr/>
            </p:nvSpPr>
            <p:spPr bwMode="auto">
              <a:xfrm>
                <a:off x="-1" y="0"/>
                <a:ext cx="7713" cy="56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lstStyle/>
              <a:p>
                <a:pPr marL="0" marR="0" lvl="0" indent="0" algn="l" defTabSz="622300" rtl="0" eaLnBrk="1" fontAlgn="auto" latinLnBrk="0" hangingPunct="1">
                  <a:lnSpc>
                    <a:spcPct val="100000"/>
                  </a:lnSpc>
                  <a:spcBef>
                    <a:spcPts val="0"/>
                  </a:spcBef>
                  <a:spcAft>
                    <a:spcPts val="0"/>
                  </a:spcAft>
                  <a:buClrTx/>
                  <a:buSzTx/>
                  <a:buFontTx/>
                  <a:buNone/>
                  <a:tabLst/>
                  <a:defRPr/>
                </a:pPr>
                <a:endParaRPr kumimoji="0" lang="zh-CN" altLang="en-US" sz="2500" b="0" i="0" u="none" strike="noStrike" kern="0" cap="none" spc="0" normalizeH="0" baseline="0" noProof="0">
                  <a:ln>
                    <a:noFill/>
                  </a:ln>
                  <a:solidFill>
                    <a:srgbClr val="000000"/>
                  </a:solidFill>
                  <a:effectLst/>
                  <a:uLnTx/>
                  <a:uFillTx/>
                  <a:latin typeface="等线"/>
                  <a:ea typeface="等线" panose="02010600030101010101" pitchFamily="2" charset="-122"/>
                  <a:cs typeface="+mn-cs"/>
                </a:endParaRPr>
              </a:p>
            </p:txBody>
          </p:sp>
        </p:grpSp>
        <p:sp>
          <p:nvSpPr>
            <p:cNvPr id="6" name="任意多边形: 形状 12">
              <a:extLst>
                <a:ext uri="{FF2B5EF4-FFF2-40B4-BE49-F238E27FC236}">
                  <a16:creationId xmlns:a16="http://schemas.microsoft.com/office/drawing/2014/main" id="{49AD8C16-2FBC-A27A-5100-EDF1BFA1F13F}"/>
                </a:ext>
              </a:extLst>
            </p:cNvPr>
            <p:cNvSpPr/>
            <p:nvPr/>
          </p:nvSpPr>
          <p:spPr bwMode="auto">
            <a:xfrm>
              <a:off x="0" y="-1589"/>
              <a:ext cx="9288002" cy="768585"/>
            </a:xfrm>
            <a:custGeom>
              <a:avLst/>
              <a:gdLst>
                <a:gd name="connsiteX0" fmla="*/ 0 w 9288002"/>
                <a:gd name="connsiteY0" fmla="*/ 0 h 768585"/>
                <a:gd name="connsiteX1" fmla="*/ 9288002 w 9288002"/>
                <a:gd name="connsiteY1" fmla="*/ 0 h 768585"/>
                <a:gd name="connsiteX2" fmla="*/ 8786022 w 9288002"/>
                <a:gd name="connsiteY2" fmla="*/ 754718 h 768585"/>
                <a:gd name="connsiteX3" fmla="*/ 8743383 w 9288002"/>
                <a:gd name="connsiteY3" fmla="*/ 768585 h 768585"/>
                <a:gd name="connsiteX4" fmla="*/ 0 w 9288002"/>
                <a:gd name="connsiteY4" fmla="*/ 768585 h 76858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288002" h="768585">
                  <a:moveTo>
                    <a:pt x="0" y="0"/>
                  </a:moveTo>
                  <a:lnTo>
                    <a:pt x="9288002" y="0"/>
                  </a:lnTo>
                  <a:lnTo>
                    <a:pt x="8786022" y="754718"/>
                  </a:lnTo>
                  <a:lnTo>
                    <a:pt x="8743383" y="768585"/>
                  </a:lnTo>
                  <a:lnTo>
                    <a:pt x="0" y="768585"/>
                  </a:lnTo>
                  <a:close/>
                </a:path>
              </a:pathLst>
            </a:custGeom>
            <a:solidFill>
              <a:srgbClr val="203864"/>
            </a:solidFill>
            <a:ln w="0">
              <a:noFill/>
              <a:prstDash val="solid"/>
              <a:round/>
            </a:ln>
          </p:spPr>
          <p:txBody>
            <a:bodyPr vert="horz" wrap="square" lIns="91440" tIns="45720" rIns="91440" bIns="45720" numCol="1" anchor="t" anchorCtr="0" compatLnSpc="1">
              <a:noAutofit/>
            </a:bodyPr>
            <a:lstStyle/>
            <a:p>
              <a:pPr marL="0" marR="0" lvl="0" indent="0" algn="l" defTabSz="622300" rtl="0" eaLnBrk="1" fontAlgn="auto" latinLnBrk="0" hangingPunct="1">
                <a:lnSpc>
                  <a:spcPct val="100000"/>
                </a:lnSpc>
                <a:spcBef>
                  <a:spcPts val="0"/>
                </a:spcBef>
                <a:spcAft>
                  <a:spcPts val="0"/>
                </a:spcAft>
                <a:buClrTx/>
                <a:buSzTx/>
                <a:buFontTx/>
                <a:buNone/>
                <a:tabLst/>
                <a:defRPr/>
              </a:pPr>
              <a:endParaRPr kumimoji="0" lang="zh-CN" altLang="en-US" sz="2500" b="0" i="0" u="none" strike="noStrike" kern="0" cap="none" spc="0" normalizeH="0" baseline="0" noProof="0">
                <a:ln>
                  <a:noFill/>
                </a:ln>
                <a:solidFill>
                  <a:srgbClr val="000000"/>
                </a:solidFill>
                <a:effectLst/>
                <a:uLnTx/>
                <a:uFillTx/>
                <a:cs typeface="+mn-ea"/>
                <a:sym typeface="+mn-lt"/>
              </a:endParaRPr>
            </a:p>
          </p:txBody>
        </p:sp>
        <p:sp>
          <p:nvSpPr>
            <p:cNvPr id="7" name="文本框 18">
              <a:extLst>
                <a:ext uri="{FF2B5EF4-FFF2-40B4-BE49-F238E27FC236}">
                  <a16:creationId xmlns:a16="http://schemas.microsoft.com/office/drawing/2014/main" id="{98D3EF44-949F-9F7F-82D5-C0432FE278FD}"/>
                </a:ext>
              </a:extLst>
            </p:cNvPr>
            <p:cNvSpPr txBox="1"/>
            <p:nvPr/>
          </p:nvSpPr>
          <p:spPr>
            <a:xfrm>
              <a:off x="350439" y="120418"/>
              <a:ext cx="1620957" cy="523220"/>
            </a:xfrm>
            <a:prstGeom prst="rect">
              <a:avLst/>
            </a:prstGeom>
            <a:noFill/>
          </p:spPr>
          <p:txBody>
            <a:bodyPr wrap="none" rtlCol="0">
              <a:spAutoFit/>
            </a:bodyPr>
            <a:lstStyle/>
            <a:p>
              <a:pPr>
                <a:defRPr/>
              </a:pPr>
              <a:r>
                <a:rPr lang="zh-CN" altLang="en-US" sz="2800" b="1" dirty="0">
                  <a:solidFill>
                    <a:prstClr val="white"/>
                  </a:solidFill>
                  <a:cs typeface="+mn-ea"/>
                  <a:sym typeface="+mn-lt"/>
                </a:rPr>
                <a:t>参考阅读</a:t>
              </a:r>
            </a:p>
          </p:txBody>
        </p:sp>
      </p:grpSp>
      <p:sp>
        <p:nvSpPr>
          <p:cNvPr id="10" name="文本框 24">
            <a:extLst>
              <a:ext uri="{FF2B5EF4-FFF2-40B4-BE49-F238E27FC236}">
                <a16:creationId xmlns:a16="http://schemas.microsoft.com/office/drawing/2014/main" id="{72BB82E5-D5EF-6A1D-E86E-152055025CE2}"/>
              </a:ext>
            </a:extLst>
          </p:cNvPr>
          <p:cNvSpPr txBox="1"/>
          <p:nvPr/>
        </p:nvSpPr>
        <p:spPr>
          <a:xfrm>
            <a:off x="657774" y="841589"/>
            <a:ext cx="10723240" cy="5839291"/>
          </a:xfrm>
          <a:prstGeom prst="rect">
            <a:avLst/>
          </a:prstGeom>
          <a:noFill/>
          <a:ln w="19050">
            <a:noFill/>
          </a:ln>
        </p:spPr>
        <p:txBody>
          <a:bodyPr wrap="square">
            <a:spAutoFit/>
          </a:bodyPr>
          <a:lstStyle/>
          <a:p>
            <a:pPr marL="228600" indent="-457200" algn="just">
              <a:lnSpc>
                <a:spcPct val="130000"/>
              </a:lnSpc>
              <a:spcBef>
                <a:spcPts val="1000"/>
              </a:spcBef>
              <a:buFont typeface="Wingdings" panose="05000000000000000000" pitchFamily="2" charset="2"/>
              <a:buChar char="p"/>
              <a:defRPr/>
            </a:pPr>
            <a:r>
              <a:rPr lang="en-US" sz="2400" b="1" dirty="0"/>
              <a:t>Dan </a:t>
            </a:r>
            <a:r>
              <a:rPr lang="en-US" sz="2400" b="1" dirty="0" err="1"/>
              <a:t>Jurafsky</a:t>
            </a:r>
            <a:r>
              <a:rPr lang="en-US" sz="2400" b="1" dirty="0"/>
              <a:t> and James H. Martin</a:t>
            </a:r>
            <a:r>
              <a:rPr lang="en-US" altLang="zh-CN" sz="2400" b="1" dirty="0"/>
              <a:t>.</a:t>
            </a:r>
            <a:r>
              <a:rPr lang="zh-CN" altLang="en-US" sz="2400" b="1" dirty="0"/>
              <a:t> </a:t>
            </a:r>
            <a:r>
              <a:rPr lang="en-US" altLang="zh-CN" sz="2400" b="1" dirty="0"/>
              <a:t>Speech and Language Processing (3rd ed. draft);</a:t>
            </a:r>
            <a:r>
              <a:rPr lang="zh-CN" altLang="en-US" sz="2400" b="1" dirty="0"/>
              <a:t> </a:t>
            </a:r>
            <a:r>
              <a:rPr lang="en-US" altLang="zh-CN" sz="2400" b="1" dirty="0"/>
              <a:t>Chapter</a:t>
            </a:r>
            <a:r>
              <a:rPr lang="zh-CN" altLang="en-US" sz="2400" b="1" dirty="0"/>
              <a:t> </a:t>
            </a:r>
            <a:r>
              <a:rPr lang="en-US" altLang="zh-CN" sz="2400" b="1" dirty="0"/>
              <a:t>10,</a:t>
            </a:r>
            <a:r>
              <a:rPr lang="zh-CN" altLang="en-US" sz="2400" b="1" dirty="0"/>
              <a:t> </a:t>
            </a:r>
            <a:r>
              <a:rPr lang="en-US" altLang="zh-CN" sz="2400" b="1" dirty="0"/>
              <a:t>13,</a:t>
            </a:r>
            <a:r>
              <a:rPr lang="zh-CN" altLang="en-US" sz="2400" b="1" dirty="0"/>
              <a:t> </a:t>
            </a:r>
            <a:r>
              <a:rPr lang="en-US" altLang="zh-CN" sz="2400" b="1" dirty="0"/>
              <a:t>14,</a:t>
            </a:r>
            <a:r>
              <a:rPr lang="zh-CN" altLang="en-US" sz="2400" b="1" dirty="0"/>
              <a:t> </a:t>
            </a:r>
            <a:r>
              <a:rPr lang="en-US" altLang="zh-CN" sz="2400" b="1" dirty="0"/>
              <a:t>15.</a:t>
            </a:r>
            <a:r>
              <a:rPr lang="zh-CN" altLang="en-US" sz="2400" b="1" dirty="0"/>
              <a:t> </a:t>
            </a:r>
            <a:r>
              <a:rPr lang="en-US" altLang="zh-CN" sz="2400" b="1" dirty="0"/>
              <a:t>2025</a:t>
            </a:r>
          </a:p>
          <a:p>
            <a:pPr marL="685800" lvl="1" indent="-457200" algn="just">
              <a:lnSpc>
                <a:spcPct val="130000"/>
              </a:lnSpc>
              <a:spcBef>
                <a:spcPts val="1000"/>
              </a:spcBef>
              <a:buFont typeface="Wingdings" panose="05000000000000000000" pitchFamily="2" charset="2"/>
              <a:buChar char="p"/>
              <a:defRPr/>
            </a:pPr>
            <a:r>
              <a:rPr lang="en-US" sz="2400" spc="-45" dirty="0" err="1">
                <a:latin typeface="Calibri" panose="020F0502020204030204" pitchFamily="34" charset="0"/>
                <a:cs typeface="Calibri" panose="020F0502020204030204" pitchFamily="34" charset="0"/>
              </a:rPr>
              <a:t>系统介绍了</a:t>
            </a:r>
            <a:r>
              <a:rPr lang="zh-CN" altLang="en-US" sz="2400" spc="-45" dirty="0">
                <a:latin typeface="Calibri" panose="020F0502020204030204" pitchFamily="34" charset="0"/>
                <a:cs typeface="Calibri" panose="020F0502020204030204" pitchFamily="34" charset="0"/>
              </a:rPr>
              <a:t>大模型，以及基于</a:t>
            </a:r>
            <a:r>
              <a:rPr lang="en-US" altLang="zh-CN" sz="2400" spc="-45" dirty="0">
                <a:latin typeface="Calibri" panose="020F0502020204030204" pitchFamily="34" charset="0"/>
                <a:cs typeface="Calibri" panose="020F0502020204030204" pitchFamily="34" charset="0"/>
              </a:rPr>
              <a:t>Transformer</a:t>
            </a:r>
            <a:r>
              <a:rPr lang="zh-CN" altLang="en-US" sz="2400" spc="-45" dirty="0">
                <a:latin typeface="Calibri" panose="020F0502020204030204" pitchFamily="34" charset="0"/>
                <a:cs typeface="Calibri" panose="020F0502020204030204" pitchFamily="34" charset="0"/>
              </a:rPr>
              <a:t>的应用（包括机器翻译、问答、对话系统、信息抽取等）</a:t>
            </a:r>
            <a:endParaRPr lang="en-US" altLang="zh-CN" sz="2000" spc="-65" dirty="0">
              <a:latin typeface="Microsoft YaHei" panose="020B0503020204020204" pitchFamily="34" charset="-122"/>
              <a:ea typeface="Microsoft YaHei" panose="020B0503020204020204" pitchFamily="34" charset="-122"/>
              <a:cs typeface="Calibri" panose="020F0502020204030204" pitchFamily="34" charset="0"/>
            </a:endParaRPr>
          </a:p>
          <a:p>
            <a:pPr marL="228600" indent="-457200" algn="just">
              <a:lnSpc>
                <a:spcPct val="130000"/>
              </a:lnSpc>
              <a:spcBef>
                <a:spcPts val="1000"/>
              </a:spcBef>
              <a:buFont typeface="Wingdings" panose="05000000000000000000" pitchFamily="2" charset="2"/>
              <a:buChar char="p"/>
              <a:defRPr/>
            </a:pPr>
            <a:r>
              <a:rPr lang="en-US" sz="2400" b="1" dirty="0"/>
              <a:t>Kevin Clark, Urvashi Khandelwal, Omer Levy, Christopher D. Manning. “What Does BERT Look At? An Analysis of BERT’s Attention.” NAACL-HLT 2019.</a:t>
            </a:r>
          </a:p>
          <a:p>
            <a:pPr marL="685800" lvl="1" indent="-457200" algn="just">
              <a:lnSpc>
                <a:spcPct val="130000"/>
              </a:lnSpc>
              <a:spcBef>
                <a:spcPts val="1000"/>
              </a:spcBef>
              <a:buFont typeface="Wingdings" panose="05000000000000000000" pitchFamily="2" charset="2"/>
              <a:buChar char="p"/>
              <a:defRPr/>
            </a:pPr>
            <a:r>
              <a:rPr lang="zh-CN" altLang="en-US" sz="2400" dirty="0"/>
              <a:t>提出基于注意力头的分析方法，揭示 </a:t>
            </a:r>
            <a:r>
              <a:rPr lang="en-US" sz="2400" dirty="0"/>
              <a:t>BERT </a:t>
            </a:r>
            <a:r>
              <a:rPr lang="zh-CN" altLang="en-US" sz="2400" dirty="0"/>
              <a:t>中不同头关注分隔符标记、固定位置偏移或全局信息等模式；</a:t>
            </a:r>
            <a:endParaRPr lang="en-US" altLang="zh-CN" sz="2400" dirty="0"/>
          </a:p>
          <a:p>
            <a:pPr marL="685800" lvl="1" indent="-457200" algn="just">
              <a:lnSpc>
                <a:spcPct val="130000"/>
              </a:lnSpc>
              <a:spcBef>
                <a:spcPts val="1000"/>
              </a:spcBef>
              <a:buFont typeface="Wingdings" panose="05000000000000000000" pitchFamily="2" charset="2"/>
              <a:buChar char="p"/>
              <a:defRPr/>
            </a:pPr>
            <a:r>
              <a:rPr lang="zh-CN" altLang="en-US" sz="2400" dirty="0"/>
              <a:t>实验表明部分注意力头能高度对应句法依存关系和共指结构，展示了 </a:t>
            </a:r>
            <a:r>
              <a:rPr lang="en-US" sz="2400" dirty="0"/>
              <a:t>self-attention </a:t>
            </a:r>
            <a:r>
              <a:rPr lang="zh-CN" altLang="en-US" sz="2400" dirty="0"/>
              <a:t>学到的语言学知识。</a:t>
            </a:r>
            <a:endParaRPr lang="en-US" altLang="zh-CN" sz="2400" dirty="0"/>
          </a:p>
        </p:txBody>
      </p:sp>
    </p:spTree>
    <p:extLst>
      <p:ext uri="{BB962C8B-B14F-4D97-AF65-F5344CB8AC3E}">
        <p14:creationId xmlns:p14="http://schemas.microsoft.com/office/powerpoint/2010/main" val="469449259"/>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FF04F24-5BCF-A848-F011-E0F5728BABBA}"/>
            </a:ext>
          </a:extLst>
        </p:cNvPr>
        <p:cNvGrpSpPr/>
        <p:nvPr/>
      </p:nvGrpSpPr>
      <p:grpSpPr>
        <a:xfrm>
          <a:off x="0" y="0"/>
          <a:ext cx="0" cy="0"/>
          <a:chOff x="0" y="0"/>
          <a:chExt cx="0" cy="0"/>
        </a:xfrm>
      </p:grpSpPr>
      <p:grpSp>
        <p:nvGrpSpPr>
          <p:cNvPr id="4" name="Group 3">
            <a:extLst>
              <a:ext uri="{FF2B5EF4-FFF2-40B4-BE49-F238E27FC236}">
                <a16:creationId xmlns:a16="http://schemas.microsoft.com/office/drawing/2014/main" id="{E41A5B66-6BF8-CD06-450B-B4D52A9B1BA2}"/>
              </a:ext>
            </a:extLst>
          </p:cNvPr>
          <p:cNvGrpSpPr/>
          <p:nvPr/>
        </p:nvGrpSpPr>
        <p:grpSpPr>
          <a:xfrm>
            <a:off x="0" y="-1589"/>
            <a:ext cx="12191999" cy="768585"/>
            <a:chOff x="0" y="-1589"/>
            <a:chExt cx="12191999" cy="768585"/>
          </a:xfrm>
        </p:grpSpPr>
        <p:grpSp>
          <p:nvGrpSpPr>
            <p:cNvPr id="5" name="Group 9">
              <a:extLst>
                <a:ext uri="{FF2B5EF4-FFF2-40B4-BE49-F238E27FC236}">
                  <a16:creationId xmlns:a16="http://schemas.microsoft.com/office/drawing/2014/main" id="{335CBB21-2B93-EE45-AFFF-662CABA0D171}"/>
                </a:ext>
              </a:extLst>
            </p:cNvPr>
            <p:cNvGrpSpPr>
              <a:grpSpLocks noChangeAspect="1"/>
            </p:cNvGrpSpPr>
            <p:nvPr/>
          </p:nvGrpSpPr>
          <p:grpSpPr bwMode="auto">
            <a:xfrm>
              <a:off x="0" y="-1589"/>
              <a:ext cx="12191999" cy="767234"/>
              <a:chOff x="-1" y="-1"/>
              <a:chExt cx="7719" cy="568"/>
            </a:xfrm>
          </p:grpSpPr>
          <p:sp>
            <p:nvSpPr>
              <p:cNvPr id="8" name="Freeform 7">
                <a:extLst>
                  <a:ext uri="{FF2B5EF4-FFF2-40B4-BE49-F238E27FC236}">
                    <a16:creationId xmlns:a16="http://schemas.microsoft.com/office/drawing/2014/main" id="{7C8791D9-B813-F0E2-A88B-828A77EA5376}"/>
                  </a:ext>
                </a:extLst>
              </p:cNvPr>
              <p:cNvSpPr/>
              <p:nvPr/>
            </p:nvSpPr>
            <p:spPr bwMode="auto">
              <a:xfrm>
                <a:off x="1469" y="-1"/>
                <a:ext cx="6249" cy="568"/>
              </a:xfrm>
              <a:custGeom>
                <a:avLst/>
                <a:gdLst>
                  <a:gd name="T0" fmla="*/ 718 w 10599"/>
                  <a:gd name="T1" fmla="*/ 0 h 1172"/>
                  <a:gd name="T2" fmla="*/ 718 w 10599"/>
                  <a:gd name="T3" fmla="*/ 0 h 1172"/>
                  <a:gd name="T4" fmla="*/ 659 w 10599"/>
                  <a:gd name="T5" fmla="*/ 37 h 1172"/>
                  <a:gd name="T6" fmla="*/ 0 w 10599"/>
                  <a:gd name="T7" fmla="*/ 1172 h 1172"/>
                  <a:gd name="T8" fmla="*/ 10599 w 10599"/>
                  <a:gd name="T9" fmla="*/ 1172 h 1172"/>
                  <a:gd name="T10" fmla="*/ 10599 w 10599"/>
                  <a:gd name="T11" fmla="*/ 0 h 1172"/>
                  <a:gd name="T12" fmla="*/ 718 w 10599"/>
                  <a:gd name="T13" fmla="*/ 0 h 1172"/>
                </a:gdLst>
                <a:ahLst/>
                <a:cxnLst>
                  <a:cxn ang="0">
                    <a:pos x="T0" y="T1"/>
                  </a:cxn>
                  <a:cxn ang="0">
                    <a:pos x="T2" y="T3"/>
                  </a:cxn>
                  <a:cxn ang="0">
                    <a:pos x="T4" y="T5"/>
                  </a:cxn>
                  <a:cxn ang="0">
                    <a:pos x="T6" y="T7"/>
                  </a:cxn>
                  <a:cxn ang="0">
                    <a:pos x="T8" y="T9"/>
                  </a:cxn>
                  <a:cxn ang="0">
                    <a:pos x="T10" y="T11"/>
                  </a:cxn>
                  <a:cxn ang="0">
                    <a:pos x="T12" y="T13"/>
                  </a:cxn>
                </a:cxnLst>
                <a:rect l="0" t="0" r="r" b="b"/>
                <a:pathLst>
                  <a:path w="10599" h="1172">
                    <a:moveTo>
                      <a:pt x="718" y="0"/>
                    </a:moveTo>
                    <a:lnTo>
                      <a:pt x="718" y="0"/>
                    </a:lnTo>
                    <a:lnTo>
                      <a:pt x="659" y="37"/>
                    </a:lnTo>
                    <a:lnTo>
                      <a:pt x="0" y="1172"/>
                    </a:lnTo>
                    <a:lnTo>
                      <a:pt x="10599" y="1172"/>
                    </a:lnTo>
                    <a:lnTo>
                      <a:pt x="10599" y="0"/>
                    </a:lnTo>
                    <a:lnTo>
                      <a:pt x="718" y="0"/>
                    </a:lnTo>
                    <a:close/>
                  </a:path>
                </a:pathLst>
              </a:custGeom>
              <a:solidFill>
                <a:srgbClr val="649EB2">
                  <a:lumMod val="20000"/>
                  <a:lumOff val="80000"/>
                </a:srgbClr>
              </a:solidFill>
              <a:ln w="0">
                <a:noFill/>
                <a:prstDash val="solid"/>
                <a:round/>
              </a:ln>
            </p:spPr>
            <p:txBody>
              <a:bodyPr vert="horz" wrap="square" lIns="91440" tIns="45720" rIns="91440" bIns="45720" numCol="1" anchor="t" anchorCtr="0" compatLnSpc="1"/>
              <a:lstStyle/>
              <a:p>
                <a:pPr marL="0" marR="0" lvl="0" indent="0" algn="l" defTabSz="622300" rtl="0" eaLnBrk="1" fontAlgn="auto" latinLnBrk="0" hangingPunct="1">
                  <a:lnSpc>
                    <a:spcPct val="100000"/>
                  </a:lnSpc>
                  <a:spcBef>
                    <a:spcPts val="0"/>
                  </a:spcBef>
                  <a:spcAft>
                    <a:spcPts val="0"/>
                  </a:spcAft>
                  <a:buClrTx/>
                  <a:buSzTx/>
                  <a:buFontTx/>
                  <a:buNone/>
                  <a:tabLst/>
                  <a:defRPr/>
                </a:pPr>
                <a:endParaRPr kumimoji="0" lang="zh-CN" altLang="en-US" sz="2500" b="0" i="0" u="none" strike="noStrike" kern="0" cap="none" spc="0" normalizeH="0" baseline="0" noProof="0">
                  <a:ln>
                    <a:noFill/>
                  </a:ln>
                  <a:solidFill>
                    <a:srgbClr val="000000"/>
                  </a:solidFill>
                  <a:effectLst/>
                  <a:uLnTx/>
                  <a:uFillTx/>
                  <a:cs typeface="+mn-ea"/>
                  <a:sym typeface="+mn-lt"/>
                </a:endParaRPr>
              </a:p>
            </p:txBody>
          </p:sp>
          <p:sp>
            <p:nvSpPr>
              <p:cNvPr id="9" name="AutoShape 8">
                <a:extLst>
                  <a:ext uri="{FF2B5EF4-FFF2-40B4-BE49-F238E27FC236}">
                    <a16:creationId xmlns:a16="http://schemas.microsoft.com/office/drawing/2014/main" id="{AA7A98F1-5641-7A9A-7420-A9AE248A2D44}"/>
                  </a:ext>
                </a:extLst>
              </p:cNvPr>
              <p:cNvSpPr>
                <a:spLocks noChangeAspect="1" noChangeArrowheads="1" noTextEdit="1"/>
              </p:cNvSpPr>
              <p:nvPr/>
            </p:nvSpPr>
            <p:spPr bwMode="auto">
              <a:xfrm>
                <a:off x="-1" y="0"/>
                <a:ext cx="7713" cy="56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lstStyle/>
              <a:p>
                <a:pPr marL="0" marR="0" lvl="0" indent="0" algn="l" defTabSz="622300" rtl="0" eaLnBrk="1" fontAlgn="auto" latinLnBrk="0" hangingPunct="1">
                  <a:lnSpc>
                    <a:spcPct val="100000"/>
                  </a:lnSpc>
                  <a:spcBef>
                    <a:spcPts val="0"/>
                  </a:spcBef>
                  <a:spcAft>
                    <a:spcPts val="0"/>
                  </a:spcAft>
                  <a:buClrTx/>
                  <a:buSzTx/>
                  <a:buFontTx/>
                  <a:buNone/>
                  <a:tabLst/>
                  <a:defRPr/>
                </a:pPr>
                <a:endParaRPr kumimoji="0" lang="zh-CN" altLang="en-US" sz="2500" b="0" i="0" u="none" strike="noStrike" kern="0" cap="none" spc="0" normalizeH="0" baseline="0" noProof="0">
                  <a:ln>
                    <a:noFill/>
                  </a:ln>
                  <a:solidFill>
                    <a:srgbClr val="000000"/>
                  </a:solidFill>
                  <a:effectLst/>
                  <a:uLnTx/>
                  <a:uFillTx/>
                  <a:latin typeface="等线"/>
                  <a:ea typeface="等线" panose="02010600030101010101" pitchFamily="2" charset="-122"/>
                  <a:cs typeface="+mn-cs"/>
                </a:endParaRPr>
              </a:p>
            </p:txBody>
          </p:sp>
        </p:grpSp>
        <p:sp>
          <p:nvSpPr>
            <p:cNvPr id="6" name="任意多边形: 形状 12">
              <a:extLst>
                <a:ext uri="{FF2B5EF4-FFF2-40B4-BE49-F238E27FC236}">
                  <a16:creationId xmlns:a16="http://schemas.microsoft.com/office/drawing/2014/main" id="{035ED85E-B804-D3DB-5A9A-1AFE81DA106B}"/>
                </a:ext>
              </a:extLst>
            </p:cNvPr>
            <p:cNvSpPr/>
            <p:nvPr/>
          </p:nvSpPr>
          <p:spPr bwMode="auto">
            <a:xfrm>
              <a:off x="0" y="-1589"/>
              <a:ext cx="9288002" cy="768585"/>
            </a:xfrm>
            <a:custGeom>
              <a:avLst/>
              <a:gdLst>
                <a:gd name="connsiteX0" fmla="*/ 0 w 9288002"/>
                <a:gd name="connsiteY0" fmla="*/ 0 h 768585"/>
                <a:gd name="connsiteX1" fmla="*/ 9288002 w 9288002"/>
                <a:gd name="connsiteY1" fmla="*/ 0 h 768585"/>
                <a:gd name="connsiteX2" fmla="*/ 8786022 w 9288002"/>
                <a:gd name="connsiteY2" fmla="*/ 754718 h 768585"/>
                <a:gd name="connsiteX3" fmla="*/ 8743383 w 9288002"/>
                <a:gd name="connsiteY3" fmla="*/ 768585 h 768585"/>
                <a:gd name="connsiteX4" fmla="*/ 0 w 9288002"/>
                <a:gd name="connsiteY4" fmla="*/ 768585 h 76858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288002" h="768585">
                  <a:moveTo>
                    <a:pt x="0" y="0"/>
                  </a:moveTo>
                  <a:lnTo>
                    <a:pt x="9288002" y="0"/>
                  </a:lnTo>
                  <a:lnTo>
                    <a:pt x="8786022" y="754718"/>
                  </a:lnTo>
                  <a:lnTo>
                    <a:pt x="8743383" y="768585"/>
                  </a:lnTo>
                  <a:lnTo>
                    <a:pt x="0" y="768585"/>
                  </a:lnTo>
                  <a:close/>
                </a:path>
              </a:pathLst>
            </a:custGeom>
            <a:solidFill>
              <a:srgbClr val="203864"/>
            </a:solidFill>
            <a:ln w="0">
              <a:noFill/>
              <a:prstDash val="solid"/>
              <a:round/>
            </a:ln>
          </p:spPr>
          <p:txBody>
            <a:bodyPr vert="horz" wrap="square" lIns="91440" tIns="45720" rIns="91440" bIns="45720" numCol="1" anchor="t" anchorCtr="0" compatLnSpc="1">
              <a:noAutofit/>
            </a:bodyPr>
            <a:lstStyle/>
            <a:p>
              <a:pPr marL="0" marR="0" lvl="0" indent="0" algn="l" defTabSz="622300" rtl="0" eaLnBrk="1" fontAlgn="auto" latinLnBrk="0" hangingPunct="1">
                <a:lnSpc>
                  <a:spcPct val="100000"/>
                </a:lnSpc>
                <a:spcBef>
                  <a:spcPts val="0"/>
                </a:spcBef>
                <a:spcAft>
                  <a:spcPts val="0"/>
                </a:spcAft>
                <a:buClrTx/>
                <a:buSzTx/>
                <a:buFontTx/>
                <a:buNone/>
                <a:tabLst/>
                <a:defRPr/>
              </a:pPr>
              <a:endParaRPr kumimoji="0" lang="zh-CN" altLang="en-US" sz="2500" b="0" i="0" u="none" strike="noStrike" kern="0" cap="none" spc="0" normalizeH="0" baseline="0" noProof="0">
                <a:ln>
                  <a:noFill/>
                </a:ln>
                <a:solidFill>
                  <a:srgbClr val="000000"/>
                </a:solidFill>
                <a:effectLst/>
                <a:uLnTx/>
                <a:uFillTx/>
                <a:cs typeface="+mn-ea"/>
                <a:sym typeface="+mn-lt"/>
              </a:endParaRPr>
            </a:p>
          </p:txBody>
        </p:sp>
        <p:sp>
          <p:nvSpPr>
            <p:cNvPr id="7" name="文本框 18">
              <a:extLst>
                <a:ext uri="{FF2B5EF4-FFF2-40B4-BE49-F238E27FC236}">
                  <a16:creationId xmlns:a16="http://schemas.microsoft.com/office/drawing/2014/main" id="{F02564AF-E976-7C6B-B4AE-871FB3D0180B}"/>
                </a:ext>
              </a:extLst>
            </p:cNvPr>
            <p:cNvSpPr txBox="1"/>
            <p:nvPr/>
          </p:nvSpPr>
          <p:spPr>
            <a:xfrm>
              <a:off x="350439" y="120418"/>
              <a:ext cx="1620957" cy="523220"/>
            </a:xfrm>
            <a:prstGeom prst="rect">
              <a:avLst/>
            </a:prstGeom>
            <a:noFill/>
          </p:spPr>
          <p:txBody>
            <a:bodyPr wrap="none" rtlCol="0">
              <a:spAutoFit/>
            </a:bodyPr>
            <a:lstStyle/>
            <a:p>
              <a:pPr>
                <a:defRPr/>
              </a:pPr>
              <a:r>
                <a:rPr lang="zh-CN" altLang="en-US" sz="2800" b="1" dirty="0">
                  <a:solidFill>
                    <a:prstClr val="white"/>
                  </a:solidFill>
                  <a:cs typeface="+mn-ea"/>
                  <a:sym typeface="+mn-lt"/>
                </a:rPr>
                <a:t>参考阅读</a:t>
              </a:r>
            </a:p>
          </p:txBody>
        </p:sp>
      </p:grpSp>
      <p:sp>
        <p:nvSpPr>
          <p:cNvPr id="3" name="TextBox 2">
            <a:extLst>
              <a:ext uri="{FF2B5EF4-FFF2-40B4-BE49-F238E27FC236}">
                <a16:creationId xmlns:a16="http://schemas.microsoft.com/office/drawing/2014/main" id="{A4FEFEE4-6899-6648-4B2E-4A270FC59C08}"/>
              </a:ext>
            </a:extLst>
          </p:cNvPr>
          <p:cNvSpPr txBox="1"/>
          <p:nvPr/>
        </p:nvSpPr>
        <p:spPr>
          <a:xfrm>
            <a:off x="684374" y="1145890"/>
            <a:ext cx="10813774" cy="3182153"/>
          </a:xfrm>
          <a:prstGeom prst="rect">
            <a:avLst/>
          </a:prstGeom>
          <a:noFill/>
        </p:spPr>
        <p:txBody>
          <a:bodyPr wrap="square">
            <a:spAutoFit/>
          </a:bodyPr>
          <a:lstStyle/>
          <a:p>
            <a:pPr marL="228600" indent="-457200" algn="just">
              <a:lnSpc>
                <a:spcPct val="130000"/>
              </a:lnSpc>
              <a:spcBef>
                <a:spcPts val="1000"/>
              </a:spcBef>
              <a:buFont typeface="Wingdings" panose="05000000000000000000" pitchFamily="2" charset="2"/>
              <a:buChar char="p"/>
              <a:defRPr/>
            </a:pPr>
            <a:r>
              <a:rPr lang="en-US" sz="2400" b="1" dirty="0"/>
              <a:t>Olga Kovaleva, Alexey Romanov, Anna Rogers, Anna </a:t>
            </a:r>
            <a:r>
              <a:rPr lang="en-US" sz="2400" b="1" dirty="0" err="1"/>
              <a:t>Rumshisky</a:t>
            </a:r>
            <a:r>
              <a:rPr lang="en-US" sz="2400" b="1" dirty="0"/>
              <a:t>. “Revealing the Dark Secrets of BERT.” EMNLP-IJCNLP 2019.</a:t>
            </a:r>
          </a:p>
          <a:p>
            <a:pPr marL="685800" lvl="1" indent="-457200" algn="just">
              <a:lnSpc>
                <a:spcPct val="130000"/>
              </a:lnSpc>
              <a:spcBef>
                <a:spcPts val="1000"/>
              </a:spcBef>
              <a:buFont typeface="Wingdings" panose="05000000000000000000" pitchFamily="2" charset="2"/>
              <a:buChar char="p"/>
              <a:defRPr/>
            </a:pPr>
            <a:r>
              <a:rPr lang="zh-CN" altLang="en-US" sz="2400" dirty="0"/>
              <a:t>对 </a:t>
            </a:r>
            <a:r>
              <a:rPr lang="en-US" sz="2400" dirty="0"/>
              <a:t>BERT </a:t>
            </a:r>
            <a:r>
              <a:rPr lang="zh-CN" altLang="en-US" sz="2400" dirty="0"/>
              <a:t>中每个注意力头进行定性和定量分析，发现注意力模式高度重复，模型存在过度参数化问题；</a:t>
            </a:r>
            <a:endParaRPr lang="en-US" altLang="zh-CN" sz="2400" dirty="0"/>
          </a:p>
          <a:p>
            <a:pPr marL="685800" lvl="1" indent="-457200" algn="just">
              <a:lnSpc>
                <a:spcPct val="130000"/>
              </a:lnSpc>
              <a:spcBef>
                <a:spcPts val="1000"/>
              </a:spcBef>
              <a:buFont typeface="Wingdings" panose="05000000000000000000" pitchFamily="2" charset="2"/>
              <a:buChar char="p"/>
              <a:defRPr/>
            </a:pPr>
            <a:r>
              <a:rPr lang="zh-CN" altLang="en-US" sz="2400" dirty="0"/>
              <a:t>通过禁用部分注意力头反而提升性能，说明并非所有头都有用，揭示了 </a:t>
            </a:r>
            <a:r>
              <a:rPr lang="en-US" sz="2400" dirty="0"/>
              <a:t>self-attention </a:t>
            </a:r>
            <a:r>
              <a:rPr lang="zh-CN" altLang="en-US" sz="2400" dirty="0"/>
              <a:t>的潜在缺陷。</a:t>
            </a:r>
            <a:endParaRPr lang="en-US" sz="2400" dirty="0"/>
          </a:p>
        </p:txBody>
      </p:sp>
    </p:spTree>
    <p:extLst>
      <p:ext uri="{BB962C8B-B14F-4D97-AF65-F5344CB8AC3E}">
        <p14:creationId xmlns:p14="http://schemas.microsoft.com/office/powerpoint/2010/main" val="1346565230"/>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9E72997-3C22-7460-A8ED-2E6FE4C7BA54}"/>
              </a:ext>
            </a:extLst>
          </p:cNvPr>
          <p:cNvSpPr>
            <a:spLocks noGrp="1"/>
          </p:cNvSpPr>
          <p:nvPr>
            <p:ph type="title"/>
          </p:nvPr>
        </p:nvSpPr>
        <p:spPr/>
        <p:txBody>
          <a:bodyPr/>
          <a:lstStyle/>
          <a:p>
            <a:r>
              <a:rPr lang="en-US" err="1"/>
              <a:t>课后思考</a:t>
            </a:r>
            <a:endParaRPr lang="en-US"/>
          </a:p>
        </p:txBody>
      </p:sp>
      <p:sp>
        <p:nvSpPr>
          <p:cNvPr id="3" name="Content Placeholder 2">
            <a:extLst>
              <a:ext uri="{FF2B5EF4-FFF2-40B4-BE49-F238E27FC236}">
                <a16:creationId xmlns:a16="http://schemas.microsoft.com/office/drawing/2014/main" id="{23E2AD69-6E26-0C55-779F-29099AD9292C}"/>
              </a:ext>
            </a:extLst>
          </p:cNvPr>
          <p:cNvSpPr>
            <a:spLocks noGrp="1"/>
          </p:cNvSpPr>
          <p:nvPr>
            <p:ph idx="1"/>
          </p:nvPr>
        </p:nvSpPr>
        <p:spPr/>
        <p:txBody>
          <a:bodyPr>
            <a:normAutofit/>
          </a:bodyPr>
          <a:lstStyle/>
          <a:p>
            <a:pPr indent="-457200">
              <a:lnSpc>
                <a:spcPct val="160000"/>
              </a:lnSpc>
              <a:spcBef>
                <a:spcPts val="0"/>
              </a:spcBef>
              <a:buFont typeface="Wingdings" panose="05000000000000000000" pitchFamily="2" charset="2"/>
              <a:buChar char="p"/>
            </a:pPr>
            <a:r>
              <a:rPr lang="zh-CN" altLang="en-US"/>
              <a:t>除了文本、图像的</a:t>
            </a:r>
            <a:r>
              <a:rPr lang="en-US" altLang="zh-CN"/>
              <a:t>Token</a:t>
            </a:r>
            <a:r>
              <a:rPr lang="zh-CN" altLang="en-US"/>
              <a:t>，你还能想出哪些类型的</a:t>
            </a:r>
            <a:r>
              <a:rPr lang="en-US" altLang="zh-CN"/>
              <a:t>Token</a:t>
            </a:r>
            <a:r>
              <a:rPr lang="zh-CN" altLang="en-US"/>
              <a:t>？</a:t>
            </a:r>
            <a:endParaRPr lang="en-US" altLang="zh-CN"/>
          </a:p>
          <a:p>
            <a:pPr indent="-457200">
              <a:lnSpc>
                <a:spcPct val="160000"/>
              </a:lnSpc>
              <a:spcBef>
                <a:spcPts val="0"/>
              </a:spcBef>
              <a:buFont typeface="Wingdings" panose="05000000000000000000" pitchFamily="2" charset="2"/>
              <a:buChar char="p"/>
            </a:pPr>
            <a:endParaRPr lang="en-US" altLang="en-US"/>
          </a:p>
          <a:p>
            <a:pPr indent="-457200">
              <a:lnSpc>
                <a:spcPct val="160000"/>
              </a:lnSpc>
              <a:spcBef>
                <a:spcPts val="0"/>
              </a:spcBef>
              <a:buFont typeface="Wingdings" panose="05000000000000000000" pitchFamily="2" charset="2"/>
              <a:buChar char="p"/>
            </a:pPr>
            <a:r>
              <a:rPr lang="en-US" err="1"/>
              <a:t>CLIP与BLIP的共同点和差异有哪些</a:t>
            </a:r>
            <a:r>
              <a:rPr lang="zh-CN" altLang="en-US"/>
              <a:t>？</a:t>
            </a:r>
            <a:endParaRPr lang="en-US" altLang="en-US"/>
          </a:p>
        </p:txBody>
      </p:sp>
    </p:spTree>
    <p:extLst>
      <p:ext uri="{BB962C8B-B14F-4D97-AF65-F5344CB8AC3E}">
        <p14:creationId xmlns:p14="http://schemas.microsoft.com/office/powerpoint/2010/main" val="3681482467"/>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ISLIDE.GUIDESSETTING" val="{&quot;Id&quot;:&quot;402a1233-a9f0-48c5-9afd-f14827add457&quot;,&quot;Name&quot;:null,&quot;Kind&quot;:1,&quot;OldGuidesSetting&quot;:{&quot;HeaderHeight&quot;:0.0,&quot;FooterHeight&quot;:0.0,&quot;SideMargin&quot;:0.0,&quot;TopMargin&quot;:0.0,&quot;BottomMargin&quot;:0.0,&quot;IntervalMargin&quot;:0.0}}"/>
</p:tagLst>
</file>

<file path=ppt/tags/tag2.xml><?xml version="1.0" encoding="utf-8"?>
<p:tagLst xmlns:a="http://schemas.openxmlformats.org/drawingml/2006/main" xmlns:r="http://schemas.openxmlformats.org/officeDocument/2006/relationships" xmlns:p="http://schemas.openxmlformats.org/presentationml/2006/main">
  <p:tag name="ISLIDE.DIAGRAM" val="#950666;"/>
</p:tagLst>
</file>

<file path=ppt/tags/tag3.xml><?xml version="1.0" encoding="utf-8"?>
<p:tagLst xmlns:a="http://schemas.openxmlformats.org/drawingml/2006/main" xmlns:r="http://schemas.openxmlformats.org/officeDocument/2006/relationships" xmlns:p="http://schemas.openxmlformats.org/presentationml/2006/main">
  <p:tag name="KSO_WM_DIAGRAM_VIRTUALLY_FRAME" val="{&quot;height&quot;:316.791169451074,&quot;left&quot;:98.95,&quot;top&quot;:128.05,&quot;width&quot;:206.6}"/>
</p:tagLst>
</file>

<file path=ppt/tags/tag4.xml><?xml version="1.0" encoding="utf-8"?>
<p:tagLst xmlns:a="http://schemas.openxmlformats.org/drawingml/2006/main" xmlns:r="http://schemas.openxmlformats.org/officeDocument/2006/relationships" xmlns:p="http://schemas.openxmlformats.org/presentationml/2006/main">
  <p:tag name="KSO_WM_DIAGRAM_VIRTUALLY_FRAME" val="{&quot;height&quot;:316.791169451074,&quot;left&quot;:54.65,&quot;top&quot;:128.05,&quot;width&quot;:250.9}"/>
</p:tagLst>
</file>

<file path=ppt/tags/tag5.xml><?xml version="1.0" encoding="utf-8"?>
<p:tagLst xmlns:a="http://schemas.openxmlformats.org/drawingml/2006/main" xmlns:r="http://schemas.openxmlformats.org/officeDocument/2006/relationships" xmlns:p="http://schemas.openxmlformats.org/presentationml/2006/main">
  <p:tag name="KSO_WM_DIAGRAM_VIRTUALLY_FRAME" val="{&quot;height&quot;:316.791169451074,&quot;left&quot;:98.95,&quot;top&quot;:128.05,&quot;width&quot;:206.6}"/>
</p:tagLst>
</file>

<file path=ppt/tags/tag6.xml><?xml version="1.0" encoding="utf-8"?>
<p:tagLst xmlns:a="http://schemas.openxmlformats.org/drawingml/2006/main" xmlns:r="http://schemas.openxmlformats.org/officeDocument/2006/relationships" xmlns:p="http://schemas.openxmlformats.org/presentationml/2006/main">
  <p:tag name="KSO_WM_DIAGRAM_VIRTUALLY_FRAME" val="{&quot;height&quot;:316.791169451074,&quot;left&quot;:98.95,&quot;top&quot;:128.05,&quot;width&quot;:206.6}"/>
</p:tagLst>
</file>

<file path=ppt/tags/tag7.xml><?xml version="1.0" encoding="utf-8"?>
<p:tagLst xmlns:a="http://schemas.openxmlformats.org/drawingml/2006/main" xmlns:r="http://schemas.openxmlformats.org/officeDocument/2006/relationships" xmlns:p="http://schemas.openxmlformats.org/presentationml/2006/main">
  <p:tag name="KSO_WM_DIAGRAM_VIRTUALLY_FRAME" val="{&quot;height&quot;:316.791169451074,&quot;left&quot;:98.95,&quot;top&quot;:128.05,&quot;width&quot;:206.6}"/>
</p:tagLst>
</file>

<file path=ppt/tags/tag8.xml><?xml version="1.0" encoding="utf-8"?>
<p:tagLst xmlns:a="http://schemas.openxmlformats.org/drawingml/2006/main" xmlns:r="http://schemas.openxmlformats.org/officeDocument/2006/relationships" xmlns:p="http://schemas.openxmlformats.org/presentationml/2006/main">
  <p:tag name="KSO_WM_DIAGRAM_VIRTUALLY_FRAME" val="{&quot;height&quot;:316.791169451074,&quot;left&quot;:98.95,&quot;top&quot;:128.05,&quot;width&quot;:206.6}"/>
</p:tagLst>
</file>

<file path=ppt/tags/tag9.xml><?xml version="1.0" encoding="utf-8"?>
<p:tagLst xmlns:a="http://schemas.openxmlformats.org/drawingml/2006/main" xmlns:r="http://schemas.openxmlformats.org/officeDocument/2006/relationships" xmlns:p="http://schemas.openxmlformats.org/presentationml/2006/main">
  <p:tag name="KSO_WM_DIAGRAM_VIRTUALLY_FRAME" val="{&quot;height&quot;:316.791169451074,&quot;left&quot;:98.95,&quot;top&quot;:128.05,&quot;width&quot;:206.6}"/>
</p:tagLst>
</file>

<file path=ppt/tags/tag10.xml><?xml version="1.0" encoding="utf-8"?>
<p:tagLst xmlns:a="http://schemas.openxmlformats.org/drawingml/2006/main" xmlns:r="http://schemas.openxmlformats.org/officeDocument/2006/relationships" xmlns:p="http://schemas.openxmlformats.org/presentationml/2006/main">
  <p:tag name="KSO_WM_DIAGRAM_VIRTUALLY_FRAME" val="{&quot;height&quot;:316.791169451074,&quot;left&quot;:98.95,&quot;top&quot;:128.05,&quot;width&quot;:206.6}"/>
</p:tagLst>
</file>

<file path=ppt/tags/tag11.xml><?xml version="1.0" encoding="utf-8"?>
<p:tagLst xmlns:a="http://schemas.openxmlformats.org/drawingml/2006/main" xmlns:r="http://schemas.openxmlformats.org/officeDocument/2006/relationships" xmlns:p="http://schemas.openxmlformats.org/presentationml/2006/main">
  <p:tag name="KSO_WM_DIAGRAM_VIRTUALLY_FRAME" val="{&quot;height&quot;:316.791169451074,&quot;left&quot;:98.95,&quot;top&quot;:128.05,&quot;width&quot;:206.6}"/>
</p:tagLst>
</file>

<file path=ppt/tags/tag12.xml><?xml version="1.0" encoding="utf-8"?>
<p:tagLst xmlns:a="http://schemas.openxmlformats.org/drawingml/2006/main" xmlns:r="http://schemas.openxmlformats.org/officeDocument/2006/relationships" xmlns:p="http://schemas.openxmlformats.org/presentationml/2006/main">
  <p:tag name="KSO_WM_DIAGRAM_VIRTUALLY_FRAME" val="{&quot;height&quot;:316.791169451074,&quot;left&quot;:98.95,&quot;top&quot;:128.05,&quot;width&quot;:206.6}"/>
</p:tagLst>
</file>

<file path=ppt/tags/tag13.xml><?xml version="1.0" encoding="utf-8"?>
<p:tagLst xmlns:a="http://schemas.openxmlformats.org/drawingml/2006/main" xmlns:r="http://schemas.openxmlformats.org/officeDocument/2006/relationships" xmlns:p="http://schemas.openxmlformats.org/presentationml/2006/main">
  <p:tag name="KSO_WM_DIAGRAM_VIRTUALLY_FRAME" val="{&quot;height&quot;:316.791169451074,&quot;left&quot;:98.95,&quot;top&quot;:128.05,&quot;width&quot;:206.6}"/>
</p:tagLst>
</file>

<file path=ppt/tags/tag14.xml><?xml version="1.0" encoding="utf-8"?>
<p:tagLst xmlns:a="http://schemas.openxmlformats.org/drawingml/2006/main" xmlns:r="http://schemas.openxmlformats.org/officeDocument/2006/relationships" xmlns:p="http://schemas.openxmlformats.org/presentationml/2006/main">
  <p:tag name="KSO_WM_DIAGRAM_VIRTUALLY_FRAME" val="{&quot;height&quot;:316.791169451074,&quot;left&quot;:98.95,&quot;top&quot;:128.05,&quot;width&quot;:206.6}"/>
</p:tagLst>
</file>

<file path=ppt/tags/tag15.xml><?xml version="1.0" encoding="utf-8"?>
<p:tagLst xmlns:a="http://schemas.openxmlformats.org/drawingml/2006/main" xmlns:r="http://schemas.openxmlformats.org/officeDocument/2006/relationships" xmlns:p="http://schemas.openxmlformats.org/presentationml/2006/main">
  <p:tag name="KSO_WM_DIAGRAM_VIRTUALLY_FRAME" val="{&quot;height&quot;:316.791169451074,&quot;left&quot;:98.95,&quot;top&quot;:128.05,&quot;width&quot;:206.6}"/>
</p:tagLst>
</file>

<file path=ppt/tags/tag16.xml><?xml version="1.0" encoding="utf-8"?>
<p:tagLst xmlns:a="http://schemas.openxmlformats.org/drawingml/2006/main" xmlns:r="http://schemas.openxmlformats.org/officeDocument/2006/relationships" xmlns:p="http://schemas.openxmlformats.org/presentationml/2006/main">
  <p:tag name="KSO_WM_DIAGRAM_VIRTUALLY_FRAME" val="{&quot;height&quot;:316.791169451074,&quot;left&quot;:98.95,&quot;top&quot;:128.05,&quot;width&quot;:206.6}"/>
</p:tagLst>
</file>

<file path=ppt/tags/tag17.xml><?xml version="1.0" encoding="utf-8"?>
<p:tagLst xmlns:a="http://schemas.openxmlformats.org/drawingml/2006/main" xmlns:r="http://schemas.openxmlformats.org/officeDocument/2006/relationships" xmlns:p="http://schemas.openxmlformats.org/presentationml/2006/main">
  <p:tag name="KSO_WM_DIAGRAM_VIRTUALLY_FRAME" val="{&quot;height&quot;:316.791169451074,&quot;left&quot;:98.95,&quot;top&quot;:128.05,&quot;width&quot;:206.6}"/>
</p:tagLst>
</file>

<file path=ppt/tags/tag18.xml><?xml version="1.0" encoding="utf-8"?>
<p:tagLst xmlns:a="http://schemas.openxmlformats.org/drawingml/2006/main" xmlns:r="http://schemas.openxmlformats.org/officeDocument/2006/relationships" xmlns:p="http://schemas.openxmlformats.org/presentationml/2006/main">
  <p:tag name="KSO_WM_DIAGRAM_VIRTUALLY_FRAME" val="{&quot;height&quot;:316.791169451074,&quot;left&quot;:98.95,&quot;top&quot;:128.05,&quot;width&quot;:206.6}"/>
</p:tagLst>
</file>

<file path=ppt/tags/tag19.xml><?xml version="1.0" encoding="utf-8"?>
<p:tagLst xmlns:a="http://schemas.openxmlformats.org/drawingml/2006/main" xmlns:r="http://schemas.openxmlformats.org/officeDocument/2006/relationships" xmlns:p="http://schemas.openxmlformats.org/presentationml/2006/main">
  <p:tag name="KSO_WM_DIAGRAM_VIRTUALLY_FRAME" val="{&quot;height&quot;:316.791169451074,&quot;left&quot;:98.95,&quot;top&quot;:128.05,&quot;width&quot;:206.6}"/>
</p:tagLst>
</file>

<file path=ppt/tags/tag20.xml><?xml version="1.0" encoding="utf-8"?>
<p:tagLst xmlns:a="http://schemas.openxmlformats.org/drawingml/2006/main" xmlns:r="http://schemas.openxmlformats.org/officeDocument/2006/relationships" xmlns:p="http://schemas.openxmlformats.org/presentationml/2006/main">
  <p:tag name="KSO_WM_DIAGRAM_VIRTUALLY_FRAME" val="{&quot;height&quot;:316.791169451074,&quot;left&quot;:98.95,&quot;top&quot;:128.05,&quot;width&quot;:206.6}"/>
</p:tagLst>
</file>

<file path=ppt/tags/tag21.xml><?xml version="1.0" encoding="utf-8"?>
<p:tagLst xmlns:a="http://schemas.openxmlformats.org/drawingml/2006/main" xmlns:r="http://schemas.openxmlformats.org/officeDocument/2006/relationships" xmlns:p="http://schemas.openxmlformats.org/presentationml/2006/main">
  <p:tag name="KSO_WM_DIAGRAM_VIRTUALLY_FRAME" val="{&quot;height&quot;:316.791169451074,&quot;left&quot;:98.95,&quot;top&quot;:128.05,&quot;width&quot;:206.6}"/>
</p:tagLst>
</file>

<file path=ppt/tags/tag22.xml><?xml version="1.0" encoding="utf-8"?>
<p:tagLst xmlns:a="http://schemas.openxmlformats.org/drawingml/2006/main" xmlns:r="http://schemas.openxmlformats.org/officeDocument/2006/relationships" xmlns:p="http://schemas.openxmlformats.org/presentationml/2006/main">
  <p:tag name="KSO_WM_DIAGRAM_VIRTUALLY_FRAME" val="{&quot;height&quot;:316.791169451074,&quot;left&quot;:98.95,&quot;top&quot;:128.05,&quot;width&quot;:206.6}"/>
</p:tagLst>
</file>

<file path=ppt/tags/tag23.xml><?xml version="1.0" encoding="utf-8"?>
<p:tagLst xmlns:a="http://schemas.openxmlformats.org/drawingml/2006/main" xmlns:r="http://schemas.openxmlformats.org/officeDocument/2006/relationships" xmlns:p="http://schemas.openxmlformats.org/presentationml/2006/main">
  <p:tag name="KSO_WM_DIAGRAM_VIRTUALLY_FRAME" val="{&quot;height&quot;:316.791169451074,&quot;left&quot;:98.95,&quot;top&quot;:128.05,&quot;width&quot;:206.6}"/>
</p:tagLst>
</file>

<file path=ppt/tags/tag24.xml><?xml version="1.0" encoding="utf-8"?>
<p:tagLst xmlns:a="http://schemas.openxmlformats.org/drawingml/2006/main" xmlns:r="http://schemas.openxmlformats.org/officeDocument/2006/relationships" xmlns:p="http://schemas.openxmlformats.org/presentationml/2006/main">
  <p:tag name="KSO_WM_DIAGRAM_VIRTUALLY_FRAME" val="{&quot;height&quot;:316.791169451074,&quot;left&quot;:98.95,&quot;top&quot;:128.05,&quot;width&quot;:206.6}"/>
</p:tagLst>
</file>

<file path=ppt/tags/tag25.xml><?xml version="1.0" encoding="utf-8"?>
<p:tagLst xmlns:a="http://schemas.openxmlformats.org/drawingml/2006/main" xmlns:r="http://schemas.openxmlformats.org/officeDocument/2006/relationships" xmlns:p="http://schemas.openxmlformats.org/presentationml/2006/main">
  <p:tag name="KSO_WM_DIAGRAM_VIRTUALLY_FRAME" val="{&quot;height&quot;:316.791169451074,&quot;left&quot;:98.95,&quot;top&quot;:128.05,&quot;width&quot;:206.6}"/>
</p:tagLst>
</file>

<file path=ppt/tags/tag26.xml><?xml version="1.0" encoding="utf-8"?>
<p:tagLst xmlns:a="http://schemas.openxmlformats.org/drawingml/2006/main" xmlns:r="http://schemas.openxmlformats.org/officeDocument/2006/relationships" xmlns:p="http://schemas.openxmlformats.org/presentationml/2006/main">
  <p:tag name="KSO_WM_DIAGRAM_VIRTUALLY_FRAME" val="{&quot;height&quot;:316.791169451074,&quot;left&quot;:98.95,&quot;top&quot;:128.05,&quot;width&quot;:206.6}"/>
</p:tagLst>
</file>

<file path=ppt/tags/tag27.xml><?xml version="1.0" encoding="utf-8"?>
<p:tagLst xmlns:a="http://schemas.openxmlformats.org/drawingml/2006/main" xmlns:r="http://schemas.openxmlformats.org/officeDocument/2006/relationships" xmlns:p="http://schemas.openxmlformats.org/presentationml/2006/main">
  <p:tag name="KSO_WM_DIAGRAM_VIRTUALLY_FRAME" val="{&quot;height&quot;:316.791169451074,&quot;left&quot;:98.95,&quot;top&quot;:128.05,&quot;width&quot;:206.6}"/>
</p:tagLst>
</file>

<file path=ppt/tags/tag28.xml><?xml version="1.0" encoding="utf-8"?>
<p:tagLst xmlns:a="http://schemas.openxmlformats.org/drawingml/2006/main" xmlns:r="http://schemas.openxmlformats.org/officeDocument/2006/relationships" xmlns:p="http://schemas.openxmlformats.org/presentationml/2006/main">
  <p:tag name="KSO_WM_DIAGRAM_VIRTUALLY_FRAME" val="{&quot;height&quot;:316.791169451074,&quot;left&quot;:98.95,&quot;top&quot;:128.05,&quot;width&quot;:206.6}"/>
</p:tagLst>
</file>

<file path=ppt/tags/tag29.xml><?xml version="1.0" encoding="utf-8"?>
<p:tagLst xmlns:a="http://schemas.openxmlformats.org/drawingml/2006/main" xmlns:r="http://schemas.openxmlformats.org/officeDocument/2006/relationships" xmlns:p="http://schemas.openxmlformats.org/presentationml/2006/main">
  <p:tag name="KSO_WM_DIAGRAM_VIRTUALLY_FRAME" val="{&quot;height&quot;:316.791169451074,&quot;left&quot;:98.95,&quot;top&quot;:128.05,&quot;width&quot;:206.6}"/>
</p:tagLst>
</file>

<file path=ppt/tags/tag30.xml><?xml version="1.0" encoding="utf-8"?>
<p:tagLst xmlns:a="http://schemas.openxmlformats.org/drawingml/2006/main" xmlns:r="http://schemas.openxmlformats.org/officeDocument/2006/relationships" xmlns:p="http://schemas.openxmlformats.org/presentationml/2006/main">
  <p:tag name="KSO_WM_DIAGRAM_VIRTUALLY_FRAME" val="{&quot;height&quot;:316.791169451074,&quot;left&quot;:98.95,&quot;top&quot;:128.05,&quot;width&quot;:206.6}"/>
</p:tagLst>
</file>

<file path=ppt/tags/tag31.xml><?xml version="1.0" encoding="utf-8"?>
<p:tagLst xmlns:a="http://schemas.openxmlformats.org/drawingml/2006/main" xmlns:r="http://schemas.openxmlformats.org/officeDocument/2006/relationships" xmlns:p="http://schemas.openxmlformats.org/presentationml/2006/main">
  <p:tag name="KSO_WM_DIAGRAM_VIRTUALLY_FRAME" val="{&quot;height&quot;:316.791169451074,&quot;left&quot;:54.65,&quot;top&quot;:128.05,&quot;width&quot;:250.9}"/>
</p:tagLst>
</file>

<file path=ppt/tags/tag32.xml><?xml version="1.0" encoding="utf-8"?>
<p:tagLst xmlns:a="http://schemas.openxmlformats.org/drawingml/2006/main" xmlns:r="http://schemas.openxmlformats.org/officeDocument/2006/relationships" xmlns:p="http://schemas.openxmlformats.org/presentationml/2006/main">
  <p:tag name="KSO_WM_DIAGRAM_VIRTUALLY_FRAME" val="{&quot;height&quot;:316.791169451074,&quot;left&quot;:54.65,&quot;top&quot;:128.05,&quot;width&quot;:250.9}"/>
</p:tagLst>
</file>

<file path=ppt/tags/tag33.xml><?xml version="1.0" encoding="utf-8"?>
<p:tagLst xmlns:a="http://schemas.openxmlformats.org/drawingml/2006/main" xmlns:r="http://schemas.openxmlformats.org/officeDocument/2006/relationships" xmlns:p="http://schemas.openxmlformats.org/presentationml/2006/main">
  <p:tag name="KSO_WM_DIAGRAM_VIRTUALLY_FRAME" val="{&quot;height&quot;:316.791169451074,&quot;left&quot;:54.65,&quot;top&quot;:128.05,&quot;width&quot;:250.9}"/>
</p:tagLst>
</file>

<file path=ppt/tags/tag34.xml><?xml version="1.0" encoding="utf-8"?>
<p:tagLst xmlns:a="http://schemas.openxmlformats.org/drawingml/2006/main" xmlns:r="http://schemas.openxmlformats.org/officeDocument/2006/relationships" xmlns:p="http://schemas.openxmlformats.org/presentationml/2006/main">
  <p:tag name="KSO_WM_DIAGRAM_VIRTUALLY_FRAME" val="{&quot;height&quot;:316.791169451074,&quot;left&quot;:54.65,&quot;top&quot;:128.05,&quot;width&quot;:250.9}"/>
</p:tagLst>
</file>

<file path=ppt/tags/tag35.xml><?xml version="1.0" encoding="utf-8"?>
<p:tagLst xmlns:a="http://schemas.openxmlformats.org/drawingml/2006/main" xmlns:r="http://schemas.openxmlformats.org/officeDocument/2006/relationships" xmlns:p="http://schemas.openxmlformats.org/presentationml/2006/main">
  <p:tag name="KSO_WM_DIAGRAM_VIRTUALLY_FRAME" val="{&quot;height&quot;:316.791169451074,&quot;left&quot;:54.65,&quot;top&quot;:128.05,&quot;width&quot;:250.9}"/>
</p:tagLst>
</file>

<file path=ppt/tags/tag36.xml><?xml version="1.0" encoding="utf-8"?>
<p:tagLst xmlns:a="http://schemas.openxmlformats.org/drawingml/2006/main" xmlns:r="http://schemas.openxmlformats.org/officeDocument/2006/relationships" xmlns:p="http://schemas.openxmlformats.org/presentationml/2006/main">
  <p:tag name="KSO_WM_DIAGRAM_VIRTUALLY_FRAME" val="{&quot;height&quot;:316.791169451074,&quot;left&quot;:54.65,&quot;top&quot;:128.05,&quot;width&quot;:250.9}"/>
</p:tagLst>
</file>

<file path=ppt/tags/tag37.xml><?xml version="1.0" encoding="utf-8"?>
<p:tagLst xmlns:a="http://schemas.openxmlformats.org/drawingml/2006/main" xmlns:r="http://schemas.openxmlformats.org/officeDocument/2006/relationships" xmlns:p="http://schemas.openxmlformats.org/presentationml/2006/main">
  <p:tag name="KSO_WM_DIAGRAM_VIRTUALLY_FRAME" val="{&quot;height&quot;:316.791169451074,&quot;left&quot;:54.65,&quot;top&quot;:128.05,&quot;width&quot;:250.9}"/>
</p:tagLst>
</file>

<file path=ppt/tags/tag38.xml><?xml version="1.0" encoding="utf-8"?>
<p:tagLst xmlns:a="http://schemas.openxmlformats.org/drawingml/2006/main" xmlns:r="http://schemas.openxmlformats.org/officeDocument/2006/relationships" xmlns:p="http://schemas.openxmlformats.org/presentationml/2006/main">
  <p:tag name="KSO_WM_DIAGRAM_VIRTUALLY_FRAME" val="{&quot;height&quot;:316.791169451074,&quot;left&quot;:54.65,&quot;top&quot;:128.05,&quot;width&quot;:250.9}"/>
</p:tagLst>
</file>

<file path=ppt/tags/tag39.xml><?xml version="1.0" encoding="utf-8"?>
<p:tagLst xmlns:a="http://schemas.openxmlformats.org/drawingml/2006/main" xmlns:r="http://schemas.openxmlformats.org/officeDocument/2006/relationships" xmlns:p="http://schemas.openxmlformats.org/presentationml/2006/main">
  <p:tag name="KSO_WM_DIAGRAM_VIRTUALLY_FRAME" val="{&quot;height&quot;:316.791169451074,&quot;left&quot;:54.65,&quot;top&quot;:128.05,&quot;width&quot;:250.9}"/>
</p:tagLst>
</file>

<file path=ppt/tags/tag40.xml><?xml version="1.0" encoding="utf-8"?>
<p:tagLst xmlns:a="http://schemas.openxmlformats.org/drawingml/2006/main" xmlns:r="http://schemas.openxmlformats.org/officeDocument/2006/relationships" xmlns:p="http://schemas.openxmlformats.org/presentationml/2006/main">
  <p:tag name="KSO_WM_DIAGRAM_VIRTUALLY_FRAME" val="{&quot;height&quot;:316.791169451074,&quot;left&quot;:54.65,&quot;top&quot;:128.05,&quot;width&quot;:250.9}"/>
</p:tagLst>
</file>

<file path=ppt/tags/tag41.xml><?xml version="1.0" encoding="utf-8"?>
<p:tagLst xmlns:a="http://schemas.openxmlformats.org/drawingml/2006/main" xmlns:r="http://schemas.openxmlformats.org/officeDocument/2006/relationships" xmlns:p="http://schemas.openxmlformats.org/presentationml/2006/main">
  <p:tag name="KSO_WM_DIAGRAM_VIRTUALLY_FRAME" val="{&quot;height&quot;:316.791169451074,&quot;left&quot;:54.65,&quot;top&quot;:128.05,&quot;width&quot;:250.9}"/>
</p:tagLst>
</file>

<file path=ppt/tags/tag42.xml><?xml version="1.0" encoding="utf-8"?>
<p:tagLst xmlns:a="http://schemas.openxmlformats.org/drawingml/2006/main" xmlns:r="http://schemas.openxmlformats.org/officeDocument/2006/relationships" xmlns:p="http://schemas.openxmlformats.org/presentationml/2006/main">
  <p:tag name="KSO_WM_DIAGRAM_VIRTUALLY_FRAME" val="{&quot;height&quot;:316.791169451074,&quot;left&quot;:54.65,&quot;top&quot;:128.05,&quot;width&quot;:250.9}"/>
</p:tagLst>
</file>

<file path=ppt/tags/tag43.xml><?xml version="1.0" encoding="utf-8"?>
<p:tagLst xmlns:a="http://schemas.openxmlformats.org/drawingml/2006/main" xmlns:r="http://schemas.openxmlformats.org/officeDocument/2006/relationships" xmlns:p="http://schemas.openxmlformats.org/presentationml/2006/main">
  <p:tag name="KSO_WM_DIAGRAM_VIRTUALLY_FRAME" val="{&quot;height&quot;:316.791169451074,&quot;left&quot;:98.95,&quot;top&quot;:128.05,&quot;width&quot;:206.6}"/>
</p:tagLst>
</file>

<file path=ppt/tags/tag44.xml><?xml version="1.0" encoding="utf-8"?>
<p:tagLst xmlns:a="http://schemas.openxmlformats.org/drawingml/2006/main" xmlns:r="http://schemas.openxmlformats.org/officeDocument/2006/relationships" xmlns:p="http://schemas.openxmlformats.org/presentationml/2006/main">
  <p:tag name="KSO_WM_DIAGRAM_VIRTUALLY_FRAME" val="{&quot;height&quot;:316.791169451074,&quot;left&quot;:98.95,&quot;top&quot;:128.05,&quot;width&quot;:206.6}"/>
</p:tagLst>
</file>

<file path=ppt/tags/tag45.xml><?xml version="1.0" encoding="utf-8"?>
<p:tagLst xmlns:a="http://schemas.openxmlformats.org/drawingml/2006/main" xmlns:r="http://schemas.openxmlformats.org/officeDocument/2006/relationships" xmlns:p="http://schemas.openxmlformats.org/presentationml/2006/main">
  <p:tag name="KSO_WM_DIAGRAM_VIRTUALLY_FRAME" val="{&quot;height&quot;:316.791169451074,&quot;left&quot;:98.95,&quot;top&quot;:128.05,&quot;width&quot;:206.6}"/>
</p:tagLst>
</file>

<file path=ppt/tags/tag46.xml><?xml version="1.0" encoding="utf-8"?>
<p:tagLst xmlns:a="http://schemas.openxmlformats.org/drawingml/2006/main" xmlns:r="http://schemas.openxmlformats.org/officeDocument/2006/relationships" xmlns:p="http://schemas.openxmlformats.org/presentationml/2006/main">
  <p:tag name="KSO_WM_DIAGRAM_VIRTUALLY_FRAME" val="{&quot;height&quot;:316.791169451074,&quot;left&quot;:98.95,&quot;top&quot;:128.05,&quot;width&quot;:206.6}"/>
</p:tagLst>
</file>

<file path=ppt/tags/tag47.xml><?xml version="1.0" encoding="utf-8"?>
<p:tagLst xmlns:a="http://schemas.openxmlformats.org/drawingml/2006/main" xmlns:r="http://schemas.openxmlformats.org/officeDocument/2006/relationships" xmlns:p="http://schemas.openxmlformats.org/presentationml/2006/main">
  <p:tag name="KSO_WM_DIAGRAM_VIRTUALLY_FRAME" val="{&quot;height&quot;:316.791169451074,&quot;left&quot;:98.95,&quot;top&quot;:128.05,&quot;width&quot;:206.6}"/>
</p:tagLst>
</file>

<file path=ppt/tags/tag48.xml><?xml version="1.0" encoding="utf-8"?>
<p:tagLst xmlns:a="http://schemas.openxmlformats.org/drawingml/2006/main" xmlns:r="http://schemas.openxmlformats.org/officeDocument/2006/relationships" xmlns:p="http://schemas.openxmlformats.org/presentationml/2006/main">
  <p:tag name="KSO_WM_DIAGRAM_VIRTUALLY_FRAME" val="{&quot;height&quot;:316.791169451074,&quot;left&quot;:98.95,&quot;top&quot;:128.05,&quot;width&quot;:206.6}"/>
</p:tagLst>
</file>

<file path=ppt/tags/tag49.xml><?xml version="1.0" encoding="utf-8"?>
<p:tagLst xmlns:a="http://schemas.openxmlformats.org/drawingml/2006/main" xmlns:r="http://schemas.openxmlformats.org/officeDocument/2006/relationships" xmlns:p="http://schemas.openxmlformats.org/presentationml/2006/main">
  <p:tag name="KSO_WM_DIAGRAM_VIRTUALLY_FRAME" val="{&quot;height&quot;:316.791169451074,&quot;left&quot;:98.95,&quot;top&quot;:128.05,&quot;width&quot;:206.6}"/>
</p:tagLst>
</file>

<file path=ppt/tags/tag50.xml><?xml version="1.0" encoding="utf-8"?>
<p:tagLst xmlns:a="http://schemas.openxmlformats.org/drawingml/2006/main" xmlns:r="http://schemas.openxmlformats.org/officeDocument/2006/relationships" xmlns:p="http://schemas.openxmlformats.org/presentationml/2006/main">
  <p:tag name="KSO_WM_DIAGRAM_VIRTUALLY_FRAME" val="{&quot;height&quot;:316.791169451074,&quot;left&quot;:98.95,&quot;top&quot;:128.05,&quot;width&quot;:206.6}"/>
</p:tagLst>
</file>

<file path=ppt/tags/tag51.xml><?xml version="1.0" encoding="utf-8"?>
<p:tagLst xmlns:a="http://schemas.openxmlformats.org/drawingml/2006/main" xmlns:r="http://schemas.openxmlformats.org/officeDocument/2006/relationships" xmlns:p="http://schemas.openxmlformats.org/presentationml/2006/main">
  <p:tag name="KSO_WM_DIAGRAM_VIRTUALLY_FRAME" val="{&quot;height&quot;:316.791169451074,&quot;left&quot;:98.95,&quot;top&quot;:128.05,&quot;width&quot;:206.6}"/>
</p:tagLst>
</file>

<file path=ppt/tags/tag52.xml><?xml version="1.0" encoding="utf-8"?>
<p:tagLst xmlns:a="http://schemas.openxmlformats.org/drawingml/2006/main" xmlns:r="http://schemas.openxmlformats.org/officeDocument/2006/relationships" xmlns:p="http://schemas.openxmlformats.org/presentationml/2006/main">
  <p:tag name="KSO_WM_DIAGRAM_VIRTUALLY_FRAME" val="{&quot;height&quot;:316.791169451074,&quot;left&quot;:98.95,&quot;top&quot;:128.05,&quot;width&quot;:206.6}"/>
</p:tagLst>
</file>

<file path=ppt/tags/tag53.xml><?xml version="1.0" encoding="utf-8"?>
<p:tagLst xmlns:a="http://schemas.openxmlformats.org/drawingml/2006/main" xmlns:r="http://schemas.openxmlformats.org/officeDocument/2006/relationships" xmlns:p="http://schemas.openxmlformats.org/presentationml/2006/main">
  <p:tag name="KSO_WM_DIAGRAM_VIRTUALLY_FRAME" val="{&quot;height&quot;:316.791169451074,&quot;left&quot;:98.95,&quot;top&quot;:128.05,&quot;width&quot;:206.6}"/>
</p:tagLst>
</file>

<file path=ppt/tags/tag54.xml><?xml version="1.0" encoding="utf-8"?>
<p:tagLst xmlns:a="http://schemas.openxmlformats.org/drawingml/2006/main" xmlns:r="http://schemas.openxmlformats.org/officeDocument/2006/relationships" xmlns:p="http://schemas.openxmlformats.org/presentationml/2006/main">
  <p:tag name="KSO_WM_DIAGRAM_VIRTUALLY_FRAME" val="{&quot;height&quot;:316.791169451074,&quot;left&quot;:98.95,&quot;top&quot;:128.05,&quot;width&quot;:206.6}"/>
</p:tagLst>
</file>

<file path=ppt/tags/tag55.xml><?xml version="1.0" encoding="utf-8"?>
<p:tagLst xmlns:a="http://schemas.openxmlformats.org/drawingml/2006/main" xmlns:r="http://schemas.openxmlformats.org/officeDocument/2006/relationships" xmlns:p="http://schemas.openxmlformats.org/presentationml/2006/main">
  <p:tag name="KSO_WM_DIAGRAM_VIRTUALLY_FRAME" val="{&quot;height&quot;:311.05,&quot;left&quot;:229.15,&quot;top&quot;:43.9,&quot;width&quot;:424.65}"/>
</p:tagLst>
</file>

<file path=ppt/tags/tag56.xml><?xml version="1.0" encoding="utf-8"?>
<p:tagLst xmlns:a="http://schemas.openxmlformats.org/drawingml/2006/main" xmlns:r="http://schemas.openxmlformats.org/officeDocument/2006/relationships" xmlns:p="http://schemas.openxmlformats.org/presentationml/2006/main">
  <p:tag name="KSO_WM_DIAGRAM_VIRTUALLY_FRAME" val="{&quot;height&quot;:311.05,&quot;left&quot;:229.15,&quot;top&quot;:43.9,&quot;width&quot;:424.65}"/>
</p:tagLst>
</file>

<file path=ppt/tags/tag57.xml><?xml version="1.0" encoding="utf-8"?>
<p:tagLst xmlns:a="http://schemas.openxmlformats.org/drawingml/2006/main" xmlns:r="http://schemas.openxmlformats.org/officeDocument/2006/relationships" xmlns:p="http://schemas.openxmlformats.org/presentationml/2006/main">
  <p:tag name="KSO_WM_DIAGRAM_VIRTUALLY_FRAME" val="{&quot;height&quot;:311.05,&quot;left&quot;:229.15,&quot;top&quot;:43.9,&quot;width&quot;:424.65}"/>
</p:tagLst>
</file>

<file path=ppt/tags/tag58.xml><?xml version="1.0" encoding="utf-8"?>
<p:tagLst xmlns:a="http://schemas.openxmlformats.org/drawingml/2006/main" xmlns:r="http://schemas.openxmlformats.org/officeDocument/2006/relationships" xmlns:p="http://schemas.openxmlformats.org/presentationml/2006/main">
  <p:tag name="KSO_WM_DIAGRAM_VIRTUALLY_FRAME" val="{&quot;height&quot;:311.05,&quot;left&quot;:229.15,&quot;top&quot;:43.9,&quot;width&quot;:424.65}"/>
</p:tagLst>
</file>

<file path=ppt/tags/tag59.xml><?xml version="1.0" encoding="utf-8"?>
<p:tagLst xmlns:a="http://schemas.openxmlformats.org/drawingml/2006/main" xmlns:r="http://schemas.openxmlformats.org/officeDocument/2006/relationships" xmlns:p="http://schemas.openxmlformats.org/presentationml/2006/main">
  <p:tag name="KSO_WM_DIAGRAM_VIRTUALLY_FRAME" val="{&quot;height&quot;:311.05,&quot;left&quot;:229.15,&quot;top&quot;:43.9,&quot;width&quot;:424.65}"/>
</p:tagLst>
</file>

<file path=ppt/tags/tag60.xml><?xml version="1.0" encoding="utf-8"?>
<p:tagLst xmlns:a="http://schemas.openxmlformats.org/drawingml/2006/main" xmlns:r="http://schemas.openxmlformats.org/officeDocument/2006/relationships" xmlns:p="http://schemas.openxmlformats.org/presentationml/2006/main">
  <p:tag name="KSO_WM_DIAGRAM_VIRTUALLY_FRAME" val="{&quot;height&quot;:311.05,&quot;left&quot;:229.15,&quot;top&quot;:43.9,&quot;width&quot;:424.65}"/>
</p:tagLst>
</file>

<file path=ppt/tags/tag61.xml><?xml version="1.0" encoding="utf-8"?>
<p:tagLst xmlns:a="http://schemas.openxmlformats.org/drawingml/2006/main" xmlns:r="http://schemas.openxmlformats.org/officeDocument/2006/relationships" xmlns:p="http://schemas.openxmlformats.org/presentationml/2006/main">
  <p:tag name="KSO_WM_DIAGRAM_VIRTUALLY_FRAME" val="{&quot;height&quot;:311.05,&quot;left&quot;:229.15,&quot;top&quot;:43.9,&quot;width&quot;:424.65}"/>
</p:tagLst>
</file>

<file path=ppt/tags/tag62.xml><?xml version="1.0" encoding="utf-8"?>
<p:tagLst xmlns:a="http://schemas.openxmlformats.org/drawingml/2006/main" xmlns:r="http://schemas.openxmlformats.org/officeDocument/2006/relationships" xmlns:p="http://schemas.openxmlformats.org/presentationml/2006/main">
  <p:tag name="KSO_WM_DIAGRAM_VIRTUALLY_FRAME" val="{&quot;height&quot;:311.05,&quot;left&quot;:229.15,&quot;top&quot;:43.9,&quot;width&quot;:424.65}"/>
</p:tagLst>
</file>

<file path=ppt/tags/tag63.xml><?xml version="1.0" encoding="utf-8"?>
<p:tagLst xmlns:a="http://schemas.openxmlformats.org/drawingml/2006/main" xmlns:r="http://schemas.openxmlformats.org/officeDocument/2006/relationships" xmlns:p="http://schemas.openxmlformats.org/presentationml/2006/main">
  <p:tag name="KSO_WM_DIAGRAM_VIRTUALLY_FRAME" val="{&quot;height&quot;:311.05,&quot;left&quot;:229.15,&quot;top&quot;:43.9,&quot;width&quot;:424.65}"/>
</p:tagLst>
</file>

<file path=ppt/tags/tag64.xml><?xml version="1.0" encoding="utf-8"?>
<p:tagLst xmlns:a="http://schemas.openxmlformats.org/drawingml/2006/main" xmlns:r="http://schemas.openxmlformats.org/officeDocument/2006/relationships" xmlns:p="http://schemas.openxmlformats.org/presentationml/2006/main">
  <p:tag name="KSO_WM_DIAGRAM_VIRTUALLY_FRAME" val="{&quot;height&quot;:311.05,&quot;left&quot;:229.15,&quot;top&quot;:43.9,&quot;width&quot;:424.65}"/>
</p:tagLst>
</file>

<file path=ppt/tags/tag65.xml><?xml version="1.0" encoding="utf-8"?>
<p:tagLst xmlns:a="http://schemas.openxmlformats.org/drawingml/2006/main" xmlns:r="http://schemas.openxmlformats.org/officeDocument/2006/relationships" xmlns:p="http://schemas.openxmlformats.org/presentationml/2006/main">
  <p:tag name="KSO_WM_DIAGRAM_VIRTUALLY_FRAME" val="{&quot;height&quot;:311.05,&quot;left&quot;:229.15,&quot;top&quot;:43.9,&quot;width&quot;:424.65}"/>
</p:tagLst>
</file>

<file path=ppt/tags/tag66.xml><?xml version="1.0" encoding="utf-8"?>
<p:tagLst xmlns:a="http://schemas.openxmlformats.org/drawingml/2006/main" xmlns:r="http://schemas.openxmlformats.org/officeDocument/2006/relationships" xmlns:p="http://schemas.openxmlformats.org/presentationml/2006/main">
  <p:tag name="KSO_WM_DIAGRAM_VIRTUALLY_FRAME" val="{&quot;height&quot;:311.05,&quot;left&quot;:229.15,&quot;top&quot;:43.9,&quot;width&quot;:424.65}"/>
</p:tagLst>
</file>

<file path=ppt/tags/tag67.xml><?xml version="1.0" encoding="utf-8"?>
<p:tagLst xmlns:a="http://schemas.openxmlformats.org/drawingml/2006/main" xmlns:r="http://schemas.openxmlformats.org/officeDocument/2006/relationships" xmlns:p="http://schemas.openxmlformats.org/presentationml/2006/main">
  <p:tag name="ISLIDE.DIAGRAM" val="#950666;"/>
</p:tagLst>
</file>

<file path=ppt/tags/tag68.xml><?xml version="1.0" encoding="utf-8"?>
<p:tagLst xmlns:a="http://schemas.openxmlformats.org/drawingml/2006/main" xmlns:r="http://schemas.openxmlformats.org/officeDocument/2006/relationships" xmlns:p="http://schemas.openxmlformats.org/presentationml/2006/main">
  <p:tag name="ISLIDE.DIAGRAM" val="#950666;"/>
</p:tagLst>
</file>

<file path=ppt/theme/theme1.xml><?xml version="1.0" encoding="utf-8"?>
<a:theme xmlns:a="http://schemas.openxmlformats.org/drawingml/2006/main" name="1_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font">
      <a:majorFont>
        <a:latin typeface="Arial"/>
        <a:ea typeface="微软雅黑"/>
        <a:cs typeface=""/>
      </a:majorFont>
      <a:minorFont>
        <a:latin typeface="Arial"/>
        <a:ea typeface="微软雅黑"/>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1">
          <a:schemeClr val="accent1"/>
        </a:lnRef>
        <a:fillRef idx="0">
          <a:schemeClr val="accent1"/>
        </a:fillRef>
        <a:effectRef idx="0">
          <a:schemeClr val="accent1"/>
        </a:effectRef>
        <a:fontRef idx="minor">
          <a:schemeClr val="tx1"/>
        </a:fontRef>
      </a:style>
    </a:lnDef>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font">
      <a:majorFont>
        <a:latin typeface="Arial"/>
        <a:ea typeface="微软雅黑"/>
        <a:cs typeface=""/>
      </a:majorFont>
      <a:minorFont>
        <a:latin typeface="Arial"/>
        <a:ea typeface="微软雅黑"/>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1">
          <a:schemeClr val="accent1"/>
        </a:lnRef>
        <a:fillRef idx="0">
          <a:schemeClr val="accent1"/>
        </a:fillRef>
        <a:effectRef idx="0">
          <a:schemeClr val="accent1"/>
        </a:effectRef>
        <a:fontRef idx="minor">
          <a:schemeClr val="tx1"/>
        </a:fontRef>
      </a:style>
    </a:lnDef>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等线"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7350</TotalTime>
  <Words>6796</Words>
  <Application>Microsoft Macintosh PowerPoint</Application>
  <PresentationFormat>Widescreen</PresentationFormat>
  <Paragraphs>1084</Paragraphs>
  <Slides>64</Slides>
  <Notes>63</Notes>
  <HiddenSlides>1</HiddenSlides>
  <MMClips>0</MMClips>
  <ScaleCrop>false</ScaleCrop>
  <HeadingPairs>
    <vt:vector size="6" baseType="variant">
      <vt:variant>
        <vt:lpstr>Fonts Used</vt:lpstr>
      </vt:variant>
      <vt:variant>
        <vt:i4>10</vt:i4>
      </vt:variant>
      <vt:variant>
        <vt:lpstr>Theme</vt:lpstr>
      </vt:variant>
      <vt:variant>
        <vt:i4>2</vt:i4>
      </vt:variant>
      <vt:variant>
        <vt:lpstr>Slide Titles</vt:lpstr>
      </vt:variant>
      <vt:variant>
        <vt:i4>64</vt:i4>
      </vt:variant>
    </vt:vector>
  </HeadingPairs>
  <TitlesOfParts>
    <vt:vector size="76" baseType="lpstr">
      <vt:lpstr>等线</vt:lpstr>
      <vt:lpstr>Microsoft YaHei</vt:lpstr>
      <vt:lpstr>Microsoft YaHei</vt:lpstr>
      <vt:lpstr>Microsoft YaHei Semibold</vt:lpstr>
      <vt:lpstr>SimHei</vt:lpstr>
      <vt:lpstr>SimSun</vt:lpstr>
      <vt:lpstr>Arial</vt:lpstr>
      <vt:lpstr>Calibri</vt:lpstr>
      <vt:lpstr>Cambria Math</vt:lpstr>
      <vt:lpstr>Wingdings</vt:lpstr>
      <vt:lpstr>1_Office 主题​​</vt:lpstr>
      <vt:lpstr>Office 主题​​</vt:lpstr>
      <vt:lpstr>PowerPoint Presentation</vt:lpstr>
      <vt:lpstr>PowerPoint Presentation</vt:lpstr>
      <vt:lpstr>回顾</vt:lpstr>
      <vt:lpstr>Tokens</vt:lpstr>
      <vt:lpstr>文本的Tokens</vt:lpstr>
      <vt:lpstr>切分方法</vt:lpstr>
      <vt:lpstr>字节对编码（Byte-Pair Encoding，BPE）切分</vt:lpstr>
      <vt:lpstr>BPE训练</vt:lpstr>
      <vt:lpstr>BPE训练</vt:lpstr>
      <vt:lpstr>BPE训练</vt:lpstr>
      <vt:lpstr>BPE训练</vt:lpstr>
      <vt:lpstr>BPE训练</vt:lpstr>
      <vt:lpstr>BPE训练</vt:lpstr>
      <vt:lpstr>BPE切分算法</vt:lpstr>
      <vt:lpstr>文本的Tokens</vt:lpstr>
      <vt:lpstr>图像中的Tokens</vt:lpstr>
      <vt:lpstr>图像中的Tokens</vt:lpstr>
      <vt:lpstr>图像中的Tokens</vt:lpstr>
      <vt:lpstr>图像中的Tokens</vt:lpstr>
      <vt:lpstr>图像中的Tokens</vt:lpstr>
      <vt:lpstr>图像的Token总结</vt:lpstr>
      <vt:lpstr>视频中的Tokens</vt:lpstr>
      <vt:lpstr>其他种类的Tokens</vt:lpstr>
      <vt:lpstr>其他种类的Tokens</vt:lpstr>
      <vt:lpstr>小结</vt:lpstr>
      <vt:lpstr>PowerPoint Presentation</vt:lpstr>
      <vt:lpstr>Transformer的应用</vt:lpstr>
      <vt:lpstr>Transformer的广泛应用</vt:lpstr>
      <vt:lpstr>Transformer的应用</vt:lpstr>
      <vt:lpstr>Transformer在文本处理中的应用</vt:lpstr>
      <vt:lpstr>Transformer编码器在文本处理中的应用</vt:lpstr>
      <vt:lpstr>Transformer编码器应用于序列标注任务</vt:lpstr>
      <vt:lpstr>Transformer编码器的序列标注示例：命名实体识别</vt:lpstr>
      <vt:lpstr>Transformer编码器应用于文本分类任务</vt:lpstr>
      <vt:lpstr>Transformer编码器的文本分类示例：情感分析</vt:lpstr>
      <vt:lpstr>Transformer编码器在文本处理中的应用</vt:lpstr>
      <vt:lpstr>Transformer编码器在文本处理中的应用</vt:lpstr>
      <vt:lpstr>Transformer编码器与解码器在文本处理中的应用</vt:lpstr>
      <vt:lpstr>Transformer编码器与解码器在文本处理中的应用</vt:lpstr>
      <vt:lpstr>Transformer解码器在文本处理中的应用</vt:lpstr>
      <vt:lpstr>Transformer解码器在文本处理中的应用</vt:lpstr>
      <vt:lpstr>Transformer解码器在文本处理中的应用</vt:lpstr>
      <vt:lpstr>Transformer解码器在文本处理中的应用</vt:lpstr>
      <vt:lpstr>Transformer在文本处理中的应用</vt:lpstr>
      <vt:lpstr>Transformer在图像处理中的应用</vt:lpstr>
      <vt:lpstr>Transformer在图像处理中的应用</vt:lpstr>
      <vt:lpstr>将Transformer应用于图像编码</vt:lpstr>
      <vt:lpstr>小结</vt:lpstr>
      <vt:lpstr>PowerPoint Presentation</vt:lpstr>
      <vt:lpstr>将Transformer应用于跨模态编码</vt:lpstr>
      <vt:lpstr>Contrastive Language-Image Pre-training (CLIP)</vt:lpstr>
      <vt:lpstr>CLIP – 预训练</vt:lpstr>
      <vt:lpstr>CLIP – 测试</vt:lpstr>
      <vt:lpstr>CLIP – 模型性能</vt:lpstr>
      <vt:lpstr>CLIP的局限</vt:lpstr>
      <vt:lpstr>Bootstrapping Language-Image Pre-training (BLIP)</vt:lpstr>
      <vt:lpstr>BLIP – 模型性能</vt:lpstr>
      <vt:lpstr>BLIP的优势</vt:lpstr>
      <vt:lpstr>示例应用：多模态情感分析任务</vt:lpstr>
      <vt:lpstr>示例应用：多模态情感分析任务</vt:lpstr>
      <vt:lpstr>小结</vt:lpstr>
      <vt:lpstr>PowerPoint Presentation</vt:lpstr>
      <vt:lpstr>PowerPoint Presentation</vt:lpstr>
      <vt:lpstr>课后思考</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演示文稿</dc:title>
  <dc:creator>靖杨 徐</dc:creator>
  <cp:lastModifiedBy>Qiyu Kang</cp:lastModifiedBy>
  <cp:revision>5</cp:revision>
  <dcterms:created xsi:type="dcterms:W3CDTF">2024-12-31T08:18:00Z</dcterms:created>
  <dcterms:modified xsi:type="dcterms:W3CDTF">2026-10-19T02:09:58Z</dcterms:modified>
</cp:coreProperties>
</file>