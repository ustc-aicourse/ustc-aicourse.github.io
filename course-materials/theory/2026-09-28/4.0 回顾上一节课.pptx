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78" r:id="rId2"/>
    <p:sldMasterId id="2147483681" r:id="rId3"/>
    <p:sldMasterId id="2147483693" r:id="rId4"/>
    <p:sldMasterId id="2147483706" r:id="rId5"/>
  </p:sldMasterIdLst>
  <p:notesMasterIdLst>
    <p:notesMasterId r:id="rId36"/>
  </p:notesMasterIdLst>
  <p:sldIdLst>
    <p:sldId id="397" r:id="rId6"/>
    <p:sldId id="4848" r:id="rId7"/>
    <p:sldId id="269" r:id="rId8"/>
    <p:sldId id="4877" r:id="rId9"/>
    <p:sldId id="319" r:id="rId10"/>
    <p:sldId id="4873" r:id="rId11"/>
    <p:sldId id="357" r:id="rId12"/>
    <p:sldId id="382" r:id="rId13"/>
    <p:sldId id="4874" r:id="rId14"/>
    <p:sldId id="4875" r:id="rId15"/>
    <p:sldId id="4876" r:id="rId16"/>
    <p:sldId id="361" r:id="rId17"/>
    <p:sldId id="333" r:id="rId18"/>
    <p:sldId id="375" r:id="rId19"/>
    <p:sldId id="362" r:id="rId20"/>
    <p:sldId id="392" r:id="rId21"/>
    <p:sldId id="399" r:id="rId22"/>
    <p:sldId id="360" r:id="rId23"/>
    <p:sldId id="4871" r:id="rId24"/>
    <p:sldId id="4872" r:id="rId25"/>
    <p:sldId id="4878" r:id="rId26"/>
    <p:sldId id="4880" r:id="rId27"/>
    <p:sldId id="4882" r:id="rId28"/>
    <p:sldId id="4883" r:id="rId29"/>
    <p:sldId id="4884" r:id="rId30"/>
    <p:sldId id="309" r:id="rId31"/>
    <p:sldId id="366" r:id="rId32"/>
    <p:sldId id="300" r:id="rId33"/>
    <p:sldId id="301" r:id="rId34"/>
    <p:sldId id="4885"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ove Lian" initials="DL" lastIdx="1" clrIdx="0">
    <p:extLst>
      <p:ext uri="{19B8F6BF-5375-455C-9EA6-DF929625EA0E}">
        <p15:presenceInfo xmlns:p15="http://schemas.microsoft.com/office/powerpoint/2012/main" userId="74fe9eade95ceb1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CFC"/>
    <a:srgbClr val="FEFCFC"/>
    <a:srgbClr val="F8E8E7"/>
    <a:srgbClr val="0000FF"/>
    <a:srgbClr val="00AD00"/>
    <a:srgbClr val="C9DAF8"/>
    <a:srgbClr val="231C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66" autoAdjust="0"/>
    <p:restoredTop sz="75251" autoAdjust="0"/>
  </p:normalViewPr>
  <p:slideViewPr>
    <p:cSldViewPr snapToGrid="0">
      <p:cViewPr varScale="1">
        <p:scale>
          <a:sx n="157" d="100"/>
          <a:sy n="157" d="100"/>
        </p:scale>
        <p:origin x="184" y="1112"/>
      </p:cViewPr>
      <p:guideLst/>
    </p:cSldViewPr>
  </p:slideViewPr>
  <p:notesTextViewPr>
    <p:cViewPr>
      <p:scale>
        <a:sx n="3" d="2"/>
        <a:sy n="3" d="2"/>
      </p:scale>
      <p:origin x="0" y="0"/>
    </p:cViewPr>
  </p:notesTextViewPr>
  <p:sorterViewPr>
    <p:cViewPr>
      <p:scale>
        <a:sx n="100" d="100"/>
        <a:sy n="100" d="100"/>
      </p:scale>
      <p:origin x="0" y="-1451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ve Lian" userId="74fe9eade95ceb19" providerId="LiveId" clId="{93D397AD-42CD-4146-8768-EC4684A9920D}"/>
    <pc:docChg chg="custSel addSld delSld modSld">
      <pc:chgData name="Dove Lian" userId="74fe9eade95ceb19" providerId="LiveId" clId="{93D397AD-42CD-4146-8768-EC4684A9920D}" dt="2025-04-11T07:01:24.158" v="81" actId="47"/>
      <pc:docMkLst>
        <pc:docMk/>
      </pc:docMkLst>
      <pc:sldChg chg="modSp mod modNotesTx">
        <pc:chgData name="Dove Lian" userId="74fe9eade95ceb19" providerId="LiveId" clId="{93D397AD-42CD-4146-8768-EC4684A9920D}" dt="2025-04-07T06:57:10.440" v="80"/>
        <pc:sldMkLst>
          <pc:docMk/>
          <pc:sldMk cId="1605811624" sldId="311"/>
        </pc:sldMkLst>
      </pc:sldChg>
      <pc:sldChg chg="del">
        <pc:chgData name="Dove Lian" userId="74fe9eade95ceb19" providerId="LiveId" clId="{93D397AD-42CD-4146-8768-EC4684A9920D}" dt="2025-04-11T07:01:24.158" v="81" actId="47"/>
        <pc:sldMkLst>
          <pc:docMk/>
          <pc:sldMk cId="2342934614" sldId="312"/>
        </pc:sldMkLst>
      </pc:sldChg>
      <pc:sldChg chg="modSp mod">
        <pc:chgData name="Dove Lian" userId="74fe9eade95ceb19" providerId="LiveId" clId="{93D397AD-42CD-4146-8768-EC4684A9920D}" dt="2025-04-07T06:37:18.563" v="2" actId="1076"/>
        <pc:sldMkLst>
          <pc:docMk/>
          <pc:sldMk cId="1109567741" sldId="361"/>
        </pc:sldMkLst>
        <pc:spChg chg="mod">
          <ac:chgData name="Dove Lian" userId="74fe9eade95ceb19" providerId="LiveId" clId="{93D397AD-42CD-4146-8768-EC4684A9920D}" dt="2025-04-07T06:37:12.276" v="0" actId="14100"/>
          <ac:spMkLst>
            <pc:docMk/>
            <pc:sldMk cId="1109567741" sldId="361"/>
            <ac:spMk id="3" creationId="{00000000-0000-0000-0000-000000000000}"/>
          </ac:spMkLst>
        </pc:spChg>
        <pc:spChg chg="mod">
          <ac:chgData name="Dove Lian" userId="74fe9eade95ceb19" providerId="LiveId" clId="{93D397AD-42CD-4146-8768-EC4684A9920D}" dt="2025-04-07T06:37:18.563" v="2" actId="1076"/>
          <ac:spMkLst>
            <pc:docMk/>
            <pc:sldMk cId="1109567741" sldId="361"/>
            <ac:spMk id="10" creationId="{00000000-0000-0000-0000-000000000000}"/>
          </ac:spMkLst>
        </pc:spChg>
      </pc:sldChg>
      <pc:sldChg chg="addSp delSp modSp mod">
        <pc:chgData name="Dove Lian" userId="74fe9eade95ceb19" providerId="LiveId" clId="{93D397AD-42CD-4146-8768-EC4684A9920D}" dt="2025-04-07T06:46:02.755" v="26"/>
        <pc:sldMkLst>
          <pc:docMk/>
          <pc:sldMk cId="3804204802" sldId="365"/>
        </pc:sldMkLst>
        <pc:spChg chg="add mod">
          <ac:chgData name="Dove Lian" userId="74fe9eade95ceb19" providerId="LiveId" clId="{93D397AD-42CD-4146-8768-EC4684A9920D}" dt="2025-04-07T06:46:02.755" v="26"/>
          <ac:spMkLst>
            <pc:docMk/>
            <pc:sldMk cId="3804204802" sldId="365"/>
            <ac:spMk id="6" creationId="{25C4EB29-B63A-0550-5D23-0F38DCE2E81B}"/>
          </ac:spMkLst>
        </pc:spChg>
        <pc:spChg chg="add mod">
          <ac:chgData name="Dove Lian" userId="74fe9eade95ceb19" providerId="LiveId" clId="{93D397AD-42CD-4146-8768-EC4684A9920D}" dt="2025-04-07T06:46:02.755" v="26"/>
          <ac:spMkLst>
            <pc:docMk/>
            <pc:sldMk cId="3804204802" sldId="365"/>
            <ac:spMk id="8" creationId="{2B976701-9F1F-4B94-BE86-F72626629CD7}"/>
          </ac:spMkLst>
        </pc:spChg>
        <pc:spChg chg="add mod">
          <ac:chgData name="Dove Lian" userId="74fe9eade95ceb19" providerId="LiveId" clId="{93D397AD-42CD-4146-8768-EC4684A9920D}" dt="2025-04-07T06:46:02.755" v="26"/>
          <ac:spMkLst>
            <pc:docMk/>
            <pc:sldMk cId="3804204802" sldId="365"/>
            <ac:spMk id="9" creationId="{D2C56288-8619-3F2C-FA79-E96A4906BE92}"/>
          </ac:spMkLst>
        </pc:spChg>
        <pc:picChg chg="add mod">
          <ac:chgData name="Dove Lian" userId="74fe9eade95ceb19" providerId="LiveId" clId="{93D397AD-42CD-4146-8768-EC4684A9920D}" dt="2025-04-07T06:46:02.755" v="26"/>
          <ac:picMkLst>
            <pc:docMk/>
            <pc:sldMk cId="3804204802" sldId="365"/>
            <ac:picMk id="4" creationId="{AB3C6892-0533-EC7E-6209-E1EAC3806BB1}"/>
          </ac:picMkLst>
        </pc:picChg>
        <pc:picChg chg="add mod">
          <ac:chgData name="Dove Lian" userId="74fe9eade95ceb19" providerId="LiveId" clId="{93D397AD-42CD-4146-8768-EC4684A9920D}" dt="2025-04-07T06:46:02.755" v="26"/>
          <ac:picMkLst>
            <pc:docMk/>
            <pc:sldMk cId="3804204802" sldId="365"/>
            <ac:picMk id="5" creationId="{F37E003E-CA14-82BC-DF2B-DFE2B158D679}"/>
          </ac:picMkLst>
        </pc:picChg>
      </pc:sldChg>
      <pc:sldChg chg="modSp">
        <pc:chgData name="Dove Lian" userId="74fe9eade95ceb19" providerId="LiveId" clId="{93D397AD-42CD-4146-8768-EC4684A9920D}" dt="2025-04-07T06:47:35.199" v="71" actId="20577"/>
        <pc:sldMkLst>
          <pc:docMk/>
          <pc:sldMk cId="1539537243" sldId="367"/>
        </pc:sldMkLst>
        <pc:spChg chg="mod">
          <ac:chgData name="Dove Lian" userId="74fe9eade95ceb19" providerId="LiveId" clId="{93D397AD-42CD-4146-8768-EC4684A9920D}" dt="2025-04-07T06:47:35.199" v="71" actId="20577"/>
          <ac:spMkLst>
            <pc:docMk/>
            <pc:sldMk cId="1539537243" sldId="367"/>
            <ac:spMk id="100" creationId="{00000000-0000-0000-0000-000000000000}"/>
          </ac:spMkLst>
        </pc:spChg>
      </pc:sldChg>
      <pc:sldChg chg="addSp modSp mod modAnim">
        <pc:chgData name="Dove Lian" userId="74fe9eade95ceb19" providerId="LiveId" clId="{93D397AD-42CD-4146-8768-EC4684A9920D}" dt="2025-04-07T06:44:13.649" v="21"/>
        <pc:sldMkLst>
          <pc:docMk/>
          <pc:sldMk cId="545184955" sldId="392"/>
        </pc:sldMkLst>
        <pc:spChg chg="add mod">
          <ac:chgData name="Dove Lian" userId="74fe9eade95ceb19" providerId="LiveId" clId="{93D397AD-42CD-4146-8768-EC4684A9920D}" dt="2025-04-07T06:42:27.146" v="11" actId="1076"/>
          <ac:spMkLst>
            <pc:docMk/>
            <pc:sldMk cId="545184955" sldId="392"/>
            <ac:spMk id="29" creationId="{371DB96C-C6A8-22C6-E6C7-ADD594334946}"/>
          </ac:spMkLst>
        </pc:spChg>
      </pc:sldChg>
      <pc:sldChg chg="modAnim">
        <pc:chgData name="Dove Lian" userId="74fe9eade95ceb19" providerId="LiveId" clId="{93D397AD-42CD-4146-8768-EC4684A9920D}" dt="2025-04-07T06:44:28.522" v="22"/>
        <pc:sldMkLst>
          <pc:docMk/>
          <pc:sldMk cId="4118634725" sldId="399"/>
        </pc:sldMkLst>
      </pc:sldChg>
      <pc:sldChg chg="add del">
        <pc:chgData name="Dove Lian" userId="74fe9eade95ceb19" providerId="LiveId" clId="{93D397AD-42CD-4146-8768-EC4684A9920D}" dt="2025-04-07T06:46:06.122" v="27" actId="47"/>
        <pc:sldMkLst>
          <pc:docMk/>
          <pc:sldMk cId="610288589" sldId="4862"/>
        </pc:sldMkLst>
      </pc:sldChg>
      <pc:sldChg chg="add">
        <pc:chgData name="Dove Lian" userId="74fe9eade95ceb19" providerId="LiveId" clId="{93D397AD-42CD-4146-8768-EC4684A9920D}" dt="2025-04-07T06:45:57.799" v="24" actId="2890"/>
        <pc:sldMkLst>
          <pc:docMk/>
          <pc:sldMk cId="371561500" sldId="4863"/>
        </pc:sldMkLst>
      </pc:sldChg>
    </pc:docChg>
  </pc:docChgLst>
  <pc:docChgLst>
    <pc:chgData name="Dove Lian" userId="74fe9eade95ceb19" providerId="LiveId" clId="{31AD8CB5-7E82-454B-8288-C9696233AACE}"/>
    <pc:docChg chg="custSel modSld">
      <pc:chgData name="Dove Lian" userId="74fe9eade95ceb19" providerId="LiveId" clId="{31AD8CB5-7E82-454B-8288-C9696233AACE}" dt="2025-03-28T07:35:03.239" v="250" actId="1035"/>
      <pc:docMkLst>
        <pc:docMk/>
      </pc:docMkLst>
      <pc:sldChg chg="addSp delSp modSp mod delAnim modAnim">
        <pc:chgData name="Dove Lian" userId="74fe9eade95ceb19" providerId="LiveId" clId="{31AD8CB5-7E82-454B-8288-C9696233AACE}" dt="2025-03-28T07:35:03.239" v="250" actId="1035"/>
        <pc:sldMkLst>
          <pc:docMk/>
          <pc:sldMk cId="545184955" sldId="392"/>
        </pc:sldMkLst>
        <pc:spChg chg="mod">
          <ac:chgData name="Dove Lian" userId="74fe9eade95ceb19" providerId="LiveId" clId="{31AD8CB5-7E82-454B-8288-C9696233AACE}" dt="2025-03-28T07:33:23.872" v="197" actId="1035"/>
          <ac:spMkLst>
            <pc:docMk/>
            <pc:sldMk cId="545184955" sldId="392"/>
            <ac:spMk id="3" creationId="{0364797D-7DF5-32D3-57EF-46DF93088A4E}"/>
          </ac:spMkLst>
        </pc:spChg>
        <pc:spChg chg="mod">
          <ac:chgData name="Dove Lian" userId="74fe9eade95ceb19" providerId="LiveId" clId="{31AD8CB5-7E82-454B-8288-C9696233AACE}" dt="2025-03-28T07:33:06.925" v="181" actId="1036"/>
          <ac:spMkLst>
            <pc:docMk/>
            <pc:sldMk cId="545184955" sldId="392"/>
            <ac:spMk id="4" creationId="{3FC446A6-FCC5-692C-4D8C-3892494DC5F6}"/>
          </ac:spMkLst>
        </pc:spChg>
        <pc:spChg chg="mod">
          <ac:chgData name="Dove Lian" userId="74fe9eade95ceb19" providerId="LiveId" clId="{31AD8CB5-7E82-454B-8288-C9696233AACE}" dt="2025-03-28T07:34:48.137" v="227" actId="1036"/>
          <ac:spMkLst>
            <pc:docMk/>
            <pc:sldMk cId="545184955" sldId="392"/>
            <ac:spMk id="5" creationId="{99D8FE1F-20F2-D66F-413B-A152489AC1FB}"/>
          </ac:spMkLst>
        </pc:spChg>
        <pc:spChg chg="mod">
          <ac:chgData name="Dove Lian" userId="74fe9eade95ceb19" providerId="LiveId" clId="{31AD8CB5-7E82-454B-8288-C9696233AACE}" dt="2025-03-28T07:34:43.513" v="221" actId="1076"/>
          <ac:spMkLst>
            <pc:docMk/>
            <pc:sldMk cId="545184955" sldId="392"/>
            <ac:spMk id="6" creationId="{1B83352F-3745-C8BD-455D-EFD6FBD1752A}"/>
          </ac:spMkLst>
        </pc:spChg>
        <pc:spChg chg="mod">
          <ac:chgData name="Dove Lian" userId="74fe9eade95ceb19" providerId="LiveId" clId="{31AD8CB5-7E82-454B-8288-C9696233AACE}" dt="2025-03-28T07:34:27.125" v="218" actId="20577"/>
          <ac:spMkLst>
            <pc:docMk/>
            <pc:sldMk cId="545184955" sldId="392"/>
            <ac:spMk id="7" creationId="{936026D3-F6DC-7DF8-AE49-A78B95006104}"/>
          </ac:spMkLst>
        </pc:spChg>
        <pc:spChg chg="mod">
          <ac:chgData name="Dove Lian" userId="74fe9eade95ceb19" providerId="LiveId" clId="{31AD8CB5-7E82-454B-8288-C9696233AACE}" dt="2025-03-28T07:33:06.925" v="181" actId="1036"/>
          <ac:spMkLst>
            <pc:docMk/>
            <pc:sldMk cId="545184955" sldId="392"/>
            <ac:spMk id="8" creationId="{9B14E3D6-6143-3D65-612E-91784D3577D3}"/>
          </ac:spMkLst>
        </pc:spChg>
        <pc:spChg chg="mod">
          <ac:chgData name="Dove Lian" userId="74fe9eade95ceb19" providerId="LiveId" clId="{31AD8CB5-7E82-454B-8288-C9696233AACE}" dt="2025-03-28T07:33:06.925" v="181" actId="1036"/>
          <ac:spMkLst>
            <pc:docMk/>
            <pc:sldMk cId="545184955" sldId="392"/>
            <ac:spMk id="9" creationId="{CA7D4838-338C-3997-A8FE-841A6064EFF4}"/>
          </ac:spMkLst>
        </pc:spChg>
        <pc:spChg chg="add mod">
          <ac:chgData name="Dove Lian" userId="74fe9eade95ceb19" providerId="LiveId" clId="{31AD8CB5-7E82-454B-8288-C9696233AACE}" dt="2025-03-28T07:34:31.293" v="220" actId="20577"/>
          <ac:spMkLst>
            <pc:docMk/>
            <pc:sldMk cId="545184955" sldId="392"/>
            <ac:spMk id="11" creationId="{5CEB1A7F-EE61-7444-0638-1EBB1D45531E}"/>
          </ac:spMkLst>
        </pc:spChg>
        <pc:spChg chg="mod">
          <ac:chgData name="Dove Lian" userId="74fe9eade95ceb19" providerId="LiveId" clId="{31AD8CB5-7E82-454B-8288-C9696233AACE}" dt="2025-03-28T07:34:59.620" v="243" actId="1035"/>
          <ac:spMkLst>
            <pc:docMk/>
            <pc:sldMk cId="545184955" sldId="392"/>
            <ac:spMk id="12" creationId="{19D8C33B-EE9A-2B24-F2C9-DC141C867879}"/>
          </ac:spMkLst>
        </pc:spChg>
        <pc:spChg chg="mod">
          <ac:chgData name="Dove Lian" userId="74fe9eade95ceb19" providerId="LiveId" clId="{31AD8CB5-7E82-454B-8288-C9696233AACE}" dt="2025-03-28T07:35:03.239" v="250" actId="1035"/>
          <ac:spMkLst>
            <pc:docMk/>
            <pc:sldMk cId="545184955" sldId="392"/>
            <ac:spMk id="13" creationId="{15EB3B14-0E82-B730-9C1B-4C36CEC80A86}"/>
          </ac:spMkLst>
        </pc:spChg>
        <pc:spChg chg="mod">
          <ac:chgData name="Dove Lian" userId="74fe9eade95ceb19" providerId="LiveId" clId="{31AD8CB5-7E82-454B-8288-C9696233AACE}" dt="2025-03-28T07:33:08.706" v="182"/>
          <ac:spMkLst>
            <pc:docMk/>
            <pc:sldMk cId="545184955" sldId="392"/>
            <ac:spMk id="15" creationId="{8167CF2F-4201-797B-8A9C-0F888CADCE9F}"/>
          </ac:spMkLst>
        </pc:spChg>
        <pc:spChg chg="mod">
          <ac:chgData name="Dove Lian" userId="74fe9eade95ceb19" providerId="LiveId" clId="{31AD8CB5-7E82-454B-8288-C9696233AACE}" dt="2025-03-28T07:33:08.706" v="182"/>
          <ac:spMkLst>
            <pc:docMk/>
            <pc:sldMk cId="545184955" sldId="392"/>
            <ac:spMk id="16" creationId="{F462BA9A-316A-13BB-C2BA-ECA36038673C}"/>
          </ac:spMkLst>
        </pc:spChg>
        <pc:spChg chg="mod">
          <ac:chgData name="Dove Lian" userId="74fe9eade95ceb19" providerId="LiveId" clId="{31AD8CB5-7E82-454B-8288-C9696233AACE}" dt="2025-03-28T07:33:08.706" v="182"/>
          <ac:spMkLst>
            <pc:docMk/>
            <pc:sldMk cId="545184955" sldId="392"/>
            <ac:spMk id="19" creationId="{D2A62923-E092-A77E-2A8B-E6F39E3E3FC0}"/>
          </ac:spMkLst>
        </pc:spChg>
        <pc:spChg chg="mod">
          <ac:chgData name="Dove Lian" userId="74fe9eade95ceb19" providerId="LiveId" clId="{31AD8CB5-7E82-454B-8288-C9696233AACE}" dt="2025-03-28T07:33:08.706" v="182"/>
          <ac:spMkLst>
            <pc:docMk/>
            <pc:sldMk cId="545184955" sldId="392"/>
            <ac:spMk id="21" creationId="{1818A1C6-C3F8-B78A-7E6F-138EFF2231BD}"/>
          </ac:spMkLst>
        </pc:spChg>
        <pc:spChg chg="mod">
          <ac:chgData name="Dove Lian" userId="74fe9eade95ceb19" providerId="LiveId" clId="{31AD8CB5-7E82-454B-8288-C9696233AACE}" dt="2025-03-28T07:33:08.706" v="182"/>
          <ac:spMkLst>
            <pc:docMk/>
            <pc:sldMk cId="545184955" sldId="392"/>
            <ac:spMk id="22" creationId="{5C473B41-2591-F9C5-D13D-F38CE0A5C5E6}"/>
          </ac:spMkLst>
        </pc:spChg>
        <pc:spChg chg="mod">
          <ac:chgData name="Dove Lian" userId="74fe9eade95ceb19" providerId="LiveId" clId="{31AD8CB5-7E82-454B-8288-C9696233AACE}" dt="2025-03-28T07:33:08.706" v="182"/>
          <ac:spMkLst>
            <pc:docMk/>
            <pc:sldMk cId="545184955" sldId="392"/>
            <ac:spMk id="24" creationId="{5BDE020D-A09F-9CB2-08B7-CD35D9AC394B}"/>
          </ac:spMkLst>
        </pc:spChg>
        <pc:spChg chg="mod">
          <ac:chgData name="Dove Lian" userId="74fe9eade95ceb19" providerId="LiveId" clId="{31AD8CB5-7E82-454B-8288-C9696233AACE}" dt="2025-03-28T07:33:08.706" v="182"/>
          <ac:spMkLst>
            <pc:docMk/>
            <pc:sldMk cId="545184955" sldId="392"/>
            <ac:spMk id="25" creationId="{E09438E9-4FD0-A3E4-44F4-8BC46C5690C3}"/>
          </ac:spMkLst>
        </pc:spChg>
        <pc:spChg chg="mod">
          <ac:chgData name="Dove Lian" userId="74fe9eade95ceb19" providerId="LiveId" clId="{31AD8CB5-7E82-454B-8288-C9696233AACE}" dt="2025-03-28T07:33:08.706" v="182"/>
          <ac:spMkLst>
            <pc:docMk/>
            <pc:sldMk cId="545184955" sldId="392"/>
            <ac:spMk id="27" creationId="{5654CC09-4665-BF77-40B7-2B97E84C6A9F}"/>
          </ac:spMkLst>
        </pc:spChg>
        <pc:spChg chg="mod">
          <ac:chgData name="Dove Lian" userId="74fe9eade95ceb19" providerId="LiveId" clId="{31AD8CB5-7E82-454B-8288-C9696233AACE}" dt="2025-03-28T07:33:08.706" v="182"/>
          <ac:spMkLst>
            <pc:docMk/>
            <pc:sldMk cId="545184955" sldId="392"/>
            <ac:spMk id="28" creationId="{EAFCE9A4-A37B-267E-535C-CE399E1CE59B}"/>
          </ac:spMkLst>
        </pc:spChg>
        <pc:spChg chg="add mod ord">
          <ac:chgData name="Dove Lian" userId="74fe9eade95ceb19" providerId="LiveId" clId="{31AD8CB5-7E82-454B-8288-C9696233AACE}" dt="2025-03-28T07:33:53.929" v="209" actId="13822"/>
          <ac:spMkLst>
            <pc:docMk/>
            <pc:sldMk cId="545184955" sldId="392"/>
            <ac:spMk id="30" creationId="{BBE4A7AD-D5CD-2C70-DD45-E583AEA78BF6}"/>
          </ac:spMkLst>
        </pc:spChg>
        <pc:grpChg chg="mod">
          <ac:chgData name="Dove Lian" userId="74fe9eade95ceb19" providerId="LiveId" clId="{31AD8CB5-7E82-454B-8288-C9696233AACE}" dt="2025-03-28T07:33:30.842" v="205" actId="1035"/>
          <ac:grpSpMkLst>
            <pc:docMk/>
            <pc:sldMk cId="545184955" sldId="392"/>
            <ac:grpSpMk id="14" creationId="{C37A1043-5089-3481-9A06-A87917A4C484}"/>
          </ac:grpSpMkLst>
        </pc:grpChg>
        <pc:grpChg chg="mod">
          <ac:chgData name="Dove Lian" userId="74fe9eade95ceb19" providerId="LiveId" clId="{31AD8CB5-7E82-454B-8288-C9696233AACE}" dt="2025-03-28T07:33:30.842" v="205" actId="1035"/>
          <ac:grpSpMkLst>
            <pc:docMk/>
            <pc:sldMk cId="545184955" sldId="392"/>
            <ac:grpSpMk id="17" creationId="{C4014B00-EB3B-1892-BBA8-E701893A1703}"/>
          </ac:grpSpMkLst>
        </pc:grpChg>
        <pc:grpChg chg="mod">
          <ac:chgData name="Dove Lian" userId="74fe9eade95ceb19" providerId="LiveId" clId="{31AD8CB5-7E82-454B-8288-C9696233AACE}" dt="2025-03-28T07:33:30.842" v="205" actId="1035"/>
          <ac:grpSpMkLst>
            <pc:docMk/>
            <pc:sldMk cId="545184955" sldId="392"/>
            <ac:grpSpMk id="20" creationId="{E46E00C9-BD4A-3744-848F-D109D6B47910}"/>
          </ac:grpSpMkLst>
        </pc:grpChg>
        <pc:grpChg chg="mod">
          <ac:chgData name="Dove Lian" userId="74fe9eade95ceb19" providerId="LiveId" clId="{31AD8CB5-7E82-454B-8288-C9696233AACE}" dt="2025-03-28T07:33:30.842" v="205" actId="1035"/>
          <ac:grpSpMkLst>
            <pc:docMk/>
            <pc:sldMk cId="545184955" sldId="392"/>
            <ac:grpSpMk id="23" creationId="{51B54AB8-80B7-ECB8-FD0B-E2F3DE57EB39}"/>
          </ac:grpSpMkLst>
        </pc:grpChg>
        <pc:grpChg chg="mod">
          <ac:chgData name="Dove Lian" userId="74fe9eade95ceb19" providerId="LiveId" clId="{31AD8CB5-7E82-454B-8288-C9696233AACE}" dt="2025-03-28T07:33:30.842" v="205" actId="1035"/>
          <ac:grpSpMkLst>
            <pc:docMk/>
            <pc:sldMk cId="545184955" sldId="392"/>
            <ac:grpSpMk id="26" creationId="{A29CED21-EBE8-A63A-C158-0B9BEC4AEC2C}"/>
          </ac:grpSpMkLst>
        </pc:grpChg>
      </pc:sldChg>
    </pc:docChg>
  </pc:docChgLst>
  <pc:docChgLst>
    <pc:chgData name="Dove Lian" userId="74fe9eade95ceb19" providerId="LiveId" clId="{5CDE64C4-06EF-40D3-9EC6-03F9AE95AA21}"/>
    <pc:docChg chg="undo custSel addSld delSld modSld">
      <pc:chgData name="Dove Lian" userId="74fe9eade95ceb19" providerId="LiveId" clId="{5CDE64C4-06EF-40D3-9EC6-03F9AE95AA21}" dt="2025-04-13T04:53:54.781" v="615" actId="1076"/>
      <pc:docMkLst>
        <pc:docMk/>
      </pc:docMkLst>
      <pc:sldChg chg="add del">
        <pc:chgData name="Dove Lian" userId="74fe9eade95ceb19" providerId="LiveId" clId="{5CDE64C4-06EF-40D3-9EC6-03F9AE95AA21}" dt="2025-04-13T04:21:57.492" v="3"/>
        <pc:sldMkLst>
          <pc:docMk/>
          <pc:sldMk cId="2689289862" sldId="310"/>
        </pc:sldMkLst>
      </pc:sldChg>
      <pc:sldChg chg="add del">
        <pc:chgData name="Dove Lian" userId="74fe9eade95ceb19" providerId="LiveId" clId="{5CDE64C4-06EF-40D3-9EC6-03F9AE95AA21}" dt="2025-04-13T04:21:57.492" v="3"/>
        <pc:sldMkLst>
          <pc:docMk/>
          <pc:sldMk cId="1605811624" sldId="311"/>
        </pc:sldMkLst>
      </pc:sldChg>
      <pc:sldChg chg="add del">
        <pc:chgData name="Dove Lian" userId="74fe9eade95ceb19" providerId="LiveId" clId="{5CDE64C4-06EF-40D3-9EC6-03F9AE95AA21}" dt="2025-04-13T04:21:57.492" v="3"/>
        <pc:sldMkLst>
          <pc:docMk/>
          <pc:sldMk cId="2342934614" sldId="312"/>
        </pc:sldMkLst>
      </pc:sldChg>
      <pc:sldChg chg="add del">
        <pc:chgData name="Dove Lian" userId="74fe9eade95ceb19" providerId="LiveId" clId="{5CDE64C4-06EF-40D3-9EC6-03F9AE95AA21}" dt="2025-04-13T04:21:57.492" v="3"/>
        <pc:sldMkLst>
          <pc:docMk/>
          <pc:sldMk cId="924049652" sldId="313"/>
        </pc:sldMkLst>
      </pc:sldChg>
      <pc:sldChg chg="add del">
        <pc:chgData name="Dove Lian" userId="74fe9eade95ceb19" providerId="LiveId" clId="{5CDE64C4-06EF-40D3-9EC6-03F9AE95AA21}" dt="2025-04-13T04:21:57.492" v="3"/>
        <pc:sldMkLst>
          <pc:docMk/>
          <pc:sldMk cId="3290316715" sldId="314"/>
        </pc:sldMkLst>
      </pc:sldChg>
      <pc:sldChg chg="add del">
        <pc:chgData name="Dove Lian" userId="74fe9eade95ceb19" providerId="LiveId" clId="{5CDE64C4-06EF-40D3-9EC6-03F9AE95AA21}" dt="2025-04-13T04:21:57.492" v="3"/>
        <pc:sldMkLst>
          <pc:docMk/>
          <pc:sldMk cId="1904913137" sldId="335"/>
        </pc:sldMkLst>
      </pc:sldChg>
      <pc:sldChg chg="add del">
        <pc:chgData name="Dove Lian" userId="74fe9eade95ceb19" providerId="LiveId" clId="{5CDE64C4-06EF-40D3-9EC6-03F9AE95AA21}" dt="2025-04-13T04:21:57.492" v="3"/>
        <pc:sldMkLst>
          <pc:docMk/>
          <pc:sldMk cId="2801383520" sldId="342"/>
        </pc:sldMkLst>
      </pc:sldChg>
      <pc:sldChg chg="add del">
        <pc:chgData name="Dove Lian" userId="74fe9eade95ceb19" providerId="LiveId" clId="{5CDE64C4-06EF-40D3-9EC6-03F9AE95AA21}" dt="2025-04-13T04:21:57.492" v="3"/>
        <pc:sldMkLst>
          <pc:docMk/>
          <pc:sldMk cId="1080654706" sldId="343"/>
        </pc:sldMkLst>
      </pc:sldChg>
      <pc:sldChg chg="add del">
        <pc:chgData name="Dove Lian" userId="74fe9eade95ceb19" providerId="LiveId" clId="{5CDE64C4-06EF-40D3-9EC6-03F9AE95AA21}" dt="2025-04-13T04:21:57.492" v="3"/>
        <pc:sldMkLst>
          <pc:docMk/>
          <pc:sldMk cId="2421174606" sldId="344"/>
        </pc:sldMkLst>
      </pc:sldChg>
      <pc:sldChg chg="add del">
        <pc:chgData name="Dove Lian" userId="74fe9eade95ceb19" providerId="LiveId" clId="{5CDE64C4-06EF-40D3-9EC6-03F9AE95AA21}" dt="2025-04-13T04:21:57.492" v="3"/>
        <pc:sldMkLst>
          <pc:docMk/>
          <pc:sldMk cId="1321526828" sldId="346"/>
        </pc:sldMkLst>
      </pc:sldChg>
      <pc:sldChg chg="add del">
        <pc:chgData name="Dove Lian" userId="74fe9eade95ceb19" providerId="LiveId" clId="{5CDE64C4-06EF-40D3-9EC6-03F9AE95AA21}" dt="2025-04-13T04:21:57.492" v="3"/>
        <pc:sldMkLst>
          <pc:docMk/>
          <pc:sldMk cId="1500645055" sldId="348"/>
        </pc:sldMkLst>
      </pc:sldChg>
      <pc:sldChg chg="add del">
        <pc:chgData name="Dove Lian" userId="74fe9eade95ceb19" providerId="LiveId" clId="{5CDE64C4-06EF-40D3-9EC6-03F9AE95AA21}" dt="2025-04-13T04:21:57.492" v="3"/>
        <pc:sldMkLst>
          <pc:docMk/>
          <pc:sldMk cId="2762143270" sldId="349"/>
        </pc:sldMkLst>
      </pc:sldChg>
      <pc:sldChg chg="add del">
        <pc:chgData name="Dove Lian" userId="74fe9eade95ceb19" providerId="LiveId" clId="{5CDE64C4-06EF-40D3-9EC6-03F9AE95AA21}" dt="2025-04-13T04:21:57.492" v="3"/>
        <pc:sldMkLst>
          <pc:docMk/>
          <pc:sldMk cId="2753899063" sldId="350"/>
        </pc:sldMkLst>
      </pc:sldChg>
      <pc:sldChg chg="add del">
        <pc:chgData name="Dove Lian" userId="74fe9eade95ceb19" providerId="LiveId" clId="{5CDE64C4-06EF-40D3-9EC6-03F9AE95AA21}" dt="2025-04-13T04:21:57.492" v="3"/>
        <pc:sldMkLst>
          <pc:docMk/>
          <pc:sldMk cId="786031034" sldId="351"/>
        </pc:sldMkLst>
      </pc:sldChg>
      <pc:sldChg chg="add del">
        <pc:chgData name="Dove Lian" userId="74fe9eade95ceb19" providerId="LiveId" clId="{5CDE64C4-06EF-40D3-9EC6-03F9AE95AA21}" dt="2025-04-13T04:21:57.492" v="3"/>
        <pc:sldMkLst>
          <pc:docMk/>
          <pc:sldMk cId="440164936" sldId="352"/>
        </pc:sldMkLst>
      </pc:sldChg>
      <pc:sldChg chg="add del">
        <pc:chgData name="Dove Lian" userId="74fe9eade95ceb19" providerId="LiveId" clId="{5CDE64C4-06EF-40D3-9EC6-03F9AE95AA21}" dt="2025-04-13T04:21:57.492" v="3"/>
        <pc:sldMkLst>
          <pc:docMk/>
          <pc:sldMk cId="3718057751" sldId="353"/>
        </pc:sldMkLst>
      </pc:sldChg>
      <pc:sldChg chg="add del">
        <pc:chgData name="Dove Lian" userId="74fe9eade95ceb19" providerId="LiveId" clId="{5CDE64C4-06EF-40D3-9EC6-03F9AE95AA21}" dt="2025-04-13T04:21:57.492" v="3"/>
        <pc:sldMkLst>
          <pc:docMk/>
          <pc:sldMk cId="3822483346" sldId="354"/>
        </pc:sldMkLst>
      </pc:sldChg>
      <pc:sldChg chg="add del">
        <pc:chgData name="Dove Lian" userId="74fe9eade95ceb19" providerId="LiveId" clId="{5CDE64C4-06EF-40D3-9EC6-03F9AE95AA21}" dt="2025-04-13T04:21:57.492" v="3"/>
        <pc:sldMkLst>
          <pc:docMk/>
          <pc:sldMk cId="1975660773" sldId="355"/>
        </pc:sldMkLst>
      </pc:sldChg>
      <pc:sldChg chg="add del">
        <pc:chgData name="Dove Lian" userId="74fe9eade95ceb19" providerId="LiveId" clId="{5CDE64C4-06EF-40D3-9EC6-03F9AE95AA21}" dt="2025-04-13T04:21:57.492" v="3"/>
        <pc:sldMkLst>
          <pc:docMk/>
          <pc:sldMk cId="3940692884" sldId="356"/>
        </pc:sldMkLst>
      </pc:sldChg>
      <pc:sldChg chg="add del">
        <pc:chgData name="Dove Lian" userId="74fe9eade95ceb19" providerId="LiveId" clId="{5CDE64C4-06EF-40D3-9EC6-03F9AE95AA21}" dt="2025-04-13T04:21:57.492" v="3"/>
        <pc:sldMkLst>
          <pc:docMk/>
          <pc:sldMk cId="443421490" sldId="357"/>
        </pc:sldMkLst>
      </pc:sldChg>
      <pc:sldChg chg="add del">
        <pc:chgData name="Dove Lian" userId="74fe9eade95ceb19" providerId="LiveId" clId="{5CDE64C4-06EF-40D3-9EC6-03F9AE95AA21}" dt="2025-04-13T04:21:57.492" v="3"/>
        <pc:sldMkLst>
          <pc:docMk/>
          <pc:sldMk cId="1541645610" sldId="358"/>
        </pc:sldMkLst>
      </pc:sldChg>
      <pc:sldChg chg="add del">
        <pc:chgData name="Dove Lian" userId="74fe9eade95ceb19" providerId="LiveId" clId="{5CDE64C4-06EF-40D3-9EC6-03F9AE95AA21}" dt="2025-04-13T04:21:57.492" v="3"/>
        <pc:sldMkLst>
          <pc:docMk/>
          <pc:sldMk cId="2890804190" sldId="359"/>
        </pc:sldMkLst>
      </pc:sldChg>
      <pc:sldChg chg="add del">
        <pc:chgData name="Dove Lian" userId="74fe9eade95ceb19" providerId="LiveId" clId="{5CDE64C4-06EF-40D3-9EC6-03F9AE95AA21}" dt="2025-04-13T04:21:57.492" v="3"/>
        <pc:sldMkLst>
          <pc:docMk/>
          <pc:sldMk cId="946601041" sldId="364"/>
        </pc:sldMkLst>
      </pc:sldChg>
      <pc:sldChg chg="add del">
        <pc:chgData name="Dove Lian" userId="74fe9eade95ceb19" providerId="LiveId" clId="{5CDE64C4-06EF-40D3-9EC6-03F9AE95AA21}" dt="2025-04-13T04:21:57.492" v="3"/>
        <pc:sldMkLst>
          <pc:docMk/>
          <pc:sldMk cId="1539537243" sldId="367"/>
        </pc:sldMkLst>
      </pc:sldChg>
      <pc:sldChg chg="add del">
        <pc:chgData name="Dove Lian" userId="74fe9eade95ceb19" providerId="LiveId" clId="{5CDE64C4-06EF-40D3-9EC6-03F9AE95AA21}" dt="2025-04-13T04:21:57.492" v="3"/>
        <pc:sldMkLst>
          <pc:docMk/>
          <pc:sldMk cId="358311172" sldId="382"/>
        </pc:sldMkLst>
      </pc:sldChg>
      <pc:sldChg chg="add del">
        <pc:chgData name="Dove Lian" userId="74fe9eade95ceb19" providerId="LiveId" clId="{5CDE64C4-06EF-40D3-9EC6-03F9AE95AA21}" dt="2025-04-13T04:21:57.492" v="3"/>
        <pc:sldMkLst>
          <pc:docMk/>
          <pc:sldMk cId="986024959" sldId="383"/>
        </pc:sldMkLst>
      </pc:sldChg>
      <pc:sldChg chg="modSp add del mod">
        <pc:chgData name="Dove Lian" userId="74fe9eade95ceb19" providerId="LiveId" clId="{5CDE64C4-06EF-40D3-9EC6-03F9AE95AA21}" dt="2025-04-13T04:39:25.711" v="156" actId="1037"/>
        <pc:sldMkLst>
          <pc:docMk/>
          <pc:sldMk cId="3297705297" sldId="384"/>
        </pc:sldMkLst>
        <pc:spChg chg="mod">
          <ac:chgData name="Dove Lian" userId="74fe9eade95ceb19" providerId="LiveId" clId="{5CDE64C4-06EF-40D3-9EC6-03F9AE95AA21}" dt="2025-04-13T04:39:25.711" v="156" actId="1037"/>
          <ac:spMkLst>
            <pc:docMk/>
            <pc:sldMk cId="3297705297" sldId="384"/>
            <ac:spMk id="3" creationId="{6DF2ACDD-A8D4-3D44-4367-71842E4BDD0C}"/>
          </ac:spMkLst>
        </pc:spChg>
      </pc:sldChg>
      <pc:sldChg chg="modSp add del mod">
        <pc:chgData name="Dove Lian" userId="74fe9eade95ceb19" providerId="LiveId" clId="{5CDE64C4-06EF-40D3-9EC6-03F9AE95AA21}" dt="2025-04-13T04:40:31.916" v="174" actId="114"/>
        <pc:sldMkLst>
          <pc:docMk/>
          <pc:sldMk cId="1562634431" sldId="385"/>
        </pc:sldMkLst>
        <pc:spChg chg="mod">
          <ac:chgData name="Dove Lian" userId="74fe9eade95ceb19" providerId="LiveId" clId="{5CDE64C4-06EF-40D3-9EC6-03F9AE95AA21}" dt="2025-04-13T04:40:31.916" v="174" actId="114"/>
          <ac:spMkLst>
            <pc:docMk/>
            <pc:sldMk cId="1562634431" sldId="385"/>
            <ac:spMk id="8" creationId="{00000000-0000-0000-0000-000000000000}"/>
          </ac:spMkLst>
        </pc:spChg>
      </pc:sldChg>
      <pc:sldChg chg="modSp add del">
        <pc:chgData name="Dove Lian" userId="74fe9eade95ceb19" providerId="LiveId" clId="{5CDE64C4-06EF-40D3-9EC6-03F9AE95AA21}" dt="2025-04-13T04:25:23.371" v="36" actId="20577"/>
        <pc:sldMkLst>
          <pc:docMk/>
          <pc:sldMk cId="1398601356" sldId="386"/>
        </pc:sldMkLst>
        <pc:spChg chg="mod">
          <ac:chgData name="Dove Lian" userId="74fe9eade95ceb19" providerId="LiveId" clId="{5CDE64C4-06EF-40D3-9EC6-03F9AE95AA21}" dt="2025-04-13T04:25:23.371" v="36" actId="20577"/>
          <ac:spMkLst>
            <pc:docMk/>
            <pc:sldMk cId="1398601356" sldId="386"/>
            <ac:spMk id="15" creationId="{00000000-0000-0000-0000-000000000000}"/>
          </ac:spMkLst>
        </pc:spChg>
      </pc:sldChg>
      <pc:sldChg chg="modSp add del">
        <pc:chgData name="Dove Lian" userId="74fe9eade95ceb19" providerId="LiveId" clId="{5CDE64C4-06EF-40D3-9EC6-03F9AE95AA21}" dt="2025-04-13T04:28:40.540" v="38" actId="20577"/>
        <pc:sldMkLst>
          <pc:docMk/>
          <pc:sldMk cId="1232303968" sldId="387"/>
        </pc:sldMkLst>
        <pc:spChg chg="mod">
          <ac:chgData name="Dove Lian" userId="74fe9eade95ceb19" providerId="LiveId" clId="{5CDE64C4-06EF-40D3-9EC6-03F9AE95AA21}" dt="2025-04-13T04:28:36.026" v="37" actId="20577"/>
          <ac:spMkLst>
            <pc:docMk/>
            <pc:sldMk cId="1232303968" sldId="387"/>
            <ac:spMk id="7" creationId="{00000000-0000-0000-0000-000000000000}"/>
          </ac:spMkLst>
        </pc:spChg>
        <pc:spChg chg="mod">
          <ac:chgData name="Dove Lian" userId="74fe9eade95ceb19" providerId="LiveId" clId="{5CDE64C4-06EF-40D3-9EC6-03F9AE95AA21}" dt="2025-04-13T04:28:40.540" v="38" actId="20577"/>
          <ac:spMkLst>
            <pc:docMk/>
            <pc:sldMk cId="1232303968" sldId="387"/>
            <ac:spMk id="8" creationId="{00000000-0000-0000-0000-000000000000}"/>
          </ac:spMkLst>
        </pc:spChg>
      </pc:sldChg>
      <pc:sldChg chg="modSp add del">
        <pc:chgData name="Dove Lian" userId="74fe9eade95ceb19" providerId="LiveId" clId="{5CDE64C4-06EF-40D3-9EC6-03F9AE95AA21}" dt="2025-04-13T04:29:26.290" v="42" actId="20577"/>
        <pc:sldMkLst>
          <pc:docMk/>
          <pc:sldMk cId="2653384345" sldId="388"/>
        </pc:sldMkLst>
        <pc:spChg chg="mod">
          <ac:chgData name="Dove Lian" userId="74fe9eade95ceb19" providerId="LiveId" clId="{5CDE64C4-06EF-40D3-9EC6-03F9AE95AA21}" dt="2025-04-13T04:29:02.867" v="39" actId="20577"/>
          <ac:spMkLst>
            <pc:docMk/>
            <pc:sldMk cId="2653384345" sldId="388"/>
            <ac:spMk id="7" creationId="{00000000-0000-0000-0000-000000000000}"/>
          </ac:spMkLst>
        </pc:spChg>
        <pc:spChg chg="mod">
          <ac:chgData name="Dove Lian" userId="74fe9eade95ceb19" providerId="LiveId" clId="{5CDE64C4-06EF-40D3-9EC6-03F9AE95AA21}" dt="2025-04-13T04:29:08.221" v="40" actId="20577"/>
          <ac:spMkLst>
            <pc:docMk/>
            <pc:sldMk cId="2653384345" sldId="388"/>
            <ac:spMk id="8" creationId="{00000000-0000-0000-0000-000000000000}"/>
          </ac:spMkLst>
        </pc:spChg>
        <pc:spChg chg="mod">
          <ac:chgData name="Dove Lian" userId="74fe9eade95ceb19" providerId="LiveId" clId="{5CDE64C4-06EF-40D3-9EC6-03F9AE95AA21}" dt="2025-04-13T04:29:20.445" v="41" actId="20577"/>
          <ac:spMkLst>
            <pc:docMk/>
            <pc:sldMk cId="2653384345" sldId="388"/>
            <ac:spMk id="12" creationId="{00000000-0000-0000-0000-000000000000}"/>
          </ac:spMkLst>
        </pc:spChg>
        <pc:spChg chg="mod">
          <ac:chgData name="Dove Lian" userId="74fe9eade95ceb19" providerId="LiveId" clId="{5CDE64C4-06EF-40D3-9EC6-03F9AE95AA21}" dt="2025-04-13T04:29:26.290" v="42" actId="20577"/>
          <ac:spMkLst>
            <pc:docMk/>
            <pc:sldMk cId="2653384345" sldId="388"/>
            <ac:spMk id="14" creationId="{00000000-0000-0000-0000-000000000000}"/>
          </ac:spMkLst>
        </pc:spChg>
      </pc:sldChg>
      <pc:sldChg chg="modSp add del">
        <pc:chgData name="Dove Lian" userId="74fe9eade95ceb19" providerId="LiveId" clId="{5CDE64C4-06EF-40D3-9EC6-03F9AE95AA21}" dt="2025-04-13T04:30:34.485" v="46" actId="20577"/>
        <pc:sldMkLst>
          <pc:docMk/>
          <pc:sldMk cId="1842839625" sldId="389"/>
        </pc:sldMkLst>
        <pc:spChg chg="mod">
          <ac:chgData name="Dove Lian" userId="74fe9eade95ceb19" providerId="LiveId" clId="{5CDE64C4-06EF-40D3-9EC6-03F9AE95AA21}" dt="2025-04-13T04:30:19.990" v="43" actId="20577"/>
          <ac:spMkLst>
            <pc:docMk/>
            <pc:sldMk cId="1842839625" sldId="389"/>
            <ac:spMk id="7" creationId="{00000000-0000-0000-0000-000000000000}"/>
          </ac:spMkLst>
        </pc:spChg>
        <pc:spChg chg="mod">
          <ac:chgData name="Dove Lian" userId="74fe9eade95ceb19" providerId="LiveId" clId="{5CDE64C4-06EF-40D3-9EC6-03F9AE95AA21}" dt="2025-04-13T04:30:25" v="44" actId="20577"/>
          <ac:spMkLst>
            <pc:docMk/>
            <pc:sldMk cId="1842839625" sldId="389"/>
            <ac:spMk id="13" creationId="{00000000-0000-0000-0000-000000000000}"/>
          </ac:spMkLst>
        </pc:spChg>
        <pc:spChg chg="mod">
          <ac:chgData name="Dove Lian" userId="74fe9eade95ceb19" providerId="LiveId" clId="{5CDE64C4-06EF-40D3-9EC6-03F9AE95AA21}" dt="2025-04-13T04:30:28.208" v="45" actId="20577"/>
          <ac:spMkLst>
            <pc:docMk/>
            <pc:sldMk cId="1842839625" sldId="389"/>
            <ac:spMk id="14" creationId="{00000000-0000-0000-0000-000000000000}"/>
          </ac:spMkLst>
        </pc:spChg>
        <pc:spChg chg="mod">
          <ac:chgData name="Dove Lian" userId="74fe9eade95ceb19" providerId="LiveId" clId="{5CDE64C4-06EF-40D3-9EC6-03F9AE95AA21}" dt="2025-04-13T04:30:34.485" v="46" actId="20577"/>
          <ac:spMkLst>
            <pc:docMk/>
            <pc:sldMk cId="1842839625" sldId="389"/>
            <ac:spMk id="15" creationId="{00000000-0000-0000-0000-000000000000}"/>
          </ac:spMkLst>
        </pc:spChg>
      </pc:sldChg>
      <pc:sldChg chg="add del">
        <pc:chgData name="Dove Lian" userId="74fe9eade95ceb19" providerId="LiveId" clId="{5CDE64C4-06EF-40D3-9EC6-03F9AE95AA21}" dt="2025-04-13T04:21:57.492" v="3"/>
        <pc:sldMkLst>
          <pc:docMk/>
          <pc:sldMk cId="2258618133" sldId="390"/>
        </pc:sldMkLst>
      </pc:sldChg>
      <pc:sldChg chg="add del">
        <pc:chgData name="Dove Lian" userId="74fe9eade95ceb19" providerId="LiveId" clId="{5CDE64C4-06EF-40D3-9EC6-03F9AE95AA21}" dt="2025-04-13T04:21:57.492" v="3"/>
        <pc:sldMkLst>
          <pc:docMk/>
          <pc:sldMk cId="2369615701" sldId="394"/>
        </pc:sldMkLst>
      </pc:sldChg>
      <pc:sldChg chg="addSp delSp modSp add del mod">
        <pc:chgData name="Dove Lian" userId="74fe9eade95ceb19" providerId="LiveId" clId="{5CDE64C4-06EF-40D3-9EC6-03F9AE95AA21}" dt="2025-04-13T04:39:34.246" v="158"/>
        <pc:sldMkLst>
          <pc:docMk/>
          <pc:sldMk cId="1654463400" sldId="395"/>
        </pc:sldMkLst>
        <pc:spChg chg="add mod">
          <ac:chgData name="Dove Lian" userId="74fe9eade95ceb19" providerId="LiveId" clId="{5CDE64C4-06EF-40D3-9EC6-03F9AE95AA21}" dt="2025-04-13T04:39:34.246" v="158"/>
          <ac:spMkLst>
            <pc:docMk/>
            <pc:sldMk cId="1654463400" sldId="395"/>
            <ac:spMk id="3" creationId="{0A63B765-A55D-BEA4-00DD-1FFB6CC75739}"/>
          </ac:spMkLst>
        </pc:spChg>
        <pc:spChg chg="del mod">
          <ac:chgData name="Dove Lian" userId="74fe9eade95ceb19" providerId="LiveId" clId="{5CDE64C4-06EF-40D3-9EC6-03F9AE95AA21}" dt="2025-04-13T04:39:33.422" v="157" actId="478"/>
          <ac:spMkLst>
            <pc:docMk/>
            <pc:sldMk cId="1654463400" sldId="395"/>
            <ac:spMk id="8" creationId="{018CC440-0C9D-204F-2631-83D0A9661216}"/>
          </ac:spMkLst>
        </pc:spChg>
      </pc:sldChg>
      <pc:sldChg chg="add del">
        <pc:chgData name="Dove Lian" userId="74fe9eade95ceb19" providerId="LiveId" clId="{5CDE64C4-06EF-40D3-9EC6-03F9AE95AA21}" dt="2025-04-13T04:21:57.492" v="3"/>
        <pc:sldMkLst>
          <pc:docMk/>
          <pc:sldMk cId="4167159820" sldId="396"/>
        </pc:sldMkLst>
      </pc:sldChg>
      <pc:sldChg chg="addSp delSp modSp add mod">
        <pc:chgData name="Dove Lian" userId="74fe9eade95ceb19" providerId="LiveId" clId="{5CDE64C4-06EF-40D3-9EC6-03F9AE95AA21}" dt="2025-04-13T04:46:42.417" v="561" actId="14100"/>
        <pc:sldMkLst>
          <pc:docMk/>
          <pc:sldMk cId="2902265940" sldId="405"/>
        </pc:sldMkLst>
        <pc:spChg chg="mod">
          <ac:chgData name="Dove Lian" userId="74fe9eade95ceb19" providerId="LiveId" clId="{5CDE64C4-06EF-40D3-9EC6-03F9AE95AA21}" dt="2025-04-13T04:46:42.417" v="561" actId="14100"/>
          <ac:spMkLst>
            <pc:docMk/>
            <pc:sldMk cId="2902265940" sldId="405"/>
            <ac:spMk id="3" creationId="{6F6BF843-E8E0-F48A-1C44-63602E1F53B9}"/>
          </ac:spMkLst>
        </pc:spChg>
        <pc:spChg chg="del">
          <ac:chgData name="Dove Lian" userId="74fe9eade95ceb19" providerId="LiveId" clId="{5CDE64C4-06EF-40D3-9EC6-03F9AE95AA21}" dt="2025-04-13T04:35:16.461" v="50" actId="478"/>
          <ac:spMkLst>
            <pc:docMk/>
            <pc:sldMk cId="2902265940" sldId="405"/>
            <ac:spMk id="5" creationId="{C8E583D9-862A-7CBF-21FC-C7E095886537}"/>
          </ac:spMkLst>
        </pc:spChg>
        <pc:spChg chg="del">
          <ac:chgData name="Dove Lian" userId="74fe9eade95ceb19" providerId="LiveId" clId="{5CDE64C4-06EF-40D3-9EC6-03F9AE95AA21}" dt="2025-04-13T04:35:19.241" v="51" actId="478"/>
          <ac:spMkLst>
            <pc:docMk/>
            <pc:sldMk cId="2902265940" sldId="405"/>
            <ac:spMk id="8" creationId="{00000000-0000-0000-0000-000000000000}"/>
          </ac:spMkLst>
        </pc:spChg>
        <pc:picChg chg="add mod modCrop">
          <ac:chgData name="Dove Lian" userId="74fe9eade95ceb19" providerId="LiveId" clId="{5CDE64C4-06EF-40D3-9EC6-03F9AE95AA21}" dt="2025-04-13T04:43:27.046" v="337" actId="1036"/>
          <ac:picMkLst>
            <pc:docMk/>
            <pc:sldMk cId="2902265940" sldId="405"/>
            <ac:picMk id="4" creationId="{64F3769C-8357-B4A1-C217-32C08DEBD8E9}"/>
          </ac:picMkLst>
        </pc:picChg>
        <pc:picChg chg="add mod modCrop">
          <ac:chgData name="Dove Lian" userId="74fe9eade95ceb19" providerId="LiveId" clId="{5CDE64C4-06EF-40D3-9EC6-03F9AE95AA21}" dt="2025-04-13T04:43:27.046" v="337" actId="1036"/>
          <ac:picMkLst>
            <pc:docMk/>
            <pc:sldMk cId="2902265940" sldId="405"/>
            <ac:picMk id="6" creationId="{F241EBAB-C589-7EF8-30AC-EF844D10BC2D}"/>
          </ac:picMkLst>
        </pc:picChg>
        <pc:picChg chg="del">
          <ac:chgData name="Dove Lian" userId="74fe9eade95ceb19" providerId="LiveId" clId="{5CDE64C4-06EF-40D3-9EC6-03F9AE95AA21}" dt="2025-04-13T04:35:08.299" v="48" actId="478"/>
          <ac:picMkLst>
            <pc:docMk/>
            <pc:sldMk cId="2902265940" sldId="405"/>
            <ac:picMk id="7" creationId="{00000000-0000-0000-0000-000000000000}"/>
          </ac:picMkLst>
        </pc:picChg>
      </pc:sldChg>
      <pc:sldChg chg="add del">
        <pc:chgData name="Dove Lian" userId="74fe9eade95ceb19" providerId="LiveId" clId="{5CDE64C4-06EF-40D3-9EC6-03F9AE95AA21}" dt="2025-04-13T04:21:57.492" v="3"/>
        <pc:sldMkLst>
          <pc:docMk/>
          <pc:sldMk cId="1356310957" sldId="409"/>
        </pc:sldMkLst>
      </pc:sldChg>
      <pc:sldChg chg="add del">
        <pc:chgData name="Dove Lian" userId="74fe9eade95ceb19" providerId="LiveId" clId="{5CDE64C4-06EF-40D3-9EC6-03F9AE95AA21}" dt="2025-04-13T04:21:57.492" v="3"/>
        <pc:sldMkLst>
          <pc:docMk/>
          <pc:sldMk cId="1027004281" sldId="410"/>
        </pc:sldMkLst>
      </pc:sldChg>
      <pc:sldChg chg="add del">
        <pc:chgData name="Dove Lian" userId="74fe9eade95ceb19" providerId="LiveId" clId="{5CDE64C4-06EF-40D3-9EC6-03F9AE95AA21}" dt="2025-04-13T04:21:57.492" v="3"/>
        <pc:sldMkLst>
          <pc:docMk/>
          <pc:sldMk cId="1663199952" sldId="4864"/>
        </pc:sldMkLst>
      </pc:sldChg>
      <pc:sldChg chg="add del">
        <pc:chgData name="Dove Lian" userId="74fe9eade95ceb19" providerId="LiveId" clId="{5CDE64C4-06EF-40D3-9EC6-03F9AE95AA21}" dt="2025-04-13T04:21:57.492" v="3"/>
        <pc:sldMkLst>
          <pc:docMk/>
          <pc:sldMk cId="205791453" sldId="4865"/>
        </pc:sldMkLst>
      </pc:sldChg>
      <pc:sldChg chg="add del">
        <pc:chgData name="Dove Lian" userId="74fe9eade95ceb19" providerId="LiveId" clId="{5CDE64C4-06EF-40D3-9EC6-03F9AE95AA21}" dt="2025-04-13T04:21:57.492" v="3"/>
        <pc:sldMkLst>
          <pc:docMk/>
          <pc:sldMk cId="90512411" sldId="4866"/>
        </pc:sldMkLst>
      </pc:sldChg>
      <pc:sldChg chg="add del">
        <pc:chgData name="Dove Lian" userId="74fe9eade95ceb19" providerId="LiveId" clId="{5CDE64C4-06EF-40D3-9EC6-03F9AE95AA21}" dt="2025-04-13T04:21:57.492" v="3"/>
        <pc:sldMkLst>
          <pc:docMk/>
          <pc:sldMk cId="2543756282" sldId="4867"/>
        </pc:sldMkLst>
      </pc:sldChg>
      <pc:sldChg chg="addSp delSp modSp add mod delAnim">
        <pc:chgData name="Dove Lian" userId="74fe9eade95ceb19" providerId="LiveId" clId="{5CDE64C4-06EF-40D3-9EC6-03F9AE95AA21}" dt="2025-04-13T04:51:16.522" v="602" actId="20577"/>
        <pc:sldMkLst>
          <pc:docMk/>
          <pc:sldMk cId="3995593259" sldId="4868"/>
        </pc:sldMkLst>
        <pc:spChg chg="mod">
          <ac:chgData name="Dove Lian" userId="74fe9eade95ceb19" providerId="LiveId" clId="{5CDE64C4-06EF-40D3-9EC6-03F9AE95AA21}" dt="2025-04-13T04:51:16.522" v="602" actId="20577"/>
          <ac:spMkLst>
            <pc:docMk/>
            <pc:sldMk cId="3995593259" sldId="4868"/>
            <ac:spMk id="2" creationId="{E7E4816F-BF1B-AAB6-A4E6-C808FB6AD85A}"/>
          </ac:spMkLst>
        </pc:spChg>
        <pc:spChg chg="del">
          <ac:chgData name="Dove Lian" userId="74fe9eade95ceb19" providerId="LiveId" clId="{5CDE64C4-06EF-40D3-9EC6-03F9AE95AA21}" dt="2025-04-13T04:50:08.168" v="565" actId="478"/>
          <ac:spMkLst>
            <pc:docMk/>
            <pc:sldMk cId="3995593259" sldId="4868"/>
            <ac:spMk id="3" creationId="{E0E0FEE5-F5D6-5F8D-8A36-F56D3883A4ED}"/>
          </ac:spMkLst>
        </pc:spChg>
        <pc:spChg chg="del">
          <ac:chgData name="Dove Lian" userId="74fe9eade95ceb19" providerId="LiveId" clId="{5CDE64C4-06EF-40D3-9EC6-03F9AE95AA21}" dt="2025-04-13T04:50:08.168" v="565" actId="478"/>
          <ac:spMkLst>
            <pc:docMk/>
            <pc:sldMk cId="3995593259" sldId="4868"/>
            <ac:spMk id="4" creationId="{53EB9064-180C-F0F8-0A2D-9477B59D41C1}"/>
          </ac:spMkLst>
        </pc:spChg>
        <pc:spChg chg="del">
          <ac:chgData name="Dove Lian" userId="74fe9eade95ceb19" providerId="LiveId" clId="{5CDE64C4-06EF-40D3-9EC6-03F9AE95AA21}" dt="2025-04-13T04:50:08.168" v="565" actId="478"/>
          <ac:spMkLst>
            <pc:docMk/>
            <pc:sldMk cId="3995593259" sldId="4868"/>
            <ac:spMk id="5" creationId="{E2452DFD-35F0-3D61-0290-5E0F6F70C35A}"/>
          </ac:spMkLst>
        </pc:spChg>
        <pc:spChg chg="del">
          <ac:chgData name="Dove Lian" userId="74fe9eade95ceb19" providerId="LiveId" clId="{5CDE64C4-06EF-40D3-9EC6-03F9AE95AA21}" dt="2025-04-13T04:50:08.168" v="565" actId="478"/>
          <ac:spMkLst>
            <pc:docMk/>
            <pc:sldMk cId="3995593259" sldId="4868"/>
            <ac:spMk id="6" creationId="{ADEEEE39-6EBF-2699-C2EC-519729D5C397}"/>
          </ac:spMkLst>
        </pc:spChg>
        <pc:spChg chg="del">
          <ac:chgData name="Dove Lian" userId="74fe9eade95ceb19" providerId="LiveId" clId="{5CDE64C4-06EF-40D3-9EC6-03F9AE95AA21}" dt="2025-04-13T04:50:08.168" v="565" actId="478"/>
          <ac:spMkLst>
            <pc:docMk/>
            <pc:sldMk cId="3995593259" sldId="4868"/>
            <ac:spMk id="7" creationId="{58747D5E-AB1E-0BDB-2DF4-EECACD90778E}"/>
          </ac:spMkLst>
        </pc:spChg>
        <pc:spChg chg="add del mod">
          <ac:chgData name="Dove Lian" userId="74fe9eade95ceb19" providerId="LiveId" clId="{5CDE64C4-06EF-40D3-9EC6-03F9AE95AA21}" dt="2025-04-13T04:50:11.545" v="566" actId="478"/>
          <ac:spMkLst>
            <pc:docMk/>
            <pc:sldMk cId="3995593259" sldId="4868"/>
            <ac:spMk id="9" creationId="{629F1469-5B16-E8F8-EF2E-D6FAA9FFEFCA}"/>
          </ac:spMkLst>
        </pc:spChg>
        <pc:picChg chg="add mod">
          <ac:chgData name="Dove Lian" userId="74fe9eade95ceb19" providerId="LiveId" clId="{5CDE64C4-06EF-40D3-9EC6-03F9AE95AA21}" dt="2025-04-13T04:50:53.617" v="571" actId="1076"/>
          <ac:picMkLst>
            <pc:docMk/>
            <pc:sldMk cId="3995593259" sldId="4868"/>
            <ac:picMk id="11" creationId="{3F44A2F9-BEE9-81EA-C2DD-BF8AC576C124}"/>
          </ac:picMkLst>
        </pc:picChg>
        <pc:picChg chg="add del">
          <ac:chgData name="Dove Lian" userId="74fe9eade95ceb19" providerId="LiveId" clId="{5CDE64C4-06EF-40D3-9EC6-03F9AE95AA21}" dt="2025-04-13T04:50:20.062" v="568" actId="478"/>
          <ac:picMkLst>
            <pc:docMk/>
            <pc:sldMk cId="3995593259" sldId="4868"/>
            <ac:picMk id="1026" creationId="{ECC8F96B-DF63-03B4-98A8-EC1941F92818}"/>
          </ac:picMkLst>
        </pc:picChg>
      </pc:sldChg>
      <pc:sldChg chg="addSp delSp modSp add mod">
        <pc:chgData name="Dove Lian" userId="74fe9eade95ceb19" providerId="LiveId" clId="{5CDE64C4-06EF-40D3-9EC6-03F9AE95AA21}" dt="2025-04-13T04:53:54.781" v="615" actId="1076"/>
        <pc:sldMkLst>
          <pc:docMk/>
          <pc:sldMk cId="2246219715" sldId="4869"/>
        </pc:sldMkLst>
        <pc:picChg chg="add del mod">
          <ac:chgData name="Dove Lian" userId="74fe9eade95ceb19" providerId="LiveId" clId="{5CDE64C4-06EF-40D3-9EC6-03F9AE95AA21}" dt="2025-04-13T04:53:46.426" v="612" actId="478"/>
          <ac:picMkLst>
            <pc:docMk/>
            <pc:sldMk cId="2246219715" sldId="4869"/>
            <ac:picMk id="4" creationId="{BAFA3FBD-F14F-7A14-4971-D8AC0480F3A9}"/>
          </ac:picMkLst>
        </pc:picChg>
        <pc:picChg chg="add mod">
          <ac:chgData name="Dove Lian" userId="74fe9eade95ceb19" providerId="LiveId" clId="{5CDE64C4-06EF-40D3-9EC6-03F9AE95AA21}" dt="2025-04-13T04:53:54.781" v="615" actId="1076"/>
          <ac:picMkLst>
            <pc:docMk/>
            <pc:sldMk cId="2246219715" sldId="4869"/>
            <ac:picMk id="5" creationId="{EDD83C76-764E-AA21-2E00-0D23ADA29379}"/>
          </ac:picMkLst>
        </pc:picChg>
        <pc:picChg chg="del">
          <ac:chgData name="Dove Lian" userId="74fe9eade95ceb19" providerId="LiveId" clId="{5CDE64C4-06EF-40D3-9EC6-03F9AE95AA21}" dt="2025-04-13T04:51:48.397" v="604" actId="478"/>
          <ac:picMkLst>
            <pc:docMk/>
            <pc:sldMk cId="2246219715" sldId="4869"/>
            <ac:picMk id="11" creationId="{256AEFCD-B8BE-D19A-4F26-974277CEF35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538380-55B4-44CC-8D64-0CFEAEC87175}" type="datetimeFigureOut">
              <a:rPr lang="zh-CN" altLang="en-US" smtClean="0"/>
              <a:t>2026/9/28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9702A3-3BBD-4453-B934-FADD575612CE}" type="slidenum">
              <a:rPr lang="zh-CN" altLang="en-US" smtClean="0"/>
              <a:t>‹#›</a:t>
            </a:fld>
            <a:endParaRPr lang="zh-CN" altLang="en-US"/>
          </a:p>
        </p:txBody>
      </p:sp>
    </p:spTree>
    <p:extLst>
      <p:ext uri="{BB962C8B-B14F-4D97-AF65-F5344CB8AC3E}">
        <p14:creationId xmlns:p14="http://schemas.microsoft.com/office/powerpoint/2010/main" val="1246432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9702A3-3BBD-4453-B934-FADD575612CE}" type="slidenum">
              <a:rPr lang="zh-CN" altLang="en-US" smtClean="0"/>
              <a:t>1</a:t>
            </a:fld>
            <a:endParaRPr lang="zh-CN" altLang="en-US"/>
          </a:p>
        </p:txBody>
      </p:sp>
    </p:spTree>
    <p:extLst>
      <p:ext uri="{BB962C8B-B14F-4D97-AF65-F5344CB8AC3E}">
        <p14:creationId xmlns:p14="http://schemas.microsoft.com/office/powerpoint/2010/main" val="500433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b="1" dirty="0">
                <a:solidFill>
                  <a:srgbClr val="7030A0"/>
                </a:solidFill>
                <a:latin typeface="Microsoft YaHei" panose="020B0503020204020204" pitchFamily="34" charset="-122"/>
                <a:ea typeface="Microsoft YaHei" panose="020B0503020204020204" pitchFamily="34" charset="-122"/>
              </a:rPr>
              <a:t>修改</a:t>
            </a:r>
            <a:r>
              <a:rPr kumimoji="1" lang="en-US" altLang="zh-CN" b="1" dirty="0">
                <a:solidFill>
                  <a:srgbClr val="7030A0"/>
                </a:solidFill>
                <a:latin typeface="Microsoft YaHei" panose="020B0503020204020204" pitchFamily="34" charset="-122"/>
                <a:ea typeface="Microsoft YaHei" panose="020B0503020204020204" pitchFamily="34" charset="-122"/>
              </a:rPr>
              <a:t>Borel</a:t>
            </a:r>
            <a:r>
              <a:rPr kumimoji="1" lang="zh-CN" altLang="en-US" b="1" dirty="0">
                <a:solidFill>
                  <a:srgbClr val="7030A0"/>
                </a:solidFill>
                <a:latin typeface="Microsoft YaHei" panose="020B0503020204020204" pitchFamily="34" charset="-122"/>
                <a:ea typeface="Microsoft YaHei" panose="020B0503020204020204" pitchFamily="34" charset="-122"/>
              </a:rPr>
              <a:t>可测函数是否有违严谨性</a:t>
            </a:r>
          </a:p>
          <a:p>
            <a:endParaRPr kumimoji="1" lang="zh-CN" altLang="en-US" dirty="0"/>
          </a:p>
        </p:txBody>
      </p:sp>
      <p:sp>
        <p:nvSpPr>
          <p:cNvPr id="4" name="灯片编号占位符 3"/>
          <p:cNvSpPr>
            <a:spLocks noGrp="1"/>
          </p:cNvSpPr>
          <p:nvPr>
            <p:ph type="sldNum" sz="quarter" idx="5"/>
          </p:nvPr>
        </p:nvSpPr>
        <p:spPr/>
        <p:txBody>
          <a:bodyPr/>
          <a:lstStyle/>
          <a:p>
            <a:fld id="{70E202D4-83EF-194D-91EC-44D9C1B0C021}" type="slidenum">
              <a:t>5</a:t>
            </a:fld>
            <a:endParaRPr kumimoji="1" lang="zh-CN" altLang="en-US"/>
          </a:p>
        </p:txBody>
      </p:sp>
    </p:spTree>
    <p:extLst>
      <p:ext uri="{BB962C8B-B14F-4D97-AF65-F5344CB8AC3E}">
        <p14:creationId xmlns:p14="http://schemas.microsoft.com/office/powerpoint/2010/main" val="278099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9702A3-3BBD-4453-B934-FADD575612CE}" type="slidenum">
              <a:rPr lang="zh-CN" altLang="en-US" smtClean="0"/>
              <a:t>18</a:t>
            </a:fld>
            <a:endParaRPr lang="zh-CN" altLang="en-US"/>
          </a:p>
        </p:txBody>
      </p:sp>
    </p:spTree>
    <p:extLst>
      <p:ext uri="{BB962C8B-B14F-4D97-AF65-F5344CB8AC3E}">
        <p14:creationId xmlns:p14="http://schemas.microsoft.com/office/powerpoint/2010/main" val="3657184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9702A3-3BBD-4453-B934-FADD575612CE}" type="slidenum">
              <a:rPr lang="zh-CN" altLang="en-US" smtClean="0"/>
              <a:t>19</a:t>
            </a:fld>
            <a:endParaRPr lang="zh-CN" altLang="en-US"/>
          </a:p>
        </p:txBody>
      </p:sp>
    </p:spTree>
    <p:extLst>
      <p:ext uri="{BB962C8B-B14F-4D97-AF65-F5344CB8AC3E}">
        <p14:creationId xmlns:p14="http://schemas.microsoft.com/office/powerpoint/2010/main" val="3880884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nchor="t"/>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单击以编辑母版副标题样式</a:t>
            </a:r>
          </a:p>
        </p:txBody>
      </p:sp>
      <p:sp>
        <p:nvSpPr>
          <p:cNvPr id="12" name="标题占位符 1">
            <a:extLst>
              <a:ext uri="{FF2B5EF4-FFF2-40B4-BE49-F238E27FC236}">
                <a16:creationId xmlns:a16="http://schemas.microsoft.com/office/drawing/2014/main" id="{7CCF9DBD-7779-9BD6-AD00-3A9076BF682A}"/>
              </a:ext>
            </a:extLst>
          </p:cNvPr>
          <p:cNvSpPr txBox="1">
            <a:spLocks/>
          </p:cNvSpPr>
          <p:nvPr userDrawn="1"/>
        </p:nvSpPr>
        <p:spPr>
          <a:xfrm>
            <a:off x="95623" y="-101488"/>
            <a:ext cx="10515600" cy="981074"/>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800" b="1" i="0" kern="1200" baseline="0">
                <a:solidFill>
                  <a:schemeClr val="bg1"/>
                </a:solidFill>
                <a:latin typeface="Times New Roman" panose="02020603050405020304" pitchFamily="18" charset="0"/>
                <a:ea typeface="微软雅黑" panose="020B0503020204020204" pitchFamily="34" charset="-122"/>
                <a:cs typeface="+mj-cs"/>
              </a:defRPr>
            </a:lvl1pPr>
          </a:lstStyle>
          <a:p>
            <a:r>
              <a:rPr lang="zh-CN" altLang="en-US" sz="2800" dirty="0"/>
              <a:t>单击此处编辑母版标题样式</a:t>
            </a:r>
          </a:p>
        </p:txBody>
      </p:sp>
    </p:spTree>
    <p:extLst>
      <p:ext uri="{BB962C8B-B14F-4D97-AF65-F5344CB8AC3E}">
        <p14:creationId xmlns:p14="http://schemas.microsoft.com/office/powerpoint/2010/main" val="2278085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a:extLst>
              <a:ext uri="{FF2B5EF4-FFF2-40B4-BE49-F238E27FC236}">
                <a16:creationId xmlns:a16="http://schemas.microsoft.com/office/drawing/2014/main" id="{ECD178E4-8D56-2C1E-4A3A-E0164CF7A91D}"/>
              </a:ext>
            </a:extLst>
          </p:cNvPr>
          <p:cNvSpPr>
            <a:spLocks noGrp="1"/>
          </p:cNvSpPr>
          <p:nvPr>
            <p:ph type="sldNum" sz="quarter" idx="10"/>
          </p:nvPr>
        </p:nvSpPr>
        <p:spPr>
          <a:xfrm>
            <a:off x="8610600" y="6356351"/>
            <a:ext cx="2743200" cy="365125"/>
          </a:xfrm>
          <a:prstGeom prst="rect">
            <a:avLst/>
          </a:prstGeom>
        </p:spPr>
        <p:txBody>
          <a:bodyPr/>
          <a:lstStyle/>
          <a:p>
            <a:fld id="{07E1A71E-A14B-D44B-A9C2-459DA2AE8E5E}" type="slidenum">
              <a:t>‹#›</a:t>
            </a:fld>
            <a:endParaRPr kumimoji="1" lang="zh-CN" altLang="en-US"/>
          </a:p>
        </p:txBody>
      </p:sp>
    </p:spTree>
    <p:extLst>
      <p:ext uri="{BB962C8B-B14F-4D97-AF65-F5344CB8AC3E}">
        <p14:creationId xmlns:p14="http://schemas.microsoft.com/office/powerpoint/2010/main" val="223192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1375202"/>
            <a:ext cx="10515600" cy="2852737"/>
          </a:xfrm>
          <a:prstGeom prst="rect">
            <a:avLst/>
          </a:prstGeo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8200" y="4254928"/>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7" name="标题占位符 1">
            <a:extLst>
              <a:ext uri="{FF2B5EF4-FFF2-40B4-BE49-F238E27FC236}">
                <a16:creationId xmlns:a16="http://schemas.microsoft.com/office/drawing/2014/main" id="{1DA72E1B-4386-64E4-5212-D699B87BCE01}"/>
              </a:ext>
            </a:extLst>
          </p:cNvPr>
          <p:cNvSpPr txBox="1">
            <a:spLocks/>
          </p:cNvSpPr>
          <p:nvPr userDrawn="1"/>
        </p:nvSpPr>
        <p:spPr>
          <a:xfrm>
            <a:off x="95623" y="-101488"/>
            <a:ext cx="10515600" cy="981074"/>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800" b="1" i="0" kern="1200" baseline="0">
                <a:solidFill>
                  <a:schemeClr val="bg1"/>
                </a:solidFill>
                <a:latin typeface="Times New Roman" panose="02020603050405020304" pitchFamily="18" charset="0"/>
                <a:ea typeface="微软雅黑" panose="020B0503020204020204" pitchFamily="34" charset="-122"/>
                <a:cs typeface="+mj-cs"/>
              </a:defRPr>
            </a:lvl1pPr>
          </a:lstStyle>
          <a:p>
            <a:r>
              <a:rPr lang="zh-CN" altLang="en-US" sz="2800" dirty="0"/>
              <a:t>单击此处编辑母版标题样式</a:t>
            </a:r>
          </a:p>
        </p:txBody>
      </p:sp>
    </p:spTree>
    <p:extLst>
      <p:ext uri="{BB962C8B-B14F-4D97-AF65-F5344CB8AC3E}">
        <p14:creationId xmlns:p14="http://schemas.microsoft.com/office/powerpoint/2010/main" val="28498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标题占位符 1">
            <a:extLst>
              <a:ext uri="{FF2B5EF4-FFF2-40B4-BE49-F238E27FC236}">
                <a16:creationId xmlns:a16="http://schemas.microsoft.com/office/drawing/2014/main" id="{33A102EA-F2AE-29D3-BFD3-4F0B09F1F4A1}"/>
              </a:ext>
            </a:extLst>
          </p:cNvPr>
          <p:cNvSpPr>
            <a:spLocks noGrp="1"/>
          </p:cNvSpPr>
          <p:nvPr>
            <p:ph type="title"/>
          </p:nvPr>
        </p:nvSpPr>
        <p:spPr>
          <a:xfrm>
            <a:off x="95623" y="-101488"/>
            <a:ext cx="10515600" cy="981074"/>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211683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标题占位符 1">
            <a:extLst>
              <a:ext uri="{FF2B5EF4-FFF2-40B4-BE49-F238E27FC236}">
                <a16:creationId xmlns:a16="http://schemas.microsoft.com/office/drawing/2014/main" id="{B6ACDFC9-D02C-877F-E33D-2B125156CEAF}"/>
              </a:ext>
            </a:extLst>
          </p:cNvPr>
          <p:cNvSpPr>
            <a:spLocks noGrp="1"/>
          </p:cNvSpPr>
          <p:nvPr>
            <p:ph type="title"/>
          </p:nvPr>
        </p:nvSpPr>
        <p:spPr>
          <a:xfrm>
            <a:off x="95623" y="-101488"/>
            <a:ext cx="10515600" cy="981074"/>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062296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6" name="标题占位符 1">
            <a:extLst>
              <a:ext uri="{FF2B5EF4-FFF2-40B4-BE49-F238E27FC236}">
                <a16:creationId xmlns:a16="http://schemas.microsoft.com/office/drawing/2014/main" id="{9A2E8137-CE41-7797-CE92-2D27BF8D34C3}"/>
              </a:ext>
            </a:extLst>
          </p:cNvPr>
          <p:cNvSpPr>
            <a:spLocks noGrp="1"/>
          </p:cNvSpPr>
          <p:nvPr>
            <p:ph type="title"/>
          </p:nvPr>
        </p:nvSpPr>
        <p:spPr>
          <a:xfrm>
            <a:off x="95623" y="-101488"/>
            <a:ext cx="10515600" cy="981074"/>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632612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1048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C6D8138-64A9-1644-B08E-7FF6E110502C}" type="datetime1">
              <a:t>9/28/26</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深度学习导论</a:t>
            </a:r>
            <a:r>
              <a:rPr lang="en-US" altLang="zh-CN"/>
              <a:t>》</a:t>
            </a:r>
            <a:endParaRPr lang="zh-CN" altLang="en-US" dirty="0"/>
          </a:p>
        </p:txBody>
      </p:sp>
      <p:sp>
        <p:nvSpPr>
          <p:cNvPr id="6" name="灯片编号占位符 5"/>
          <p:cNvSpPr>
            <a:spLocks noGrp="1"/>
          </p:cNvSpPr>
          <p:nvPr>
            <p:ph type="sldNum" sz="quarter" idx="12"/>
          </p:nvPr>
        </p:nvSpPr>
        <p:spPr/>
        <p:txBody>
          <a:bodyPr/>
          <a:lstStyle/>
          <a:p>
            <a:fld id="{EBFC4843-EEDB-4B7A-8496-D61853415229}" type="slidenum">
              <a:rPr lang="zh-CN" altLang="en-US" smtClean="0"/>
              <a:t>‹#›</a:t>
            </a:fld>
            <a:endParaRPr lang="zh-CN" altLang="en-US"/>
          </a:p>
        </p:txBody>
      </p:sp>
    </p:spTree>
    <p:extLst>
      <p:ext uri="{BB962C8B-B14F-4D97-AF65-F5344CB8AC3E}">
        <p14:creationId xmlns:p14="http://schemas.microsoft.com/office/powerpoint/2010/main" val="91587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5623" y="-280754"/>
            <a:ext cx="10515600" cy="1325563"/>
          </a:xfrm>
          <a:prstGeom prst="rect">
            <a:avLst/>
          </a:prstGeom>
        </p:spPr>
        <p:txBody>
          <a:bodyPr vert="horz" lIns="91440" tIns="45720" rIns="91440" bIns="45720" rtlCol="0" anchor="ctr">
            <a:normAutofit/>
          </a:bodyPr>
          <a:lstStyle>
            <a:lvl1pPr algn="l" defTabSz="685783" rtl="0" eaLnBrk="1" latinLnBrk="0" hangingPunct="1">
              <a:lnSpc>
                <a:spcPct val="90000"/>
              </a:lnSpc>
              <a:spcBef>
                <a:spcPct val="0"/>
              </a:spcBef>
              <a:buNone/>
              <a:defRPr sz="2800" b="1" i="0" kern="1200" baseline="0">
                <a:solidFill>
                  <a:schemeClr val="bg1"/>
                </a:solidFill>
                <a:latin typeface="Times New Roman" panose="02020603050405020304" pitchFamily="18" charset="0"/>
                <a:ea typeface="微软雅黑" panose="020B0503020204020204" pitchFamily="34" charset="-122"/>
                <a:cs typeface="+mj-cs"/>
              </a:defRPr>
            </a:lvl1pPr>
          </a:lstStyle>
          <a:p>
            <a:r>
              <a:rPr kumimoji="1" lang="zh-CN" altLang="en-US"/>
              <a:t>单击此处编辑母版标题样式</a:t>
            </a:r>
            <a:endParaRPr lang="zh-CN" altLang="en-US" dirty="0"/>
          </a:p>
        </p:txBody>
      </p:sp>
      <p:sp>
        <p:nvSpPr>
          <p:cNvPr id="3" name="副标题 2"/>
          <p:cNvSpPr>
            <a:spLocks noGrp="1"/>
          </p:cNvSpPr>
          <p:nvPr>
            <p:ph type="subTitle" idx="1"/>
          </p:nvPr>
        </p:nvSpPr>
        <p:spPr>
          <a:xfrm>
            <a:off x="833463" y="1142383"/>
            <a:ext cx="10515600" cy="4932533"/>
          </a:xfrm>
          <a:prstGeom prst="rect">
            <a:avLst/>
          </a:prstGeom>
        </p:spPr>
        <p:txBody>
          <a:bodyPr vert="horz" lIns="91440" tIns="45720" rIns="91440" bIns="45720" rtlCol="0" anchor="t">
            <a:normAutofit/>
          </a:bodyPr>
          <a:lstStyle>
            <a:lvl1pPr marL="171446" indent="-171446" algn="l" defTabSz="685783" rtl="0" eaLnBrk="1" latinLnBrk="0" hangingPunct="1">
              <a:lnSpc>
                <a:spcPct val="90000"/>
              </a:lnSpc>
              <a:spcBef>
                <a:spcPts val="751"/>
              </a:spcBef>
              <a:buFont typeface="Wingdings" pitchFamily="2" charset="2"/>
              <a:buChar char="p"/>
              <a:defRPr sz="2100" b="1" i="0" kern="1200" baseline="0">
                <a:solidFill>
                  <a:schemeClr val="tx1"/>
                </a:solidFill>
                <a:latin typeface="Times New Roman" panose="02020603050405020304" pitchFamily="18" charset="0"/>
                <a:ea typeface="微软雅黑" panose="020B0503020204020204" pitchFamily="34" charset="-122"/>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baseline="0">
                <a:solidFill>
                  <a:schemeClr val="tx1"/>
                </a:solidFill>
                <a:latin typeface="Times New Roman" panose="02020603050405020304" pitchFamily="18" charset="0"/>
                <a:ea typeface="微软雅黑" panose="020B0503020204020204" pitchFamily="34" charset="-122"/>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baseline="0">
                <a:solidFill>
                  <a:schemeClr val="tx1"/>
                </a:solidFill>
                <a:latin typeface="Times New Roman" panose="02020603050405020304" pitchFamily="18" charset="0"/>
                <a:ea typeface="微软雅黑" panose="020B0503020204020204" pitchFamily="34" charset="-122"/>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baseline="0">
                <a:solidFill>
                  <a:schemeClr val="tx1"/>
                </a:solidFill>
                <a:latin typeface="Times New Roman" panose="02020603050405020304" pitchFamily="18" charset="0"/>
                <a:ea typeface="微软雅黑" panose="020B0503020204020204" pitchFamily="34" charset="-122"/>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baseline="0">
                <a:solidFill>
                  <a:schemeClr val="tx1"/>
                </a:solidFill>
                <a:latin typeface="Times New Roman" panose="02020603050405020304" pitchFamily="18" charset="0"/>
                <a:ea typeface="微软雅黑" panose="020B0503020204020204" pitchFamily="34" charset="-122"/>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标题占位符 1">
            <a:extLst>
              <a:ext uri="{FF2B5EF4-FFF2-40B4-BE49-F238E27FC236}">
                <a16:creationId xmlns:a16="http://schemas.microsoft.com/office/drawing/2014/main" id="{7CCF9DBD-7779-9BD6-AD00-3A9076BF682A}"/>
              </a:ext>
            </a:extLst>
          </p:cNvPr>
          <p:cNvSpPr txBox="1">
            <a:spLocks/>
          </p:cNvSpPr>
          <p:nvPr userDrawn="1"/>
        </p:nvSpPr>
        <p:spPr>
          <a:xfrm>
            <a:off x="95623" y="-101488"/>
            <a:ext cx="10515600" cy="981074"/>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800" b="1" i="0" kern="1200" baseline="0">
                <a:solidFill>
                  <a:schemeClr val="bg1"/>
                </a:solidFill>
                <a:latin typeface="Times New Roman" panose="02020603050405020304" pitchFamily="18" charset="0"/>
                <a:ea typeface="微软雅黑" panose="020B0503020204020204" pitchFamily="34" charset="-122"/>
                <a:cs typeface="+mj-cs"/>
              </a:defRPr>
            </a:lvl1pPr>
          </a:lstStyle>
          <a:p>
            <a:r>
              <a:rPr lang="zh-CN" altLang="en-US" sz="2800" dirty="0"/>
              <a:t>单击此处编辑母版标题样式</a:t>
            </a:r>
          </a:p>
        </p:txBody>
      </p:sp>
    </p:spTree>
    <p:extLst>
      <p:ext uri="{BB962C8B-B14F-4D97-AF65-F5344CB8AC3E}">
        <p14:creationId xmlns:p14="http://schemas.microsoft.com/office/powerpoint/2010/main" val="2558518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占位符 17">
            <a:extLst>
              <a:ext uri="{FF2B5EF4-FFF2-40B4-BE49-F238E27FC236}">
                <a16:creationId xmlns:a16="http://schemas.microsoft.com/office/drawing/2014/main" id="{E7A084E6-64EA-0D33-1ABE-E682AD821B26}"/>
              </a:ext>
            </a:extLst>
          </p:cNvPr>
          <p:cNvSpPr>
            <a:spLocks noGrp="1"/>
          </p:cNvSpPr>
          <p:nvPr>
            <p:ph type="title"/>
          </p:nvPr>
        </p:nvSpPr>
        <p:spPr>
          <a:xfrm>
            <a:off x="95623" y="-280754"/>
            <a:ext cx="10515600" cy="1325563"/>
          </a:xfrm>
          <a:prstGeom prst="rect">
            <a:avLst/>
          </a:prstGeom>
        </p:spPr>
        <p:txBody>
          <a:bodyPr vert="horz" lIns="91440" tIns="45720" rIns="91440" bIns="45720" rtlCol="0" anchor="ctr">
            <a:normAutofit/>
          </a:bodyPr>
          <a:lstStyle>
            <a:lvl1pPr algn="l" defTabSz="685783" rtl="0" eaLnBrk="1" latinLnBrk="0" hangingPunct="1">
              <a:lnSpc>
                <a:spcPct val="90000"/>
              </a:lnSpc>
              <a:spcBef>
                <a:spcPct val="0"/>
              </a:spcBef>
              <a:buNone/>
              <a:defRPr sz="2800" b="1" i="0" kern="1200" baseline="0">
                <a:solidFill>
                  <a:schemeClr val="bg1"/>
                </a:solidFill>
                <a:latin typeface="Times New Roman" panose="02020603050405020304" pitchFamily="18" charset="0"/>
                <a:ea typeface="微软雅黑" panose="020B0503020204020204" pitchFamily="34" charset="-122"/>
                <a:cs typeface="+mj-cs"/>
              </a:defRPr>
            </a:lvl1pPr>
          </a:lstStyle>
          <a:p>
            <a:r>
              <a:rPr kumimoji="1" lang="zh-CN" altLang="en-US"/>
              <a:t>单击此处编辑母版标题样式</a:t>
            </a:r>
          </a:p>
        </p:txBody>
      </p:sp>
    </p:spTree>
    <p:extLst>
      <p:ext uri="{BB962C8B-B14F-4D97-AF65-F5344CB8AC3E}">
        <p14:creationId xmlns:p14="http://schemas.microsoft.com/office/powerpoint/2010/main" val="2965573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5FBB47-7057-ED81-E997-C9BC2D9516C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D3F565A9-CFA3-D882-0D86-34117FE9C7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5557B15-1521-DD83-9CA8-C847CC73F8F0}"/>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5" name="页脚占位符 4">
            <a:extLst>
              <a:ext uri="{FF2B5EF4-FFF2-40B4-BE49-F238E27FC236}">
                <a16:creationId xmlns:a16="http://schemas.microsoft.com/office/drawing/2014/main" id="{C60D9073-0FDE-8F30-E67A-C8A0C891A04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0CA5182-9278-7776-B119-0BA1305DEE16}"/>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2642821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6708A3-F720-D5B4-DE03-878EA6EFB72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FEDF8E8-DC35-CDCF-D12E-C4E129D1283F}"/>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441753C-7D1D-26AB-D90D-7AAFFB328BE2}"/>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5" name="页脚占位符 4">
            <a:extLst>
              <a:ext uri="{FF2B5EF4-FFF2-40B4-BE49-F238E27FC236}">
                <a16:creationId xmlns:a16="http://schemas.microsoft.com/office/drawing/2014/main" id="{05CB742C-7733-A469-1FBF-8A79ACE3B4E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71B8211-FD2F-6FDD-5D76-F9B43E99F1A4}"/>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592153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5DA3C-1299-C8AB-0675-54A722B8AAD5}"/>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9292036-82E3-CC74-B8F2-CEA76E3EC1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7A51295-0DDB-6FDF-2663-589C64DB5381}"/>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5" name="页脚占位符 4">
            <a:extLst>
              <a:ext uri="{FF2B5EF4-FFF2-40B4-BE49-F238E27FC236}">
                <a16:creationId xmlns:a16="http://schemas.microsoft.com/office/drawing/2014/main" id="{610579B1-FC92-24EE-58E4-8213441D48E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72F24EC-233D-1CA1-B3B7-E31976E93F14}"/>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24984903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972FE1-C75E-23DD-1ABD-74CAB5A1811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F646D02-443E-3A4F-A384-C812649D4606}"/>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F4C0B00-B312-23FA-4B9E-2640038FD7A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BDFCED6C-FB4B-AB52-B1CF-19A187365F15}"/>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6" name="页脚占位符 5">
            <a:extLst>
              <a:ext uri="{FF2B5EF4-FFF2-40B4-BE49-F238E27FC236}">
                <a16:creationId xmlns:a16="http://schemas.microsoft.com/office/drawing/2014/main" id="{2724FE8C-5578-AEB1-C948-F07556223E5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58FDFB6-F8B9-C945-66D6-9C32CBD05390}"/>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3596067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2C758-9CB0-4AC2-3AAC-93C8F0789E67}"/>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2C08709-812E-0B8C-70C9-A7242129B9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1D3AB055-1383-FC07-F01B-47AD6C14A825}"/>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EDA567B6-190E-265A-D2D4-F59B269FD1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EE1533A3-C47C-F4C5-7277-331CD0F024E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904ABBFF-E3C3-F2C9-35ED-AE72D8A22BBA}"/>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8" name="页脚占位符 7">
            <a:extLst>
              <a:ext uri="{FF2B5EF4-FFF2-40B4-BE49-F238E27FC236}">
                <a16:creationId xmlns:a16="http://schemas.microsoft.com/office/drawing/2014/main" id="{148F44FA-4E86-1251-F7DA-1F40C94EBD90}"/>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9C7F890-2416-D0BB-28D2-199793483AEA}"/>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210095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5C3223-BD7F-48AB-795F-A0A405E2E6D1}"/>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A1066B1C-826E-9C73-3CCA-BB46287046AD}"/>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4" name="页脚占位符 3">
            <a:extLst>
              <a:ext uri="{FF2B5EF4-FFF2-40B4-BE49-F238E27FC236}">
                <a16:creationId xmlns:a16="http://schemas.microsoft.com/office/drawing/2014/main" id="{EE7AC803-8B6D-79F2-680A-185E2038C749}"/>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A535C4F1-A06F-8D6D-4DA6-8B2E7EAC30DA}"/>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1757729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4555B27-6199-899C-FF98-535CAE68F8C5}"/>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3" name="页脚占位符 2">
            <a:extLst>
              <a:ext uri="{FF2B5EF4-FFF2-40B4-BE49-F238E27FC236}">
                <a16:creationId xmlns:a16="http://schemas.microsoft.com/office/drawing/2014/main" id="{BB4002BE-AAE1-9A24-BCC3-A78EBCEDF876}"/>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872E2483-B3D4-B8D9-B4E7-951DAC666306}"/>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14368622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A72811-9C30-35AE-F432-7F0466DB0F0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9037AAAA-6ADB-5BC8-675D-F637B574C2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1B8793AE-52DD-DE8E-595D-72D9432731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3E0D61F-6C7B-FA1B-0BC4-9614698612B6}"/>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6" name="页脚占位符 5">
            <a:extLst>
              <a:ext uri="{FF2B5EF4-FFF2-40B4-BE49-F238E27FC236}">
                <a16:creationId xmlns:a16="http://schemas.microsoft.com/office/drawing/2014/main" id="{42C56AF2-DFB9-4378-B987-9522F755344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695840D-B7CD-28DE-3616-D9EAAD67E3B0}"/>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20689803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32DABC-98CA-A20A-BAED-0E3EC90BE5F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78BF6871-0F80-C783-F7E4-294A60DE24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7A1D7FE1-ACFF-4A47-B3C4-61AAEEBC49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E1CD42B-48E4-2D18-84E9-88C934EF4279}"/>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6" name="页脚占位符 5">
            <a:extLst>
              <a:ext uri="{FF2B5EF4-FFF2-40B4-BE49-F238E27FC236}">
                <a16:creationId xmlns:a16="http://schemas.microsoft.com/office/drawing/2014/main" id="{71D64052-6654-BB1B-E4A8-33C6BC8E659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CB6E592-699C-5706-5984-5E75F44347D0}"/>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18723305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582203-6A32-15C2-78D5-551284FA91A7}"/>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E0C8575-8844-3207-986B-134C1BB4E791}"/>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F0BAE04-7579-2909-C524-461E2649B152}"/>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5" name="页脚占位符 4">
            <a:extLst>
              <a:ext uri="{FF2B5EF4-FFF2-40B4-BE49-F238E27FC236}">
                <a16:creationId xmlns:a16="http://schemas.microsoft.com/office/drawing/2014/main" id="{4705817C-CE48-C23B-4361-73539DC0AE4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79B58C3-B4F6-3171-69C2-8CAC3D0BA8E1}"/>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7573716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FEBA8CD-8F3F-860F-FF1D-5AE65969B111}"/>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9552D7F-5AB0-043C-9EF6-18AE175CAA17}"/>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5A5264C-2CD5-CB49-D6FF-8738460A69E3}"/>
              </a:ext>
            </a:extLst>
          </p:cNvPr>
          <p:cNvSpPr>
            <a:spLocks noGrp="1"/>
          </p:cNvSpPr>
          <p:nvPr>
            <p:ph type="dt" sz="half" idx="10"/>
          </p:nvPr>
        </p:nvSpPr>
        <p:spPr/>
        <p:txBody>
          <a:bodyPr/>
          <a:lstStyle/>
          <a:p>
            <a:fld id="{9E3E1736-5089-8245-BD0B-F99CABD22A0E}" type="datetimeFigureOut">
              <a:t>9/28/26</a:t>
            </a:fld>
            <a:endParaRPr kumimoji="1" lang="zh-CN" altLang="en-US"/>
          </a:p>
        </p:txBody>
      </p:sp>
      <p:sp>
        <p:nvSpPr>
          <p:cNvPr id="5" name="页脚占位符 4">
            <a:extLst>
              <a:ext uri="{FF2B5EF4-FFF2-40B4-BE49-F238E27FC236}">
                <a16:creationId xmlns:a16="http://schemas.microsoft.com/office/drawing/2014/main" id="{252D84F7-D17B-7B92-2C84-9E2CB124DA9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A091572-A261-9894-655B-D803C01D4E28}"/>
              </a:ext>
            </a:extLst>
          </p:cNvPr>
          <p:cNvSpPr>
            <a:spLocks noGrp="1"/>
          </p:cNvSpPr>
          <p:nvPr>
            <p:ph type="sldNum" sz="quarter" idx="12"/>
          </p:nvPr>
        </p:nvSpPr>
        <p:spPr/>
        <p:txBody>
          <a:bodyPr/>
          <a:lstStyle/>
          <a:p>
            <a:fld id="{585DECAC-81E0-A24C-B59A-2A73865066D3}" type="slidenum">
              <a:t>‹#›</a:t>
            </a:fld>
            <a:endParaRPr kumimoji="1" lang="zh-CN" altLang="en-US"/>
          </a:p>
        </p:txBody>
      </p:sp>
    </p:spTree>
    <p:extLst>
      <p:ext uri="{BB962C8B-B14F-4D97-AF65-F5344CB8AC3E}">
        <p14:creationId xmlns:p14="http://schemas.microsoft.com/office/powerpoint/2010/main" val="8555149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90F60-C323-D06A-D553-492C0E6CF56B}"/>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4A2D17C4-7805-6C8F-1D1E-39A9B4102A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81F9CA2-CBD8-EB39-67C5-EC8201825F7F}"/>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5" name="页脚占位符 4">
            <a:extLst>
              <a:ext uri="{FF2B5EF4-FFF2-40B4-BE49-F238E27FC236}">
                <a16:creationId xmlns:a16="http://schemas.microsoft.com/office/drawing/2014/main" id="{DE9F6216-0DE0-1AB3-8FE0-6A18D37E04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551EB20-A3F7-FB1B-9048-95C14EC2AA99}"/>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27905623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228350-A57E-4594-E61D-F892E035A98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BBF1825-34ED-9EFE-4EBB-9116FEA8A12F}"/>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2BAE271-9DEE-E20C-CA32-EF1D5D0AE93B}"/>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5" name="页脚占位符 4">
            <a:extLst>
              <a:ext uri="{FF2B5EF4-FFF2-40B4-BE49-F238E27FC236}">
                <a16:creationId xmlns:a16="http://schemas.microsoft.com/office/drawing/2014/main" id="{DF717632-7A4B-0A77-35C2-FCC4F045890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502BA89-6F07-75F6-8172-41751D3E1FF3}"/>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12032026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FD541A-D41D-2809-724C-80F3ADA89FAA}"/>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1CCB366-65CF-71D9-F4D8-24C3FF5EF2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12B61F4-6749-38B6-A090-FD1636BA6721}"/>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5" name="页脚占位符 4">
            <a:extLst>
              <a:ext uri="{FF2B5EF4-FFF2-40B4-BE49-F238E27FC236}">
                <a16:creationId xmlns:a16="http://schemas.microsoft.com/office/drawing/2014/main" id="{073A0C61-85CF-BCE7-0800-29C64E7F215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BAF1170-B3CF-ED28-97ED-729B56715D1D}"/>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8217874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4A335D-9D7D-007D-2D7C-638E9400E48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A7E0DD5-6240-50A3-17C5-09622E947601}"/>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79441D4A-87E1-0479-6182-6F6A6D6364BA}"/>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AAD47777-B3C3-C045-6794-EF4B59C9B441}"/>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6" name="页脚占位符 5">
            <a:extLst>
              <a:ext uri="{FF2B5EF4-FFF2-40B4-BE49-F238E27FC236}">
                <a16:creationId xmlns:a16="http://schemas.microsoft.com/office/drawing/2014/main" id="{EE6E0AD0-487D-BB84-E5EF-2BBC16510E7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7661809-BF16-7BBF-5738-2B4110CED455}"/>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2731133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E3C24F-0924-C93D-9D31-FD354AD39FB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7AFFBC5-1876-50F7-0996-35189F79D5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D7DA646C-DBE5-1CA8-921F-61698D5D6B5F}"/>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26E51732-476A-E3C5-D2DF-E94B899619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2FEE4711-7E92-4E6E-8A01-2B1F1E01EF0F}"/>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00F00499-416A-0697-A2AC-D40DD840648C}"/>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8" name="页脚占位符 7">
            <a:extLst>
              <a:ext uri="{FF2B5EF4-FFF2-40B4-BE49-F238E27FC236}">
                <a16:creationId xmlns:a16="http://schemas.microsoft.com/office/drawing/2014/main" id="{1EA9113F-B2D9-86AE-83F4-9BAEA436927D}"/>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D35B1EA-B051-F882-FEB7-B693323118AF}"/>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18709683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2C858E-B95A-7BEA-3FC4-A6160AAA93C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98DE1B79-7E4B-B61F-34D8-F8FA73E45FCB}"/>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4" name="页脚占位符 3">
            <a:extLst>
              <a:ext uri="{FF2B5EF4-FFF2-40B4-BE49-F238E27FC236}">
                <a16:creationId xmlns:a16="http://schemas.microsoft.com/office/drawing/2014/main" id="{2213AF17-46E5-4DEA-EE36-77F8C65428A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B76CC5C-AFAB-037B-C072-6CC0D3544BA6}"/>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8612578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60647C4-13DC-1ABE-524C-E7B52C7C5773}"/>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3" name="页脚占位符 2">
            <a:extLst>
              <a:ext uri="{FF2B5EF4-FFF2-40B4-BE49-F238E27FC236}">
                <a16:creationId xmlns:a16="http://schemas.microsoft.com/office/drawing/2014/main" id="{3DCE49C9-2D09-705D-C01B-07413EB5CB94}"/>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F2D95511-6F31-FB18-CB7A-BA4CFF480192}"/>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10577170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5E2942-00D2-9866-FBA3-0EFFE0CE782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552FC7B-F10E-0630-8796-1364276415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2E533B00-4065-20A4-7A3F-0847C1675B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7CAFD7A-7FC7-B455-0403-3E5B0839DFB3}"/>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6" name="页脚占位符 5">
            <a:extLst>
              <a:ext uri="{FF2B5EF4-FFF2-40B4-BE49-F238E27FC236}">
                <a16:creationId xmlns:a16="http://schemas.microsoft.com/office/drawing/2014/main" id="{97AB0A34-E9FF-5969-75DB-4919BC44959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CE3BAF5-E6D8-97A7-3DE1-4700C3C99795}"/>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40710648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99F4DC-E8F3-1F59-D0A1-E2DA052A490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43C0AA7A-07B1-FD15-F5F3-37D60730E6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A22EE32A-1D2C-BD68-C910-9638607BA5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8EBCFBA7-3933-9F48-C115-C215C0726394}"/>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6" name="页脚占位符 5">
            <a:extLst>
              <a:ext uri="{FF2B5EF4-FFF2-40B4-BE49-F238E27FC236}">
                <a16:creationId xmlns:a16="http://schemas.microsoft.com/office/drawing/2014/main" id="{FD4B1979-025C-46F4-7551-7EE905D7634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7719B65-DFAF-D7CB-4754-6D5D2FFCFBC7}"/>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23480519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DC83BA-8963-0308-88CE-5500444B818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0AFB6DA-240D-904D-8E97-22699BBAD24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2E91A50-B1AA-3D5E-CA96-86D1AE9A6263}"/>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5" name="页脚占位符 4">
            <a:extLst>
              <a:ext uri="{FF2B5EF4-FFF2-40B4-BE49-F238E27FC236}">
                <a16:creationId xmlns:a16="http://schemas.microsoft.com/office/drawing/2014/main" id="{5201F94C-8E90-F8C6-D310-EFFA5E5A744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7796D8A-B4D4-FBF5-DA3F-EA051BEAD8BD}"/>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29845033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C95A2F4-09C6-4564-1596-2A728DA87FF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18644C4-13A5-6832-33F6-D02EB1A76BA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C9D60FD-14E7-B9FD-967E-178C6CE25DCC}"/>
              </a:ext>
            </a:extLst>
          </p:cNvPr>
          <p:cNvSpPr>
            <a:spLocks noGrp="1"/>
          </p:cNvSpPr>
          <p:nvPr>
            <p:ph type="dt" sz="half" idx="10"/>
          </p:nvPr>
        </p:nvSpPr>
        <p:spPr/>
        <p:txBody>
          <a:bodyPr/>
          <a:lstStyle/>
          <a:p>
            <a:fld id="{F2318B3B-73C1-7641-8E27-0A2CAE07D63E}" type="datetimeFigureOut">
              <a:t>9/28/26</a:t>
            </a:fld>
            <a:endParaRPr kumimoji="1" lang="zh-CN" altLang="en-US"/>
          </a:p>
        </p:txBody>
      </p:sp>
      <p:sp>
        <p:nvSpPr>
          <p:cNvPr id="5" name="页脚占位符 4">
            <a:extLst>
              <a:ext uri="{FF2B5EF4-FFF2-40B4-BE49-F238E27FC236}">
                <a16:creationId xmlns:a16="http://schemas.microsoft.com/office/drawing/2014/main" id="{943BE98A-E1D9-F985-BA60-A700F895779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A858931-99CC-7023-83BA-A336CFF65CED}"/>
              </a:ext>
            </a:extLst>
          </p:cNvPr>
          <p:cNvSpPr>
            <a:spLocks noGrp="1"/>
          </p:cNvSpPr>
          <p:nvPr>
            <p:ph type="sldNum" sz="quarter" idx="12"/>
          </p:nvPr>
        </p:nvSpPr>
        <p:spPr/>
        <p:txBody>
          <a:bodyPr/>
          <a:lstStyle/>
          <a:p>
            <a:fld id="{C6C998AC-1024-D94F-ADFB-9FBEA106A06C}" type="slidenum">
              <a:t>‹#›</a:t>
            </a:fld>
            <a:endParaRPr kumimoji="1" lang="zh-CN" altLang="en-US"/>
          </a:p>
        </p:txBody>
      </p:sp>
    </p:spTree>
    <p:extLst>
      <p:ext uri="{BB962C8B-B14F-4D97-AF65-F5344CB8AC3E}">
        <p14:creationId xmlns:p14="http://schemas.microsoft.com/office/powerpoint/2010/main" val="41417124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nchor="t"/>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单击以编辑母版副标题样式</a:t>
            </a:r>
          </a:p>
        </p:txBody>
      </p:sp>
      <p:sp>
        <p:nvSpPr>
          <p:cNvPr id="12" name="标题占位符 1">
            <a:extLst>
              <a:ext uri="{FF2B5EF4-FFF2-40B4-BE49-F238E27FC236}">
                <a16:creationId xmlns:a16="http://schemas.microsoft.com/office/drawing/2014/main" id="{7CCF9DBD-7779-9BD6-AD00-3A9076BF682A}"/>
              </a:ext>
            </a:extLst>
          </p:cNvPr>
          <p:cNvSpPr txBox="1">
            <a:spLocks/>
          </p:cNvSpPr>
          <p:nvPr userDrawn="1"/>
        </p:nvSpPr>
        <p:spPr>
          <a:xfrm>
            <a:off x="95623" y="-101488"/>
            <a:ext cx="10515600" cy="981074"/>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800" b="1" i="0" kern="1200" baseline="0">
                <a:solidFill>
                  <a:schemeClr val="bg1"/>
                </a:solidFill>
                <a:latin typeface="Times New Roman" panose="02020603050405020304" pitchFamily="18" charset="0"/>
                <a:ea typeface="微软雅黑" panose="020B0503020204020204" pitchFamily="34" charset="-122"/>
                <a:cs typeface="+mj-cs"/>
              </a:defRPr>
            </a:lvl1pPr>
          </a:lstStyle>
          <a:p>
            <a:r>
              <a:rPr lang="zh-CN" altLang="en-US" sz="2800" dirty="0"/>
              <a:t>单击此处编辑母版标题样式</a:t>
            </a:r>
          </a:p>
        </p:txBody>
      </p:sp>
    </p:spTree>
    <p:extLst>
      <p:ext uri="{BB962C8B-B14F-4D97-AF65-F5344CB8AC3E}">
        <p14:creationId xmlns:p14="http://schemas.microsoft.com/office/powerpoint/2010/main" val="12580359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a:extLst>
              <a:ext uri="{FF2B5EF4-FFF2-40B4-BE49-F238E27FC236}">
                <a16:creationId xmlns:a16="http://schemas.microsoft.com/office/drawing/2014/main" id="{ECD178E4-8D56-2C1E-4A3A-E0164CF7A91D}"/>
              </a:ext>
            </a:extLst>
          </p:cNvPr>
          <p:cNvSpPr>
            <a:spLocks noGrp="1"/>
          </p:cNvSpPr>
          <p:nvPr>
            <p:ph type="sldNum" sz="quarter" idx="10"/>
          </p:nvPr>
        </p:nvSpPr>
        <p:spPr>
          <a:xfrm>
            <a:off x="8610600" y="6356351"/>
            <a:ext cx="2743200" cy="365125"/>
          </a:xfrm>
          <a:prstGeom prst="rect">
            <a:avLst/>
          </a:prstGeom>
        </p:spPr>
        <p:txBody>
          <a:bodyPr/>
          <a:lstStyle/>
          <a:p>
            <a:fld id="{07E1A71E-A14B-D44B-A9C2-459DA2AE8E5E}" type="slidenum">
              <a:t>‹#›</a:t>
            </a:fld>
            <a:endParaRPr kumimoji="1" lang="zh-CN" altLang="en-US"/>
          </a:p>
        </p:txBody>
      </p:sp>
    </p:spTree>
    <p:extLst>
      <p:ext uri="{BB962C8B-B14F-4D97-AF65-F5344CB8AC3E}">
        <p14:creationId xmlns:p14="http://schemas.microsoft.com/office/powerpoint/2010/main" val="33066206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1375202"/>
            <a:ext cx="10515600" cy="2852737"/>
          </a:xfrm>
          <a:prstGeom prst="rect">
            <a:avLst/>
          </a:prstGeo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8200" y="4254928"/>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7" name="标题占位符 1">
            <a:extLst>
              <a:ext uri="{FF2B5EF4-FFF2-40B4-BE49-F238E27FC236}">
                <a16:creationId xmlns:a16="http://schemas.microsoft.com/office/drawing/2014/main" id="{1DA72E1B-4386-64E4-5212-D699B87BCE01}"/>
              </a:ext>
            </a:extLst>
          </p:cNvPr>
          <p:cNvSpPr txBox="1">
            <a:spLocks/>
          </p:cNvSpPr>
          <p:nvPr userDrawn="1"/>
        </p:nvSpPr>
        <p:spPr>
          <a:xfrm>
            <a:off x="95623" y="-101488"/>
            <a:ext cx="10515600" cy="981074"/>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800" b="1" i="0" kern="1200" baseline="0">
                <a:solidFill>
                  <a:schemeClr val="bg1"/>
                </a:solidFill>
                <a:latin typeface="Times New Roman" panose="02020603050405020304" pitchFamily="18" charset="0"/>
                <a:ea typeface="微软雅黑" panose="020B0503020204020204" pitchFamily="34" charset="-122"/>
                <a:cs typeface="+mj-cs"/>
              </a:defRPr>
            </a:lvl1pPr>
          </a:lstStyle>
          <a:p>
            <a:r>
              <a:rPr lang="zh-CN" altLang="en-US" sz="2800" dirty="0"/>
              <a:t>单击此处编辑母版标题样式</a:t>
            </a:r>
          </a:p>
        </p:txBody>
      </p:sp>
    </p:spTree>
    <p:extLst>
      <p:ext uri="{BB962C8B-B14F-4D97-AF65-F5344CB8AC3E}">
        <p14:creationId xmlns:p14="http://schemas.microsoft.com/office/powerpoint/2010/main" val="24681779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标题占位符 1">
            <a:extLst>
              <a:ext uri="{FF2B5EF4-FFF2-40B4-BE49-F238E27FC236}">
                <a16:creationId xmlns:a16="http://schemas.microsoft.com/office/drawing/2014/main" id="{33A102EA-F2AE-29D3-BFD3-4F0B09F1F4A1}"/>
              </a:ext>
            </a:extLst>
          </p:cNvPr>
          <p:cNvSpPr>
            <a:spLocks noGrp="1"/>
          </p:cNvSpPr>
          <p:nvPr>
            <p:ph type="title"/>
          </p:nvPr>
        </p:nvSpPr>
        <p:spPr>
          <a:xfrm>
            <a:off x="95623" y="-101488"/>
            <a:ext cx="10515600" cy="981074"/>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0586894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标题占位符 1">
            <a:extLst>
              <a:ext uri="{FF2B5EF4-FFF2-40B4-BE49-F238E27FC236}">
                <a16:creationId xmlns:a16="http://schemas.microsoft.com/office/drawing/2014/main" id="{B6ACDFC9-D02C-877F-E33D-2B125156CEAF}"/>
              </a:ext>
            </a:extLst>
          </p:cNvPr>
          <p:cNvSpPr>
            <a:spLocks noGrp="1"/>
          </p:cNvSpPr>
          <p:nvPr>
            <p:ph type="title"/>
          </p:nvPr>
        </p:nvSpPr>
        <p:spPr>
          <a:xfrm>
            <a:off x="95623" y="-101488"/>
            <a:ext cx="10515600" cy="981074"/>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8515418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6" name="标题占位符 1">
            <a:extLst>
              <a:ext uri="{FF2B5EF4-FFF2-40B4-BE49-F238E27FC236}">
                <a16:creationId xmlns:a16="http://schemas.microsoft.com/office/drawing/2014/main" id="{9A2E8137-CE41-7797-CE92-2D27BF8D34C3}"/>
              </a:ext>
            </a:extLst>
          </p:cNvPr>
          <p:cNvSpPr>
            <a:spLocks noGrp="1"/>
          </p:cNvSpPr>
          <p:nvPr>
            <p:ph type="title"/>
          </p:nvPr>
        </p:nvSpPr>
        <p:spPr>
          <a:xfrm>
            <a:off x="95623" y="-101488"/>
            <a:ext cx="10515600" cy="981074"/>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8232437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2987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3463" y="1142382"/>
            <a:ext cx="10515600" cy="4932533"/>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grpSp>
        <p:nvGrpSpPr>
          <p:cNvPr id="8" name="Group 9">
            <a:extLst>
              <a:ext uri="{FF2B5EF4-FFF2-40B4-BE49-F238E27FC236}">
                <a16:creationId xmlns:a16="http://schemas.microsoft.com/office/drawing/2014/main" id="{F5171B24-CF2D-32E9-ACCC-FDC331AE09C2}"/>
              </a:ext>
            </a:extLst>
          </p:cNvPr>
          <p:cNvGrpSpPr>
            <a:grpSpLocks noChangeAspect="1"/>
          </p:cNvGrpSpPr>
          <p:nvPr userDrawn="1"/>
        </p:nvGrpSpPr>
        <p:grpSpPr bwMode="auto">
          <a:xfrm>
            <a:off x="1" y="-1589"/>
            <a:ext cx="12192000" cy="767234"/>
            <a:chOff x="-1" y="-1"/>
            <a:chExt cx="7719" cy="568"/>
          </a:xfrm>
        </p:grpSpPr>
        <p:sp>
          <p:nvSpPr>
            <p:cNvPr id="9" name="Freeform 11">
              <a:extLst>
                <a:ext uri="{FF2B5EF4-FFF2-40B4-BE49-F238E27FC236}">
                  <a16:creationId xmlns:a16="http://schemas.microsoft.com/office/drawing/2014/main" id="{63418EB3-F626-121C-AC73-F05677A7B4CF}"/>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0" name="AutoShape 8">
              <a:extLst>
                <a:ext uri="{FF2B5EF4-FFF2-40B4-BE49-F238E27FC236}">
                  <a16:creationId xmlns:a16="http://schemas.microsoft.com/office/drawing/2014/main" id="{31138AE4-C9D7-400D-9800-61E126ACDABC}"/>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1" name="任意多边形: 形状 12">
            <a:extLst>
              <a:ext uri="{FF2B5EF4-FFF2-40B4-BE49-F238E27FC236}">
                <a16:creationId xmlns:a16="http://schemas.microsoft.com/office/drawing/2014/main" id="{7BF3AE57-38CA-B2D2-87F8-09A8CB73F82F}"/>
              </a:ext>
            </a:extLst>
          </p:cNvPr>
          <p:cNvSpPr/>
          <p:nvPr userDrawn="1"/>
        </p:nvSpPr>
        <p:spPr bwMode="auto">
          <a:xfrm>
            <a:off x="1" y="-1589"/>
            <a:ext cx="9039921"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18" name="标题占位符 17">
            <a:extLst>
              <a:ext uri="{FF2B5EF4-FFF2-40B4-BE49-F238E27FC236}">
                <a16:creationId xmlns:a16="http://schemas.microsoft.com/office/drawing/2014/main" id="{BFDBA4E8-AF15-1E7A-16F6-AE09EEAE3A1C}"/>
              </a:ext>
            </a:extLst>
          </p:cNvPr>
          <p:cNvSpPr>
            <a:spLocks noGrp="1"/>
          </p:cNvSpPr>
          <p:nvPr>
            <p:ph type="title"/>
          </p:nvPr>
        </p:nvSpPr>
        <p:spPr>
          <a:xfrm>
            <a:off x="95623" y="-280754"/>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Tree>
    <p:extLst>
      <p:ext uri="{BB962C8B-B14F-4D97-AF65-F5344CB8AC3E}">
        <p14:creationId xmlns:p14="http://schemas.microsoft.com/office/powerpoint/2010/main" val="376413869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Lst>
  <p:hf sldNum="0" hdr="0" ftr="0" dt="0"/>
  <p:txStyles>
    <p:titleStyle>
      <a:lvl1pPr algn="l" defTabSz="685800" rtl="0" eaLnBrk="1" latinLnBrk="0" hangingPunct="1">
        <a:lnSpc>
          <a:spcPct val="90000"/>
        </a:lnSpc>
        <a:spcBef>
          <a:spcPct val="0"/>
        </a:spcBef>
        <a:buNone/>
        <a:defRPr sz="2800" b="1" i="0" kern="1200" baseline="0">
          <a:solidFill>
            <a:schemeClr val="bg1"/>
          </a:solidFill>
          <a:latin typeface="Times New Roman" panose="02020603050405020304" pitchFamily="18" charset="0"/>
          <a:ea typeface="微软雅黑" panose="020B0503020204020204" pitchFamily="34" charset="-122"/>
          <a:cs typeface="+mj-cs"/>
        </a:defRPr>
      </a:lvl1pPr>
    </p:titleStyle>
    <p:bodyStyle>
      <a:lvl1pPr marL="171450" indent="-171450" algn="l" defTabSz="685800" rtl="0" eaLnBrk="1" latinLnBrk="0" hangingPunct="1">
        <a:lnSpc>
          <a:spcPct val="90000"/>
        </a:lnSpc>
        <a:spcBef>
          <a:spcPts val="750"/>
        </a:spcBef>
        <a:buFont typeface="Wingdings" pitchFamily="2" charset="2"/>
        <a:buChar char="p"/>
        <a:defRPr sz="2100" b="1" i="0" kern="1200" baseline="0">
          <a:solidFill>
            <a:schemeClr val="tx1"/>
          </a:solidFill>
          <a:latin typeface="Times New Roman" panose="02020603050405020304" pitchFamily="18" charset="0"/>
          <a:ea typeface="微软雅黑" panose="020B0503020204020204" pitchFamily="34" charset="-122"/>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tx1"/>
          </a:solidFill>
          <a:latin typeface="Times New Roman" panose="02020603050405020304" pitchFamily="18" charset="0"/>
          <a:ea typeface="微软雅黑" panose="020B0503020204020204" pitchFamily="34" charset="-122"/>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tx1"/>
          </a:solidFill>
          <a:latin typeface="Times New Roman" panose="02020603050405020304" pitchFamily="18" charset="0"/>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tx1"/>
          </a:solidFill>
          <a:latin typeface="Times New Roman" panose="02020603050405020304" pitchFamily="18" charset="0"/>
          <a:ea typeface="微软雅黑" panose="020B0503020204020204" pitchFamily="34" charset="-122"/>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tx1"/>
          </a:solidFill>
          <a:latin typeface="Times New Roman" panose="02020603050405020304" pitchFamily="18"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9">
            <a:extLst>
              <a:ext uri="{FF2B5EF4-FFF2-40B4-BE49-F238E27FC236}">
                <a16:creationId xmlns:a16="http://schemas.microsoft.com/office/drawing/2014/main" id="{241A2534-C8F6-24B9-97FF-9BB7057E8BF3}"/>
              </a:ext>
            </a:extLst>
          </p:cNvPr>
          <p:cNvGrpSpPr>
            <a:grpSpLocks noChangeAspect="1"/>
          </p:cNvGrpSpPr>
          <p:nvPr userDrawn="1"/>
        </p:nvGrpSpPr>
        <p:grpSpPr bwMode="auto">
          <a:xfrm>
            <a:off x="0" y="-1589"/>
            <a:ext cx="12191999" cy="767234"/>
            <a:chOff x="-1" y="-1"/>
            <a:chExt cx="7719" cy="568"/>
          </a:xfrm>
        </p:grpSpPr>
        <p:sp>
          <p:nvSpPr>
            <p:cNvPr id="8" name="Freeform 11">
              <a:extLst>
                <a:ext uri="{FF2B5EF4-FFF2-40B4-BE49-F238E27FC236}">
                  <a16:creationId xmlns:a16="http://schemas.microsoft.com/office/drawing/2014/main" id="{CFB10ADC-7DFD-8D48-3BF0-71D2F7E6D40D}"/>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8C5AD8AF-C472-7354-6662-622A14416F34}"/>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0" name="任意多边形: 形状 12">
            <a:extLst>
              <a:ext uri="{FF2B5EF4-FFF2-40B4-BE49-F238E27FC236}">
                <a16:creationId xmlns:a16="http://schemas.microsoft.com/office/drawing/2014/main" id="{E4FCB201-EEB1-9486-D9AB-9AA191DCE4A6}"/>
              </a:ext>
            </a:extLst>
          </p:cNvPr>
          <p:cNvSpPr/>
          <p:nvPr userDrawn="1"/>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11" name="文本框 10">
            <a:extLst>
              <a:ext uri="{FF2B5EF4-FFF2-40B4-BE49-F238E27FC236}">
                <a16:creationId xmlns:a16="http://schemas.microsoft.com/office/drawing/2014/main" id="{0935181C-09A2-C291-5D4F-88A413E9D22A}"/>
              </a:ext>
            </a:extLst>
          </p:cNvPr>
          <p:cNvSpPr txBox="1"/>
          <p:nvPr userDrawn="1"/>
        </p:nvSpPr>
        <p:spPr>
          <a:xfrm>
            <a:off x="350439" y="120418"/>
            <a:ext cx="162095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prstClr val="white"/>
                </a:solidFill>
                <a:cs typeface="+mn-ea"/>
                <a:sym typeface="+mn-lt"/>
              </a:rPr>
              <a:t>输入文字</a:t>
            </a:r>
            <a:endParaRPr kumimoji="0" lang="zh-CN" altLang="en-US" sz="2800" b="1" i="0" u="none" strike="noStrike" kern="1200" cap="none" spc="0" normalizeH="0" baseline="0" noProof="0" dirty="0">
              <a:ln>
                <a:noFill/>
              </a:ln>
              <a:solidFill>
                <a:prstClr val="white"/>
              </a:solidFill>
              <a:effectLst/>
              <a:uLnTx/>
              <a:uFillTx/>
              <a:cs typeface="+mn-ea"/>
              <a:sym typeface="+mn-lt"/>
            </a:endParaRPr>
          </a:p>
        </p:txBody>
      </p:sp>
    </p:spTree>
    <p:extLst>
      <p:ext uri="{BB962C8B-B14F-4D97-AF65-F5344CB8AC3E}">
        <p14:creationId xmlns:p14="http://schemas.microsoft.com/office/powerpoint/2010/main" val="256344638"/>
      </p:ext>
    </p:extLst>
  </p:cSld>
  <p:clrMap bg1="lt1" tx1="dk1" bg2="lt2" tx2="dk2" accent1="accent1" accent2="accent2" accent3="accent3" accent4="accent4" accent5="accent5" accent6="accent6" hlink="hlink" folHlink="folHlink"/>
  <p:sldLayoutIdLst>
    <p:sldLayoutId id="2147483679" r:id="rId1"/>
    <p:sldLayoutId id="214748368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F39FABB-48A8-D149-5703-67FEF05B75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92DBF29-B660-2136-944E-229C93CC20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74E5FE8-B487-9083-5D3C-D17ED999EE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3E1736-5089-8245-BD0B-F99CABD22A0E}" type="datetimeFigureOut">
              <a:t>9/28/26</a:t>
            </a:fld>
            <a:endParaRPr kumimoji="1" lang="zh-CN" altLang="en-US"/>
          </a:p>
        </p:txBody>
      </p:sp>
      <p:sp>
        <p:nvSpPr>
          <p:cNvPr id="5" name="页脚占位符 4">
            <a:extLst>
              <a:ext uri="{FF2B5EF4-FFF2-40B4-BE49-F238E27FC236}">
                <a16:creationId xmlns:a16="http://schemas.microsoft.com/office/drawing/2014/main" id="{71B44EFF-23B7-A1CA-C16A-ADC720537F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702433FD-A57E-3ABB-D57D-2B3A5C0465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5DECAC-81E0-A24C-B59A-2A73865066D3}" type="slidenum">
              <a:t>‹#›</a:t>
            </a:fld>
            <a:endParaRPr kumimoji="1" lang="zh-CN" altLang="en-US"/>
          </a:p>
        </p:txBody>
      </p:sp>
      <p:sp>
        <p:nvSpPr>
          <p:cNvPr id="7" name="矩形 6">
            <a:extLst>
              <a:ext uri="{FF2B5EF4-FFF2-40B4-BE49-F238E27FC236}">
                <a16:creationId xmlns:a16="http://schemas.microsoft.com/office/drawing/2014/main" id="{93AE16DD-5F5F-F6E8-B2C4-39C56CA7A22C}"/>
              </a:ext>
            </a:extLst>
          </p:cNvPr>
          <p:cNvSpPr/>
          <p:nvPr userDrawn="1"/>
        </p:nvSpPr>
        <p:spPr>
          <a:xfrm>
            <a:off x="-168965" y="-149087"/>
            <a:ext cx="12582939" cy="7166113"/>
          </a:xfrm>
          <a:prstGeom prst="rect">
            <a:avLst/>
          </a:prstGeom>
          <a:solidFill>
            <a:srgbClr val="1738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片 8">
            <a:extLst>
              <a:ext uri="{FF2B5EF4-FFF2-40B4-BE49-F238E27FC236}">
                <a16:creationId xmlns:a16="http://schemas.microsoft.com/office/drawing/2014/main" id="{4E0C9F77-998F-0221-0850-6C5FA144AC9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870687" y="0"/>
            <a:ext cx="4013200" cy="939800"/>
          </a:xfrm>
          <a:prstGeom prst="rect">
            <a:avLst/>
          </a:prstGeom>
        </p:spPr>
      </p:pic>
    </p:spTree>
    <p:extLst>
      <p:ext uri="{BB962C8B-B14F-4D97-AF65-F5344CB8AC3E}">
        <p14:creationId xmlns:p14="http://schemas.microsoft.com/office/powerpoint/2010/main" val="166926780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35B00ED-B32A-1BFB-F6E5-ED823DE768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3F3BDE5-C44E-68E7-464F-9F5B81CB9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446D370-FEE9-E6B1-1A15-FCEA3DC53A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318B3B-73C1-7641-8E27-0A2CAE07D63E}" type="datetimeFigureOut">
              <a:t>9/28/26</a:t>
            </a:fld>
            <a:endParaRPr kumimoji="1" lang="zh-CN" altLang="en-US"/>
          </a:p>
        </p:txBody>
      </p:sp>
      <p:sp>
        <p:nvSpPr>
          <p:cNvPr id="5" name="页脚占位符 4">
            <a:extLst>
              <a:ext uri="{FF2B5EF4-FFF2-40B4-BE49-F238E27FC236}">
                <a16:creationId xmlns:a16="http://schemas.microsoft.com/office/drawing/2014/main" id="{7B56155C-BE57-BBA7-B25C-557A87C1A4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5AE7ECD3-F64E-45B6-CBAE-E438B74310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C998AC-1024-D94F-ADFB-9FBEA106A06C}" type="slidenum">
              <a:t>‹#›</a:t>
            </a:fld>
            <a:endParaRPr kumimoji="1" lang="zh-CN" altLang="en-US"/>
          </a:p>
        </p:txBody>
      </p:sp>
    </p:spTree>
    <p:extLst>
      <p:ext uri="{BB962C8B-B14F-4D97-AF65-F5344CB8AC3E}">
        <p14:creationId xmlns:p14="http://schemas.microsoft.com/office/powerpoint/2010/main" val="402285196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3463" y="1142382"/>
            <a:ext cx="10515600" cy="4932533"/>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grpSp>
        <p:nvGrpSpPr>
          <p:cNvPr id="8" name="Group 9">
            <a:extLst>
              <a:ext uri="{FF2B5EF4-FFF2-40B4-BE49-F238E27FC236}">
                <a16:creationId xmlns:a16="http://schemas.microsoft.com/office/drawing/2014/main" id="{F5171B24-CF2D-32E9-ACCC-FDC331AE09C2}"/>
              </a:ext>
            </a:extLst>
          </p:cNvPr>
          <p:cNvGrpSpPr>
            <a:grpSpLocks noChangeAspect="1"/>
          </p:cNvGrpSpPr>
          <p:nvPr userDrawn="1"/>
        </p:nvGrpSpPr>
        <p:grpSpPr bwMode="auto">
          <a:xfrm>
            <a:off x="1" y="-1589"/>
            <a:ext cx="12192000" cy="767234"/>
            <a:chOff x="-1" y="-1"/>
            <a:chExt cx="7719" cy="568"/>
          </a:xfrm>
        </p:grpSpPr>
        <p:sp>
          <p:nvSpPr>
            <p:cNvPr id="9" name="Freeform 11">
              <a:extLst>
                <a:ext uri="{FF2B5EF4-FFF2-40B4-BE49-F238E27FC236}">
                  <a16:creationId xmlns:a16="http://schemas.microsoft.com/office/drawing/2014/main" id="{63418EB3-F626-121C-AC73-F05677A7B4CF}"/>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0" name="AutoShape 8">
              <a:extLst>
                <a:ext uri="{FF2B5EF4-FFF2-40B4-BE49-F238E27FC236}">
                  <a16:creationId xmlns:a16="http://schemas.microsoft.com/office/drawing/2014/main" id="{31138AE4-C9D7-400D-9800-61E126ACDABC}"/>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1" name="任意多边形: 形状 12">
            <a:extLst>
              <a:ext uri="{FF2B5EF4-FFF2-40B4-BE49-F238E27FC236}">
                <a16:creationId xmlns:a16="http://schemas.microsoft.com/office/drawing/2014/main" id="{7BF3AE57-38CA-B2D2-87F8-09A8CB73F82F}"/>
              </a:ext>
            </a:extLst>
          </p:cNvPr>
          <p:cNvSpPr/>
          <p:nvPr userDrawn="1"/>
        </p:nvSpPr>
        <p:spPr bwMode="auto">
          <a:xfrm>
            <a:off x="1" y="-1589"/>
            <a:ext cx="9039921"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18" name="标题占位符 17">
            <a:extLst>
              <a:ext uri="{FF2B5EF4-FFF2-40B4-BE49-F238E27FC236}">
                <a16:creationId xmlns:a16="http://schemas.microsoft.com/office/drawing/2014/main" id="{BFDBA4E8-AF15-1E7A-16F6-AE09EEAE3A1C}"/>
              </a:ext>
            </a:extLst>
          </p:cNvPr>
          <p:cNvSpPr>
            <a:spLocks noGrp="1"/>
          </p:cNvSpPr>
          <p:nvPr>
            <p:ph type="title"/>
          </p:nvPr>
        </p:nvSpPr>
        <p:spPr>
          <a:xfrm>
            <a:off x="95623" y="-280754"/>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Tree>
    <p:extLst>
      <p:ext uri="{BB962C8B-B14F-4D97-AF65-F5344CB8AC3E}">
        <p14:creationId xmlns:p14="http://schemas.microsoft.com/office/powerpoint/2010/main" val="1875693349"/>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Lst>
  <p:hf sldNum="0" hdr="0" ftr="0" dt="0"/>
  <p:txStyles>
    <p:titleStyle>
      <a:lvl1pPr algn="l" defTabSz="685800" rtl="0" eaLnBrk="1" latinLnBrk="0" hangingPunct="1">
        <a:lnSpc>
          <a:spcPct val="90000"/>
        </a:lnSpc>
        <a:spcBef>
          <a:spcPct val="0"/>
        </a:spcBef>
        <a:buNone/>
        <a:defRPr sz="2800" b="1" i="0" kern="1200" baseline="0">
          <a:solidFill>
            <a:schemeClr val="bg1"/>
          </a:solidFill>
          <a:latin typeface="Times New Roman" panose="02020603050405020304" pitchFamily="18" charset="0"/>
          <a:ea typeface="微软雅黑" panose="020B0503020204020204" pitchFamily="34" charset="-122"/>
          <a:cs typeface="+mj-cs"/>
        </a:defRPr>
      </a:lvl1pPr>
    </p:titleStyle>
    <p:bodyStyle>
      <a:lvl1pPr marL="171450" indent="-171450" algn="l" defTabSz="685800" rtl="0" eaLnBrk="1" latinLnBrk="0" hangingPunct="1">
        <a:lnSpc>
          <a:spcPct val="90000"/>
        </a:lnSpc>
        <a:spcBef>
          <a:spcPts val="750"/>
        </a:spcBef>
        <a:buFont typeface="Wingdings" pitchFamily="2" charset="2"/>
        <a:buChar char="p"/>
        <a:defRPr sz="2100" b="1" i="0" kern="1200" baseline="0">
          <a:solidFill>
            <a:schemeClr val="tx1"/>
          </a:solidFill>
          <a:latin typeface="Times New Roman" panose="02020603050405020304" pitchFamily="18" charset="0"/>
          <a:ea typeface="微软雅黑" panose="020B0503020204020204" pitchFamily="34" charset="-122"/>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tx1"/>
          </a:solidFill>
          <a:latin typeface="Times New Roman" panose="02020603050405020304" pitchFamily="18" charset="0"/>
          <a:ea typeface="微软雅黑" panose="020B0503020204020204" pitchFamily="34" charset="-122"/>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tx1"/>
          </a:solidFill>
          <a:latin typeface="Times New Roman" panose="02020603050405020304" pitchFamily="18" charset="0"/>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tx1"/>
          </a:solidFill>
          <a:latin typeface="Times New Roman" panose="02020603050405020304" pitchFamily="18" charset="0"/>
          <a:ea typeface="微软雅黑" panose="020B0503020204020204" pitchFamily="34" charset="-122"/>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tx1"/>
          </a:solidFill>
          <a:latin typeface="Times New Roman" panose="02020603050405020304" pitchFamily="18"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0.png"/><Relationship Id="rId2" Type="http://schemas.openxmlformats.org/officeDocument/2006/relationships/image" Target="../media/image22.png"/><Relationship Id="rId1" Type="http://schemas.openxmlformats.org/officeDocument/2006/relationships/slideLayout" Target="../slideLayouts/slideLayout8.xml"/><Relationship Id="rId6" Type="http://schemas.openxmlformats.org/officeDocument/2006/relationships/image" Target="../media/image63.png"/><Relationship Id="rId5" Type="http://schemas.openxmlformats.org/officeDocument/2006/relationships/image" Target="../media/image56.png"/><Relationship Id="rId4" Type="http://schemas.openxmlformats.org/officeDocument/2006/relationships/image" Target="../media/image41.png"/></Relationships>
</file>

<file path=ppt/slides/_rels/slide3.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50.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10.png"/><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svg"/><Relationship Id="rId11" Type="http://schemas.openxmlformats.org/officeDocument/2006/relationships/image" Target="../media/image33.png"/><Relationship Id="rId5" Type="http://schemas.openxmlformats.org/officeDocument/2006/relationships/image" Target="../media/image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9.xml.rels><?xml version="1.0" encoding="UTF-8" standalone="yes"?>
<Relationships xmlns="http://schemas.openxmlformats.org/package/2006/relationships"><Relationship Id="rId13" Type="http://schemas.openxmlformats.org/officeDocument/2006/relationships/image" Target="../media/image69.png"/><Relationship Id="rId18" Type="http://schemas.openxmlformats.org/officeDocument/2006/relationships/image" Target="../media/image74.png"/><Relationship Id="rId26" Type="http://schemas.openxmlformats.org/officeDocument/2006/relationships/image" Target="../media/image82.png"/><Relationship Id="rId3" Type="http://schemas.openxmlformats.org/officeDocument/2006/relationships/image" Target="../media/image59.png"/><Relationship Id="rId21" Type="http://schemas.openxmlformats.org/officeDocument/2006/relationships/image" Target="../media/image77.png"/><Relationship Id="rId34" Type="http://schemas.openxmlformats.org/officeDocument/2006/relationships/image" Target="../media/image57.png"/><Relationship Id="rId7" Type="http://schemas.openxmlformats.org/officeDocument/2006/relationships/image" Target="../media/image630.png"/><Relationship Id="rId12" Type="http://schemas.openxmlformats.org/officeDocument/2006/relationships/image" Target="../media/image68.png"/><Relationship Id="rId17" Type="http://schemas.openxmlformats.org/officeDocument/2006/relationships/image" Target="../media/image73.png"/><Relationship Id="rId25" Type="http://schemas.openxmlformats.org/officeDocument/2006/relationships/image" Target="../media/image81.png"/><Relationship Id="rId33" Type="http://schemas.openxmlformats.org/officeDocument/2006/relationships/image" Target="../media/image89.png"/><Relationship Id="rId2" Type="http://schemas.openxmlformats.org/officeDocument/2006/relationships/image" Target="../media/image580.png"/><Relationship Id="rId16" Type="http://schemas.openxmlformats.org/officeDocument/2006/relationships/image" Target="../media/image72.png"/><Relationship Id="rId20" Type="http://schemas.openxmlformats.org/officeDocument/2006/relationships/image" Target="../media/image76.png"/><Relationship Id="rId29" Type="http://schemas.openxmlformats.org/officeDocument/2006/relationships/image" Target="../media/image85.png"/><Relationship Id="rId1" Type="http://schemas.openxmlformats.org/officeDocument/2006/relationships/slideLayout" Target="../slideLayouts/slideLayout8.xml"/><Relationship Id="rId6" Type="http://schemas.openxmlformats.org/officeDocument/2006/relationships/image" Target="../media/image62.png"/><Relationship Id="rId11" Type="http://schemas.openxmlformats.org/officeDocument/2006/relationships/image" Target="../media/image67.png"/><Relationship Id="rId24" Type="http://schemas.openxmlformats.org/officeDocument/2006/relationships/image" Target="../media/image80.png"/><Relationship Id="rId32" Type="http://schemas.openxmlformats.org/officeDocument/2006/relationships/image" Target="../media/image88.png"/><Relationship Id="rId5" Type="http://schemas.openxmlformats.org/officeDocument/2006/relationships/image" Target="../media/image61.png"/><Relationship Id="rId15" Type="http://schemas.openxmlformats.org/officeDocument/2006/relationships/image" Target="../media/image71.png"/><Relationship Id="rId23" Type="http://schemas.openxmlformats.org/officeDocument/2006/relationships/image" Target="../media/image79.png"/><Relationship Id="rId28" Type="http://schemas.openxmlformats.org/officeDocument/2006/relationships/image" Target="../media/image84.png"/><Relationship Id="rId10" Type="http://schemas.openxmlformats.org/officeDocument/2006/relationships/image" Target="../media/image66.png"/><Relationship Id="rId19" Type="http://schemas.openxmlformats.org/officeDocument/2006/relationships/image" Target="../media/image75.png"/><Relationship Id="rId31" Type="http://schemas.openxmlformats.org/officeDocument/2006/relationships/image" Target="../media/image87.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0.png"/><Relationship Id="rId22" Type="http://schemas.openxmlformats.org/officeDocument/2006/relationships/image" Target="../media/image78.png"/><Relationship Id="rId27" Type="http://schemas.openxmlformats.org/officeDocument/2006/relationships/image" Target="../media/image83.png"/><Relationship Id="rId30" Type="http://schemas.openxmlformats.org/officeDocument/2006/relationships/image" Target="../media/image86.png"/><Relationship Id="rId8" Type="http://schemas.openxmlformats.org/officeDocument/2006/relationships/image" Target="../media/image64.png"/></Relationships>
</file>

<file path=ppt/slides/_rels/slide10.xml.rels><?xml version="1.0" encoding="UTF-8" standalone="yes"?>
<Relationships xmlns="http://schemas.openxmlformats.org/package/2006/relationships"><Relationship Id="rId13" Type="http://schemas.openxmlformats.org/officeDocument/2006/relationships/image" Target="../media/image72.png"/><Relationship Id="rId18" Type="http://schemas.openxmlformats.org/officeDocument/2006/relationships/image" Target="../media/image79.png"/><Relationship Id="rId26" Type="http://schemas.openxmlformats.org/officeDocument/2006/relationships/image" Target="../media/image88.png"/><Relationship Id="rId39" Type="http://schemas.openxmlformats.org/officeDocument/2006/relationships/image" Target="../media/image102.png"/><Relationship Id="rId21" Type="http://schemas.openxmlformats.org/officeDocument/2006/relationships/image" Target="../media/image83.png"/><Relationship Id="rId34" Type="http://schemas.openxmlformats.org/officeDocument/2006/relationships/image" Target="../media/image98.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8.png"/><Relationship Id="rId25" Type="http://schemas.openxmlformats.org/officeDocument/2006/relationships/image" Target="../media/image87.png"/><Relationship Id="rId33" Type="http://schemas.openxmlformats.org/officeDocument/2006/relationships/image" Target="../media/image93.png"/><Relationship Id="rId38" Type="http://schemas.openxmlformats.org/officeDocument/2006/relationships/image" Target="../media/image101.png"/><Relationship Id="rId2" Type="http://schemas.openxmlformats.org/officeDocument/2006/relationships/image" Target="../media/image580.png"/><Relationship Id="rId16" Type="http://schemas.openxmlformats.org/officeDocument/2006/relationships/image" Target="../media/image77.png"/><Relationship Id="rId20" Type="http://schemas.openxmlformats.org/officeDocument/2006/relationships/image" Target="../media/image81.png"/><Relationship Id="rId29" Type="http://schemas.openxmlformats.org/officeDocument/2006/relationships/image" Target="../media/image92.png"/><Relationship Id="rId1" Type="http://schemas.openxmlformats.org/officeDocument/2006/relationships/slideLayout" Target="../slideLayouts/slideLayout8.xml"/><Relationship Id="rId6" Type="http://schemas.openxmlformats.org/officeDocument/2006/relationships/image" Target="../media/image65.png"/><Relationship Id="rId11" Type="http://schemas.openxmlformats.org/officeDocument/2006/relationships/image" Target="../media/image700.png"/><Relationship Id="rId24" Type="http://schemas.openxmlformats.org/officeDocument/2006/relationships/image" Target="../media/image86.png"/><Relationship Id="rId32" Type="http://schemas.openxmlformats.org/officeDocument/2006/relationships/image" Target="../media/image96.png"/><Relationship Id="rId37" Type="http://schemas.openxmlformats.org/officeDocument/2006/relationships/image" Target="../media/image97.png"/><Relationship Id="rId5" Type="http://schemas.openxmlformats.org/officeDocument/2006/relationships/image" Target="../media/image61.png"/><Relationship Id="rId15" Type="http://schemas.openxmlformats.org/officeDocument/2006/relationships/image" Target="../media/image74.png"/><Relationship Id="rId23" Type="http://schemas.openxmlformats.org/officeDocument/2006/relationships/image" Target="../media/image91.png"/><Relationship Id="rId28" Type="http://schemas.openxmlformats.org/officeDocument/2006/relationships/image" Target="../media/image910.png"/><Relationship Id="rId36" Type="http://schemas.openxmlformats.org/officeDocument/2006/relationships/image" Target="../media/image100.png"/><Relationship Id="rId10" Type="http://schemas.openxmlformats.org/officeDocument/2006/relationships/image" Target="../media/image69.png"/><Relationship Id="rId19" Type="http://schemas.openxmlformats.org/officeDocument/2006/relationships/image" Target="../media/image90.png"/><Relationship Id="rId31" Type="http://schemas.openxmlformats.org/officeDocument/2006/relationships/image" Target="../media/image95.png"/><Relationship Id="rId4" Type="http://schemas.openxmlformats.org/officeDocument/2006/relationships/image" Target="../media/image60.png"/><Relationship Id="rId9" Type="http://schemas.openxmlformats.org/officeDocument/2006/relationships/image" Target="../media/image68.png"/><Relationship Id="rId14" Type="http://schemas.openxmlformats.org/officeDocument/2006/relationships/image" Target="../media/image73.png"/><Relationship Id="rId22" Type="http://schemas.openxmlformats.org/officeDocument/2006/relationships/image" Target="../media/image84.png"/><Relationship Id="rId27" Type="http://schemas.openxmlformats.org/officeDocument/2006/relationships/image" Target="../media/image89.png"/><Relationship Id="rId30" Type="http://schemas.openxmlformats.org/officeDocument/2006/relationships/image" Target="../media/image94.png"/><Relationship Id="rId35" Type="http://schemas.openxmlformats.org/officeDocument/2006/relationships/image" Target="../media/image99.png"/><Relationship Id="rId8" Type="http://schemas.openxmlformats.org/officeDocument/2006/relationships/image" Target="../media/image67.png"/><Relationship Id="rId3" Type="http://schemas.openxmlformats.org/officeDocument/2006/relationships/image" Target="../media/image59.png"/></Relationships>
</file>

<file path=ppt/slides/_rels/slide11.xml.rels><?xml version="1.0" encoding="UTF-8" standalone="yes"?>
<Relationships xmlns="http://schemas.openxmlformats.org/package/2006/relationships"><Relationship Id="rId13" Type="http://schemas.openxmlformats.org/officeDocument/2006/relationships/image" Target="../media/image72.png"/><Relationship Id="rId18" Type="http://schemas.openxmlformats.org/officeDocument/2006/relationships/image" Target="../media/image79.png"/><Relationship Id="rId26" Type="http://schemas.openxmlformats.org/officeDocument/2006/relationships/image" Target="../media/image88.png"/><Relationship Id="rId39" Type="http://schemas.openxmlformats.org/officeDocument/2006/relationships/image" Target="../media/image109.png"/><Relationship Id="rId21" Type="http://schemas.openxmlformats.org/officeDocument/2006/relationships/image" Target="../media/image83.png"/><Relationship Id="rId34" Type="http://schemas.openxmlformats.org/officeDocument/2006/relationships/image" Target="../media/image1041.png"/><Relationship Id="rId42" Type="http://schemas.openxmlformats.org/officeDocument/2006/relationships/image" Target="../media/image112.png"/><Relationship Id="rId7" Type="http://schemas.openxmlformats.org/officeDocument/2006/relationships/image" Target="../media/image103.png"/><Relationship Id="rId2" Type="http://schemas.openxmlformats.org/officeDocument/2006/relationships/image" Target="../media/image580.png"/><Relationship Id="rId16" Type="http://schemas.openxmlformats.org/officeDocument/2006/relationships/image" Target="../media/image77.png"/><Relationship Id="rId20" Type="http://schemas.openxmlformats.org/officeDocument/2006/relationships/image" Target="../media/image81.png"/><Relationship Id="rId29" Type="http://schemas.openxmlformats.org/officeDocument/2006/relationships/image" Target="../media/image104.png"/><Relationship Id="rId41" Type="http://schemas.openxmlformats.org/officeDocument/2006/relationships/image" Target="../media/image111.png"/><Relationship Id="rId1" Type="http://schemas.openxmlformats.org/officeDocument/2006/relationships/slideLayout" Target="../slideLayouts/slideLayout8.xml"/><Relationship Id="rId6" Type="http://schemas.openxmlformats.org/officeDocument/2006/relationships/image" Target="../media/image65.png"/><Relationship Id="rId11" Type="http://schemas.openxmlformats.org/officeDocument/2006/relationships/image" Target="../media/image700.png"/><Relationship Id="rId24" Type="http://schemas.openxmlformats.org/officeDocument/2006/relationships/image" Target="../media/image86.png"/><Relationship Id="rId32" Type="http://schemas.openxmlformats.org/officeDocument/2006/relationships/image" Target="../media/image96.png"/><Relationship Id="rId37" Type="http://schemas.openxmlformats.org/officeDocument/2006/relationships/image" Target="../media/image107.png"/><Relationship Id="rId40" Type="http://schemas.openxmlformats.org/officeDocument/2006/relationships/image" Target="../media/image110.png"/><Relationship Id="rId5" Type="http://schemas.openxmlformats.org/officeDocument/2006/relationships/image" Target="../media/image61.png"/><Relationship Id="rId15" Type="http://schemas.openxmlformats.org/officeDocument/2006/relationships/image" Target="../media/image74.png"/><Relationship Id="rId23" Type="http://schemas.openxmlformats.org/officeDocument/2006/relationships/image" Target="../media/image85.png"/><Relationship Id="rId28" Type="http://schemas.openxmlformats.org/officeDocument/2006/relationships/image" Target="../media/image910.png"/><Relationship Id="rId36" Type="http://schemas.openxmlformats.org/officeDocument/2006/relationships/image" Target="../media/image1060.png"/><Relationship Id="rId10" Type="http://schemas.openxmlformats.org/officeDocument/2006/relationships/image" Target="../media/image69.png"/><Relationship Id="rId19" Type="http://schemas.openxmlformats.org/officeDocument/2006/relationships/image" Target="../media/image80.png"/><Relationship Id="rId31" Type="http://schemas.openxmlformats.org/officeDocument/2006/relationships/image" Target="../media/image1021.png"/><Relationship Id="rId4" Type="http://schemas.openxmlformats.org/officeDocument/2006/relationships/image" Target="../media/image60.png"/><Relationship Id="rId9" Type="http://schemas.openxmlformats.org/officeDocument/2006/relationships/image" Target="../media/image68.png"/><Relationship Id="rId14" Type="http://schemas.openxmlformats.org/officeDocument/2006/relationships/image" Target="../media/image73.png"/><Relationship Id="rId22" Type="http://schemas.openxmlformats.org/officeDocument/2006/relationships/image" Target="../media/image84.png"/><Relationship Id="rId27" Type="http://schemas.openxmlformats.org/officeDocument/2006/relationships/image" Target="../media/image89.png"/><Relationship Id="rId30" Type="http://schemas.openxmlformats.org/officeDocument/2006/relationships/image" Target="../media/image105.png"/><Relationship Id="rId35" Type="http://schemas.openxmlformats.org/officeDocument/2006/relationships/image" Target="../media/image1051.png"/><Relationship Id="rId43" Type="http://schemas.openxmlformats.org/officeDocument/2006/relationships/image" Target="../media/image113.png"/><Relationship Id="rId8" Type="http://schemas.openxmlformats.org/officeDocument/2006/relationships/image" Target="../media/image67.png"/><Relationship Id="rId3" Type="http://schemas.openxmlformats.org/officeDocument/2006/relationships/image" Target="../media/image59.png"/><Relationship Id="rId12" Type="http://schemas.openxmlformats.org/officeDocument/2006/relationships/image" Target="../media/image71.png"/><Relationship Id="rId17" Type="http://schemas.openxmlformats.org/officeDocument/2006/relationships/image" Target="../media/image78.png"/><Relationship Id="rId25" Type="http://schemas.openxmlformats.org/officeDocument/2006/relationships/image" Target="../media/image87.png"/><Relationship Id="rId33" Type="http://schemas.openxmlformats.org/officeDocument/2006/relationships/image" Target="../media/image106.png"/><Relationship Id="rId38" Type="http://schemas.openxmlformats.org/officeDocument/2006/relationships/image" Target="../media/image108.png"/></Relationships>
</file>

<file path=ppt/slides/_rels/slide12.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image" Target="../media/image117.png"/><Relationship Id="rId1" Type="http://schemas.openxmlformats.org/officeDocument/2006/relationships/slideLayout" Target="../slideLayouts/slideLayout8.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1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0.png"/><Relationship Id="rId1" Type="http://schemas.openxmlformats.org/officeDocument/2006/relationships/slideLayout" Target="../slideLayouts/slideLayout8.xml"/><Relationship Id="rId5" Type="http://schemas.openxmlformats.org/officeDocument/2006/relationships/image" Target="../media/image137.png"/><Relationship Id="rId4" Type="http://schemas.openxmlformats.org/officeDocument/2006/relationships/image" Target="../media/image136.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8" Type="http://schemas.openxmlformats.org/officeDocument/2006/relationships/image" Target="../media/image3400.png"/><Relationship Id="rId13" Type="http://schemas.openxmlformats.org/officeDocument/2006/relationships/image" Target="../media/image911.png"/><Relationship Id="rId3" Type="http://schemas.openxmlformats.org/officeDocument/2006/relationships/image" Target="../media/image410.png"/><Relationship Id="rId7" Type="http://schemas.openxmlformats.org/officeDocument/2006/relationships/image" Target="../media/image8.png"/><Relationship Id="rId12" Type="http://schemas.openxmlformats.org/officeDocument/2006/relationships/image" Target="../media/image1010.png"/><Relationship Id="rId2" Type="http://schemas.openxmlformats.org/officeDocument/2006/relationships/image" Target="../media/image310.png"/><Relationship Id="rId1" Type="http://schemas.openxmlformats.org/officeDocument/2006/relationships/slideLayout" Target="../slideLayouts/slideLayout8.xml"/><Relationship Id="rId6" Type="http://schemas.openxmlformats.org/officeDocument/2006/relationships/image" Target="../media/image710.png"/><Relationship Id="rId11" Type="http://schemas.openxmlformats.org/officeDocument/2006/relationships/image" Target="../media/image800.png"/><Relationship Id="rId5" Type="http://schemas.openxmlformats.org/officeDocument/2006/relationships/image" Target="../media/image610.png"/><Relationship Id="rId10" Type="http://schemas.openxmlformats.org/officeDocument/2006/relationships/image" Target="../media/image411.png"/><Relationship Id="rId4" Type="http://schemas.openxmlformats.org/officeDocument/2006/relationships/image" Target="../media/image510.png"/><Relationship Id="rId9" Type="http://schemas.openxmlformats.org/officeDocument/2006/relationships/image" Target="../media/image3500.png"/></Relationships>
</file>

<file path=ppt/slides/_rels/slide17.xml.rels><?xml version="1.0" encoding="UTF-8" standalone="yes"?>
<Relationships xmlns="http://schemas.openxmlformats.org/package/2006/relationships"><Relationship Id="rId2" Type="http://schemas.openxmlformats.org/officeDocument/2006/relationships/image" Target="../media/image81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190.png"/><Relationship Id="rId7"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20.png"/><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51.png"/><Relationship Id="rId7" Type="http://schemas.openxmlformats.org/officeDocument/2006/relationships/image" Target="../media/image440.png"/><Relationship Id="rId2" Type="http://schemas.openxmlformats.org/officeDocument/2006/relationships/image" Target="../media/image50.png"/><Relationship Id="rId1" Type="http://schemas.openxmlformats.org/officeDocument/2006/relationships/slideLayout" Target="../slideLayouts/slideLayout8.xml"/><Relationship Id="rId6" Type="http://schemas.openxmlformats.org/officeDocument/2006/relationships/image" Target="../media/image430.png"/><Relationship Id="rId5" Type="http://schemas.openxmlformats.org/officeDocument/2006/relationships/image" Target="../media/image420.png"/><Relationship Id="rId4" Type="http://schemas.openxmlformats.org/officeDocument/2006/relationships/image" Target="../media/image412.png"/></Relationships>
</file>

<file path=ppt/slides/_rels/slide29.xml.rels><?xml version="1.0" encoding="UTF-8" standalone="yes"?>
<Relationships xmlns="http://schemas.openxmlformats.org/package/2006/relationships"><Relationship Id="rId8" Type="http://schemas.openxmlformats.org/officeDocument/2006/relationships/image" Target="../media/image1510.png"/><Relationship Id="rId13" Type="http://schemas.openxmlformats.org/officeDocument/2006/relationships/image" Target="../media/image200.png"/><Relationship Id="rId18" Type="http://schemas.openxmlformats.org/officeDocument/2006/relationships/image" Target="../media/image560.png"/><Relationship Id="rId3" Type="http://schemas.openxmlformats.org/officeDocument/2006/relationships/image" Target="../media/image470.png"/><Relationship Id="rId7" Type="http://schemas.openxmlformats.org/officeDocument/2006/relationships/image" Target="../media/image511.png"/><Relationship Id="rId12" Type="http://schemas.openxmlformats.org/officeDocument/2006/relationships/image" Target="../media/image198.png"/><Relationship Id="rId17" Type="http://schemas.openxmlformats.org/officeDocument/2006/relationships/image" Target="../media/image55.png"/><Relationship Id="rId2" Type="http://schemas.openxmlformats.org/officeDocument/2006/relationships/image" Target="../media/image460.png"/><Relationship Id="rId16" Type="http://schemas.openxmlformats.org/officeDocument/2006/relationships/image" Target="../media/image54.png"/><Relationship Id="rId1" Type="http://schemas.openxmlformats.org/officeDocument/2006/relationships/slideLayout" Target="../slideLayouts/slideLayout8.xml"/><Relationship Id="rId6" Type="http://schemas.openxmlformats.org/officeDocument/2006/relationships/image" Target="../media/image500.png"/><Relationship Id="rId11" Type="http://schemas.openxmlformats.org/officeDocument/2006/relationships/image" Target="../media/image182.png"/><Relationship Id="rId5" Type="http://schemas.openxmlformats.org/officeDocument/2006/relationships/image" Target="../media/image490.png"/><Relationship Id="rId15" Type="http://schemas.openxmlformats.org/officeDocument/2006/relationships/image" Target="../media/image53.png"/><Relationship Id="rId10" Type="http://schemas.openxmlformats.org/officeDocument/2006/relationships/image" Target="../media/image171.png"/><Relationship Id="rId4" Type="http://schemas.openxmlformats.org/officeDocument/2006/relationships/image" Target="../media/image480.png"/><Relationship Id="rId9" Type="http://schemas.openxmlformats.org/officeDocument/2006/relationships/image" Target="../media/image161.png"/><Relationship Id="rId14" Type="http://schemas.openxmlformats.org/officeDocument/2006/relationships/image" Target="../media/image52.png"/></Relationships>
</file>

<file path=ppt/slides/_rels/slide30.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B5EC9-20BD-7962-E8C4-C8124FA84100}"/>
              </a:ext>
            </a:extLst>
          </p:cNvPr>
          <p:cNvSpPr txBox="1">
            <a:spLocks/>
          </p:cNvSpPr>
          <p:nvPr/>
        </p:nvSpPr>
        <p:spPr>
          <a:xfrm>
            <a:off x="2667000" y="1371845"/>
            <a:ext cx="6858000" cy="6778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3280"/>
              </a:lnSpc>
            </a:pPr>
            <a:r>
              <a:rPr kumimoji="1" lang="en-US" altLang="zh-CN" sz="2400" b="1">
                <a:solidFill>
                  <a:schemeClr val="bg1"/>
                </a:solidFill>
                <a:latin typeface="Microsoft YaHei" panose="020B0503020204020204" pitchFamily="34" charset="-122"/>
                <a:ea typeface="Microsoft YaHei" panose="020B0503020204020204" pitchFamily="34" charset="-122"/>
              </a:rPr>
              <a:t>《</a:t>
            </a:r>
            <a:r>
              <a:rPr kumimoji="1" lang="zh-CN" altLang="en-US" sz="2400" b="1">
                <a:solidFill>
                  <a:schemeClr val="bg1"/>
                </a:solidFill>
                <a:latin typeface="Microsoft YaHei" panose="020B0503020204020204" pitchFamily="34" charset="-122"/>
                <a:ea typeface="Microsoft YaHei" panose="020B0503020204020204" pitchFamily="34" charset="-122"/>
              </a:rPr>
              <a:t>人工智能数学原理与算法</a:t>
            </a:r>
            <a:r>
              <a:rPr kumimoji="1" lang="en-US" altLang="zh-CN" sz="2400" b="1">
                <a:solidFill>
                  <a:schemeClr val="bg1"/>
                </a:solidFill>
                <a:latin typeface="Microsoft YaHei" panose="020B0503020204020204" pitchFamily="34" charset="-122"/>
                <a:ea typeface="Microsoft YaHei" panose="020B0503020204020204" pitchFamily="34" charset="-122"/>
              </a:rPr>
              <a:t>》</a:t>
            </a:r>
            <a:br>
              <a:rPr kumimoji="1" lang="en-US" altLang="zh-CN" sz="2400" b="1">
                <a:solidFill>
                  <a:schemeClr val="bg1"/>
                </a:solidFill>
                <a:latin typeface="Microsoft YaHei" panose="020B0503020204020204" pitchFamily="34" charset="-122"/>
                <a:ea typeface="Microsoft YaHei" panose="020B0503020204020204" pitchFamily="34" charset="-122"/>
              </a:rPr>
            </a:br>
            <a:r>
              <a:rPr kumimoji="1" lang="zh-CN" altLang="en-US" sz="2400" b="1">
                <a:solidFill>
                  <a:schemeClr val="bg1"/>
                </a:solidFill>
                <a:latin typeface="Microsoft YaHei" panose="020B0503020204020204" pitchFamily="34" charset="-122"/>
                <a:ea typeface="Microsoft YaHei" panose="020B0503020204020204" pitchFamily="34" charset="-122"/>
              </a:rPr>
              <a:t>第 </a:t>
            </a:r>
            <a:r>
              <a:rPr kumimoji="1" lang="en-US" altLang="zh-CN" sz="2400" b="1">
                <a:solidFill>
                  <a:schemeClr val="bg1"/>
                </a:solidFill>
                <a:latin typeface="Microsoft YaHei" panose="020B0503020204020204" pitchFamily="34" charset="-122"/>
                <a:ea typeface="Microsoft YaHei" panose="020B0503020204020204" pitchFamily="34" charset="-122"/>
              </a:rPr>
              <a:t>3</a:t>
            </a:r>
            <a:r>
              <a:rPr kumimoji="1" lang="zh-CN" altLang="en-US" sz="2400" b="1">
                <a:solidFill>
                  <a:schemeClr val="bg1"/>
                </a:solidFill>
                <a:latin typeface="Microsoft YaHei" panose="020B0503020204020204" pitchFamily="34" charset="-122"/>
                <a:ea typeface="Microsoft YaHei" panose="020B0503020204020204" pitchFamily="34" charset="-122"/>
              </a:rPr>
              <a:t> 章：神经网络基础</a:t>
            </a:r>
          </a:p>
        </p:txBody>
      </p:sp>
      <p:sp>
        <p:nvSpPr>
          <p:cNvPr id="4" name="标题 1">
            <a:extLst>
              <a:ext uri="{FF2B5EF4-FFF2-40B4-BE49-F238E27FC236}">
                <a16:creationId xmlns:a16="http://schemas.microsoft.com/office/drawing/2014/main" id="{CE7C8A4F-D363-021D-D099-6E926237CFCF}"/>
              </a:ext>
            </a:extLst>
          </p:cNvPr>
          <p:cNvSpPr txBox="1">
            <a:spLocks/>
          </p:cNvSpPr>
          <p:nvPr/>
        </p:nvSpPr>
        <p:spPr>
          <a:xfrm>
            <a:off x="2530365" y="2961877"/>
            <a:ext cx="6858000" cy="677863"/>
          </a:xfrm>
          <a:prstGeom prst="rect">
            <a:avLst/>
          </a:prstGeom>
        </p:spPr>
        <p:txBody>
          <a:bodyPr anchor="b"/>
          <a:lstStyle>
            <a:lvl1pPr algn="ctr" defTabSz="685800" rtl="0" eaLnBrk="1" latinLnBrk="0" hangingPunct="1">
              <a:lnSpc>
                <a:spcPct val="90000"/>
              </a:lnSpc>
              <a:spcBef>
                <a:spcPct val="0"/>
              </a:spcBef>
              <a:buNone/>
              <a:defRPr sz="4500" b="1" i="0" kern="1200" baseline="0">
                <a:solidFill>
                  <a:schemeClr val="bg1"/>
                </a:solidFill>
                <a:latin typeface="Times New Roman" panose="02020603050405020304" pitchFamily="18" charset="0"/>
                <a:ea typeface="微软雅黑" panose="020B0503020204020204" pitchFamily="34" charset="-122"/>
                <a:cs typeface="+mj-cs"/>
              </a:defRPr>
            </a:lvl1pPr>
          </a:lstStyle>
          <a:p>
            <a:pPr>
              <a:lnSpc>
                <a:spcPts val="3280"/>
              </a:lnSpc>
            </a:pPr>
            <a:r>
              <a:rPr kumimoji="1" lang="zh-CN" altLang="en-US" sz="4400" dirty="0">
                <a:latin typeface="Microsoft YaHei" panose="020B0503020204020204" pitchFamily="34" charset="-122"/>
                <a:ea typeface="Microsoft YaHei" panose="020B0503020204020204" pitchFamily="34" charset="-122"/>
              </a:rPr>
              <a:t>神经网络基础回顾</a:t>
            </a:r>
          </a:p>
        </p:txBody>
      </p:sp>
      <p:sp>
        <p:nvSpPr>
          <p:cNvPr id="5" name="矩形 1">
            <a:extLst>
              <a:ext uri="{FF2B5EF4-FFF2-40B4-BE49-F238E27FC236}">
                <a16:creationId xmlns:a16="http://schemas.microsoft.com/office/drawing/2014/main" id="{210E9E4D-8E9B-41DE-FA03-76D6A7A1492B}"/>
              </a:ext>
            </a:extLst>
          </p:cNvPr>
          <p:cNvSpPr/>
          <p:nvPr/>
        </p:nvSpPr>
        <p:spPr>
          <a:xfrm>
            <a:off x="3627188" y="4463916"/>
            <a:ext cx="5404863" cy="1381060"/>
          </a:xfrm>
          <a:prstGeom prst="rect">
            <a:avLst/>
          </a:prstGeom>
        </p:spPr>
        <p:txBody>
          <a:bodyPr wrap="square" lIns="87545" tIns="43772" rIns="87545" bIns="43772">
            <a:spAutoFit/>
          </a:bodyPr>
          <a:lstStyle/>
          <a:p>
            <a:pPr marL="0" marR="0" lvl="0" indent="0" algn="ctr" defTabSz="1750695" rtl="0" eaLnBrk="1" fontAlgn="auto" latinLnBrk="0" hangingPunct="1">
              <a:lnSpc>
                <a:spcPct val="10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1750695" rtl="0" eaLnBrk="1" fontAlgn="auto" latinLnBrk="0" hangingPunct="1">
              <a:lnSpc>
                <a:spcPct val="100000"/>
              </a:lnSpc>
              <a:spcBef>
                <a:spcPts val="0"/>
              </a:spcBef>
              <a:spcAft>
                <a:spcPts val="0"/>
              </a:spcAft>
              <a:buClrTx/>
              <a:buSzTx/>
              <a:buFontTx/>
              <a:buNone/>
              <a:tabLst/>
              <a:defRPr/>
            </a:pPr>
            <a:r>
              <a:rPr lang="zh-CN" altLang="en-US" sz="28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康奇宇</a:t>
            </a:r>
            <a:endPar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1750695" rtl="0" eaLnBrk="1" fontAlgn="auto" latinLnBrk="0" hangingPunct="1">
              <a:lnSpc>
                <a:spcPct val="100000"/>
              </a:lnSpc>
              <a:spcBef>
                <a:spcPts val="0"/>
              </a:spcBef>
              <a:spcAft>
                <a:spcPts val="0"/>
              </a:spcAft>
              <a:buClrTx/>
              <a:buSzTx/>
              <a:buFontTx/>
              <a:buNone/>
              <a:tabLst/>
              <a:defRPr/>
            </a:pPr>
            <a:r>
              <a:rPr lang="en-US" altLang="zh-CN" sz="2800" b="1" dirty="0" err="1">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qiyukang@ustc.edu.cn</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467422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185203" y="5006872"/>
                <a:ext cx="5821607" cy="1666792"/>
              </a:xfrm>
            </p:spPr>
            <p:txBody>
              <a:bodyPr>
                <a:normAutofit/>
              </a:bodyPr>
              <a:lstStyle/>
              <a:p>
                <a:pPr marL="0" indent="0">
                  <a:buNone/>
                </a:pPr>
                <a14:m>
                  <m:oMath xmlns:m="http://schemas.openxmlformats.org/officeDocument/2006/math">
                    <m:r>
                      <a:rPr lang="en-US" altLang="zh-CN" i="1" dirty="0">
                        <a:latin typeface="Cambria Math" panose="02040503050406030204" pitchFamily="18" charset="0"/>
                      </a:rPr>
                      <m:t>𝜙</m:t>
                    </m:r>
                  </m:oMath>
                </a14:m>
                <a:r>
                  <a:rPr lang="zh-CN" altLang="en-US" dirty="0"/>
                  <a:t>的选择：</a:t>
                </a:r>
                <a:endParaRPr lang="en-US" altLang="zh-CN" dirty="0"/>
              </a:p>
              <a:p>
                <a:pPr lvl="1"/>
                <a:r>
                  <a:rPr lang="zh-CN" altLang="en-US" dirty="0">
                    <a:solidFill>
                      <a:srgbClr val="FF0000"/>
                    </a:solidFill>
                  </a:rPr>
                  <a:t>核技巧：</a:t>
                </a:r>
                <a:r>
                  <a:rPr lang="zh-CN" altLang="en-US" dirty="0"/>
                  <a:t>隐式定义 </a:t>
                </a:r>
                <a14:m>
                  <m:oMath xmlns:m="http://schemas.openxmlformats.org/officeDocument/2006/math">
                    <m:r>
                      <a:rPr lang="en-US" altLang="zh-CN" i="1" dirty="0">
                        <a:latin typeface="Cambria Math" panose="02040503050406030204" pitchFamily="18" charset="0"/>
                      </a:rPr>
                      <m:t>𝜙</m:t>
                    </m:r>
                    <m:r>
                      <a:rPr lang="en-US" altLang="zh-CN" i="1" dirty="0">
                        <a:latin typeface="Cambria Math" panose="02040503050406030204" pitchFamily="18" charset="0"/>
                      </a:rPr>
                      <m:t> </m:t>
                    </m:r>
                  </m:oMath>
                </a14:m>
                <a:r>
                  <a:rPr lang="zh-CN" altLang="en-US" dirty="0"/>
                  <a:t>。如</a:t>
                </a:r>
                <a:r>
                  <a:rPr lang="en-US" altLang="zh-CN" dirty="0"/>
                  <a:t>RBF </a:t>
                </a:r>
                <a:r>
                  <a:rPr lang="zh-CN" altLang="en-US" dirty="0"/>
                  <a:t>核定义的无限维的</a:t>
                </a:r>
                <a14:m>
                  <m:oMath xmlns:m="http://schemas.openxmlformats.org/officeDocument/2006/math">
                    <m:r>
                      <a:rPr lang="en-US" altLang="zh-CN" i="1" dirty="0">
                        <a:latin typeface="Cambria Math" panose="02040503050406030204" pitchFamily="18" charset="0"/>
                      </a:rPr>
                      <m:t>𝜙</m:t>
                    </m:r>
                  </m:oMath>
                </a14:m>
                <a:endParaRPr lang="en-US" altLang="zh-CN" dirty="0"/>
              </a:p>
              <a:p>
                <a:pPr lvl="1"/>
                <a:r>
                  <a:rPr lang="zh-CN" altLang="en-US" dirty="0">
                    <a:solidFill>
                      <a:srgbClr val="FF0000"/>
                    </a:solidFill>
                  </a:rPr>
                  <a:t>特征工程</a:t>
                </a:r>
                <a:r>
                  <a:rPr lang="zh-CN" altLang="en-US" dirty="0"/>
                  <a:t>：根据经验手动设计</a:t>
                </a:r>
                <a14:m>
                  <m:oMath xmlns:m="http://schemas.openxmlformats.org/officeDocument/2006/math">
                    <m:r>
                      <a:rPr lang="en-US" altLang="zh-CN" i="1" dirty="0">
                        <a:latin typeface="Cambria Math" panose="02040503050406030204" pitchFamily="18" charset="0"/>
                      </a:rPr>
                      <m:t>𝜙</m:t>
                    </m:r>
                    <m:r>
                      <a:rPr lang="en-US" altLang="zh-CN" i="1" dirty="0">
                        <a:latin typeface="Cambria Math" panose="02040503050406030204" pitchFamily="18" charset="0"/>
                      </a:rPr>
                      <m:t> </m:t>
                    </m:r>
                  </m:oMath>
                </a14:m>
                <a:endParaRPr lang="en-US" altLang="zh-CN" dirty="0"/>
              </a:p>
              <a:p>
                <a:pPr lvl="1"/>
                <a:r>
                  <a:rPr lang="zh-CN" altLang="en-US" dirty="0">
                    <a:solidFill>
                      <a:srgbClr val="FF0000"/>
                    </a:solidFill>
                  </a:rPr>
                  <a:t>神经网络</a:t>
                </a:r>
                <a:r>
                  <a:rPr lang="zh-CN" altLang="en-US" dirty="0"/>
                  <a:t>学习 </a:t>
                </a:r>
                <a14:m>
                  <m:oMath xmlns:m="http://schemas.openxmlformats.org/officeDocument/2006/math">
                    <m:r>
                      <a:rPr lang="en-US" altLang="zh-CN" i="1" dirty="0">
                        <a:latin typeface="Cambria Math" panose="02040503050406030204" pitchFamily="18" charset="0"/>
                      </a:rPr>
                      <m:t>𝜙</m:t>
                    </m:r>
                  </m:oMath>
                </a14:m>
                <a:r>
                  <a:rPr lang="zh-CN" altLang="en-US" dirty="0"/>
                  <a:t>，即</a:t>
                </a:r>
                <a14:m>
                  <m:oMath xmlns:m="http://schemas.openxmlformats.org/officeDocument/2006/math">
                    <m:r>
                      <a:rPr lang="en-US" altLang="zh-CN" i="1" dirty="0">
                        <a:latin typeface="Cambria Math" panose="02040503050406030204" pitchFamily="18" charset="0"/>
                      </a:rPr>
                      <m:t>𝑦</m:t>
                    </m:r>
                    <m:r>
                      <a:rPr lang="en-US" altLang="zh-CN" i="1" dirty="0">
                        <a:latin typeface="Cambria Math" panose="02040503050406030204" pitchFamily="18" charset="0"/>
                      </a:rPr>
                      <m:t>=</m:t>
                    </m:r>
                    <m:r>
                      <a:rPr lang="en-US" altLang="zh-CN" i="1" dirty="0">
                        <a:latin typeface="Cambria Math" panose="02040503050406030204" pitchFamily="18" charset="0"/>
                      </a:rPr>
                      <m:t>𝑓</m:t>
                    </m:r>
                    <m:d>
                      <m:dPr>
                        <m:ctrlPr>
                          <a:rPr lang="en-US" altLang="zh-CN" i="1" dirty="0">
                            <a:latin typeface="Cambria Math" panose="02040503050406030204" pitchFamily="18" charset="0"/>
                          </a:rPr>
                        </m:ctrlPr>
                      </m:dPr>
                      <m:e>
                        <m:r>
                          <a:rPr lang="en-US" altLang="zh-CN" b="1" i="1" dirty="0">
                            <a:latin typeface="Cambria Math" panose="02040503050406030204" pitchFamily="18" charset="0"/>
                          </a:rPr>
                          <m:t>𝒙</m:t>
                        </m:r>
                        <m:r>
                          <a:rPr lang="en-US" altLang="zh-CN" i="1" dirty="0">
                            <a:latin typeface="Cambria Math" panose="02040503050406030204" pitchFamily="18" charset="0"/>
                          </a:rPr>
                          <m:t>;</m:t>
                        </m:r>
                        <m:r>
                          <a:rPr lang="en-US" altLang="zh-CN" i="1" dirty="0">
                            <a:latin typeface="Cambria Math" panose="02040503050406030204" pitchFamily="18" charset="0"/>
                          </a:rPr>
                          <m:t>𝜃</m:t>
                        </m:r>
                        <m:r>
                          <a:rPr lang="en-US" altLang="zh-CN" i="1" dirty="0">
                            <a:latin typeface="Cambria Math" panose="02040503050406030204" pitchFamily="18" charset="0"/>
                          </a:rPr>
                          <m:t>,</m:t>
                        </m:r>
                        <m:r>
                          <a:rPr lang="en-US" altLang="zh-CN" b="1" i="1" dirty="0">
                            <a:latin typeface="Cambria Math" panose="02040503050406030204" pitchFamily="18" charset="0"/>
                          </a:rPr>
                          <m:t>𝒘</m:t>
                        </m:r>
                      </m:e>
                    </m:d>
                    <m:r>
                      <a:rPr lang="en-US" altLang="zh-CN" i="1" dirty="0">
                        <a:latin typeface="Cambria Math" panose="02040503050406030204" pitchFamily="18" charset="0"/>
                      </a:rPr>
                      <m:t>=</m:t>
                    </m:r>
                    <m:r>
                      <a:rPr lang="en-US" altLang="zh-CN" i="1" dirty="0">
                        <a:latin typeface="Cambria Math" panose="02040503050406030204" pitchFamily="18" charset="0"/>
                      </a:rPr>
                      <m:t>𝜙</m:t>
                    </m:r>
                    <m:sSup>
                      <m:sSupPr>
                        <m:ctrlPr>
                          <a:rPr lang="en-US" altLang="zh-CN" i="1" dirty="0">
                            <a:latin typeface="Cambria Math" panose="02040503050406030204" pitchFamily="18" charset="0"/>
                          </a:rPr>
                        </m:ctrlPr>
                      </m:sSupPr>
                      <m:e>
                        <m:d>
                          <m:dPr>
                            <m:ctrlPr>
                              <a:rPr lang="en-US" altLang="zh-CN" i="1" dirty="0">
                                <a:latin typeface="Cambria Math" panose="02040503050406030204" pitchFamily="18" charset="0"/>
                              </a:rPr>
                            </m:ctrlPr>
                          </m:dPr>
                          <m:e>
                            <m:r>
                              <a:rPr lang="en-US" altLang="zh-CN" b="1" i="1" dirty="0">
                                <a:latin typeface="Cambria Math" panose="02040503050406030204" pitchFamily="18" charset="0"/>
                              </a:rPr>
                              <m:t>𝒙</m:t>
                            </m:r>
                            <m:r>
                              <a:rPr lang="en-US" altLang="zh-CN" i="1" dirty="0">
                                <a:latin typeface="Cambria Math" panose="02040503050406030204" pitchFamily="18" charset="0"/>
                              </a:rPr>
                              <m:t>;</m:t>
                            </m:r>
                            <m:r>
                              <a:rPr lang="en-US" altLang="zh-CN" i="1" dirty="0">
                                <a:latin typeface="Cambria Math" panose="02040503050406030204" pitchFamily="18" charset="0"/>
                              </a:rPr>
                              <m:t>𝜃</m:t>
                            </m:r>
                          </m:e>
                        </m:d>
                      </m:e>
                      <m:sup>
                        <m:r>
                          <a:rPr lang="en-US" altLang="zh-CN" i="1" dirty="0">
                            <a:latin typeface="Cambria Math" panose="02040503050406030204" pitchFamily="18" charset="0"/>
                          </a:rPr>
                          <m:t>𝑇</m:t>
                        </m:r>
                      </m:sup>
                    </m:sSup>
                    <m:r>
                      <a:rPr lang="en-US" altLang="zh-CN" b="1" i="1" dirty="0">
                        <a:latin typeface="Cambria Math" panose="02040503050406030204" pitchFamily="18" charset="0"/>
                      </a:rPr>
                      <m:t>𝒘</m:t>
                    </m:r>
                  </m:oMath>
                </a14:m>
                <a:endParaRPr lang="en-US" altLang="zh-CN" b="1"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185203" y="5006872"/>
                <a:ext cx="5821607" cy="1666792"/>
              </a:xfrm>
              <a:blipFill>
                <a:blip r:embed="rId2"/>
                <a:stretch>
                  <a:fillRect l="-655" t="-3788"/>
                </a:stretch>
              </a:blipFill>
            </p:spPr>
            <p:txBody>
              <a:bodyPr/>
              <a:lstStyle/>
              <a:p>
                <a:r>
                  <a:rPr lang="zh-CN" altLang="en-US">
                    <a:noFill/>
                  </a:rPr>
                  <a:t> </a:t>
                </a:r>
              </a:p>
            </p:txBody>
          </p:sp>
        </mc:Fallback>
      </mc:AlternateContent>
      <p:sp>
        <p:nvSpPr>
          <p:cNvPr id="2" name="标题 1"/>
          <p:cNvSpPr>
            <a:spLocks noGrp="1"/>
          </p:cNvSpPr>
          <p:nvPr>
            <p:ph type="title"/>
          </p:nvPr>
        </p:nvSpPr>
        <p:spPr>
          <a:xfrm>
            <a:off x="0" y="-101600"/>
            <a:ext cx="7886700" cy="981075"/>
          </a:xfrm>
          <a:prstGeom prst="rect">
            <a:avLst/>
          </a:prstGeom>
        </p:spPr>
        <p:txBody>
          <a:bodyPr/>
          <a:lstStyle/>
          <a:p>
            <a:r>
              <a:rPr lang="zh-CN" altLang="en-US" dirty="0"/>
              <a:t>神经网络动机</a:t>
            </a:r>
          </a:p>
        </p:txBody>
      </p:sp>
      <p:pic>
        <p:nvPicPr>
          <p:cNvPr id="7" name="Picture 5"/>
          <p:cNvPicPr>
            <a:picLocks noChangeAspect="1"/>
          </p:cNvPicPr>
          <p:nvPr/>
        </p:nvPicPr>
        <p:blipFill rotWithShape="1">
          <a:blip r:embed="rId3"/>
          <a:srcRect r="49791"/>
          <a:stretch/>
        </p:blipFill>
        <p:spPr>
          <a:xfrm>
            <a:off x="3344311" y="1843699"/>
            <a:ext cx="2479431" cy="2809232"/>
          </a:xfrm>
          <a:prstGeom prst="rect">
            <a:avLst/>
          </a:prstGeom>
        </p:spPr>
      </p:pic>
      <p:pic>
        <p:nvPicPr>
          <p:cNvPr id="8" name="Picture 5"/>
          <p:cNvPicPr>
            <a:picLocks noChangeAspect="1"/>
          </p:cNvPicPr>
          <p:nvPr/>
        </p:nvPicPr>
        <p:blipFill rotWithShape="1">
          <a:blip r:embed="rId3"/>
          <a:srcRect l="49262"/>
          <a:stretch/>
        </p:blipFill>
        <p:spPr>
          <a:xfrm>
            <a:off x="5852451" y="1843699"/>
            <a:ext cx="2505536" cy="2809232"/>
          </a:xfrm>
          <a:prstGeom prst="rect">
            <a:avLst/>
          </a:prstGeom>
        </p:spPr>
      </p:pic>
      <mc:AlternateContent xmlns:mc="http://schemas.openxmlformats.org/markup-compatibility/2006" xmlns:a14="http://schemas.microsoft.com/office/drawing/2010/main">
        <mc:Choice Requires="a14">
          <p:sp>
            <p:nvSpPr>
              <p:cNvPr id="10" name="矩形 9"/>
              <p:cNvSpPr/>
              <p:nvPr/>
            </p:nvSpPr>
            <p:spPr>
              <a:xfrm>
                <a:off x="1661201" y="2633653"/>
                <a:ext cx="1867267" cy="1631216"/>
              </a:xfrm>
              <a:prstGeom prst="rect">
                <a:avLst/>
              </a:prstGeom>
            </p:spPr>
            <p:txBody>
              <a:bodyPr wrap="square">
                <a:spAutoFit/>
              </a:bodyPr>
              <a:lstStyle/>
              <a:p>
                <a:pPr>
                  <a:defRPr/>
                </a:pPr>
                <a14:m>
                  <m:oMathPara xmlns:m="http://schemas.openxmlformats.org/officeDocument/2006/math">
                    <m:oMathParaPr>
                      <m:jc m:val="centerGroup"/>
                    </m:oMathParaPr>
                    <m:oMath xmlns:m="http://schemas.openxmlformats.org/officeDocument/2006/math">
                      <m:r>
                        <a:rPr lang="en-US" altLang="zh-CN" sz="2000" i="1">
                          <a:solidFill>
                            <a:srgbClr val="FF0000"/>
                          </a:solidFill>
                          <a:latin typeface="Cambria Math" panose="02040503050406030204" pitchFamily="18" charset="0"/>
                        </a:rPr>
                        <m:t>𝑦</m:t>
                      </m:r>
                      <m:r>
                        <a:rPr lang="en-US" altLang="zh-CN" sz="2000" i="1">
                          <a:solidFill>
                            <a:srgbClr val="FF0000"/>
                          </a:solidFill>
                          <a:latin typeface="Cambria Math" panose="02040503050406030204" pitchFamily="18" charset="0"/>
                        </a:rPr>
                        <m:t>=</m:t>
                      </m:r>
                      <m:sSup>
                        <m:sSupPr>
                          <m:ctrlPr>
                            <a:rPr lang="en-US" altLang="zh-CN" sz="2000" i="1">
                              <a:solidFill>
                                <a:srgbClr val="FF0000"/>
                              </a:solidFill>
                              <a:latin typeface="Cambria Math" panose="02040503050406030204" pitchFamily="18" charset="0"/>
                            </a:rPr>
                          </m:ctrlPr>
                        </m:sSupPr>
                        <m:e>
                          <m:r>
                            <a:rPr lang="en-US" altLang="zh-CN" sz="2000" b="1" i="1">
                              <a:solidFill>
                                <a:srgbClr val="FF0000"/>
                              </a:solidFill>
                              <a:latin typeface="Cambria Math" panose="02040503050406030204" pitchFamily="18" charset="0"/>
                            </a:rPr>
                            <m:t>𝒘</m:t>
                          </m:r>
                        </m:e>
                        <m:sup>
                          <m:r>
                            <a:rPr lang="en-US" altLang="zh-CN" sz="2000" i="1">
                              <a:solidFill>
                                <a:srgbClr val="FF0000"/>
                              </a:solidFill>
                              <a:latin typeface="Cambria Math" panose="02040503050406030204" pitchFamily="18" charset="0"/>
                            </a:rPr>
                            <m:t>⊤</m:t>
                          </m:r>
                        </m:sup>
                      </m:sSup>
                      <m:r>
                        <a:rPr lang="en-US" altLang="zh-CN" sz="2000" b="1" i="1">
                          <a:solidFill>
                            <a:srgbClr val="FF0000"/>
                          </a:solidFill>
                          <a:latin typeface="Cambria Math" panose="02040503050406030204" pitchFamily="18" charset="0"/>
                        </a:rPr>
                        <m:t>𝒙</m:t>
                      </m:r>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𝑏</m:t>
                      </m:r>
                    </m:oMath>
                  </m:oMathPara>
                </a14:m>
                <a:endParaRPr lang="en-US" altLang="zh-CN" sz="2000" dirty="0">
                  <a:solidFill>
                    <a:srgbClr val="FF0000"/>
                  </a:solidFill>
                  <a:latin typeface="Times New Roman"/>
                  <a:ea typeface="微软雅黑"/>
                </a:endParaRPr>
              </a:p>
              <a:p>
                <a:pPr>
                  <a:defRPr/>
                </a:pPr>
                <a:endParaRPr lang="en-US" altLang="zh-CN" sz="2000" dirty="0">
                  <a:solidFill>
                    <a:prstClr val="black"/>
                  </a:solidFill>
                  <a:latin typeface="Times New Roman"/>
                  <a:ea typeface="微软雅黑"/>
                </a:endParaRPr>
              </a:p>
              <a:p>
                <a:pPr>
                  <a:defRPr/>
                </a:pPr>
                <a:r>
                  <a:rPr lang="zh-CN" altLang="en-US" sz="2000" dirty="0">
                    <a:solidFill>
                      <a:prstClr val="black"/>
                    </a:solidFill>
                    <a:latin typeface="Times New Roman"/>
                    <a:ea typeface="微软雅黑"/>
                  </a:rPr>
                  <a:t>缺点：无法理解输入变量非线性关系</a:t>
                </a:r>
              </a:p>
            </p:txBody>
          </p:sp>
        </mc:Choice>
        <mc:Fallback xmlns="">
          <p:sp>
            <p:nvSpPr>
              <p:cNvPr id="10" name="矩形 9"/>
              <p:cNvSpPr>
                <a:spLocks noRot="1" noChangeAspect="1" noMove="1" noResize="1" noEditPoints="1" noAdjustHandles="1" noChangeArrowheads="1" noChangeShapeType="1" noTextEdit="1"/>
              </p:cNvSpPr>
              <p:nvPr/>
            </p:nvSpPr>
            <p:spPr>
              <a:xfrm>
                <a:off x="1661201" y="2633653"/>
                <a:ext cx="1867267" cy="1631216"/>
              </a:xfrm>
              <a:prstGeom prst="rect">
                <a:avLst/>
              </a:prstGeom>
              <a:blipFill>
                <a:blip r:embed="rId4"/>
                <a:stretch>
                  <a:fillRect l="-4082" b="-62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8505761" y="2633653"/>
                <a:ext cx="2014059" cy="1631216"/>
              </a:xfrm>
              <a:prstGeom prst="rect">
                <a:avLst/>
              </a:prstGeom>
            </p:spPr>
            <p:txBody>
              <a:bodyPr wrap="square">
                <a:spAutoFit/>
              </a:bodyPr>
              <a:lstStyle/>
              <a:p>
                <a:pPr>
                  <a:defRPr/>
                </a:pPr>
                <a14:m>
                  <m:oMathPara xmlns:m="http://schemas.openxmlformats.org/officeDocument/2006/math">
                    <m:oMathParaPr>
                      <m:jc m:val="centerGroup"/>
                    </m:oMathParaPr>
                    <m:oMath xmlns:m="http://schemas.openxmlformats.org/officeDocument/2006/math">
                      <m:r>
                        <a:rPr lang="en-US" altLang="zh-CN" sz="2000" i="1">
                          <a:solidFill>
                            <a:srgbClr val="FF0000"/>
                          </a:solidFill>
                          <a:latin typeface="Cambria Math" panose="02040503050406030204" pitchFamily="18" charset="0"/>
                        </a:rPr>
                        <m:t>𝑦</m:t>
                      </m:r>
                      <m:r>
                        <a:rPr lang="en-US" altLang="zh-CN" sz="2000" i="1">
                          <a:solidFill>
                            <a:srgbClr val="FF0000"/>
                          </a:solidFill>
                          <a:latin typeface="Cambria Math" panose="02040503050406030204" pitchFamily="18" charset="0"/>
                        </a:rPr>
                        <m:t>=</m:t>
                      </m:r>
                      <m:sSup>
                        <m:sSupPr>
                          <m:ctrlPr>
                            <a:rPr lang="en-US" altLang="zh-CN" sz="2000" i="1">
                              <a:solidFill>
                                <a:srgbClr val="FF0000"/>
                              </a:solidFill>
                              <a:latin typeface="Cambria Math" panose="02040503050406030204" pitchFamily="18" charset="0"/>
                            </a:rPr>
                          </m:ctrlPr>
                        </m:sSupPr>
                        <m:e>
                          <m:r>
                            <a:rPr lang="en-US" altLang="zh-CN" sz="2000" b="1" i="1">
                              <a:solidFill>
                                <a:srgbClr val="FF0000"/>
                              </a:solidFill>
                              <a:latin typeface="Cambria Math" panose="02040503050406030204" pitchFamily="18" charset="0"/>
                            </a:rPr>
                            <m:t>𝒘</m:t>
                          </m:r>
                        </m:e>
                        <m:sup>
                          <m:r>
                            <a:rPr lang="en-US" altLang="zh-CN" sz="2000" i="1">
                              <a:solidFill>
                                <a:srgbClr val="FF0000"/>
                              </a:solidFill>
                              <a:latin typeface="Cambria Math" panose="02040503050406030204" pitchFamily="18" charset="0"/>
                            </a:rPr>
                            <m:t>⊤</m:t>
                          </m:r>
                        </m:sup>
                      </m:sSup>
                      <m:r>
                        <a:rPr lang="en-US" altLang="zh-CN" sz="2000" i="1">
                          <a:solidFill>
                            <a:srgbClr val="FF0000"/>
                          </a:solidFill>
                          <a:latin typeface="Cambria Math" panose="02040503050406030204" pitchFamily="18" charset="0"/>
                        </a:rPr>
                        <m:t>𝜙</m:t>
                      </m:r>
                      <m:d>
                        <m:dPr>
                          <m:ctrlPr>
                            <a:rPr lang="en-US" altLang="zh-CN" sz="2000"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𝒙</m:t>
                          </m:r>
                        </m:e>
                      </m:d>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𝑏</m:t>
                      </m:r>
                    </m:oMath>
                  </m:oMathPara>
                </a14:m>
                <a:endParaRPr lang="en-US" altLang="zh-CN" sz="2000" dirty="0">
                  <a:solidFill>
                    <a:srgbClr val="FF0000"/>
                  </a:solidFill>
                  <a:latin typeface="Times New Roman"/>
                  <a:ea typeface="微软雅黑"/>
                </a:endParaRPr>
              </a:p>
              <a:p>
                <a:pPr>
                  <a:defRPr/>
                </a:pPr>
                <a:endParaRPr lang="en-US" altLang="zh-CN" sz="2000" dirty="0">
                  <a:solidFill>
                    <a:prstClr val="black"/>
                  </a:solidFill>
                  <a:latin typeface="Times New Roman"/>
                  <a:ea typeface="微软雅黑"/>
                </a:endParaRPr>
              </a:p>
              <a:p>
                <a:pPr>
                  <a:defRPr/>
                </a:pPr>
                <a:r>
                  <a:rPr lang="zh-CN" altLang="en-US" sz="2000" dirty="0">
                    <a:solidFill>
                      <a:prstClr val="black"/>
                    </a:solidFill>
                    <a:latin typeface="Times New Roman"/>
                    <a:ea typeface="微软雅黑"/>
                  </a:rPr>
                  <a:t>线性模型用在一个非线性变换后的输入 </a:t>
                </a:r>
                <a14:m>
                  <m:oMath xmlns:m="http://schemas.openxmlformats.org/officeDocument/2006/math">
                    <m:r>
                      <a:rPr lang="en-US" altLang="zh-CN" sz="2000" i="1" dirty="0">
                        <a:solidFill>
                          <a:prstClr val="black"/>
                        </a:solidFill>
                        <a:latin typeface="Cambria Math" panose="02040503050406030204" pitchFamily="18" charset="0"/>
                      </a:rPr>
                      <m:t>𝜙</m:t>
                    </m:r>
                    <m:r>
                      <a:rPr lang="en-US" altLang="zh-CN" sz="2000" i="1" dirty="0">
                        <a:solidFill>
                          <a:prstClr val="black"/>
                        </a:solidFill>
                        <a:latin typeface="Cambria Math" panose="02040503050406030204" pitchFamily="18" charset="0"/>
                      </a:rPr>
                      <m:t>(</m:t>
                    </m:r>
                    <m:r>
                      <a:rPr lang="en-US" altLang="zh-CN" sz="2000" b="1" i="1" dirty="0">
                        <a:solidFill>
                          <a:prstClr val="black"/>
                        </a:solidFill>
                        <a:latin typeface="Cambria Math" panose="02040503050406030204" pitchFamily="18" charset="0"/>
                      </a:rPr>
                      <m:t>𝒙</m:t>
                    </m:r>
                    <m:r>
                      <a:rPr lang="en-US" altLang="zh-CN" sz="2000" i="1" dirty="0">
                        <a:solidFill>
                          <a:prstClr val="black"/>
                        </a:solidFill>
                        <a:latin typeface="Cambria Math" panose="02040503050406030204" pitchFamily="18" charset="0"/>
                      </a:rPr>
                      <m:t>) </m:t>
                    </m:r>
                  </m:oMath>
                </a14:m>
                <a:endParaRPr lang="zh-CN" altLang="en-US" sz="2000" dirty="0">
                  <a:solidFill>
                    <a:prstClr val="black"/>
                  </a:solidFill>
                  <a:latin typeface="Times New Roman"/>
                  <a:ea typeface="微软雅黑"/>
                </a:endParaRPr>
              </a:p>
            </p:txBody>
          </p:sp>
        </mc:Choice>
        <mc:Fallback xmlns="">
          <p:sp>
            <p:nvSpPr>
              <p:cNvPr id="11" name="矩形 10"/>
              <p:cNvSpPr>
                <a:spLocks noRot="1" noChangeAspect="1" noMove="1" noResize="1" noEditPoints="1" noAdjustHandles="1" noChangeArrowheads="1" noChangeShapeType="1" noTextEdit="1"/>
              </p:cNvSpPr>
              <p:nvPr/>
            </p:nvSpPr>
            <p:spPr>
              <a:xfrm>
                <a:off x="8505761" y="2633653"/>
                <a:ext cx="2014059" cy="1631216"/>
              </a:xfrm>
              <a:prstGeom prst="rect">
                <a:avLst/>
              </a:prstGeom>
              <a:blipFill>
                <a:blip r:embed="rId5"/>
                <a:stretch>
                  <a:fillRect l="-3125" b="-62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4185974" y="4525072"/>
                <a:ext cx="1219180" cy="369332"/>
              </a:xfrm>
              <a:prstGeom prst="rect">
                <a:avLst/>
              </a:prstGeom>
            </p:spPr>
            <p:txBody>
              <a:bodyPr wrap="none">
                <a:spAutoFit/>
              </a:bodyPr>
              <a:lstStyle/>
              <a:p>
                <a:pPr>
                  <a:defRPr/>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𝒙</m:t>
                      </m:r>
                      <m:r>
                        <a:rPr lang="en-US" altLang="zh-CN" b="1" i="1">
                          <a:solidFill>
                            <a:srgbClr val="FF0000"/>
                          </a:solidFill>
                          <a:latin typeface="Cambria Math" panose="02040503050406030204" pitchFamily="18" charset="0"/>
                        </a:rPr>
                        <m:t>=</m:t>
                      </m:r>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𝑥</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𝑦</m:t>
                          </m:r>
                        </m:e>
                      </m:d>
                    </m:oMath>
                  </m:oMathPara>
                </a14:m>
                <a:endParaRPr lang="zh-CN" altLang="en-US" dirty="0">
                  <a:solidFill>
                    <a:prstClr val="black"/>
                  </a:solidFill>
                  <a:latin typeface="Times New Roman"/>
                  <a:ea typeface="微软雅黑"/>
                </a:endParaRPr>
              </a:p>
            </p:txBody>
          </p:sp>
        </mc:Choice>
        <mc:Fallback xmlns="">
          <p:sp>
            <p:nvSpPr>
              <p:cNvPr id="12" name="矩形 11"/>
              <p:cNvSpPr>
                <a:spLocks noRot="1" noChangeAspect="1" noMove="1" noResize="1" noEditPoints="1" noAdjustHandles="1" noChangeArrowheads="1" noChangeShapeType="1" noTextEdit="1"/>
              </p:cNvSpPr>
              <p:nvPr/>
            </p:nvSpPr>
            <p:spPr>
              <a:xfrm>
                <a:off x="4185974" y="4525072"/>
                <a:ext cx="1219180" cy="369332"/>
              </a:xfrm>
              <a:prstGeom prst="rect">
                <a:avLst/>
              </a:prstGeom>
              <a:blipFill>
                <a:blip r:embed="rId6"/>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5926853" y="4525078"/>
                <a:ext cx="2659767" cy="404983"/>
              </a:xfrm>
              <a:prstGeom prst="rect">
                <a:avLst/>
              </a:prstGeom>
            </p:spPr>
            <p:txBody>
              <a:bodyPr wrap="none">
                <a:spAutoFit/>
              </a:bodyPr>
              <a:lstStyle/>
              <a:p>
                <a:pPr>
                  <a:defRPr/>
                </a:pPr>
                <a14:m>
                  <m:oMathPara xmlns:m="http://schemas.openxmlformats.org/officeDocument/2006/math">
                    <m:oMathParaPr>
                      <m:jc m:val="centerGroup"/>
                    </m:oMathParaPr>
                    <m:oMath xmlns:m="http://schemas.openxmlformats.org/officeDocument/2006/math">
                      <m:r>
                        <a:rPr lang="en-US" altLang="zh-CN" i="1">
                          <a:solidFill>
                            <a:srgbClr val="FF0000"/>
                          </a:solidFill>
                          <a:latin typeface="Cambria Math" panose="02040503050406030204" pitchFamily="18" charset="0"/>
                        </a:rPr>
                        <m:t>𝜙</m:t>
                      </m:r>
                      <m:d>
                        <m:dPr>
                          <m:ctrlPr>
                            <a:rPr lang="en-US" altLang="zh-CN" i="1">
                              <a:solidFill>
                                <a:srgbClr val="FF0000"/>
                              </a:solidFill>
                              <a:latin typeface="Cambria Math" panose="02040503050406030204" pitchFamily="18" charset="0"/>
                            </a:rPr>
                          </m:ctrlPr>
                        </m:dPr>
                        <m:e>
                          <m:r>
                            <a:rPr lang="en-US" altLang="zh-CN" b="1" i="1">
                              <a:solidFill>
                                <a:srgbClr val="FF0000"/>
                              </a:solidFill>
                              <a:latin typeface="Cambria Math" panose="02040503050406030204" pitchFamily="18" charset="0"/>
                            </a:rPr>
                            <m:t>𝒙</m:t>
                          </m:r>
                        </m:e>
                      </m:d>
                      <m:r>
                        <a:rPr lang="en-US" altLang="zh-CN" i="1">
                          <a:solidFill>
                            <a:srgbClr val="FF0000"/>
                          </a:solidFill>
                          <a:latin typeface="Cambria Math" panose="02040503050406030204" pitchFamily="18" charset="0"/>
                        </a:rPr>
                        <m:t>=</m:t>
                      </m:r>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𝑟</m:t>
                          </m:r>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𝑥</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𝑦</m:t>
                              </m:r>
                            </m:e>
                          </m:d>
                          <m:r>
                            <a:rPr lang="en-US" altLang="zh-CN" i="1">
                              <a:solidFill>
                                <a:srgbClr val="FF0000"/>
                              </a:solidFill>
                              <a:latin typeface="Cambria Math" panose="02040503050406030204" pitchFamily="18" charset="0"/>
                            </a:rPr>
                            <m:t>, </m:t>
                          </m:r>
                          <m:r>
                            <a:rPr lang="en-US" altLang="zh-CN" i="1">
                              <a:solidFill>
                                <a:srgbClr val="FF0000"/>
                              </a:solidFill>
                              <a:latin typeface="Cambria Math" panose="02040503050406030204" pitchFamily="18" charset="0"/>
                            </a:rPr>
                            <m:t>𝜃</m:t>
                          </m:r>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𝑥</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𝑦</m:t>
                              </m:r>
                            </m:e>
                          </m:d>
                        </m:e>
                      </m:d>
                    </m:oMath>
                  </m:oMathPara>
                </a14:m>
                <a:endParaRPr lang="zh-CN" altLang="en-US" dirty="0">
                  <a:solidFill>
                    <a:prstClr val="black"/>
                  </a:solidFill>
                  <a:latin typeface="Times New Roman"/>
                  <a:ea typeface="微软雅黑"/>
                </a:endParaRPr>
              </a:p>
            </p:txBody>
          </p:sp>
        </mc:Choice>
        <mc:Fallback xmlns="">
          <p:sp>
            <p:nvSpPr>
              <p:cNvPr id="13" name="矩形 12"/>
              <p:cNvSpPr>
                <a:spLocks noRot="1" noChangeAspect="1" noMove="1" noResize="1" noEditPoints="1" noAdjustHandles="1" noChangeArrowheads="1" noChangeShapeType="1" noTextEdit="1"/>
              </p:cNvSpPr>
              <p:nvPr/>
            </p:nvSpPr>
            <p:spPr>
              <a:xfrm>
                <a:off x="5926853" y="4525078"/>
                <a:ext cx="2659767" cy="404983"/>
              </a:xfrm>
              <a:prstGeom prst="rect">
                <a:avLst/>
              </a:prstGeom>
              <a:blipFill>
                <a:blip r:embed="rId7"/>
                <a:stretch>
                  <a:fillRect b="-9091"/>
                </a:stretch>
              </a:blipFill>
            </p:spPr>
            <p:txBody>
              <a:bodyPr/>
              <a:lstStyle/>
              <a:p>
                <a:r>
                  <a:rPr lang="zh-CN" altLang="en-US">
                    <a:noFill/>
                  </a:rPr>
                  <a:t> </a:t>
                </a:r>
              </a:p>
            </p:txBody>
          </p:sp>
        </mc:Fallback>
      </mc:AlternateContent>
      <p:sp>
        <p:nvSpPr>
          <p:cNvPr id="14" name="文本框 13"/>
          <p:cNvSpPr txBox="1"/>
          <p:nvPr/>
        </p:nvSpPr>
        <p:spPr>
          <a:xfrm>
            <a:off x="2017023" y="1017732"/>
            <a:ext cx="5138668" cy="400110"/>
          </a:xfrm>
          <a:prstGeom prst="rect">
            <a:avLst/>
          </a:prstGeom>
          <a:noFill/>
        </p:spPr>
        <p:txBody>
          <a:bodyPr wrap="square" rtlCol="0">
            <a:spAutoFit/>
          </a:bodyPr>
          <a:lstStyle/>
          <a:p>
            <a:pPr marL="342891" indent="-342891">
              <a:buFont typeface="Wingdings" pitchFamily="2" charset="2"/>
              <a:buChar char="p"/>
              <a:defRPr/>
            </a:pPr>
            <a:r>
              <a:rPr lang="zh-CN" altLang="en-US" sz="2000" b="1" dirty="0">
                <a:solidFill>
                  <a:prstClr val="black"/>
                </a:solidFill>
                <a:latin typeface="Times New Roman"/>
                <a:ea typeface="微软雅黑"/>
              </a:rPr>
              <a:t>问题：线性模型难以处理线性不可分情形</a:t>
            </a:r>
          </a:p>
        </p:txBody>
      </p:sp>
    </p:spTree>
    <p:extLst>
      <p:ext uri="{BB962C8B-B14F-4D97-AF65-F5344CB8AC3E}">
        <p14:creationId xmlns:p14="http://schemas.microsoft.com/office/powerpoint/2010/main" val="1559596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400" dirty="0"/>
              <a:t>输出层与输入层之间的一层神经元</a:t>
            </a:r>
            <a:r>
              <a:rPr lang="en-US" altLang="zh-CN" sz="2400" dirty="0"/>
              <a:t>, </a:t>
            </a:r>
            <a:r>
              <a:rPr lang="zh-CN" altLang="en-US" sz="2400" dirty="0"/>
              <a:t>被称之为</a:t>
            </a:r>
            <a:r>
              <a:rPr lang="zh-CN" altLang="en-US" sz="2400" dirty="0">
                <a:solidFill>
                  <a:srgbClr val="FF0000"/>
                </a:solidFill>
              </a:rPr>
              <a:t>隐层或隐含层</a:t>
            </a:r>
            <a:r>
              <a:rPr lang="en-US" altLang="zh-CN" sz="2400" dirty="0"/>
              <a:t>, </a:t>
            </a:r>
            <a:r>
              <a:rPr lang="zh-CN" altLang="en-US" sz="2400" dirty="0"/>
              <a:t>隐含层和输出层神经元都是具有激活函数的功能神经元</a:t>
            </a:r>
            <a:endParaRPr lang="en-US" altLang="zh-CN" sz="2400" dirty="0"/>
          </a:p>
          <a:p>
            <a:endParaRPr lang="zh-CN" altLang="en-US" dirty="0"/>
          </a:p>
        </p:txBody>
      </p:sp>
      <p:sp>
        <p:nvSpPr>
          <p:cNvPr id="2" name="标题 1"/>
          <p:cNvSpPr>
            <a:spLocks noGrp="1"/>
          </p:cNvSpPr>
          <p:nvPr>
            <p:ph type="title" idx="4294967295"/>
          </p:nvPr>
        </p:nvSpPr>
        <p:spPr>
          <a:xfrm>
            <a:off x="0" y="-101600"/>
            <a:ext cx="7886700" cy="981075"/>
          </a:xfrm>
          <a:prstGeom prst="rect">
            <a:avLst/>
          </a:prstGeom>
        </p:spPr>
        <p:txBody>
          <a:bodyPr>
            <a:normAutofit/>
          </a:bodyPr>
          <a:lstStyle/>
          <a:p>
            <a:r>
              <a:rPr lang="zh-CN" altLang="en-US" dirty="0">
                <a:latin typeface="+mj-ea"/>
                <a:ea typeface="+mj-ea"/>
              </a:rPr>
              <a:t>多层感知机</a:t>
            </a:r>
            <a:r>
              <a:rPr lang="en-US" altLang="zh-CN" dirty="0">
                <a:latin typeface="+mj-ea"/>
                <a:ea typeface="+mj-ea"/>
              </a:rPr>
              <a:t>Multilayer Perceptron (MLP)</a:t>
            </a:r>
            <a:endParaRPr lang="zh-CN" altLang="en-US" dirty="0">
              <a:latin typeface="+mj-ea"/>
              <a:ea typeface="+mj-ea"/>
            </a:endParaRPr>
          </a:p>
        </p:txBody>
      </p:sp>
      <p:pic>
        <p:nvPicPr>
          <p:cNvPr id="4" name="图片 3">
            <a:extLst>
              <a:ext uri="{FF2B5EF4-FFF2-40B4-BE49-F238E27FC236}">
                <a16:creationId xmlns:a16="http://schemas.microsoft.com/office/drawing/2014/main" id="{0533FBB5-5B5F-FE4E-09C3-386F422DC3F8}"/>
              </a:ext>
            </a:extLst>
          </p:cNvPr>
          <p:cNvPicPr>
            <a:picLocks noChangeAspect="1"/>
          </p:cNvPicPr>
          <p:nvPr/>
        </p:nvPicPr>
        <p:blipFill>
          <a:blip r:embed="rId2"/>
          <a:stretch>
            <a:fillRect/>
          </a:stretch>
        </p:blipFill>
        <p:spPr>
          <a:xfrm>
            <a:off x="2212671" y="2711113"/>
            <a:ext cx="7396155" cy="3626711"/>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93E834E-BAEF-8A45-BDA7-A7678D1666EC}"/>
                  </a:ext>
                </a:extLst>
              </p:cNvPr>
              <p:cNvSpPr/>
              <p:nvPr/>
            </p:nvSpPr>
            <p:spPr>
              <a:xfrm>
                <a:off x="2941136" y="2223264"/>
                <a:ext cx="2787045" cy="387927"/>
              </a:xfrm>
              <a:prstGeom prst="rect">
                <a:avLst/>
              </a:prstGeom>
            </p:spPr>
            <p:txBody>
              <a:bodyPr wrap="none">
                <a:spAutoFit/>
              </a:bodyPr>
              <a:lstStyle/>
              <a:p>
                <a:pPr>
                  <a:defRPr/>
                </a:pPr>
                <a14:m>
                  <m:oMathPara xmlns:m="http://schemas.openxmlformats.org/officeDocument/2006/math">
                    <m:oMathParaPr>
                      <m:jc m:val="centerGroup"/>
                    </m:oMathParaPr>
                    <m:oMath xmlns:m="http://schemas.openxmlformats.org/officeDocument/2006/math">
                      <m:sSup>
                        <m:sSupPr>
                          <m:ctrlPr>
                            <a:rPr lang="en-US" altLang="zh-CN" b="1" i="1">
                              <a:solidFill>
                                <a:prstClr val="black"/>
                              </a:solidFill>
                              <a:latin typeface="Cambria Math" panose="02040503050406030204" pitchFamily="18" charset="0"/>
                            </a:rPr>
                          </m:ctrlPr>
                        </m:sSupPr>
                        <m:e>
                          <m:r>
                            <a:rPr lang="en-US" altLang="zh-CN" b="1" i="1">
                              <a:solidFill>
                                <a:prstClr val="black"/>
                              </a:solidFill>
                              <a:latin typeface="Cambria Math" panose="02040503050406030204" pitchFamily="18" charset="0"/>
                            </a:rPr>
                            <m:t>𝒉</m:t>
                          </m:r>
                        </m:e>
                        <m:sup>
                          <m:r>
                            <a:rPr lang="en-US" altLang="zh-CN" b="1" i="1">
                              <a:solidFill>
                                <a:prstClr val="black"/>
                              </a:solidFill>
                              <a:latin typeface="Cambria Math" panose="02040503050406030204" pitchFamily="18" charset="0"/>
                            </a:rPr>
                            <m:t>(</m:t>
                          </m:r>
                          <m:r>
                            <a:rPr lang="en-US" altLang="zh-CN" i="1">
                              <a:solidFill>
                                <a:prstClr val="black"/>
                              </a:solidFill>
                              <a:latin typeface="Cambria Math" panose="02040503050406030204" pitchFamily="18" charset="0"/>
                            </a:rPr>
                            <m:t>1</m:t>
                          </m:r>
                          <m:r>
                            <a:rPr lang="en-US" altLang="zh-CN" b="1" i="1">
                              <a:solidFill>
                                <a:prstClr val="black"/>
                              </a:solidFill>
                              <a:latin typeface="Cambria Math" panose="02040503050406030204" pitchFamily="18" charset="0"/>
                            </a:rPr>
                            <m:t>)</m:t>
                          </m:r>
                        </m:sup>
                      </m:sSup>
                      <m:r>
                        <a:rPr lang="en-US" altLang="zh-CN" i="1">
                          <a:solidFill>
                            <a:prstClr val="black"/>
                          </a:solidFill>
                          <a:latin typeface="Cambria Math" panose="02040503050406030204" pitchFamily="18" charset="0"/>
                        </a:rPr>
                        <m:t>=</m:t>
                      </m:r>
                      <m:sSup>
                        <m:sSupPr>
                          <m:ctrlPr>
                            <a:rPr lang="en-US" altLang="zh-CN" i="1">
                              <a:solidFill>
                                <a:prstClr val="black"/>
                              </a:solidFill>
                              <a:latin typeface="Cambria Math" panose="02040503050406030204" pitchFamily="18" charset="0"/>
                            </a:rPr>
                          </m:ctrlPr>
                        </m:sSupPr>
                        <m:e>
                          <m:r>
                            <a:rPr lang="en-US" altLang="zh-CN" i="1">
                              <a:solidFill>
                                <a:prstClr val="black"/>
                              </a:solidFill>
                              <a:latin typeface="Cambria Math" panose="02040503050406030204" pitchFamily="18" charset="0"/>
                            </a:rPr>
                            <m:t>𝑔</m:t>
                          </m:r>
                        </m:e>
                        <m:sup>
                          <m:d>
                            <m:dPr>
                              <m:ctrlPr>
                                <a:rPr lang="en-US" altLang="zh-CN" i="1">
                                  <a:solidFill>
                                    <a:prstClr val="black"/>
                                  </a:solidFill>
                                  <a:latin typeface="Cambria Math" panose="02040503050406030204" pitchFamily="18" charset="0"/>
                                </a:rPr>
                              </m:ctrlPr>
                            </m:dPr>
                            <m:e>
                              <m:r>
                                <a:rPr lang="en-US" altLang="zh-CN" i="1">
                                  <a:solidFill>
                                    <a:prstClr val="black"/>
                                  </a:solidFill>
                                  <a:latin typeface="Cambria Math" panose="02040503050406030204" pitchFamily="18" charset="0"/>
                                </a:rPr>
                                <m:t>1</m:t>
                              </m:r>
                            </m:e>
                          </m:d>
                        </m:sup>
                      </m:sSup>
                      <m:r>
                        <a:rPr lang="en-US" altLang="zh-CN" i="1">
                          <a:solidFill>
                            <a:prstClr val="black"/>
                          </a:solidFill>
                          <a:latin typeface="Cambria Math" panose="02040503050406030204" pitchFamily="18" charset="0"/>
                        </a:rPr>
                        <m:t>(</m:t>
                      </m:r>
                      <m:sSup>
                        <m:sSupPr>
                          <m:ctrlPr>
                            <a:rPr lang="en-US" altLang="zh-CN" b="1" i="1">
                              <a:solidFill>
                                <a:prstClr val="black"/>
                              </a:solidFill>
                              <a:latin typeface="Cambria Math" panose="02040503050406030204" pitchFamily="18" charset="0"/>
                            </a:rPr>
                          </m:ctrlPr>
                        </m:sSupPr>
                        <m:e>
                          <m:r>
                            <a:rPr lang="en-US" altLang="zh-CN" b="1" i="1">
                              <a:solidFill>
                                <a:prstClr val="black"/>
                              </a:solidFill>
                              <a:latin typeface="Cambria Math" panose="02040503050406030204" pitchFamily="18" charset="0"/>
                            </a:rPr>
                            <m:t>𝑾</m:t>
                          </m:r>
                        </m:e>
                        <m:sup>
                          <m:d>
                            <m:dPr>
                              <m:ctrlPr>
                                <a:rPr lang="en-US" altLang="zh-CN" i="1">
                                  <a:solidFill>
                                    <a:prstClr val="black"/>
                                  </a:solidFill>
                                  <a:latin typeface="Cambria Math" panose="02040503050406030204" pitchFamily="18" charset="0"/>
                                </a:rPr>
                              </m:ctrlPr>
                            </m:dPr>
                            <m:e>
                              <m:r>
                                <a:rPr lang="en-US" altLang="zh-CN" i="1">
                                  <a:solidFill>
                                    <a:prstClr val="black"/>
                                  </a:solidFill>
                                  <a:latin typeface="Cambria Math" panose="02040503050406030204" pitchFamily="18" charset="0"/>
                                </a:rPr>
                                <m:t>1</m:t>
                              </m:r>
                            </m:e>
                          </m:d>
                        </m:sup>
                      </m:sSup>
                      <m:r>
                        <a:rPr lang="en-US" altLang="zh-CN" b="1" i="1">
                          <a:solidFill>
                            <a:prstClr val="black"/>
                          </a:solidFill>
                          <a:latin typeface="Cambria Math" panose="02040503050406030204" pitchFamily="18" charset="0"/>
                        </a:rPr>
                        <m:t>𝒙</m:t>
                      </m:r>
                      <m:r>
                        <a:rPr lang="en-US" altLang="zh-CN" i="1">
                          <a:solidFill>
                            <a:prstClr val="black"/>
                          </a:solidFill>
                          <a:latin typeface="Cambria Math" panose="02040503050406030204" pitchFamily="18" charset="0"/>
                        </a:rPr>
                        <m:t>+</m:t>
                      </m:r>
                      <m:sSup>
                        <m:sSupPr>
                          <m:ctrlPr>
                            <a:rPr lang="en-US" altLang="zh-CN" i="1" dirty="0">
                              <a:solidFill>
                                <a:prstClr val="black"/>
                              </a:solidFill>
                              <a:latin typeface="Cambria Math" panose="02040503050406030204" pitchFamily="18" charset="0"/>
                            </a:rPr>
                          </m:ctrlPr>
                        </m:sSupPr>
                        <m:e>
                          <m:r>
                            <a:rPr lang="en-US" altLang="zh-CN" i="1" dirty="0">
                              <a:solidFill>
                                <a:prstClr val="black"/>
                              </a:solidFill>
                              <a:latin typeface="Cambria Math" panose="02040503050406030204" pitchFamily="18" charset="0"/>
                            </a:rPr>
                            <m:t>𝑏</m:t>
                          </m:r>
                        </m:e>
                        <m:sup>
                          <m:d>
                            <m:dPr>
                              <m:ctrlPr>
                                <a:rPr lang="en-US" altLang="zh-CN" i="1" dirty="0">
                                  <a:solidFill>
                                    <a:prstClr val="black"/>
                                  </a:solidFill>
                                  <a:latin typeface="Cambria Math" panose="02040503050406030204" pitchFamily="18" charset="0"/>
                                </a:rPr>
                              </m:ctrlPr>
                            </m:dPr>
                            <m:e>
                              <m:r>
                                <a:rPr lang="en-US" altLang="zh-CN" i="1" dirty="0">
                                  <a:solidFill>
                                    <a:prstClr val="black"/>
                                  </a:solidFill>
                                  <a:latin typeface="Cambria Math" panose="02040503050406030204" pitchFamily="18" charset="0"/>
                                </a:rPr>
                                <m:t>1</m:t>
                              </m:r>
                            </m:e>
                          </m:d>
                        </m:sup>
                      </m:sSup>
                      <m:r>
                        <a:rPr lang="en-US" altLang="zh-CN" i="1">
                          <a:solidFill>
                            <a:prstClr val="black"/>
                          </a:solidFill>
                          <a:latin typeface="Cambria Math" panose="02040503050406030204" pitchFamily="18" charset="0"/>
                        </a:rPr>
                        <m:t>)</m:t>
                      </m:r>
                    </m:oMath>
                  </m:oMathPara>
                </a14:m>
                <a:endParaRPr lang="zh-CN" altLang="en-US" dirty="0">
                  <a:solidFill>
                    <a:prstClr val="black"/>
                  </a:solidFill>
                  <a:latin typeface="Times New Roman"/>
                  <a:ea typeface="微软雅黑"/>
                </a:endParaRPr>
              </a:p>
            </p:txBody>
          </p:sp>
        </mc:Choice>
        <mc:Fallback xmlns="">
          <p:sp>
            <p:nvSpPr>
              <p:cNvPr id="5" name="矩形 4">
                <a:extLst>
                  <a:ext uri="{FF2B5EF4-FFF2-40B4-BE49-F238E27FC236}">
                    <a16:creationId xmlns:a16="http://schemas.microsoft.com/office/drawing/2014/main" id="{593E834E-BAEF-8A45-BDA7-A7678D1666EC}"/>
                  </a:ext>
                </a:extLst>
              </p:cNvPr>
              <p:cNvSpPr>
                <a:spLocks noRot="1" noChangeAspect="1" noMove="1" noResize="1" noEditPoints="1" noAdjustHandles="1" noChangeArrowheads="1" noChangeShapeType="1" noTextEdit="1"/>
              </p:cNvSpPr>
              <p:nvPr/>
            </p:nvSpPr>
            <p:spPr>
              <a:xfrm>
                <a:off x="2941136" y="2223264"/>
                <a:ext cx="2787045" cy="387927"/>
              </a:xfrm>
              <a:prstGeom prst="rect">
                <a:avLst/>
              </a:prstGeom>
              <a:blipFill>
                <a:blip r:embed="rId3"/>
                <a:stretch>
                  <a:fillRect b="-161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DA8EF2A-BC99-DEC9-376D-8D0B6A23A114}"/>
                  </a:ext>
                </a:extLst>
              </p:cNvPr>
              <p:cNvSpPr/>
              <p:nvPr/>
            </p:nvSpPr>
            <p:spPr>
              <a:xfrm>
                <a:off x="6399148" y="2254241"/>
                <a:ext cx="2787045" cy="387927"/>
              </a:xfrm>
              <a:prstGeom prst="rect">
                <a:avLst/>
              </a:prstGeom>
            </p:spPr>
            <p:txBody>
              <a:bodyPr wrap="none">
                <a:spAutoFit/>
              </a:bodyPr>
              <a:lstStyle/>
              <a:p>
                <a:pPr>
                  <a:defRPr/>
                </a:pPr>
                <a14:m>
                  <m:oMathPara xmlns:m="http://schemas.openxmlformats.org/officeDocument/2006/math">
                    <m:oMathParaPr>
                      <m:jc m:val="centerGroup"/>
                    </m:oMathParaPr>
                    <m:oMath xmlns:m="http://schemas.openxmlformats.org/officeDocument/2006/math">
                      <m:sSup>
                        <m:sSupPr>
                          <m:ctrlPr>
                            <a:rPr lang="en-US" altLang="zh-CN" b="1" i="1">
                              <a:solidFill>
                                <a:prstClr val="black"/>
                              </a:solidFill>
                              <a:latin typeface="Cambria Math" panose="02040503050406030204" pitchFamily="18" charset="0"/>
                            </a:rPr>
                          </m:ctrlPr>
                        </m:sSupPr>
                        <m:e>
                          <m:r>
                            <a:rPr lang="en-US" altLang="zh-CN" b="1" i="1">
                              <a:solidFill>
                                <a:prstClr val="black"/>
                              </a:solidFill>
                              <a:latin typeface="Cambria Math" panose="02040503050406030204" pitchFamily="18" charset="0"/>
                            </a:rPr>
                            <m:t>𝒉</m:t>
                          </m:r>
                        </m:e>
                        <m:sup>
                          <m:r>
                            <a:rPr lang="en-US" altLang="zh-CN" b="1" i="1">
                              <a:solidFill>
                                <a:prstClr val="black"/>
                              </a:solidFill>
                              <a:latin typeface="Cambria Math" panose="02040503050406030204" pitchFamily="18" charset="0"/>
                            </a:rPr>
                            <m:t>(</m:t>
                          </m:r>
                          <m:r>
                            <a:rPr lang="en-US" altLang="zh-CN" i="1">
                              <a:solidFill>
                                <a:prstClr val="black"/>
                              </a:solidFill>
                              <a:latin typeface="Cambria Math" panose="02040503050406030204" pitchFamily="18" charset="0"/>
                            </a:rPr>
                            <m:t>2</m:t>
                          </m:r>
                          <m:r>
                            <a:rPr lang="en-US" altLang="zh-CN" b="1" i="1">
                              <a:solidFill>
                                <a:prstClr val="black"/>
                              </a:solidFill>
                              <a:latin typeface="Cambria Math" panose="02040503050406030204" pitchFamily="18" charset="0"/>
                            </a:rPr>
                            <m:t>)</m:t>
                          </m:r>
                        </m:sup>
                      </m:sSup>
                      <m:r>
                        <a:rPr lang="en-US" altLang="zh-CN" i="1">
                          <a:solidFill>
                            <a:prstClr val="black"/>
                          </a:solidFill>
                          <a:latin typeface="Cambria Math" panose="02040503050406030204" pitchFamily="18" charset="0"/>
                        </a:rPr>
                        <m:t>=</m:t>
                      </m:r>
                      <m:sSup>
                        <m:sSupPr>
                          <m:ctrlPr>
                            <a:rPr lang="en-US" altLang="zh-CN" i="1">
                              <a:solidFill>
                                <a:prstClr val="black"/>
                              </a:solidFill>
                              <a:latin typeface="Cambria Math" panose="02040503050406030204" pitchFamily="18" charset="0"/>
                            </a:rPr>
                          </m:ctrlPr>
                        </m:sSupPr>
                        <m:e>
                          <m:r>
                            <a:rPr lang="en-US" altLang="zh-CN" i="1">
                              <a:solidFill>
                                <a:prstClr val="black"/>
                              </a:solidFill>
                              <a:latin typeface="Cambria Math" panose="02040503050406030204" pitchFamily="18" charset="0"/>
                            </a:rPr>
                            <m:t>𝑔</m:t>
                          </m:r>
                        </m:e>
                        <m:sup>
                          <m:d>
                            <m:dPr>
                              <m:ctrlPr>
                                <a:rPr lang="en-US" altLang="zh-CN" i="1">
                                  <a:solidFill>
                                    <a:prstClr val="black"/>
                                  </a:solidFill>
                                  <a:latin typeface="Cambria Math" panose="02040503050406030204" pitchFamily="18" charset="0"/>
                                </a:rPr>
                              </m:ctrlPr>
                            </m:dPr>
                            <m:e>
                              <m:r>
                                <a:rPr lang="en-US" altLang="zh-CN" i="1">
                                  <a:solidFill>
                                    <a:prstClr val="black"/>
                                  </a:solidFill>
                                  <a:latin typeface="Cambria Math" panose="02040503050406030204" pitchFamily="18" charset="0"/>
                                </a:rPr>
                                <m:t>2</m:t>
                              </m:r>
                            </m:e>
                          </m:d>
                        </m:sup>
                      </m:sSup>
                      <m:r>
                        <a:rPr lang="en-US" altLang="zh-CN" i="1">
                          <a:solidFill>
                            <a:prstClr val="black"/>
                          </a:solidFill>
                          <a:latin typeface="Cambria Math" panose="02040503050406030204" pitchFamily="18" charset="0"/>
                        </a:rPr>
                        <m:t>(</m:t>
                      </m:r>
                      <m:sSup>
                        <m:sSupPr>
                          <m:ctrlPr>
                            <a:rPr lang="en-US" altLang="zh-CN" b="1" i="1">
                              <a:solidFill>
                                <a:prstClr val="black"/>
                              </a:solidFill>
                              <a:latin typeface="Cambria Math" panose="02040503050406030204" pitchFamily="18" charset="0"/>
                            </a:rPr>
                          </m:ctrlPr>
                        </m:sSupPr>
                        <m:e>
                          <m:r>
                            <a:rPr lang="en-US" altLang="zh-CN" b="1" i="1">
                              <a:solidFill>
                                <a:prstClr val="black"/>
                              </a:solidFill>
                              <a:latin typeface="Cambria Math" panose="02040503050406030204" pitchFamily="18" charset="0"/>
                            </a:rPr>
                            <m:t>𝑾</m:t>
                          </m:r>
                        </m:e>
                        <m:sup>
                          <m:d>
                            <m:dPr>
                              <m:ctrlPr>
                                <a:rPr lang="en-US" altLang="zh-CN" i="1">
                                  <a:solidFill>
                                    <a:prstClr val="black"/>
                                  </a:solidFill>
                                  <a:latin typeface="Cambria Math" panose="02040503050406030204" pitchFamily="18" charset="0"/>
                                </a:rPr>
                              </m:ctrlPr>
                            </m:dPr>
                            <m:e>
                              <m:r>
                                <a:rPr lang="en-US" altLang="zh-CN" i="1">
                                  <a:solidFill>
                                    <a:prstClr val="black"/>
                                  </a:solidFill>
                                  <a:latin typeface="Cambria Math" panose="02040503050406030204" pitchFamily="18" charset="0"/>
                                </a:rPr>
                                <m:t>2</m:t>
                              </m:r>
                            </m:e>
                          </m:d>
                        </m:sup>
                      </m:sSup>
                      <m:r>
                        <a:rPr lang="en-US" altLang="zh-CN" b="1" i="1">
                          <a:solidFill>
                            <a:prstClr val="black"/>
                          </a:solidFill>
                          <a:latin typeface="Cambria Math" panose="02040503050406030204" pitchFamily="18" charset="0"/>
                        </a:rPr>
                        <m:t>𝒙</m:t>
                      </m:r>
                      <m:r>
                        <a:rPr lang="en-US" altLang="zh-CN" i="1">
                          <a:solidFill>
                            <a:prstClr val="black"/>
                          </a:solidFill>
                          <a:latin typeface="Cambria Math" panose="02040503050406030204" pitchFamily="18" charset="0"/>
                        </a:rPr>
                        <m:t>+</m:t>
                      </m:r>
                      <m:sSup>
                        <m:sSupPr>
                          <m:ctrlPr>
                            <a:rPr lang="en-US" altLang="zh-CN" i="1" dirty="0">
                              <a:solidFill>
                                <a:prstClr val="black"/>
                              </a:solidFill>
                              <a:latin typeface="Cambria Math" panose="02040503050406030204" pitchFamily="18" charset="0"/>
                            </a:rPr>
                          </m:ctrlPr>
                        </m:sSupPr>
                        <m:e>
                          <m:r>
                            <a:rPr lang="en-US" altLang="zh-CN" i="1" dirty="0">
                              <a:solidFill>
                                <a:prstClr val="black"/>
                              </a:solidFill>
                              <a:latin typeface="Cambria Math" panose="02040503050406030204" pitchFamily="18" charset="0"/>
                            </a:rPr>
                            <m:t>𝑏</m:t>
                          </m:r>
                        </m:e>
                        <m:sup>
                          <m:d>
                            <m:dPr>
                              <m:ctrlPr>
                                <a:rPr lang="en-US" altLang="zh-CN" i="1" dirty="0">
                                  <a:solidFill>
                                    <a:prstClr val="black"/>
                                  </a:solidFill>
                                  <a:latin typeface="Cambria Math" panose="02040503050406030204" pitchFamily="18" charset="0"/>
                                </a:rPr>
                              </m:ctrlPr>
                            </m:dPr>
                            <m:e>
                              <m:r>
                                <a:rPr lang="en-US" altLang="zh-CN" i="1" dirty="0">
                                  <a:solidFill>
                                    <a:prstClr val="black"/>
                                  </a:solidFill>
                                  <a:latin typeface="Cambria Math" panose="02040503050406030204" pitchFamily="18" charset="0"/>
                                </a:rPr>
                                <m:t>1</m:t>
                              </m:r>
                            </m:e>
                          </m:d>
                        </m:sup>
                      </m:sSup>
                      <m:r>
                        <a:rPr lang="en-US" altLang="zh-CN" i="1">
                          <a:solidFill>
                            <a:prstClr val="black"/>
                          </a:solidFill>
                          <a:latin typeface="Cambria Math" panose="02040503050406030204" pitchFamily="18" charset="0"/>
                        </a:rPr>
                        <m:t>)</m:t>
                      </m:r>
                    </m:oMath>
                  </m:oMathPara>
                </a14:m>
                <a:endParaRPr lang="zh-CN" altLang="en-US" dirty="0">
                  <a:solidFill>
                    <a:prstClr val="black"/>
                  </a:solidFill>
                  <a:latin typeface="Times New Roman"/>
                  <a:ea typeface="微软雅黑"/>
                </a:endParaRPr>
              </a:p>
            </p:txBody>
          </p:sp>
        </mc:Choice>
        <mc:Fallback xmlns="">
          <p:sp>
            <p:nvSpPr>
              <p:cNvPr id="6" name="矩形 5">
                <a:extLst>
                  <a:ext uri="{FF2B5EF4-FFF2-40B4-BE49-F238E27FC236}">
                    <a16:creationId xmlns:a16="http://schemas.microsoft.com/office/drawing/2014/main" id="{3DA8EF2A-BC99-DEC9-376D-8D0B6A23A114}"/>
                  </a:ext>
                </a:extLst>
              </p:cNvPr>
              <p:cNvSpPr>
                <a:spLocks noRot="1" noChangeAspect="1" noMove="1" noResize="1" noEditPoints="1" noAdjustHandles="1" noChangeArrowheads="1" noChangeShapeType="1" noTextEdit="1"/>
              </p:cNvSpPr>
              <p:nvPr/>
            </p:nvSpPr>
            <p:spPr>
              <a:xfrm>
                <a:off x="6399148" y="2254241"/>
                <a:ext cx="2787045" cy="387927"/>
              </a:xfrm>
              <a:prstGeom prst="rect">
                <a:avLst/>
              </a:prstGeom>
              <a:blipFill>
                <a:blip r:embed="rId4"/>
                <a:stretch>
                  <a:fillRect b="-16129"/>
                </a:stretch>
              </a:blipFill>
            </p:spPr>
            <p:txBody>
              <a:bodyPr/>
              <a:lstStyle/>
              <a:p>
                <a:r>
                  <a:rPr lang="zh-CN" altLang="en-US">
                    <a:noFill/>
                  </a:rPr>
                  <a:t> </a:t>
                </a:r>
              </a:p>
            </p:txBody>
          </p:sp>
        </mc:Fallback>
      </mc:AlternateContent>
      <p:cxnSp>
        <p:nvCxnSpPr>
          <p:cNvPr id="8" name="直接箭头连接符 9">
            <a:extLst>
              <a:ext uri="{FF2B5EF4-FFF2-40B4-BE49-F238E27FC236}">
                <a16:creationId xmlns:a16="http://schemas.microsoft.com/office/drawing/2014/main" id="{711C50F7-66E4-2AEA-8139-D69469713B0C}"/>
              </a:ext>
            </a:extLst>
          </p:cNvPr>
          <p:cNvCxnSpPr/>
          <p:nvPr/>
        </p:nvCxnSpPr>
        <p:spPr>
          <a:xfrm>
            <a:off x="4538858" y="2574802"/>
            <a:ext cx="290146" cy="272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10">
            <a:extLst>
              <a:ext uri="{FF2B5EF4-FFF2-40B4-BE49-F238E27FC236}">
                <a16:creationId xmlns:a16="http://schemas.microsoft.com/office/drawing/2014/main" id="{BBEC94A7-38F5-0675-60D4-79D36011413A}"/>
              </a:ext>
            </a:extLst>
          </p:cNvPr>
          <p:cNvCxnSpPr/>
          <p:nvPr/>
        </p:nvCxnSpPr>
        <p:spPr>
          <a:xfrm flipH="1">
            <a:off x="6891228" y="2594802"/>
            <a:ext cx="237833" cy="272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134C306-911D-4827-75AC-6BD6D2BFD9B1}"/>
              </a:ext>
            </a:extLst>
          </p:cNvPr>
          <p:cNvSpPr txBox="1"/>
          <p:nvPr/>
        </p:nvSpPr>
        <p:spPr>
          <a:xfrm>
            <a:off x="3147110" y="2855421"/>
            <a:ext cx="1114292" cy="369332"/>
          </a:xfrm>
          <a:prstGeom prst="rect">
            <a:avLst/>
          </a:prstGeom>
          <a:noFill/>
        </p:spPr>
        <p:txBody>
          <a:bodyPr wrap="square" rtlCol="0">
            <a:spAutoFit/>
          </a:bodyPr>
          <a:lstStyle/>
          <a:p>
            <a:pPr algn="ctr"/>
            <a:r>
              <a:rPr lang="zh-CN" altLang="en-US" dirty="0">
                <a:solidFill>
                  <a:srgbClr val="FF0000"/>
                </a:solidFill>
              </a:rPr>
              <a:t>全连接</a:t>
            </a:r>
          </a:p>
        </p:txBody>
      </p:sp>
    </p:spTree>
    <p:extLst>
      <p:ext uri="{BB962C8B-B14F-4D97-AF65-F5344CB8AC3E}">
        <p14:creationId xmlns:p14="http://schemas.microsoft.com/office/powerpoint/2010/main" val="1287550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101600"/>
            <a:ext cx="7886700" cy="981075"/>
          </a:xfrm>
          <a:prstGeom prst="rect">
            <a:avLst/>
          </a:prstGeom>
        </p:spPr>
        <p:txBody>
          <a:bodyPr/>
          <a:lstStyle/>
          <a:p>
            <a:r>
              <a:rPr lang="zh-CN" altLang="en-US" dirty="0"/>
              <a:t>卷积</a:t>
            </a:r>
          </a:p>
        </p:txBody>
      </p:sp>
      <p:pic>
        <p:nvPicPr>
          <p:cNvPr id="7" name="图片 6"/>
          <p:cNvPicPr>
            <a:picLocks noChangeAspect="1"/>
          </p:cNvPicPr>
          <p:nvPr/>
        </p:nvPicPr>
        <p:blipFill>
          <a:blip r:embed="rId2"/>
          <a:stretch>
            <a:fillRect/>
          </a:stretch>
        </p:blipFill>
        <p:spPr>
          <a:xfrm>
            <a:off x="1540945" y="1943767"/>
            <a:ext cx="3727643" cy="4184865"/>
          </a:xfrm>
          <a:prstGeom prst="rect">
            <a:avLst/>
          </a:prstGeom>
        </p:spPr>
      </p:pic>
      <p:sp>
        <p:nvSpPr>
          <p:cNvPr id="8" name="矩形 7"/>
          <p:cNvSpPr/>
          <p:nvPr/>
        </p:nvSpPr>
        <p:spPr>
          <a:xfrm>
            <a:off x="4997623" y="1894308"/>
            <a:ext cx="1851789" cy="400110"/>
          </a:xfrm>
          <a:prstGeom prst="rect">
            <a:avLst/>
          </a:prstGeom>
        </p:spPr>
        <p:txBody>
          <a:bodyPr wrap="none">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32x32x3</a:t>
            </a: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的图像</a:t>
            </a:r>
          </a:p>
        </p:txBody>
      </p:sp>
      <p:sp>
        <p:nvSpPr>
          <p:cNvPr id="9" name="矩形 8"/>
          <p:cNvSpPr/>
          <p:nvPr/>
        </p:nvSpPr>
        <p:spPr>
          <a:xfrm>
            <a:off x="5094462" y="2533764"/>
            <a:ext cx="2128764" cy="400110"/>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6</a:t>
            </a:r>
            <a:r>
              <a:rPr lang="zh-CN" altLang="en-US" sz="2000" dirty="0">
                <a:latin typeface="Times New Roman" panose="02020603050405020304" pitchFamily="18" charset="0"/>
                <a:cs typeface="Times New Roman" panose="02020603050405020304" pitchFamily="18" charset="0"/>
              </a:rPr>
              <a:t>个</a:t>
            </a:r>
            <a:r>
              <a:rPr lang="en-US" altLang="zh-CN" sz="2000" dirty="0">
                <a:latin typeface="Times New Roman" panose="02020603050405020304" pitchFamily="18" charset="0"/>
                <a:cs typeface="Times New Roman" panose="02020603050405020304" pitchFamily="18" charset="0"/>
              </a:rPr>
              <a:t>5x5x3</a:t>
            </a:r>
            <a:r>
              <a:rPr lang="zh-CN" altLang="en-US" sz="2000" dirty="0">
                <a:latin typeface="Times New Roman" panose="02020603050405020304" pitchFamily="18" charset="0"/>
                <a:cs typeface="Times New Roman" panose="02020603050405020304" pitchFamily="18" charset="0"/>
              </a:rPr>
              <a:t>的核</a:t>
            </a:r>
          </a:p>
        </p:txBody>
      </p:sp>
      <p:cxnSp>
        <p:nvCxnSpPr>
          <p:cNvPr id="12" name="直接箭头连接符 11"/>
          <p:cNvCxnSpPr>
            <a:endCxn id="16" idx="2"/>
          </p:cNvCxnSpPr>
          <p:nvPr/>
        </p:nvCxnSpPr>
        <p:spPr>
          <a:xfrm>
            <a:off x="3274485" y="3529866"/>
            <a:ext cx="1580683" cy="91087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endCxn id="16" idx="2"/>
          </p:cNvCxnSpPr>
          <p:nvPr/>
        </p:nvCxnSpPr>
        <p:spPr>
          <a:xfrm>
            <a:off x="3115733" y="3693811"/>
            <a:ext cx="1739432" cy="746928"/>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endCxn id="16" idx="2"/>
          </p:cNvCxnSpPr>
          <p:nvPr/>
        </p:nvCxnSpPr>
        <p:spPr>
          <a:xfrm flipV="1">
            <a:off x="3115733" y="4440739"/>
            <a:ext cx="1739432" cy="16603"/>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16" idx="2"/>
          </p:cNvCxnSpPr>
          <p:nvPr/>
        </p:nvCxnSpPr>
        <p:spPr>
          <a:xfrm>
            <a:off x="3274485" y="4282249"/>
            <a:ext cx="1580683" cy="15849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流程图: 接点 15"/>
          <p:cNvSpPr/>
          <p:nvPr/>
        </p:nvSpPr>
        <p:spPr>
          <a:xfrm>
            <a:off x="4855165" y="4269739"/>
            <a:ext cx="342000" cy="342000"/>
          </a:xfrm>
          <a:prstGeom prst="flowChartConnector">
            <a:avLst/>
          </a:prstGeom>
          <a:solidFill>
            <a:srgbClr val="FFF2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p:cNvSpPr/>
          <p:nvPr/>
        </p:nvSpPr>
        <p:spPr>
          <a:xfrm>
            <a:off x="4855165" y="3390383"/>
            <a:ext cx="342000" cy="342000"/>
          </a:xfrm>
          <a:prstGeom prst="flowChartConnector">
            <a:avLst/>
          </a:prstGeom>
          <a:solidFill>
            <a:srgbClr val="D9EAD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p:cNvSpPr/>
          <p:nvPr/>
        </p:nvSpPr>
        <p:spPr>
          <a:xfrm>
            <a:off x="4855165" y="4709416"/>
            <a:ext cx="342000" cy="342000"/>
          </a:xfrm>
          <a:prstGeom prst="flowChartConnector">
            <a:avLst/>
          </a:prstGeom>
          <a:solidFill>
            <a:srgbClr val="D9D2E9"/>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p:cNvSpPr/>
          <p:nvPr/>
        </p:nvSpPr>
        <p:spPr>
          <a:xfrm>
            <a:off x="4855165" y="5149095"/>
            <a:ext cx="342000" cy="342000"/>
          </a:xfrm>
          <a:prstGeom prst="flowChartConnector">
            <a:avLst/>
          </a:prstGeom>
          <a:solidFill>
            <a:srgbClr val="FCE5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p:cNvSpPr/>
          <p:nvPr/>
        </p:nvSpPr>
        <p:spPr>
          <a:xfrm>
            <a:off x="4855165" y="2950704"/>
            <a:ext cx="342000" cy="342000"/>
          </a:xfrm>
          <a:prstGeom prst="flowChartConnector">
            <a:avLst/>
          </a:prstGeom>
          <a:solidFill>
            <a:srgbClr val="C9DAF8"/>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p:nvPicPr>
        <p:blipFill>
          <a:blip r:embed="rId3"/>
          <a:stretch>
            <a:fillRect/>
          </a:stretch>
        </p:blipFill>
        <p:spPr>
          <a:xfrm>
            <a:off x="7738033" y="1999183"/>
            <a:ext cx="2876699" cy="3822896"/>
          </a:xfrm>
          <a:prstGeom prst="rect">
            <a:avLst/>
          </a:prstGeom>
        </p:spPr>
      </p:pic>
      <p:sp>
        <p:nvSpPr>
          <p:cNvPr id="22" name="流程图: 接点 21"/>
          <p:cNvSpPr/>
          <p:nvPr/>
        </p:nvSpPr>
        <p:spPr>
          <a:xfrm>
            <a:off x="4848185" y="3830060"/>
            <a:ext cx="342000" cy="342000"/>
          </a:xfrm>
          <a:prstGeom prst="flowChartConnector">
            <a:avLst/>
          </a:prstGeom>
          <a:solidFill>
            <a:srgbClr val="F4CC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箭头连接符 22"/>
          <p:cNvCxnSpPr>
            <a:endCxn id="20" idx="2"/>
          </p:cNvCxnSpPr>
          <p:nvPr/>
        </p:nvCxnSpPr>
        <p:spPr>
          <a:xfrm flipV="1">
            <a:off x="3274485" y="3121711"/>
            <a:ext cx="1580683" cy="39477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20" idx="2"/>
          </p:cNvCxnSpPr>
          <p:nvPr/>
        </p:nvCxnSpPr>
        <p:spPr>
          <a:xfrm flipV="1">
            <a:off x="3110806" y="3121706"/>
            <a:ext cx="1744365" cy="582307"/>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20" idx="2"/>
          </p:cNvCxnSpPr>
          <p:nvPr/>
        </p:nvCxnSpPr>
        <p:spPr>
          <a:xfrm flipV="1">
            <a:off x="3110806" y="3121710"/>
            <a:ext cx="1744365" cy="1331539"/>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20" idx="2"/>
          </p:cNvCxnSpPr>
          <p:nvPr/>
        </p:nvCxnSpPr>
        <p:spPr>
          <a:xfrm flipV="1">
            <a:off x="3279382" y="3121706"/>
            <a:ext cx="1575789" cy="1164411"/>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19" idx="2"/>
          </p:cNvCxnSpPr>
          <p:nvPr/>
        </p:nvCxnSpPr>
        <p:spPr>
          <a:xfrm>
            <a:off x="3110806" y="3701980"/>
            <a:ext cx="1744365" cy="1618121"/>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19" idx="2"/>
          </p:cNvCxnSpPr>
          <p:nvPr/>
        </p:nvCxnSpPr>
        <p:spPr>
          <a:xfrm>
            <a:off x="3278454" y="3524643"/>
            <a:ext cx="1576717" cy="1795452"/>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endCxn id="19" idx="2"/>
          </p:cNvCxnSpPr>
          <p:nvPr/>
        </p:nvCxnSpPr>
        <p:spPr>
          <a:xfrm>
            <a:off x="3110806" y="4444236"/>
            <a:ext cx="1744365" cy="87586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endCxn id="19" idx="2"/>
          </p:cNvCxnSpPr>
          <p:nvPr/>
        </p:nvCxnSpPr>
        <p:spPr>
          <a:xfrm>
            <a:off x="3289307" y="4291335"/>
            <a:ext cx="1565865" cy="102876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7897331" y="5822079"/>
            <a:ext cx="2717403" cy="369332"/>
          </a:xfrm>
          <a:prstGeom prst="rect">
            <a:avLst/>
          </a:prstGeom>
          <a:noFill/>
        </p:spPr>
        <p:txBody>
          <a:bodyPr wrap="square" rtlCol="0">
            <a:spAutoFit/>
          </a:bodyPr>
          <a:lstStyle/>
          <a:p>
            <a:r>
              <a:rPr lang="zh-CN" altLang="en-US" dirty="0"/>
              <a:t>得到</a:t>
            </a:r>
            <a:r>
              <a:rPr lang="en-US" altLang="zh-CN" dirty="0"/>
              <a:t>28x28x6</a:t>
            </a:r>
            <a:r>
              <a:rPr lang="zh-CN" altLang="en-US" dirty="0"/>
              <a:t>的新图</a:t>
            </a:r>
          </a:p>
        </p:txBody>
      </p:sp>
      <p:sp>
        <p:nvSpPr>
          <p:cNvPr id="32" name="右箭头 31"/>
          <p:cNvSpPr/>
          <p:nvPr/>
        </p:nvSpPr>
        <p:spPr>
          <a:xfrm>
            <a:off x="6265821" y="3470800"/>
            <a:ext cx="900440" cy="5653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6162056" y="4066248"/>
            <a:ext cx="1423173" cy="400110"/>
          </a:xfrm>
          <a:prstGeom prst="rect">
            <a:avLst/>
          </a:prstGeom>
          <a:noFill/>
        </p:spPr>
        <p:txBody>
          <a:bodyPr wrap="square" rtlCol="0">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32-5+1=28</a:t>
            </a:r>
            <a:endParaRPr lang="zh-CN" altLang="en-US" sz="2000" dirty="0">
              <a:solidFill>
                <a:srgbClr val="FF0000"/>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5E6C22E5-2E34-F5DA-46A9-E2D6D57C8186}"/>
              </a:ext>
            </a:extLst>
          </p:cNvPr>
          <p:cNvSpPr txBox="1"/>
          <p:nvPr/>
        </p:nvSpPr>
        <p:spPr>
          <a:xfrm>
            <a:off x="2848303" y="3244334"/>
            <a:ext cx="357352" cy="369332"/>
          </a:xfrm>
          <a:prstGeom prst="rect">
            <a:avLst/>
          </a:prstGeom>
          <a:noFill/>
        </p:spPr>
        <p:txBody>
          <a:bodyPr wrap="square" rtlCol="0">
            <a:spAutoFit/>
          </a:bodyPr>
          <a:lstStyle/>
          <a:p>
            <a:r>
              <a:rPr kumimoji="1" lang="en-US" altLang="zh-CN"/>
              <a:t>5</a:t>
            </a:r>
            <a:endParaRPr kumimoji="1" lang="zh-CN" altLang="en-US"/>
          </a:p>
        </p:txBody>
      </p:sp>
      <p:sp>
        <p:nvSpPr>
          <p:cNvPr id="4" name="文本框 3">
            <a:extLst>
              <a:ext uri="{FF2B5EF4-FFF2-40B4-BE49-F238E27FC236}">
                <a16:creationId xmlns:a16="http://schemas.microsoft.com/office/drawing/2014/main" id="{864EE6A4-47B6-D03D-E724-5CB01D823282}"/>
              </a:ext>
            </a:extLst>
          </p:cNvPr>
          <p:cNvSpPr txBox="1"/>
          <p:nvPr/>
        </p:nvSpPr>
        <p:spPr>
          <a:xfrm>
            <a:off x="2669627" y="3920619"/>
            <a:ext cx="357352" cy="369332"/>
          </a:xfrm>
          <a:prstGeom prst="rect">
            <a:avLst/>
          </a:prstGeom>
          <a:noFill/>
        </p:spPr>
        <p:txBody>
          <a:bodyPr wrap="square" rtlCol="0">
            <a:spAutoFit/>
          </a:bodyPr>
          <a:lstStyle/>
          <a:p>
            <a:r>
              <a:rPr kumimoji="1" lang="en-US" altLang="zh-CN"/>
              <a:t>5</a:t>
            </a:r>
            <a:endParaRPr kumimoji="1" lang="zh-CN" altLang="en-US"/>
          </a:p>
        </p:txBody>
      </p:sp>
    </p:spTree>
    <p:extLst>
      <p:ext uri="{BB962C8B-B14F-4D97-AF65-F5344CB8AC3E}">
        <p14:creationId xmlns:p14="http://schemas.microsoft.com/office/powerpoint/2010/main" val="1170417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101600"/>
            <a:ext cx="7886700" cy="981075"/>
          </a:xfrm>
          <a:prstGeom prst="rect">
            <a:avLst/>
          </a:prstGeom>
        </p:spPr>
        <p:txBody>
          <a:bodyPr>
            <a:normAutofit/>
          </a:bodyPr>
          <a:lstStyle/>
          <a:p>
            <a:r>
              <a:rPr lang="zh-CN" altLang="en-US" dirty="0"/>
              <a:t>万能近似定理 </a:t>
            </a:r>
            <a:r>
              <a:rPr lang="en-US" altLang="zh-CN" sz="2000" dirty="0"/>
              <a:t>Universal Approximation Theorem </a:t>
            </a:r>
            <a:endParaRPr lang="zh-CN" altLang="en-US" sz="2000" dirty="0"/>
          </a:p>
        </p:txBody>
      </p:sp>
      <mc:AlternateContent xmlns:mc="http://schemas.openxmlformats.org/markup-compatibility/2006" xmlns:a14="http://schemas.microsoft.com/office/drawing/2010/main">
        <mc:Choice Requires="a14">
          <p:sp>
            <p:nvSpPr>
              <p:cNvPr id="7" name="矩形 6"/>
              <p:cNvSpPr/>
              <p:nvPr/>
            </p:nvSpPr>
            <p:spPr>
              <a:xfrm>
                <a:off x="1039091" y="5252901"/>
                <a:ext cx="10113818" cy="1037015"/>
              </a:xfrm>
              <a:prstGeom prst="rect">
                <a:avLst/>
              </a:prstGeom>
              <a:solidFill>
                <a:schemeClr val="accent4">
                  <a:lumMod val="20000"/>
                  <a:lumOff val="80000"/>
                </a:schemeClr>
              </a:solidFill>
              <a:ln w="28575">
                <a:solidFill>
                  <a:schemeClr val="accent4"/>
                </a:solidFill>
              </a:ln>
            </p:spPr>
            <p:txBody>
              <a:bodyPr wrap="square">
                <a:spAutoFit/>
              </a:bodyPr>
              <a:lstStyle/>
              <a:p>
                <a:pPr>
                  <a:defRPr/>
                </a:pPr>
                <a:r>
                  <a:rPr lang="zh-CN" altLang="en-US" sz="2000" dirty="0">
                    <a:solidFill>
                      <a:prstClr val="black"/>
                    </a:solidFill>
                    <a:latin typeface="Times New Roman"/>
                    <a:ea typeface="微软雅黑"/>
                  </a:rPr>
                  <a:t>一个前馈神经网络如果具有</a:t>
                </a:r>
                <a:r>
                  <a:rPr lang="zh-CN" altLang="en-US" sz="2000" dirty="0">
                    <a:solidFill>
                      <a:srgbClr val="C00000"/>
                    </a:solidFill>
                    <a:latin typeface="Times New Roman"/>
                    <a:ea typeface="微软雅黑"/>
                  </a:rPr>
                  <a:t>线性输出层</a:t>
                </a:r>
                <a:r>
                  <a:rPr lang="zh-CN" altLang="en-US" sz="2000" dirty="0">
                    <a:solidFill>
                      <a:prstClr val="black"/>
                    </a:solidFill>
                    <a:latin typeface="Times New Roman"/>
                    <a:ea typeface="微软雅黑"/>
                  </a:rPr>
                  <a:t>和</a:t>
                </a:r>
                <a:r>
                  <a:rPr lang="zh-CN" altLang="en-US" sz="2000" dirty="0">
                    <a:solidFill>
                      <a:srgbClr val="C00000"/>
                    </a:solidFill>
                    <a:latin typeface="Times New Roman"/>
                    <a:ea typeface="微软雅黑"/>
                  </a:rPr>
                  <a:t>至少一层</a:t>
                </a:r>
                <a:r>
                  <a:rPr lang="zh-CN" altLang="en-US" sz="2000" dirty="0">
                    <a:solidFill>
                      <a:prstClr val="black"/>
                    </a:solidFill>
                    <a:latin typeface="Times New Roman"/>
                    <a:ea typeface="微软雅黑"/>
                  </a:rPr>
                  <a:t>具有任何一种</a:t>
                </a:r>
                <a:r>
                  <a:rPr lang="zh-CN" altLang="en-US" sz="2000" dirty="0">
                    <a:solidFill>
                      <a:prstClr val="black"/>
                    </a:solidFill>
                    <a:latin typeface="楷体" panose="02010609060101010101" pitchFamily="49" charset="-122"/>
                    <a:ea typeface="楷体" panose="02010609060101010101" pitchFamily="49" charset="-122"/>
                  </a:rPr>
                  <a:t>“</a:t>
                </a:r>
                <a:r>
                  <a:rPr lang="zh-CN" altLang="en-US" sz="2000" dirty="0">
                    <a:solidFill>
                      <a:prstClr val="black"/>
                    </a:solidFill>
                    <a:latin typeface="Times New Roman"/>
                    <a:ea typeface="微软雅黑"/>
                  </a:rPr>
                  <a:t>挤压</a:t>
                </a:r>
                <a:r>
                  <a:rPr lang="zh-CN" altLang="en-US" sz="2000" dirty="0">
                    <a:solidFill>
                      <a:prstClr val="black"/>
                    </a:solidFill>
                    <a:latin typeface="楷体" panose="02010609060101010101" pitchFamily="49" charset="-122"/>
                    <a:ea typeface="楷体" panose="02010609060101010101" pitchFamily="49" charset="-122"/>
                  </a:rPr>
                  <a:t>”</a:t>
                </a:r>
                <a:r>
                  <a:rPr lang="zh-CN" altLang="en-US" sz="2000" dirty="0">
                    <a:solidFill>
                      <a:prstClr val="black"/>
                    </a:solidFill>
                    <a:latin typeface="Times New Roman"/>
                    <a:ea typeface="微软雅黑"/>
                  </a:rPr>
                  <a:t>性质的激活函数（例如</a:t>
                </a:r>
                <a:r>
                  <a:rPr lang="en-US" altLang="zh-CN" sz="2000" dirty="0">
                    <a:solidFill>
                      <a:prstClr val="black"/>
                    </a:solidFill>
                    <a:latin typeface="Times New Roman"/>
                    <a:ea typeface="微软雅黑"/>
                  </a:rPr>
                  <a:t>logistic sigmoid</a:t>
                </a:r>
                <a:r>
                  <a:rPr lang="zh-CN" altLang="en-US" sz="2000" dirty="0">
                    <a:solidFill>
                      <a:prstClr val="black"/>
                    </a:solidFill>
                    <a:latin typeface="Times New Roman"/>
                    <a:ea typeface="微软雅黑"/>
                  </a:rPr>
                  <a:t>激活函数）的</a:t>
                </a:r>
                <a:r>
                  <a:rPr lang="zh-CN" altLang="en-US" sz="2000" dirty="0">
                    <a:solidFill>
                      <a:srgbClr val="C00000"/>
                    </a:solidFill>
                    <a:latin typeface="Times New Roman"/>
                    <a:ea typeface="微软雅黑"/>
                  </a:rPr>
                  <a:t>隐藏层</a:t>
                </a:r>
                <a:r>
                  <a:rPr lang="zh-CN" altLang="en-US" sz="2000" dirty="0">
                    <a:solidFill>
                      <a:prstClr val="black"/>
                    </a:solidFill>
                    <a:latin typeface="Times New Roman"/>
                    <a:ea typeface="微软雅黑"/>
                  </a:rPr>
                  <a:t>，只要给予网络</a:t>
                </a:r>
                <a:r>
                  <a:rPr lang="zh-CN" altLang="en-US" sz="2000" dirty="0">
                    <a:solidFill>
                      <a:srgbClr val="C00000"/>
                    </a:solidFill>
                    <a:latin typeface="Times New Roman"/>
                    <a:ea typeface="微软雅黑"/>
                  </a:rPr>
                  <a:t>足够数量的隐藏单元</a:t>
                </a:r>
                <a:r>
                  <a:rPr lang="zh-CN" altLang="en-US" sz="2000" dirty="0">
                    <a:solidFill>
                      <a:prstClr val="black"/>
                    </a:solidFill>
                    <a:latin typeface="Times New Roman"/>
                    <a:ea typeface="微软雅黑"/>
                  </a:rPr>
                  <a:t>，它可以以任意的精度来近似任何从一个有限维空间到另一个有限维空间的大多数常见函</a:t>
                </a:r>
                <a14:m>
                  <m:oMath xmlns:m="http://schemas.openxmlformats.org/officeDocument/2006/math">
                    <m:r>
                      <a:rPr lang="zh-CN" altLang="en-US" sz="2000" b="0" i="1" dirty="0">
                        <a:solidFill>
                          <a:prstClr val="black"/>
                        </a:solidFill>
                        <a:latin typeface="Cambria Math" panose="02040503050406030204" pitchFamily="18" charset="0"/>
                        <a:ea typeface="微软雅黑"/>
                      </a:rPr>
                      <m:t>数</m:t>
                    </m:r>
                  </m:oMath>
                </a14:m>
                <a:r>
                  <a:rPr lang="zh-CN" altLang="en-US" sz="2000" dirty="0">
                    <a:solidFill>
                      <a:prstClr val="black"/>
                    </a:solidFill>
                    <a:latin typeface="Times New Roman"/>
                    <a:ea typeface="微软雅黑"/>
                  </a:rPr>
                  <a:t>。</a:t>
                </a:r>
                <a:endParaRPr lang="en-US" altLang="zh-CN" sz="2000" dirty="0">
                  <a:solidFill>
                    <a:prstClr val="black"/>
                  </a:solidFill>
                  <a:latin typeface="Times New Roman"/>
                  <a:ea typeface="微软雅黑"/>
                </a:endParaRPr>
              </a:p>
            </p:txBody>
          </p:sp>
        </mc:Choice>
        <mc:Fallback xmlns="">
          <p:sp>
            <p:nvSpPr>
              <p:cNvPr id="7" name="矩形 6"/>
              <p:cNvSpPr>
                <a:spLocks noRot="1" noChangeAspect="1" noMove="1" noResize="1" noEditPoints="1" noAdjustHandles="1" noChangeArrowheads="1" noChangeShapeType="1" noTextEdit="1"/>
              </p:cNvSpPr>
              <p:nvPr/>
            </p:nvSpPr>
            <p:spPr>
              <a:xfrm>
                <a:off x="1039091" y="5252901"/>
                <a:ext cx="10113818" cy="1037015"/>
              </a:xfrm>
              <a:prstGeom prst="rect">
                <a:avLst/>
              </a:prstGeom>
              <a:blipFill>
                <a:blip r:embed="rId3"/>
                <a:stretch>
                  <a:fillRect l="-500" t="-3529" r="-250" b="-5882"/>
                </a:stretch>
              </a:blipFill>
              <a:ln w="28575">
                <a:solidFill>
                  <a:schemeClr val="accent4"/>
                </a:solidFill>
              </a:ln>
            </p:spPr>
            <p:txBody>
              <a:bodyPr/>
              <a:lstStyle/>
              <a:p>
                <a:r>
                  <a:rPr lang="en-US">
                    <a:noFill/>
                  </a:rPr>
                  <a:t> </a:t>
                </a:r>
              </a:p>
            </p:txBody>
          </p:sp>
        </mc:Fallback>
      </mc:AlternateContent>
      <p:sp>
        <p:nvSpPr>
          <p:cNvPr id="9" name="矩形 8"/>
          <p:cNvSpPr/>
          <p:nvPr/>
        </p:nvSpPr>
        <p:spPr>
          <a:xfrm>
            <a:off x="1993288" y="6289916"/>
            <a:ext cx="8205421" cy="369332"/>
          </a:xfrm>
          <a:prstGeom prst="rect">
            <a:avLst/>
          </a:prstGeom>
        </p:spPr>
        <p:txBody>
          <a:bodyPr wrap="square">
            <a:spAutoFit/>
          </a:bodyPr>
          <a:lstStyle/>
          <a:p>
            <a:pPr marL="0" lvl="1">
              <a:defRPr/>
            </a:pPr>
            <a:r>
              <a:rPr lang="zh-CN" altLang="en-US" dirty="0">
                <a:solidFill>
                  <a:prstClr val="black"/>
                </a:solidFill>
                <a:latin typeface="Times New Roman"/>
                <a:ea typeface="微软雅黑"/>
              </a:rPr>
              <a:t>万能近似定理也已经被证明对于</a:t>
            </a:r>
            <a:r>
              <a:rPr lang="zh-CN" altLang="en-US" dirty="0">
                <a:solidFill>
                  <a:srgbClr val="C00000"/>
                </a:solidFill>
                <a:latin typeface="Times New Roman"/>
                <a:ea typeface="微软雅黑"/>
              </a:rPr>
              <a:t>更广泛类别的激活函数，比如</a:t>
            </a:r>
            <a:r>
              <a:rPr lang="en-US" altLang="zh-CN" dirty="0" err="1">
                <a:solidFill>
                  <a:srgbClr val="C00000"/>
                </a:solidFill>
                <a:latin typeface="Times New Roman"/>
                <a:ea typeface="微软雅黑"/>
              </a:rPr>
              <a:t>ReLU</a:t>
            </a:r>
            <a:r>
              <a:rPr lang="zh-CN" altLang="en-US" dirty="0">
                <a:solidFill>
                  <a:prstClr val="black"/>
                </a:solidFill>
                <a:latin typeface="Times New Roman"/>
                <a:ea typeface="微软雅黑"/>
              </a:rPr>
              <a:t>也是适用的</a:t>
            </a:r>
            <a:endParaRPr lang="en-US" altLang="zh-CN" dirty="0">
              <a:solidFill>
                <a:prstClr val="black"/>
              </a:solidFill>
              <a:latin typeface="Times New Roman"/>
              <a:ea typeface="微软雅黑"/>
            </a:endParaRPr>
          </a:p>
        </p:txBody>
      </p:sp>
      <p:pic>
        <p:nvPicPr>
          <p:cNvPr id="3" name="图片 2" descr="屏幕剪辑">
            <a:extLst>
              <a:ext uri="{FF2B5EF4-FFF2-40B4-BE49-F238E27FC236}">
                <a16:creationId xmlns:a16="http://schemas.microsoft.com/office/drawing/2014/main" id="{B0145EDE-3EE8-B337-C34D-6A5B220D70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7785" y="795024"/>
            <a:ext cx="5956428" cy="4331949"/>
          </a:xfrm>
          <a:prstGeom prst="rect">
            <a:avLst/>
          </a:prstGeom>
        </p:spPr>
      </p:pic>
      <p:sp>
        <p:nvSpPr>
          <p:cNvPr id="4" name="TextBox 3">
            <a:extLst>
              <a:ext uri="{FF2B5EF4-FFF2-40B4-BE49-F238E27FC236}">
                <a16:creationId xmlns:a16="http://schemas.microsoft.com/office/drawing/2014/main" id="{B71BF371-95FE-F598-177D-5A7966ED5584}"/>
              </a:ext>
            </a:extLst>
          </p:cNvPr>
          <p:cNvSpPr txBox="1"/>
          <p:nvPr/>
        </p:nvSpPr>
        <p:spPr>
          <a:xfrm>
            <a:off x="148485" y="6579719"/>
            <a:ext cx="12130244" cy="307777"/>
          </a:xfrm>
          <a:prstGeom prst="rect">
            <a:avLst/>
          </a:prstGeom>
          <a:noFill/>
        </p:spPr>
        <p:txBody>
          <a:bodyPr wrap="none" rtlCol="0">
            <a:spAutoFit/>
          </a:bodyPr>
          <a:lstStyle/>
          <a:p>
            <a:r>
              <a:rPr lang="en-US" sz="1400" b="0" i="0" dirty="0" err="1">
                <a:solidFill>
                  <a:srgbClr val="222222"/>
                </a:solidFill>
                <a:effectLst/>
                <a:latin typeface="Arial" panose="020B0604020202020204" pitchFamily="34" charset="0"/>
              </a:rPr>
              <a:t>论文</a:t>
            </a:r>
            <a:r>
              <a:rPr lang="zh-CN" altLang="en-US" sz="1400" b="0" i="0" dirty="0">
                <a:solidFill>
                  <a:srgbClr val="222222"/>
                </a:solidFill>
                <a:effectLst/>
                <a:latin typeface="Arial" panose="020B0604020202020204" pitchFamily="34" charset="0"/>
              </a:rPr>
              <a:t>：</a:t>
            </a:r>
            <a:r>
              <a:rPr lang="en-US" sz="1400" b="0" i="0" dirty="0" err="1">
                <a:solidFill>
                  <a:srgbClr val="222222"/>
                </a:solidFill>
                <a:effectLst/>
                <a:latin typeface="Arial" panose="020B0604020202020204" pitchFamily="34" charset="0"/>
              </a:rPr>
              <a:t>Cybenko</a:t>
            </a:r>
            <a:r>
              <a:rPr lang="en-US" sz="1400" b="0" i="0" dirty="0">
                <a:solidFill>
                  <a:srgbClr val="222222"/>
                </a:solidFill>
                <a:effectLst/>
                <a:latin typeface="Arial" panose="020B0604020202020204" pitchFamily="34" charset="0"/>
              </a:rPr>
              <a:t>, George. "Approximation by superpositions of a sigmoidal function." </a:t>
            </a:r>
            <a:r>
              <a:rPr lang="en-US" sz="1400" b="0" i="1" dirty="0">
                <a:solidFill>
                  <a:srgbClr val="222222"/>
                </a:solidFill>
                <a:effectLst/>
                <a:latin typeface="Arial" panose="020B0604020202020204" pitchFamily="34" charset="0"/>
              </a:rPr>
              <a:t>Mathematics of control, signals and systems</a:t>
            </a:r>
            <a:r>
              <a:rPr lang="en-US" sz="1400" b="0" i="0" dirty="0">
                <a:solidFill>
                  <a:srgbClr val="222222"/>
                </a:solidFill>
                <a:effectLst/>
                <a:latin typeface="Arial" panose="020B0604020202020204" pitchFamily="34" charset="0"/>
              </a:rPr>
              <a:t> 2.4 (1989): 303-314.</a:t>
            </a:r>
            <a:endParaRPr lang="en-US" sz="1400" dirty="0"/>
          </a:p>
        </p:txBody>
      </p:sp>
    </p:spTree>
    <p:extLst>
      <p:ext uri="{BB962C8B-B14F-4D97-AF65-F5344CB8AC3E}">
        <p14:creationId xmlns:p14="http://schemas.microsoft.com/office/powerpoint/2010/main" val="2102290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7310974" y="3136413"/>
            <a:ext cx="270120" cy="3508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梯度下降</a:t>
            </a:r>
          </a:p>
        </p:txBody>
      </p:sp>
      <mc:AlternateContent xmlns:mc="http://schemas.openxmlformats.org/markup-compatibility/2006" xmlns:a14="http://schemas.microsoft.com/office/drawing/2010/main">
        <mc:Choice Requires="a14">
          <p:sp>
            <p:nvSpPr>
              <p:cNvPr id="7" name="文字方塊 61"/>
              <p:cNvSpPr txBox="1"/>
              <p:nvPr/>
            </p:nvSpPr>
            <p:spPr>
              <a:xfrm>
                <a:off x="2136258" y="1511173"/>
                <a:ext cx="1400487" cy="415498"/>
              </a:xfrm>
              <a:prstGeom prst="rect">
                <a:avLst/>
              </a:prstGeom>
              <a:noFill/>
            </p:spPr>
            <p:txBody>
              <a:bodyPr wrap="square" rtlCol="0">
                <a:spAutoFit/>
              </a:bodyPr>
              <a:lstStyle/>
              <a:p>
                <a:pPr algn="ctr"/>
                <a:r>
                  <a:rPr lang="zh-CN" altLang="en-US" sz="2100" dirty="0">
                    <a:latin typeface="STIX Two Math" panose="02020603050405020304" pitchFamily="18" charset="0"/>
                    <a:ea typeface="STIX Two Math" panose="02020603050405020304" pitchFamily="18" charset="0"/>
                    <a:cs typeface="STIX Two Math" panose="02020603050405020304" pitchFamily="18" charset="0"/>
                  </a:rPr>
                  <a:t>目标</a:t>
                </a:r>
                <a14:m>
                  <m:oMath xmlns:m="http://schemas.openxmlformats.org/officeDocument/2006/math">
                    <m:r>
                      <a:rPr lang="en-US" altLang="zh-TW" sz="2100" i="1">
                        <a:latin typeface="Cambria Math" panose="02040503050406030204" pitchFamily="18" charset="0"/>
                      </a:rPr>
                      <m:t>ℒ</m:t>
                    </m:r>
                    <m:d>
                      <m:dPr>
                        <m:ctrlPr>
                          <a:rPr lang="en-US" altLang="zh-TW" sz="2100" i="1">
                            <a:latin typeface="Cambria Math" panose="02040503050406030204" pitchFamily="18" charset="0"/>
                          </a:rPr>
                        </m:ctrlPr>
                      </m:dPr>
                      <m:e>
                        <m:r>
                          <a:rPr lang="en-US" altLang="zh-TW" sz="2100" b="1" i="1">
                            <a:latin typeface="Cambria Math" panose="02040503050406030204" pitchFamily="18" charset="0"/>
                          </a:rPr>
                          <m:t>𝜽</m:t>
                        </m:r>
                      </m:e>
                    </m:d>
                  </m:oMath>
                </a14:m>
                <a:endParaRPr lang="zh-TW" altLang="en-US" sz="2100" dirty="0">
                  <a:latin typeface="STIX Two Math" panose="02020603050405020304" pitchFamily="18" charset="0"/>
                  <a:cs typeface="STIX Two Math" panose="02020603050405020304" pitchFamily="18" charset="0"/>
                </a:endParaRPr>
              </a:p>
            </p:txBody>
          </p:sp>
        </mc:Choice>
        <mc:Fallback xmlns="">
          <p:sp>
            <p:nvSpPr>
              <p:cNvPr id="7" name="文字方塊 61"/>
              <p:cNvSpPr txBox="1">
                <a:spLocks noRot="1" noChangeAspect="1" noMove="1" noResize="1" noEditPoints="1" noAdjustHandles="1" noChangeArrowheads="1" noChangeShapeType="1" noTextEdit="1"/>
              </p:cNvSpPr>
              <p:nvPr/>
            </p:nvSpPr>
            <p:spPr>
              <a:xfrm>
                <a:off x="2136258" y="1511173"/>
                <a:ext cx="1400487" cy="415498"/>
              </a:xfrm>
              <a:prstGeom prst="rect">
                <a:avLst/>
              </a:prstGeom>
              <a:blipFill>
                <a:blip r:embed="rId2"/>
                <a:stretch>
                  <a:fillRect t="-15152" b="-24242"/>
                </a:stretch>
              </a:blipFill>
            </p:spPr>
            <p:txBody>
              <a:bodyPr/>
              <a:lstStyle/>
              <a:p>
                <a:r>
                  <a:rPr lang="zh-CN" altLang="en-US">
                    <a:noFill/>
                  </a:rPr>
                  <a:t> </a:t>
                </a:r>
              </a:p>
            </p:txBody>
          </p:sp>
        </mc:Fallback>
      </mc:AlternateContent>
      <p:cxnSp>
        <p:nvCxnSpPr>
          <p:cNvPr id="8" name="直線單箭頭接點 27"/>
          <p:cNvCxnSpPr/>
          <p:nvPr/>
        </p:nvCxnSpPr>
        <p:spPr>
          <a:xfrm>
            <a:off x="2023446" y="5514292"/>
            <a:ext cx="828110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29"/>
          <p:cNvCxnSpPr/>
          <p:nvPr/>
        </p:nvCxnSpPr>
        <p:spPr>
          <a:xfrm flipV="1">
            <a:off x="2836501" y="1960658"/>
            <a:ext cx="0" cy="38771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字方塊 34"/>
              <p:cNvSpPr txBox="1"/>
              <p:nvPr/>
            </p:nvSpPr>
            <p:spPr>
              <a:xfrm>
                <a:off x="3774341" y="2099975"/>
                <a:ext cx="5203253" cy="1431161"/>
              </a:xfrm>
              <a:prstGeom prst="rect">
                <a:avLst/>
              </a:prstGeom>
              <a:noFill/>
            </p:spPr>
            <p:txBody>
              <a:bodyPr wrap="square" rtlCol="0">
                <a:spAutoFit/>
              </a:bodyPr>
              <a:lstStyle/>
              <a:p>
                <a:pPr marL="457200" indent="-457200">
                  <a:buFont typeface="+mj-lt"/>
                  <a:buAutoNum type="arabicPeriod"/>
                </a:pPr>
                <a:r>
                  <a:rPr lang="zh-CN" altLang="en-US" sz="2100" dirty="0">
                    <a:latin typeface="STIX Two Math" panose="02020603050405020304" pitchFamily="18" charset="0"/>
                    <a:cs typeface="STIX Two Math" panose="02020603050405020304" pitchFamily="18" charset="0"/>
                  </a:rPr>
                  <a:t>初始化</a:t>
                </a:r>
                <a14:m>
                  <m:oMath xmlns:m="http://schemas.openxmlformats.org/officeDocument/2006/math">
                    <m:sSup>
                      <m:sSupPr>
                        <m:ctrlPr>
                          <a:rPr lang="en-US" altLang="zh-TW" sz="2100" b="1" i="1">
                            <a:latin typeface="Cambria Math" panose="02040503050406030204" pitchFamily="18" charset="0"/>
                          </a:rPr>
                        </m:ctrlPr>
                      </m:sSupPr>
                      <m:e>
                        <m:r>
                          <a:rPr lang="en-US" altLang="zh-TW" sz="2100" b="1" i="1">
                            <a:latin typeface="Cambria Math" panose="02040503050406030204" pitchFamily="18" charset="0"/>
                          </a:rPr>
                          <m:t>𝜽</m:t>
                        </m:r>
                      </m:e>
                      <m:sup>
                        <m:r>
                          <a:rPr lang="en-US" altLang="zh-TW" sz="2100" i="1">
                            <a:latin typeface="Cambria Math" panose="02040503050406030204" pitchFamily="18" charset="0"/>
                          </a:rPr>
                          <m:t>0</m:t>
                        </m:r>
                      </m:sup>
                    </m:sSup>
                  </m:oMath>
                </a14:m>
                <a:endParaRPr lang="en-US" altLang="zh-CN" sz="2100" b="1" i="1" dirty="0">
                  <a:latin typeface="STIX Two Math" panose="02020603050405020304" pitchFamily="18" charset="0"/>
                  <a:ea typeface="STIX Two Math" panose="02020603050405020304" pitchFamily="18" charset="0"/>
                  <a:cs typeface="STIX Two Math" panose="02020603050405020304" pitchFamily="18" charset="0"/>
                </a:endParaRPr>
              </a:p>
              <a:p>
                <a:pPr marL="457200" indent="-457200">
                  <a:buFont typeface="+mj-lt"/>
                  <a:buAutoNum type="arabicPeriod"/>
                </a:pPr>
                <a:r>
                  <a:rPr lang="zh-CN" altLang="en-US" sz="2100" dirty="0">
                    <a:latin typeface="STIX Two Math" panose="02020603050405020304" pitchFamily="18" charset="0"/>
                    <a:cs typeface="STIX Two Math" panose="02020603050405020304" pitchFamily="18" charset="0"/>
                  </a:rPr>
                  <a:t>重复</a:t>
                </a:r>
                <a:endParaRPr lang="en-US" altLang="zh-CN" sz="2100" dirty="0">
                  <a:latin typeface="STIX Two Math" panose="02020603050405020304" pitchFamily="18" charset="0"/>
                  <a:ea typeface="STIX Two Math" panose="02020603050405020304" pitchFamily="18" charset="0"/>
                  <a:cs typeface="STIX Two Math" panose="02020603050405020304" pitchFamily="18" charset="0"/>
                </a:endParaRPr>
              </a:p>
              <a:p>
                <a:pPr marL="914400" lvl="1" indent="-457200">
                  <a:buFont typeface="+mj-lt"/>
                  <a:buAutoNum type="alphaLcPeriod"/>
                </a:pPr>
                <a:r>
                  <a:rPr lang="zh-CN" altLang="en-US" sz="2100" dirty="0">
                    <a:latin typeface="STIX Two Math" panose="02020603050405020304" pitchFamily="18" charset="0"/>
                    <a:cs typeface="STIX Two Math" panose="02020603050405020304" pitchFamily="18" charset="0"/>
                  </a:rPr>
                  <a:t>计算梯度</a:t>
                </a:r>
                <a14:m>
                  <m:oMath xmlns:m="http://schemas.openxmlformats.org/officeDocument/2006/math">
                    <m:r>
                      <a:rPr lang="zh-TW" altLang="en-US" sz="2100" i="1">
                        <a:latin typeface="Cambria Math" panose="02040503050406030204" pitchFamily="18" charset="0"/>
                      </a:rPr>
                      <m:t>𝛻</m:t>
                    </m:r>
                    <m:r>
                      <a:rPr lang="en-US" altLang="zh-TW" sz="2100" i="1">
                        <a:latin typeface="Cambria Math" panose="02040503050406030204" pitchFamily="18" charset="0"/>
                      </a:rPr>
                      <m:t>𝐿</m:t>
                    </m:r>
                    <m:d>
                      <m:dPr>
                        <m:ctrlPr>
                          <a:rPr lang="en-US" altLang="zh-TW" sz="2100" i="1">
                            <a:latin typeface="Cambria Math" panose="02040503050406030204" pitchFamily="18" charset="0"/>
                          </a:rPr>
                        </m:ctrlPr>
                      </m:dPr>
                      <m:e>
                        <m:sSup>
                          <m:sSupPr>
                            <m:ctrlPr>
                              <a:rPr lang="en-US" altLang="zh-TW" sz="2100" i="1">
                                <a:latin typeface="Cambria Math" panose="02040503050406030204" pitchFamily="18" charset="0"/>
                              </a:rPr>
                            </m:ctrlPr>
                          </m:sSupPr>
                          <m:e>
                            <m:r>
                              <a:rPr lang="en-US" altLang="zh-TW" sz="2100" b="1" i="1">
                                <a:latin typeface="Cambria Math" panose="02040503050406030204" pitchFamily="18" charset="0"/>
                              </a:rPr>
                              <m:t>𝜽</m:t>
                            </m:r>
                          </m:e>
                          <m:sup>
                            <m:r>
                              <a:rPr lang="en-US" altLang="zh-TW" sz="2100" i="1">
                                <a:latin typeface="Cambria Math" panose="02040503050406030204" pitchFamily="18" charset="0"/>
                              </a:rPr>
                              <m:t>𝑡</m:t>
                            </m:r>
                            <m:r>
                              <a:rPr lang="en-US" altLang="zh-TW" sz="2100" i="1">
                                <a:latin typeface="Cambria Math" panose="02040503050406030204" pitchFamily="18" charset="0"/>
                              </a:rPr>
                              <m:t>−1</m:t>
                            </m:r>
                          </m:sup>
                        </m:sSup>
                      </m:e>
                    </m:d>
                  </m:oMath>
                </a14:m>
                <a:endParaRPr lang="zh-TW" altLang="en-US" sz="2100" dirty="0">
                  <a:latin typeface="STIX Two Math" panose="02020603050405020304" pitchFamily="18" charset="0"/>
                  <a:cs typeface="STIX Two Math" panose="02020603050405020304" pitchFamily="18" charset="0"/>
                </a:endParaRPr>
              </a:p>
              <a:p>
                <a:pPr marL="914400" lvl="1" indent="-457200">
                  <a:buFont typeface="+mj-lt"/>
                  <a:buAutoNum type="alphaLcPeriod"/>
                </a:pPr>
                <a:r>
                  <a:rPr lang="zh-CN" altLang="en-US" sz="2100" dirty="0">
                    <a:latin typeface="STIX Two Math" panose="02020603050405020304" pitchFamily="18" charset="0"/>
                    <a:cs typeface="STIX Two Math" panose="02020603050405020304" pitchFamily="18" charset="0"/>
                  </a:rPr>
                  <a:t>更新参数</a:t>
                </a:r>
                <a14:m>
                  <m:oMath xmlns:m="http://schemas.openxmlformats.org/officeDocument/2006/math">
                    <m:sSub>
                      <m:sSubPr>
                        <m:ctrlPr>
                          <a:rPr lang="en-US" altLang="zh-TW" sz="2100" b="1" i="1">
                            <a:latin typeface="Cambria Math" panose="02040503050406030204" pitchFamily="18" charset="0"/>
                            <a:ea typeface="STIX Two Math" panose="02020603050405020304" pitchFamily="18" charset="0"/>
                            <a:cs typeface="STIX Two Math" panose="02020603050405020304" pitchFamily="18" charset="0"/>
                          </a:rPr>
                        </m:ctrlPr>
                      </m:sSubPr>
                      <m:e>
                        <m:r>
                          <a:rPr lang="en-US" altLang="zh-TW" sz="2100" b="1" i="1">
                            <a:latin typeface="Cambria Math" panose="02040503050406030204" pitchFamily="18" charset="0"/>
                          </a:rPr>
                          <m:t>𝜽</m:t>
                        </m:r>
                      </m:e>
                      <m:sub>
                        <m:r>
                          <a:rPr lang="en-US" altLang="zh-TW" sz="2100" i="1">
                            <a:latin typeface="Cambria Math" panose="02040503050406030204" pitchFamily="18" charset="0"/>
                            <a:ea typeface="STIX Two Math" panose="02020603050405020304" pitchFamily="18" charset="0"/>
                            <a:cs typeface="STIX Two Math" panose="02020603050405020304" pitchFamily="18" charset="0"/>
                          </a:rPr>
                          <m:t>𝑡</m:t>
                        </m:r>
                      </m:sub>
                    </m:sSub>
                    <m:r>
                      <a:rPr lang="en-US" altLang="zh-TW" sz="2100" i="1">
                        <a:latin typeface="Cambria Math" panose="02040503050406030204" pitchFamily="18" charset="0"/>
                        <a:ea typeface="STIX Two Math" panose="02020603050405020304" pitchFamily="18" charset="0"/>
                        <a:cs typeface="STIX Two Math" panose="02020603050405020304" pitchFamily="18" charset="0"/>
                      </a:rPr>
                      <m:t>←</m:t>
                    </m:r>
                    <m:sSub>
                      <m:sSubPr>
                        <m:ctrlPr>
                          <a:rPr lang="en-US" altLang="zh-TW" sz="2100" i="1">
                            <a:latin typeface="Cambria Math" panose="02040503050406030204" pitchFamily="18" charset="0"/>
                            <a:ea typeface="STIX Two Math" panose="02020603050405020304" pitchFamily="18" charset="0"/>
                            <a:cs typeface="STIX Two Math" panose="02020603050405020304" pitchFamily="18" charset="0"/>
                          </a:rPr>
                        </m:ctrlPr>
                      </m:sSubPr>
                      <m:e>
                        <m:r>
                          <a:rPr lang="en-US" altLang="zh-TW" sz="2100" b="1" i="1">
                            <a:latin typeface="Cambria Math" panose="02040503050406030204" pitchFamily="18" charset="0"/>
                          </a:rPr>
                          <m:t>𝜽</m:t>
                        </m:r>
                      </m:e>
                      <m:sub>
                        <m:r>
                          <a:rPr lang="en-US" altLang="zh-TW" sz="2100" i="1">
                            <a:latin typeface="Cambria Math" panose="02040503050406030204" pitchFamily="18" charset="0"/>
                            <a:ea typeface="STIX Two Math" panose="02020603050405020304" pitchFamily="18" charset="0"/>
                            <a:cs typeface="STIX Two Math" panose="02020603050405020304" pitchFamily="18" charset="0"/>
                          </a:rPr>
                          <m:t>𝑡</m:t>
                        </m:r>
                        <m:r>
                          <a:rPr lang="en-US" altLang="zh-TW" sz="2100" i="1">
                            <a:latin typeface="Cambria Math" panose="02040503050406030204" pitchFamily="18" charset="0"/>
                            <a:ea typeface="STIX Two Math" panose="02020603050405020304" pitchFamily="18" charset="0"/>
                            <a:cs typeface="STIX Two Math" panose="02020603050405020304" pitchFamily="18" charset="0"/>
                          </a:rPr>
                          <m:t>−1</m:t>
                        </m:r>
                      </m:sub>
                    </m:sSub>
                    <m:r>
                      <a:rPr lang="en-US" altLang="zh-TW" sz="2100" i="1">
                        <a:latin typeface="Cambria Math" panose="02040503050406030204" pitchFamily="18" charset="0"/>
                        <a:ea typeface="STIX Two Math" panose="02020603050405020304" pitchFamily="18" charset="0"/>
                        <a:cs typeface="STIX Two Math" panose="02020603050405020304" pitchFamily="18" charset="0"/>
                      </a:rPr>
                      <m:t>−</m:t>
                    </m:r>
                    <m:r>
                      <a:rPr lang="en-US" altLang="zh-CN" sz="2100" i="1">
                        <a:latin typeface="Cambria Math" panose="02040503050406030204" pitchFamily="18" charset="0"/>
                        <a:ea typeface="STIX Two Math" panose="02020603050405020304" pitchFamily="18" charset="0"/>
                        <a:cs typeface="STIX Two Math" panose="02020603050405020304" pitchFamily="18" charset="0"/>
                      </a:rPr>
                      <m:t>𝛼</m:t>
                    </m:r>
                    <m:r>
                      <a:rPr lang="en-US" altLang="zh-CN" sz="2100" i="1">
                        <a:latin typeface="Cambria Math" panose="02040503050406030204" pitchFamily="18" charset="0"/>
                        <a:ea typeface="STIX Two Math" panose="02020603050405020304" pitchFamily="18" charset="0"/>
                        <a:cs typeface="STIX Two Math" panose="02020603050405020304" pitchFamily="18" charset="0"/>
                      </a:rPr>
                      <m:t> </m:t>
                    </m:r>
                    <m:r>
                      <a:rPr lang="zh-TW" altLang="en-US" sz="2100" i="1">
                        <a:latin typeface="Cambria Math" panose="02040503050406030204" pitchFamily="18" charset="0"/>
                      </a:rPr>
                      <m:t>𝛻</m:t>
                    </m:r>
                    <m:r>
                      <a:rPr lang="en-US" altLang="zh-TW" sz="2100" i="1">
                        <a:latin typeface="Cambria Math" panose="02040503050406030204" pitchFamily="18" charset="0"/>
                      </a:rPr>
                      <m:t>𝐿</m:t>
                    </m:r>
                    <m:d>
                      <m:dPr>
                        <m:ctrlPr>
                          <a:rPr lang="en-US" altLang="zh-TW" sz="2100" i="1">
                            <a:latin typeface="Cambria Math" panose="02040503050406030204" pitchFamily="18" charset="0"/>
                          </a:rPr>
                        </m:ctrlPr>
                      </m:dPr>
                      <m:e>
                        <m:sSup>
                          <m:sSupPr>
                            <m:ctrlPr>
                              <a:rPr lang="en-US" altLang="zh-TW" sz="2100" i="1">
                                <a:latin typeface="Cambria Math" panose="02040503050406030204" pitchFamily="18" charset="0"/>
                              </a:rPr>
                            </m:ctrlPr>
                          </m:sSupPr>
                          <m:e>
                            <m:r>
                              <a:rPr lang="en-US" altLang="zh-TW" sz="2100" b="1" i="1">
                                <a:latin typeface="Cambria Math" panose="02040503050406030204" pitchFamily="18" charset="0"/>
                              </a:rPr>
                              <m:t>𝜽</m:t>
                            </m:r>
                          </m:e>
                          <m:sup>
                            <m:r>
                              <a:rPr lang="en-US" altLang="zh-TW" sz="2100" i="1">
                                <a:latin typeface="Cambria Math" panose="02040503050406030204" pitchFamily="18" charset="0"/>
                              </a:rPr>
                              <m:t>𝑡</m:t>
                            </m:r>
                            <m:r>
                              <a:rPr lang="en-US" altLang="zh-TW" sz="2100" i="1">
                                <a:latin typeface="Cambria Math" panose="02040503050406030204" pitchFamily="18" charset="0"/>
                              </a:rPr>
                              <m:t>−1</m:t>
                            </m:r>
                          </m:sup>
                        </m:sSup>
                      </m:e>
                    </m:d>
                  </m:oMath>
                </a14:m>
                <a:endParaRPr lang="zh-TW" altLang="en-US" sz="2100" dirty="0">
                  <a:latin typeface="STIX Two Math" panose="02020603050405020304" pitchFamily="18" charset="0"/>
                  <a:cs typeface="STIX Two Math" panose="02020603050405020304" pitchFamily="18" charset="0"/>
                </a:endParaRPr>
              </a:p>
            </p:txBody>
          </p:sp>
        </mc:Choice>
        <mc:Fallback xmlns="">
          <p:sp>
            <p:nvSpPr>
              <p:cNvPr id="10" name="文字方塊 34"/>
              <p:cNvSpPr txBox="1">
                <a:spLocks noRot="1" noChangeAspect="1" noMove="1" noResize="1" noEditPoints="1" noAdjustHandles="1" noChangeArrowheads="1" noChangeShapeType="1" noTextEdit="1"/>
              </p:cNvSpPr>
              <p:nvPr/>
            </p:nvSpPr>
            <p:spPr>
              <a:xfrm>
                <a:off x="3774341" y="2099975"/>
                <a:ext cx="5203253" cy="1431161"/>
              </a:xfrm>
              <a:prstGeom prst="rect">
                <a:avLst/>
              </a:prstGeom>
              <a:blipFill>
                <a:blip r:embed="rId3"/>
                <a:stretch>
                  <a:fillRect l="-973" t="-3540" b="-3540"/>
                </a:stretch>
              </a:blipFill>
            </p:spPr>
            <p:txBody>
              <a:bodyPr/>
              <a:lstStyle/>
              <a:p>
                <a:r>
                  <a:rPr lang="zh-CN" altLang="en-US">
                    <a:noFill/>
                  </a:rPr>
                  <a:t> </a:t>
                </a:r>
              </a:p>
            </p:txBody>
          </p:sp>
        </mc:Fallback>
      </mc:AlternateContent>
      <p:sp>
        <p:nvSpPr>
          <p:cNvPr id="11" name="手繪多邊形 54"/>
          <p:cNvSpPr/>
          <p:nvPr/>
        </p:nvSpPr>
        <p:spPr>
          <a:xfrm>
            <a:off x="2491124" y="1871603"/>
            <a:ext cx="668162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823199 w 7754816"/>
              <a:gd name="connsiteY2" fmla="*/ 269819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69"/>
          <p:cNvSpPr/>
          <p:nvPr/>
        </p:nvSpPr>
        <p:spPr>
          <a:xfrm>
            <a:off x="3421658" y="5349321"/>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cxnSp>
        <p:nvCxnSpPr>
          <p:cNvPr id="13" name="直線接點 70"/>
          <p:cNvCxnSpPr/>
          <p:nvPr/>
        </p:nvCxnSpPr>
        <p:spPr>
          <a:xfrm>
            <a:off x="3468060" y="3970203"/>
            <a:ext cx="0" cy="147187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直線接點 18"/>
          <p:cNvCxnSpPr/>
          <p:nvPr/>
        </p:nvCxnSpPr>
        <p:spPr>
          <a:xfrm>
            <a:off x="2768565" y="3340050"/>
            <a:ext cx="1591247" cy="1508056"/>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15" name="橢圓 24"/>
          <p:cNvSpPr/>
          <p:nvPr/>
        </p:nvSpPr>
        <p:spPr>
          <a:xfrm>
            <a:off x="5032130" y="5407130"/>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sp>
        <p:nvSpPr>
          <p:cNvPr id="16" name="左大括弧 4"/>
          <p:cNvSpPr/>
          <p:nvPr/>
        </p:nvSpPr>
        <p:spPr>
          <a:xfrm rot="5400000">
            <a:off x="4143497" y="4427815"/>
            <a:ext cx="312400" cy="1663274"/>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cxnSp>
        <p:nvCxnSpPr>
          <p:cNvPr id="17" name="直線接點 35"/>
          <p:cNvCxnSpPr/>
          <p:nvPr/>
        </p:nvCxnSpPr>
        <p:spPr>
          <a:xfrm>
            <a:off x="5128027" y="4526362"/>
            <a:ext cx="0" cy="97666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直線接點 23"/>
          <p:cNvCxnSpPr/>
          <p:nvPr/>
        </p:nvCxnSpPr>
        <p:spPr>
          <a:xfrm>
            <a:off x="4482228" y="4418065"/>
            <a:ext cx="1231903" cy="239227"/>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19" name="橢圓 30"/>
          <p:cNvSpPr/>
          <p:nvPr/>
        </p:nvSpPr>
        <p:spPr>
          <a:xfrm>
            <a:off x="6091637" y="5387811"/>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cxnSp>
        <p:nvCxnSpPr>
          <p:cNvPr id="20" name="直線接點 31"/>
          <p:cNvCxnSpPr/>
          <p:nvPr/>
        </p:nvCxnSpPr>
        <p:spPr>
          <a:xfrm>
            <a:off x="6220994" y="4656816"/>
            <a:ext cx="0" cy="898659"/>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1" name="左大括弧 38"/>
          <p:cNvSpPr/>
          <p:nvPr/>
        </p:nvSpPr>
        <p:spPr>
          <a:xfrm rot="5400000">
            <a:off x="5485164" y="4763428"/>
            <a:ext cx="312400" cy="1020060"/>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sp>
        <p:nvSpPr>
          <p:cNvPr id="22" name="左大括弧 38"/>
          <p:cNvSpPr/>
          <p:nvPr/>
        </p:nvSpPr>
        <p:spPr>
          <a:xfrm rot="5400000">
            <a:off x="6718914" y="4716810"/>
            <a:ext cx="319651" cy="1275312"/>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cxnSp>
        <p:nvCxnSpPr>
          <p:cNvPr id="23" name="直線接點 31"/>
          <p:cNvCxnSpPr/>
          <p:nvPr/>
        </p:nvCxnSpPr>
        <p:spPr>
          <a:xfrm>
            <a:off x="7516394" y="5308381"/>
            <a:ext cx="0" cy="290546"/>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4" name="橢圓 69"/>
          <p:cNvSpPr/>
          <p:nvPr/>
        </p:nvSpPr>
        <p:spPr>
          <a:xfrm>
            <a:off x="7373095" y="5445220"/>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cxnSp>
        <p:nvCxnSpPr>
          <p:cNvPr id="25" name="直線接點 23"/>
          <p:cNvCxnSpPr/>
          <p:nvPr/>
        </p:nvCxnSpPr>
        <p:spPr>
          <a:xfrm>
            <a:off x="5545675" y="4275024"/>
            <a:ext cx="1361121" cy="745651"/>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1AD7792C-A243-471D-9F34-CB1B0A59F01B}"/>
              </a:ext>
            </a:extLst>
          </p:cNvPr>
          <p:cNvSpPr/>
          <p:nvPr/>
        </p:nvSpPr>
        <p:spPr>
          <a:xfrm>
            <a:off x="9415224" y="5741438"/>
            <a:ext cx="1261884" cy="415498"/>
          </a:xfrm>
          <a:prstGeom prst="rect">
            <a:avLst/>
          </a:prstGeom>
        </p:spPr>
        <p:txBody>
          <a:bodyPr wrap="none">
            <a:spAutoFit/>
          </a:bodyPr>
          <a:lstStyle/>
          <a:p>
            <a:r>
              <a:rPr lang="zh-CN" altLang="en-US" sz="2100" dirty="0">
                <a:latin typeface="STIX Two Math" panose="02020603050405020304" pitchFamily="18" charset="0"/>
                <a:cs typeface="STIX Two Math" panose="02020603050405020304" pitchFamily="18" charset="0"/>
              </a:rPr>
              <a:t>网络参数</a:t>
            </a:r>
            <a:endParaRPr lang="zh-CN" altLang="en-US" sz="2100" dirty="0"/>
          </a:p>
        </p:txBody>
      </p:sp>
      <mc:AlternateContent xmlns:mc="http://schemas.openxmlformats.org/markup-compatibility/2006" xmlns:a14="http://schemas.microsoft.com/office/drawing/2010/main">
        <mc:Choice Requires="a14">
          <p:sp>
            <p:nvSpPr>
              <p:cNvPr id="27" name="矩形 26"/>
              <p:cNvSpPr/>
              <p:nvPr/>
            </p:nvSpPr>
            <p:spPr>
              <a:xfrm>
                <a:off x="9862906" y="5452352"/>
                <a:ext cx="420308" cy="4154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100" b="1" i="1">
                          <a:latin typeface="Cambria Math" panose="02040503050406030204" pitchFamily="18" charset="0"/>
                        </a:rPr>
                        <m:t>𝜽</m:t>
                      </m:r>
                    </m:oMath>
                  </m:oMathPara>
                </a14:m>
                <a:endParaRPr lang="en-US" altLang="zh-CN" sz="2100" b="1" i="1" dirty="0">
                  <a:latin typeface="STIX Two Math" panose="02020603050405020304" pitchFamily="18" charset="0"/>
                  <a:ea typeface="STIX Two Math" panose="02020603050405020304" pitchFamily="18" charset="0"/>
                  <a:cs typeface="STIX Two Math" panose="02020603050405020304" pitchFamily="18" charset="0"/>
                </a:endParaRPr>
              </a:p>
            </p:txBody>
          </p:sp>
        </mc:Choice>
        <mc:Fallback xmlns="">
          <p:sp>
            <p:nvSpPr>
              <p:cNvPr id="27" name="矩形 26"/>
              <p:cNvSpPr>
                <a:spLocks noRot="1" noChangeAspect="1" noMove="1" noResize="1" noEditPoints="1" noAdjustHandles="1" noChangeArrowheads="1" noChangeShapeType="1" noTextEdit="1"/>
              </p:cNvSpPr>
              <p:nvPr/>
            </p:nvSpPr>
            <p:spPr>
              <a:xfrm>
                <a:off x="9862906" y="5452352"/>
                <a:ext cx="420308" cy="41549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字方塊 3"/>
              <p:cNvSpPr txBox="1"/>
              <p:nvPr/>
            </p:nvSpPr>
            <p:spPr>
              <a:xfrm>
                <a:off x="6457133" y="1188461"/>
                <a:ext cx="2167388" cy="4289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00" i="1" smtClean="0">
                              <a:latin typeface="Cambria Math" panose="02040503050406030204" pitchFamily="18" charset="0"/>
                            </a:rPr>
                          </m:ctrlPr>
                        </m:sSupPr>
                        <m:e>
                          <m:r>
                            <a:rPr lang="en-US" altLang="zh-TW" sz="2100" b="1" i="1">
                              <a:latin typeface="Cambria Math" panose="02040503050406030204" pitchFamily="18" charset="0"/>
                            </a:rPr>
                            <m:t>𝜽</m:t>
                          </m:r>
                        </m:e>
                        <m:sup>
                          <m:r>
                            <a:rPr lang="en-US" altLang="zh-TW" sz="2100" i="1">
                              <a:latin typeface="Cambria Math" panose="02040503050406030204" pitchFamily="18" charset="0"/>
                            </a:rPr>
                            <m:t>∗</m:t>
                          </m:r>
                        </m:sup>
                      </m:sSup>
                      <m:r>
                        <a:rPr lang="en-US" altLang="zh-TW" sz="2100">
                          <a:latin typeface="Cambria Math" panose="02040503050406030204" pitchFamily="18" charset="0"/>
                        </a:rPr>
                        <m:t>=</m:t>
                      </m:r>
                      <m:r>
                        <m:rPr>
                          <m:sty m:val="p"/>
                        </m:rPr>
                        <a:rPr lang="en-US" altLang="zh-TW" sz="2100">
                          <a:latin typeface="Cambria Math" panose="02040503050406030204" pitchFamily="18" charset="0"/>
                        </a:rPr>
                        <m:t>arg</m:t>
                      </m:r>
                      <m:func>
                        <m:funcPr>
                          <m:ctrlPr>
                            <a:rPr lang="en-US" altLang="zh-TW" sz="2100" i="1">
                              <a:latin typeface="Cambria Math" panose="02040503050406030204" pitchFamily="18" charset="0"/>
                            </a:rPr>
                          </m:ctrlPr>
                        </m:funcPr>
                        <m:fName>
                          <m:limLow>
                            <m:limLowPr>
                              <m:ctrlPr>
                                <a:rPr lang="en-US" altLang="zh-TW" sz="2100" i="1">
                                  <a:latin typeface="Cambria Math" panose="02040503050406030204" pitchFamily="18" charset="0"/>
                                </a:rPr>
                              </m:ctrlPr>
                            </m:limLowPr>
                            <m:e>
                              <m:r>
                                <m:rPr>
                                  <m:sty m:val="p"/>
                                </m:rPr>
                                <a:rPr lang="en-US" altLang="zh-TW" sz="2100">
                                  <a:latin typeface="Cambria Math" panose="02040503050406030204" pitchFamily="18" charset="0"/>
                                </a:rPr>
                                <m:t>min</m:t>
                              </m:r>
                            </m:e>
                            <m:lim>
                              <m:r>
                                <a:rPr lang="en-US" altLang="zh-TW" sz="2400" b="1" i="1">
                                  <a:latin typeface="Cambria Math" panose="02040503050406030204" pitchFamily="18" charset="0"/>
                                </a:rPr>
                                <m:t>𝜽</m:t>
                              </m:r>
                            </m:lim>
                          </m:limLow>
                        </m:fName>
                        <m:e>
                          <m:r>
                            <a:rPr lang="en-US" altLang="zh-TW" sz="2100" i="1">
                              <a:latin typeface="Cambria Math" panose="02040503050406030204" pitchFamily="18" charset="0"/>
                            </a:rPr>
                            <m:t>ℒ</m:t>
                          </m:r>
                          <m:d>
                            <m:dPr>
                              <m:ctrlPr>
                                <a:rPr lang="en-US" altLang="zh-TW" sz="2100" i="1">
                                  <a:latin typeface="Cambria Math" panose="02040503050406030204" pitchFamily="18" charset="0"/>
                                </a:rPr>
                              </m:ctrlPr>
                            </m:dPr>
                            <m:e>
                              <m:r>
                                <a:rPr lang="en-US" altLang="zh-TW" sz="2100" b="1" i="1">
                                  <a:latin typeface="Cambria Math" panose="02040503050406030204" pitchFamily="18" charset="0"/>
                                </a:rPr>
                                <m:t>𝜽</m:t>
                              </m:r>
                            </m:e>
                          </m:d>
                        </m:e>
                      </m:func>
                    </m:oMath>
                  </m:oMathPara>
                </a14:m>
                <a:endParaRPr lang="zh-TW" altLang="en-US" sz="2100" dirty="0"/>
              </a:p>
            </p:txBody>
          </p:sp>
        </mc:Choice>
        <mc:Fallback xmlns="">
          <p:sp>
            <p:nvSpPr>
              <p:cNvPr id="28" name="文字方塊 3"/>
              <p:cNvSpPr txBox="1">
                <a:spLocks noRot="1" noChangeAspect="1" noMove="1" noResize="1" noEditPoints="1" noAdjustHandles="1" noChangeArrowheads="1" noChangeShapeType="1" noTextEdit="1"/>
              </p:cNvSpPr>
              <p:nvPr/>
            </p:nvSpPr>
            <p:spPr>
              <a:xfrm>
                <a:off x="6457133" y="1188461"/>
                <a:ext cx="2167388" cy="428964"/>
              </a:xfrm>
              <a:prstGeom prst="rect">
                <a:avLst/>
              </a:prstGeom>
              <a:blipFill>
                <a:blip r:embed="rId5"/>
                <a:stretch>
                  <a:fillRect l="-2247" b="-1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3290208" y="5539284"/>
                <a:ext cx="4939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b="1" i="1">
                              <a:latin typeface="Cambria Math" panose="02040503050406030204" pitchFamily="18" charset="0"/>
                            </a:rPr>
                          </m:ctrlPr>
                        </m:sSupPr>
                        <m:e>
                          <m:r>
                            <a:rPr lang="en-US" altLang="zh-TW" b="1" i="1">
                              <a:latin typeface="Cambria Math" panose="02040503050406030204" pitchFamily="18" charset="0"/>
                            </a:rPr>
                            <m:t>𝜽</m:t>
                          </m:r>
                        </m:e>
                        <m:sup>
                          <m:r>
                            <a:rPr lang="en-US" altLang="zh-TW" i="1">
                              <a:latin typeface="Cambria Math" panose="02040503050406030204" pitchFamily="18" charset="0"/>
                            </a:rPr>
                            <m:t>0</m:t>
                          </m:r>
                        </m:sup>
                      </m:sSup>
                    </m:oMath>
                  </m:oMathPara>
                </a14:m>
                <a:endParaRPr lang="zh-CN" altLang="en-US" dirty="0"/>
              </a:p>
            </p:txBody>
          </p:sp>
        </mc:Choice>
        <mc:Fallback xmlns="">
          <p:sp>
            <p:nvSpPr>
              <p:cNvPr id="30" name="矩形 29"/>
              <p:cNvSpPr>
                <a:spLocks noRot="1" noChangeAspect="1" noMove="1" noResize="1" noEditPoints="1" noAdjustHandles="1" noChangeArrowheads="1" noChangeShapeType="1" noTextEdit="1"/>
              </p:cNvSpPr>
              <p:nvPr/>
            </p:nvSpPr>
            <p:spPr>
              <a:xfrm>
                <a:off x="3290208" y="5539284"/>
                <a:ext cx="493981"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4912685" y="5539284"/>
                <a:ext cx="48904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b="1" i="1">
                              <a:latin typeface="Cambria Math" panose="02040503050406030204" pitchFamily="18" charset="0"/>
                            </a:rPr>
                          </m:ctrlPr>
                        </m:sSupPr>
                        <m:e>
                          <m:r>
                            <a:rPr lang="en-US" altLang="zh-TW" b="1" i="1">
                              <a:latin typeface="Cambria Math" panose="02040503050406030204" pitchFamily="18" charset="0"/>
                            </a:rPr>
                            <m:t>𝜽</m:t>
                          </m:r>
                        </m:e>
                        <m:sup>
                          <m:r>
                            <a:rPr lang="en-US" altLang="zh-TW" i="1">
                              <a:latin typeface="Cambria Math" panose="02040503050406030204" pitchFamily="18" charset="0"/>
                            </a:rPr>
                            <m:t>1</m:t>
                          </m:r>
                        </m:sup>
                      </m:sSup>
                    </m:oMath>
                  </m:oMathPara>
                </a14:m>
                <a:endParaRPr lang="zh-CN" altLang="en-US" dirty="0"/>
              </a:p>
            </p:txBody>
          </p:sp>
        </mc:Choice>
        <mc:Fallback xmlns="">
          <p:sp>
            <p:nvSpPr>
              <p:cNvPr id="31" name="矩形 30"/>
              <p:cNvSpPr>
                <a:spLocks noRot="1" noChangeAspect="1" noMove="1" noResize="1" noEditPoints="1" noAdjustHandles="1" noChangeArrowheads="1" noChangeShapeType="1" noTextEdit="1"/>
              </p:cNvSpPr>
              <p:nvPr/>
            </p:nvSpPr>
            <p:spPr>
              <a:xfrm>
                <a:off x="4912685" y="5539284"/>
                <a:ext cx="489045"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5988690" y="5539284"/>
                <a:ext cx="4939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b="1" i="1">
                              <a:latin typeface="Cambria Math" panose="02040503050406030204" pitchFamily="18" charset="0"/>
                            </a:rPr>
                          </m:ctrlPr>
                        </m:sSupPr>
                        <m:e>
                          <m:r>
                            <a:rPr lang="en-US" altLang="zh-TW" b="1" i="1">
                              <a:latin typeface="Cambria Math" panose="02040503050406030204" pitchFamily="18" charset="0"/>
                            </a:rPr>
                            <m:t>𝜽</m:t>
                          </m:r>
                        </m:e>
                        <m:sup>
                          <m:r>
                            <a:rPr lang="en-US" altLang="zh-TW" i="1">
                              <a:latin typeface="Cambria Math" panose="02040503050406030204" pitchFamily="18" charset="0"/>
                            </a:rPr>
                            <m:t>2</m:t>
                          </m:r>
                        </m:sup>
                      </m:sSup>
                    </m:oMath>
                  </m:oMathPara>
                </a14:m>
                <a:endParaRPr lang="zh-CN" altLang="en-US" dirty="0"/>
              </a:p>
            </p:txBody>
          </p:sp>
        </mc:Choice>
        <mc:Fallback xmlns="">
          <p:sp>
            <p:nvSpPr>
              <p:cNvPr id="32" name="矩形 31"/>
              <p:cNvSpPr>
                <a:spLocks noRot="1" noChangeAspect="1" noMove="1" noResize="1" noEditPoints="1" noAdjustHandles="1" noChangeArrowheads="1" noChangeShapeType="1" noTextEdit="1"/>
              </p:cNvSpPr>
              <p:nvPr/>
            </p:nvSpPr>
            <p:spPr>
              <a:xfrm>
                <a:off x="5988690" y="5539284"/>
                <a:ext cx="493981"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7212502" y="5539284"/>
                <a:ext cx="4939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b="1" i="1">
                              <a:latin typeface="Cambria Math" panose="02040503050406030204" pitchFamily="18" charset="0"/>
                            </a:rPr>
                          </m:ctrlPr>
                        </m:sSupPr>
                        <m:e>
                          <m:r>
                            <a:rPr lang="en-US" altLang="zh-TW" b="1" i="1">
                              <a:latin typeface="Cambria Math" panose="02040503050406030204" pitchFamily="18" charset="0"/>
                            </a:rPr>
                            <m:t>𝜽</m:t>
                          </m:r>
                        </m:e>
                        <m:sup>
                          <m:r>
                            <a:rPr lang="en-US" altLang="zh-TW" i="1">
                              <a:latin typeface="Cambria Math" panose="02040503050406030204" pitchFamily="18" charset="0"/>
                            </a:rPr>
                            <m:t>3</m:t>
                          </m:r>
                        </m:sup>
                      </m:sSup>
                    </m:oMath>
                  </m:oMathPara>
                </a14:m>
                <a:endParaRPr lang="zh-CN" altLang="en-US" dirty="0"/>
              </a:p>
            </p:txBody>
          </p:sp>
        </mc:Choice>
        <mc:Fallback xmlns="">
          <p:sp>
            <p:nvSpPr>
              <p:cNvPr id="33" name="矩形 32"/>
              <p:cNvSpPr>
                <a:spLocks noRot="1" noChangeAspect="1" noMove="1" noResize="1" noEditPoints="1" noAdjustHandles="1" noChangeArrowheads="1" noChangeShapeType="1" noTextEdit="1"/>
              </p:cNvSpPr>
              <p:nvPr/>
            </p:nvSpPr>
            <p:spPr>
              <a:xfrm>
                <a:off x="7212502" y="5539284"/>
                <a:ext cx="493981" cy="369332"/>
              </a:xfrm>
              <a:prstGeom prst="rect">
                <a:avLst/>
              </a:prstGeom>
              <a:blipFill>
                <a:blip r:embed="rId9"/>
                <a:stretch>
                  <a:fillRect/>
                </a:stretch>
              </a:blipFill>
            </p:spPr>
            <p:txBody>
              <a:bodyPr/>
              <a:lstStyle/>
              <a:p>
                <a:r>
                  <a:rPr lang="zh-CN" altLang="en-US">
                    <a:noFill/>
                  </a:rPr>
                  <a:t> </a:t>
                </a:r>
              </a:p>
            </p:txBody>
          </p:sp>
        </mc:Fallback>
      </mc:AlternateContent>
      <p:sp>
        <p:nvSpPr>
          <p:cNvPr id="34" name="文本框 33"/>
          <p:cNvSpPr txBox="1"/>
          <p:nvPr/>
        </p:nvSpPr>
        <p:spPr>
          <a:xfrm>
            <a:off x="4570418" y="1160990"/>
            <a:ext cx="1906940" cy="415498"/>
          </a:xfrm>
          <a:prstGeom prst="rect">
            <a:avLst/>
          </a:prstGeom>
          <a:noFill/>
        </p:spPr>
        <p:txBody>
          <a:bodyPr wrap="square" rtlCol="0">
            <a:spAutoFit/>
          </a:bodyPr>
          <a:lstStyle/>
          <a:p>
            <a:r>
              <a:rPr lang="zh-CN" altLang="en-US" sz="2100" dirty="0"/>
              <a:t>优化算法解决</a:t>
            </a:r>
          </a:p>
        </p:txBody>
      </p:sp>
      <p:sp>
        <p:nvSpPr>
          <p:cNvPr id="36" name="矩形标注 35"/>
          <p:cNvSpPr/>
          <p:nvPr/>
        </p:nvSpPr>
        <p:spPr>
          <a:xfrm>
            <a:off x="6845074" y="3659130"/>
            <a:ext cx="1929820" cy="512703"/>
          </a:xfrm>
          <a:prstGeom prst="wedgeRectCallout">
            <a:avLst>
              <a:gd name="adj1" fmla="val -18403"/>
              <a:gd name="adj2" fmla="val -819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6915916" y="3739835"/>
            <a:ext cx="1588897" cy="369332"/>
          </a:xfrm>
          <a:prstGeom prst="rect">
            <a:avLst/>
          </a:prstGeom>
        </p:spPr>
        <p:txBody>
          <a:bodyPr wrap="none">
            <a:spAutoFit/>
          </a:bodyPr>
          <a:lstStyle/>
          <a:p>
            <a:pPr marL="0" lvl="1"/>
            <a:r>
              <a:rPr lang="en-US" altLang="zh-CN" dirty="0"/>
              <a:t>α &gt; 0</a:t>
            </a:r>
            <a:r>
              <a:rPr lang="zh-CN" altLang="en-US" dirty="0"/>
              <a:t>为学习率</a:t>
            </a:r>
            <a:endParaRPr lang="en-US" altLang="zh-CN" dirty="0"/>
          </a:p>
        </p:txBody>
      </p:sp>
    </p:spTree>
    <p:extLst>
      <p:ext uri="{BB962C8B-B14F-4D97-AF65-F5344CB8AC3E}">
        <p14:creationId xmlns:p14="http://schemas.microsoft.com/office/powerpoint/2010/main" val="24889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16" grpId="0" animBg="1"/>
      <p:bldP spid="19" grpId="0" animBg="1"/>
      <p:bldP spid="21" grpId="0" animBg="1"/>
      <p:bldP spid="22" grpId="0" animBg="1"/>
      <p:bldP spid="24" grpId="0" animBg="1"/>
      <p:bldP spid="30" grpId="0"/>
      <p:bldP spid="31" grpId="0"/>
      <p:bldP spid="32" grpId="0"/>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随机梯度下降</a:t>
            </a:r>
            <a:r>
              <a:rPr lang="en-US" altLang="zh-CN" dirty="0"/>
              <a:t> (SGD)</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由于数据集可能很大，无法全部放入内存计算梯度</a:t>
                </a:r>
                <a:endParaRPr lang="en-US" altLang="zh-CN" dirty="0"/>
              </a:p>
              <a:p>
                <a:endParaRPr lang="en-US" altLang="zh-CN" dirty="0"/>
              </a:p>
              <a:p>
                <a:r>
                  <a:rPr lang="zh-CN" altLang="en-US" dirty="0"/>
                  <a:t>一般采用小批量随机梯度下降法，每次从数据集中采样一部分样本（称为</a:t>
                </a:r>
                <a:r>
                  <a:rPr lang="en-US" altLang="zh-CN" dirty="0"/>
                  <a:t>batch</a:t>
                </a:r>
                <a:r>
                  <a:rPr lang="zh-CN" altLang="en-US" dirty="0"/>
                  <a:t>），计算</a:t>
                </a:r>
                <a:r>
                  <a:rPr lang="en-US" altLang="zh-CN" dirty="0"/>
                  <a:t>batch</a:t>
                </a:r>
                <a:r>
                  <a:rPr lang="zh-CN" altLang="en-US" dirty="0"/>
                  <a:t>上的梯度，并进行参数更新。</a:t>
                </a:r>
                <a:endParaRPr lang="en-US" altLang="zh-CN" dirty="0"/>
              </a:p>
              <a:p>
                <a:endParaRPr lang="en-US" altLang="zh-CN" dirty="0"/>
              </a:p>
              <a:p>
                <a:r>
                  <a:rPr lang="zh-CN" altLang="en-US" dirty="0"/>
                  <a:t>给定训练集为</a:t>
                </a:r>
                <a14:m>
                  <m:oMath xmlns:m="http://schemas.openxmlformats.org/officeDocument/2006/math">
                    <m:r>
                      <a:rPr lang="en-US" altLang="zh-CN" i="1" dirty="0">
                        <a:latin typeface="Cambria Math" panose="02040503050406030204" pitchFamily="18" charset="0"/>
                      </a:rPr>
                      <m:t>𝐷</m:t>
                    </m:r>
                    <m:r>
                      <a:rPr lang="en-US" altLang="zh-CN" i="1" dirty="0">
                        <a:latin typeface="Cambria Math" panose="02040503050406030204" pitchFamily="18" charset="0"/>
                      </a:rPr>
                      <m:t> = </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b="1" i="1" dirty="0">
                                <a:latin typeface="Cambria Math" panose="02040503050406030204" pitchFamily="18" charset="0"/>
                              </a:rPr>
                              <m:t>𝒙</m:t>
                            </m:r>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b="1" i="1" dirty="0">
                                <a:latin typeface="Cambria Math" panose="02040503050406030204" pitchFamily="18" charset="0"/>
                              </a:rPr>
                              <m:t>𝒚</m:t>
                            </m:r>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r>
                          <a:rPr lang="en-US" altLang="zh-CN" i="1" dirty="0">
                            <a:latin typeface="Cambria Math" panose="02040503050406030204" pitchFamily="18" charset="0"/>
                          </a:rPr>
                          <m:t> )}</m:t>
                        </m:r>
                      </m:e>
                      <m:sub>
                        <m:r>
                          <a:rPr lang="en-US" altLang="zh-CN" i="1" dirty="0">
                            <a:latin typeface="Cambria Math" panose="02040503050406030204" pitchFamily="18" charset="0"/>
                          </a:rPr>
                          <m:t>𝑛</m:t>
                        </m:r>
                        <m:r>
                          <a:rPr lang="en-US" altLang="zh-CN" i="1" dirty="0">
                            <a:latin typeface="Cambria Math" panose="02040503050406030204" pitchFamily="18" charset="0"/>
                          </a:rPr>
                          <m:t>=1</m:t>
                        </m:r>
                      </m:sub>
                      <m:sup>
                        <m:r>
                          <a:rPr lang="en-US" altLang="zh-CN" i="1" dirty="0">
                            <a:latin typeface="Cambria Math" panose="02040503050406030204" pitchFamily="18" charset="0"/>
                          </a:rPr>
                          <m:t>𝑁</m:t>
                        </m:r>
                        <m:r>
                          <m:rPr>
                            <m:nor/>
                          </m:rPr>
                          <a:rPr lang="en-US" altLang="zh-CN" dirty="0"/>
                          <m:t> </m:t>
                        </m:r>
                      </m:sup>
                    </m:sSubSup>
                  </m:oMath>
                </a14:m>
                <a:r>
                  <a:rPr lang="en-US" altLang="zh-CN" dirty="0"/>
                  <a:t> </a:t>
                </a:r>
                <a:r>
                  <a:rPr lang="zh-CN" altLang="en-US" dirty="0"/>
                  <a:t>，每次采样</a:t>
                </a:r>
                <a:r>
                  <a:rPr lang="en-US" altLang="zh-CN" dirty="0"/>
                  <a:t>B</a:t>
                </a:r>
                <a:r>
                  <a:rPr lang="zh-CN" altLang="en-US" dirty="0"/>
                  <a:t>个样本</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80" t="-13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158475" y="4167447"/>
                <a:ext cx="4562403" cy="871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ℒ</m:t>
                          </m:r>
                        </m:e>
                        <m:sub>
                          <m:r>
                            <a:rPr lang="en-US" altLang="zh-CN" i="1" dirty="0">
                              <a:latin typeface="Cambria Math" panose="02040503050406030204" pitchFamily="18" charset="0"/>
                            </a:rPr>
                            <m:t>𝐷</m:t>
                          </m:r>
                        </m:sub>
                      </m:sSub>
                      <m:d>
                        <m:dPr>
                          <m:ctrlPr>
                            <a:rPr lang="en-US" altLang="zh-CN" i="1">
                              <a:latin typeface="Cambria Math" panose="02040503050406030204" pitchFamily="18" charset="0"/>
                            </a:rPr>
                          </m:ctrlPr>
                        </m:dPr>
                        <m:e>
                          <m:r>
                            <a:rPr lang="en-US" altLang="zh-CN" b="1" i="1">
                              <a:latin typeface="Cambria Math" panose="02040503050406030204" pitchFamily="18" charset="0"/>
                            </a:rPr>
                            <m:t>𝑾</m:t>
                          </m:r>
                          <m:r>
                            <a:rPr lang="en-US" altLang="zh-CN" i="1">
                              <a:latin typeface="Cambria Math" panose="02040503050406030204" pitchFamily="18" charset="0"/>
                            </a:rPr>
                            <m:t>,</m:t>
                          </m:r>
                          <m:r>
                            <a:rPr lang="en-US" altLang="zh-CN" b="1" i="1">
                              <a:latin typeface="Cambria Math" panose="02040503050406030204" pitchFamily="18" charset="0"/>
                            </a:rPr>
                            <m:t>𝒃</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𝑁</m:t>
                          </m:r>
                        </m:den>
                      </m:f>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𝑛</m:t>
                          </m:r>
                          <m:r>
                            <a:rPr lang="en-US" altLang="zh-CN" i="1">
                              <a:latin typeface="Cambria Math" panose="02040503050406030204" pitchFamily="18" charset="0"/>
                            </a:rPr>
                            <m:t>=1</m:t>
                          </m:r>
                        </m:sub>
                        <m:sup>
                          <m:r>
                            <a:rPr lang="en-US" altLang="zh-CN" i="1">
                              <a:latin typeface="Cambria Math" panose="02040503050406030204" pitchFamily="18" charset="0"/>
                            </a:rPr>
                            <m:t>𝑁</m:t>
                          </m:r>
                        </m:sup>
                        <m:e>
                          <m:r>
                            <a:rPr lang="en-US" altLang="zh-CN" i="1">
                              <a:latin typeface="Cambria Math" panose="02040503050406030204" pitchFamily="18" charset="0"/>
                            </a:rPr>
                            <m:t>ℒ</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b="1" i="1">
                                      <a:latin typeface="Cambria Math" panose="02040503050406030204" pitchFamily="18" charset="0"/>
                                    </a:rPr>
                                    <m:t>𝒚</m:t>
                                  </m:r>
                                </m:e>
                                <m:sup>
                                  <m:d>
                                    <m:dPr>
                                      <m:ctrlPr>
                                        <a:rPr lang="en-US" altLang="zh-CN" i="1">
                                          <a:latin typeface="Cambria Math" panose="02040503050406030204" pitchFamily="18" charset="0"/>
                                        </a:rPr>
                                      </m:ctrlPr>
                                    </m:dPr>
                                    <m:e>
                                      <m:r>
                                        <a:rPr lang="en-US" altLang="zh-CN" i="1">
                                          <a:latin typeface="Cambria Math" panose="02040503050406030204" pitchFamily="18" charset="0"/>
                                        </a:rPr>
                                        <m:t>𝑛</m:t>
                                      </m:r>
                                    </m:e>
                                  </m:d>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b="1" i="1">
                                          <a:latin typeface="Cambria Math" panose="02040503050406030204" pitchFamily="18" charset="0"/>
                                        </a:rPr>
                                        <m:t>𝒚</m:t>
                                      </m:r>
                                    </m:e>
                                  </m:acc>
                                </m:e>
                                <m:sup>
                                  <m:d>
                                    <m:dPr>
                                      <m:ctrlPr>
                                        <a:rPr lang="en-US" altLang="zh-CN" i="1">
                                          <a:latin typeface="Cambria Math" panose="02040503050406030204" pitchFamily="18" charset="0"/>
                                        </a:rPr>
                                      </m:ctrlPr>
                                    </m:dPr>
                                    <m:e>
                                      <m:r>
                                        <a:rPr lang="en-US" altLang="zh-CN" i="1">
                                          <a:latin typeface="Cambria Math" panose="02040503050406030204" pitchFamily="18" charset="0"/>
                                        </a:rPr>
                                        <m:t>𝑛</m:t>
                                      </m:r>
                                    </m:e>
                                  </m:d>
                                </m:sup>
                              </m:sSup>
                            </m:e>
                          </m:d>
                        </m:e>
                      </m:nary>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r>
                        <a:rPr lang="en-US" altLang="zh-CN" i="1">
                          <a:latin typeface="Cambria Math" panose="02040503050406030204" pitchFamily="18" charset="0"/>
                        </a:rPr>
                        <m:t>𝜆</m:t>
                      </m:r>
                      <m:sSubSup>
                        <m:sSubSupPr>
                          <m:ctrlPr>
                            <a:rPr lang="en-US" altLang="zh-CN" i="1">
                              <a:latin typeface="Cambria Math" panose="02040503050406030204" pitchFamily="18" charset="0"/>
                            </a:rPr>
                          </m:ctrlPr>
                        </m:sSubSupPr>
                        <m:e>
                          <m:d>
                            <m:dPr>
                              <m:begChr m:val="‖"/>
                              <m:endChr m:val="‖"/>
                              <m:ctrlPr>
                                <a:rPr lang="en-US" altLang="zh-CN" i="1">
                                  <a:latin typeface="Cambria Math" panose="02040503050406030204" pitchFamily="18" charset="0"/>
                                </a:rPr>
                              </m:ctrlPr>
                            </m:dPr>
                            <m:e>
                              <m:r>
                                <a:rPr lang="en-US" altLang="zh-CN" b="1" i="1">
                                  <a:latin typeface="Cambria Math" panose="02040503050406030204" pitchFamily="18" charset="0"/>
                                </a:rPr>
                                <m:t>𝑾</m:t>
                              </m:r>
                            </m:e>
                          </m:d>
                        </m:e>
                        <m:sub>
                          <m:r>
                            <a:rPr lang="en-US" altLang="zh-CN" i="1">
                              <a:latin typeface="Cambria Math" panose="02040503050406030204" pitchFamily="18" charset="0"/>
                            </a:rPr>
                            <m:t>𝐹</m:t>
                          </m:r>
                        </m:sub>
                        <m:sup>
                          <m:r>
                            <a:rPr lang="en-US" altLang="zh-CN" i="1">
                              <a:latin typeface="Cambria Math" panose="02040503050406030204" pitchFamily="18" charset="0"/>
                            </a:rPr>
                            <m:t>2</m:t>
                          </m:r>
                        </m:sup>
                      </m:sSubSup>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1158475" y="4167447"/>
                <a:ext cx="4562403" cy="87120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6806714" y="4167446"/>
                <a:ext cx="4427815" cy="8712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ℒ</m:t>
                          </m:r>
                        </m:e>
                        <m:sub>
                          <m:r>
                            <a:rPr lang="en-US" altLang="zh-CN" i="1" dirty="0">
                              <a:latin typeface="Cambria Math" panose="02040503050406030204" pitchFamily="18" charset="0"/>
                            </a:rPr>
                            <m:t>𝐵</m:t>
                          </m:r>
                        </m:sub>
                      </m:sSub>
                      <m:d>
                        <m:dPr>
                          <m:ctrlPr>
                            <a:rPr lang="en-US" altLang="zh-CN" i="1">
                              <a:latin typeface="Cambria Math" panose="02040503050406030204" pitchFamily="18" charset="0"/>
                            </a:rPr>
                          </m:ctrlPr>
                        </m:dPr>
                        <m:e>
                          <m:r>
                            <a:rPr lang="en-US" altLang="zh-CN" b="1" i="1">
                              <a:latin typeface="Cambria Math" panose="02040503050406030204" pitchFamily="18" charset="0"/>
                            </a:rPr>
                            <m:t>𝑾</m:t>
                          </m:r>
                          <m:r>
                            <a:rPr lang="en-US" altLang="zh-CN" i="1">
                              <a:latin typeface="Cambria Math" panose="02040503050406030204" pitchFamily="18" charset="0"/>
                            </a:rPr>
                            <m:t>,</m:t>
                          </m:r>
                          <m:r>
                            <a:rPr lang="en-US" altLang="zh-CN" b="1" i="1">
                              <a:latin typeface="Cambria Math" panose="02040503050406030204" pitchFamily="18" charset="0"/>
                            </a:rPr>
                            <m:t>𝒃</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𝐵</m:t>
                          </m:r>
                        </m:den>
                      </m:f>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𝐵</m:t>
                          </m:r>
                        </m:sup>
                        <m:e>
                          <m:r>
                            <a:rPr lang="en-US" altLang="zh-CN" i="1">
                              <a:latin typeface="Cambria Math" panose="02040503050406030204" pitchFamily="18" charset="0"/>
                            </a:rPr>
                            <m:t>ℒ</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b="1" i="1">
                                      <a:latin typeface="Cambria Math" panose="02040503050406030204" pitchFamily="18" charset="0"/>
                                    </a:rPr>
                                    <m:t>𝒚</m:t>
                                  </m:r>
                                </m:e>
                                <m:sup>
                                  <m:d>
                                    <m:dPr>
                                      <m:ctrlPr>
                                        <a:rPr lang="en-US" altLang="zh-CN" i="1">
                                          <a:latin typeface="Cambria Math" panose="02040503050406030204" pitchFamily="18" charset="0"/>
                                        </a:rPr>
                                      </m:ctrlPr>
                                    </m:dPr>
                                    <m:e>
                                      <m:r>
                                        <a:rPr lang="en-US" altLang="zh-CN" i="1">
                                          <a:latin typeface="Cambria Math" panose="02040503050406030204" pitchFamily="18" charset="0"/>
                                        </a:rPr>
                                        <m:t>𝑖</m:t>
                                      </m:r>
                                    </m:e>
                                  </m:d>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b="1" i="1">
                                          <a:latin typeface="Cambria Math" panose="02040503050406030204" pitchFamily="18" charset="0"/>
                                        </a:rPr>
                                        <m:t>𝒚</m:t>
                                      </m:r>
                                    </m:e>
                                  </m:acc>
                                </m:e>
                                <m:sup>
                                  <m:d>
                                    <m:dPr>
                                      <m:ctrlPr>
                                        <a:rPr lang="en-US" altLang="zh-CN" i="1">
                                          <a:latin typeface="Cambria Math" panose="02040503050406030204" pitchFamily="18" charset="0"/>
                                        </a:rPr>
                                      </m:ctrlPr>
                                    </m:dPr>
                                    <m:e>
                                      <m:r>
                                        <a:rPr lang="en-US" altLang="zh-CN" i="1">
                                          <a:latin typeface="Cambria Math" panose="02040503050406030204" pitchFamily="18" charset="0"/>
                                        </a:rPr>
                                        <m:t>𝑖</m:t>
                                      </m:r>
                                    </m:e>
                                  </m:d>
                                </m:sup>
                              </m:sSup>
                            </m:e>
                          </m:d>
                        </m:e>
                      </m:nary>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r>
                        <a:rPr lang="en-US" altLang="zh-CN" i="1">
                          <a:latin typeface="Cambria Math" panose="02040503050406030204" pitchFamily="18" charset="0"/>
                        </a:rPr>
                        <m:t>𝜆</m:t>
                      </m:r>
                      <m:sSubSup>
                        <m:sSubSupPr>
                          <m:ctrlPr>
                            <a:rPr lang="en-US" altLang="zh-CN" i="1">
                              <a:latin typeface="Cambria Math" panose="02040503050406030204" pitchFamily="18" charset="0"/>
                            </a:rPr>
                          </m:ctrlPr>
                        </m:sSubSupPr>
                        <m:e>
                          <m:d>
                            <m:dPr>
                              <m:begChr m:val="‖"/>
                              <m:endChr m:val="‖"/>
                              <m:ctrlPr>
                                <a:rPr lang="en-US" altLang="zh-CN" i="1">
                                  <a:latin typeface="Cambria Math" panose="02040503050406030204" pitchFamily="18" charset="0"/>
                                </a:rPr>
                              </m:ctrlPr>
                            </m:dPr>
                            <m:e>
                              <m:r>
                                <a:rPr lang="en-US" altLang="zh-CN" b="1" i="1">
                                  <a:latin typeface="Cambria Math" panose="02040503050406030204" pitchFamily="18" charset="0"/>
                                </a:rPr>
                                <m:t>𝑾</m:t>
                              </m:r>
                            </m:e>
                          </m:d>
                        </m:e>
                        <m:sub>
                          <m:r>
                            <a:rPr lang="en-US" altLang="zh-CN" i="1">
                              <a:latin typeface="Cambria Math" panose="02040503050406030204" pitchFamily="18" charset="0"/>
                            </a:rPr>
                            <m:t>𝐹</m:t>
                          </m:r>
                        </m:sub>
                        <m:sup>
                          <m:r>
                            <a:rPr lang="en-US" altLang="zh-CN" i="1">
                              <a:latin typeface="Cambria Math" panose="02040503050406030204" pitchFamily="18" charset="0"/>
                            </a:rPr>
                            <m:t>2</m:t>
                          </m:r>
                        </m:sup>
                      </m:sSubSup>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6806714" y="4167446"/>
                <a:ext cx="4427815" cy="87126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012663" y="5291443"/>
                <a:ext cx="4572000" cy="87120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ℒ</m:t>
                              </m:r>
                            </m:e>
                            <m:sub>
                              <m:r>
                                <a:rPr lang="en-US" altLang="zh-CN" i="1" dirty="0">
                                  <a:latin typeface="Cambria Math" panose="02040503050406030204" pitchFamily="18" charset="0"/>
                                </a:rPr>
                                <m:t>𝐷</m:t>
                              </m:r>
                            </m:sub>
                          </m:sSub>
                          <m:d>
                            <m:dPr>
                              <m:ctrlPr>
                                <a:rPr lang="en-US" altLang="zh-CN" i="1">
                                  <a:latin typeface="Cambria Math" panose="02040503050406030204" pitchFamily="18" charset="0"/>
                                </a:rPr>
                              </m:ctrlPr>
                            </m:dPr>
                            <m:e>
                              <m:r>
                                <a:rPr lang="en-US" altLang="zh-CN" b="1" i="1">
                                  <a:latin typeface="Cambria Math" panose="02040503050406030204" pitchFamily="18" charset="0"/>
                                </a:rPr>
                                <m:t>𝑾</m:t>
                              </m:r>
                              <m:r>
                                <a:rPr lang="en-US" altLang="zh-CN" i="1">
                                  <a:latin typeface="Cambria Math" panose="02040503050406030204" pitchFamily="18" charset="0"/>
                                </a:rPr>
                                <m:t>,</m:t>
                              </m:r>
                              <m:r>
                                <a:rPr lang="en-US" altLang="zh-CN" b="1" i="1">
                                  <a:latin typeface="Cambria Math" panose="02040503050406030204" pitchFamily="18" charset="0"/>
                                </a:rPr>
                                <m:t>𝒃</m:t>
                              </m:r>
                            </m:e>
                          </m:d>
                        </m:num>
                        <m:den>
                          <m:r>
                            <a:rPr lang="en-US" altLang="zh-CN" i="1">
                              <a:latin typeface="Cambria Math" panose="02040503050406030204" pitchFamily="18" charset="0"/>
                            </a:rPr>
                            <m:t>𝜕</m:t>
                          </m:r>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𝑾</m:t>
                              </m:r>
                            </m:e>
                            <m:sup>
                              <m:d>
                                <m:dPr>
                                  <m:ctrlPr>
                                    <a:rPr lang="en-US" altLang="zh-CN" b="1" i="1">
                                      <a:latin typeface="Cambria Math" panose="02040503050406030204" pitchFamily="18" charset="0"/>
                                    </a:rPr>
                                  </m:ctrlPr>
                                </m:dPr>
                                <m:e>
                                  <m:r>
                                    <a:rPr lang="en-US" altLang="zh-CN" b="1" i="1">
                                      <a:latin typeface="Cambria Math" panose="02040503050406030204" pitchFamily="18" charset="0"/>
                                    </a:rPr>
                                    <m:t>𝒍</m:t>
                                  </m:r>
                                </m:e>
                              </m:d>
                            </m:sup>
                          </m:sSup>
                        </m:den>
                      </m:f>
                      <m:r>
                        <a:rPr lang="en-US" altLang="zh-CN" b="1"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𝑁</m:t>
                          </m:r>
                        </m:den>
                      </m:f>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𝑛</m:t>
                          </m:r>
                          <m:r>
                            <a:rPr lang="en-US" altLang="zh-CN" i="1">
                              <a:latin typeface="Cambria Math" panose="02040503050406030204" pitchFamily="18" charset="0"/>
                            </a:rPr>
                            <m:t>=1</m:t>
                          </m:r>
                        </m:sub>
                        <m:sup>
                          <m:r>
                            <a:rPr lang="en-US" altLang="zh-CN" i="1">
                              <a:latin typeface="Cambria Math" panose="02040503050406030204" pitchFamily="18" charset="0"/>
                            </a:rPr>
                            <m:t>𝑁</m:t>
                          </m:r>
                        </m:sup>
                        <m:e>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ℒ</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b="1" i="1">
                                          <a:latin typeface="Cambria Math" panose="02040503050406030204" pitchFamily="18" charset="0"/>
                                        </a:rPr>
                                        <m:t>𝒚</m:t>
                                      </m:r>
                                    </m:e>
                                    <m:sup>
                                      <m:d>
                                        <m:dPr>
                                          <m:ctrlPr>
                                            <a:rPr lang="en-US" altLang="zh-CN" i="1">
                                              <a:latin typeface="Cambria Math" panose="02040503050406030204" pitchFamily="18" charset="0"/>
                                            </a:rPr>
                                          </m:ctrlPr>
                                        </m:dPr>
                                        <m:e>
                                          <m:r>
                                            <a:rPr lang="en-US" altLang="zh-CN" i="1">
                                              <a:latin typeface="Cambria Math" panose="02040503050406030204" pitchFamily="18" charset="0"/>
                                            </a:rPr>
                                            <m:t>𝑛</m:t>
                                          </m:r>
                                        </m:e>
                                      </m:d>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b="1" i="1">
                                              <a:latin typeface="Cambria Math" panose="02040503050406030204" pitchFamily="18" charset="0"/>
                                            </a:rPr>
                                            <m:t>𝒚</m:t>
                                          </m:r>
                                        </m:e>
                                      </m:acc>
                                    </m:e>
                                    <m:sup>
                                      <m:d>
                                        <m:dPr>
                                          <m:ctrlPr>
                                            <a:rPr lang="en-US" altLang="zh-CN" i="1">
                                              <a:latin typeface="Cambria Math" panose="02040503050406030204" pitchFamily="18" charset="0"/>
                                            </a:rPr>
                                          </m:ctrlPr>
                                        </m:dPr>
                                        <m:e>
                                          <m:r>
                                            <a:rPr lang="en-US" altLang="zh-CN" i="1">
                                              <a:latin typeface="Cambria Math" panose="02040503050406030204" pitchFamily="18" charset="0"/>
                                            </a:rPr>
                                            <m:t>𝑛</m:t>
                                          </m:r>
                                        </m:e>
                                      </m:d>
                                    </m:sup>
                                  </m:sSup>
                                </m:e>
                              </m:d>
                            </m:num>
                            <m:den>
                              <m:r>
                                <a:rPr lang="en-US" altLang="zh-CN" i="1">
                                  <a:latin typeface="Cambria Math" panose="02040503050406030204" pitchFamily="18" charset="0"/>
                                </a:rPr>
                                <m:t>𝜕</m:t>
                              </m:r>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𝑾</m:t>
                                  </m:r>
                                </m:e>
                                <m:sup>
                                  <m:d>
                                    <m:dPr>
                                      <m:ctrlPr>
                                        <a:rPr lang="en-US" altLang="zh-CN" b="1" i="1">
                                          <a:latin typeface="Cambria Math" panose="02040503050406030204" pitchFamily="18" charset="0"/>
                                        </a:rPr>
                                      </m:ctrlPr>
                                    </m:dPr>
                                    <m:e>
                                      <m:r>
                                        <a:rPr lang="en-US" altLang="zh-CN" b="1" i="1">
                                          <a:latin typeface="Cambria Math" panose="02040503050406030204" pitchFamily="18" charset="0"/>
                                        </a:rPr>
                                        <m:t>𝒍</m:t>
                                      </m:r>
                                    </m:e>
                                  </m:d>
                                </m:sup>
                              </m:sSup>
                            </m:den>
                          </m:f>
                        </m:e>
                      </m:nary>
                    </m:oMath>
                  </m:oMathPara>
                </a14:m>
                <a:endParaRPr lang="en-US" altLang="zh-CN" dirty="0"/>
              </a:p>
            </p:txBody>
          </p:sp>
        </mc:Choice>
        <mc:Fallback xmlns="">
          <p:sp>
            <p:nvSpPr>
              <p:cNvPr id="9" name="矩形 8"/>
              <p:cNvSpPr>
                <a:spLocks noRot="1" noChangeAspect="1" noMove="1" noResize="1" noEditPoints="1" noAdjustHandles="1" noChangeArrowheads="1" noChangeShapeType="1" noTextEdit="1"/>
              </p:cNvSpPr>
              <p:nvPr/>
            </p:nvSpPr>
            <p:spPr>
              <a:xfrm>
                <a:off x="1012663" y="5291443"/>
                <a:ext cx="4572000" cy="87120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6512087" y="5291442"/>
                <a:ext cx="4572000" cy="87120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ℒ</m:t>
                              </m:r>
                            </m:e>
                            <m:sub>
                              <m:r>
                                <a:rPr lang="en-US" altLang="zh-CN" i="1" dirty="0">
                                  <a:latin typeface="Cambria Math" panose="02040503050406030204" pitchFamily="18" charset="0"/>
                                </a:rPr>
                                <m:t>𝐵</m:t>
                              </m:r>
                            </m:sub>
                          </m:sSub>
                          <m:d>
                            <m:dPr>
                              <m:ctrlPr>
                                <a:rPr lang="en-US" altLang="zh-CN" i="1">
                                  <a:latin typeface="Cambria Math" panose="02040503050406030204" pitchFamily="18" charset="0"/>
                                </a:rPr>
                              </m:ctrlPr>
                            </m:dPr>
                            <m:e>
                              <m:r>
                                <a:rPr lang="en-US" altLang="zh-CN" b="1" i="1">
                                  <a:latin typeface="Cambria Math" panose="02040503050406030204" pitchFamily="18" charset="0"/>
                                </a:rPr>
                                <m:t>𝑾</m:t>
                              </m:r>
                              <m:r>
                                <a:rPr lang="en-US" altLang="zh-CN" i="1">
                                  <a:latin typeface="Cambria Math" panose="02040503050406030204" pitchFamily="18" charset="0"/>
                                </a:rPr>
                                <m:t>,</m:t>
                              </m:r>
                              <m:r>
                                <a:rPr lang="en-US" altLang="zh-CN" b="1" i="1">
                                  <a:latin typeface="Cambria Math" panose="02040503050406030204" pitchFamily="18" charset="0"/>
                                </a:rPr>
                                <m:t>𝒃</m:t>
                              </m:r>
                            </m:e>
                          </m:d>
                        </m:num>
                        <m:den>
                          <m:r>
                            <a:rPr lang="en-US" altLang="zh-CN" i="1">
                              <a:latin typeface="Cambria Math" panose="02040503050406030204" pitchFamily="18" charset="0"/>
                            </a:rPr>
                            <m:t>𝜕</m:t>
                          </m:r>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𝑾</m:t>
                              </m:r>
                            </m:e>
                            <m:sup>
                              <m:d>
                                <m:dPr>
                                  <m:ctrlPr>
                                    <a:rPr lang="en-US" altLang="zh-CN" b="1" i="1">
                                      <a:latin typeface="Cambria Math" panose="02040503050406030204" pitchFamily="18" charset="0"/>
                                    </a:rPr>
                                  </m:ctrlPr>
                                </m:dPr>
                                <m:e>
                                  <m:r>
                                    <a:rPr lang="en-US" altLang="zh-CN" b="1" i="1">
                                      <a:latin typeface="Cambria Math" panose="02040503050406030204" pitchFamily="18" charset="0"/>
                                    </a:rPr>
                                    <m:t>𝒍</m:t>
                                  </m:r>
                                </m:e>
                              </m:d>
                            </m:sup>
                          </m:sSup>
                        </m:den>
                      </m:f>
                      <m:r>
                        <a:rPr lang="en-US" altLang="zh-CN" b="1"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𝐵</m:t>
                          </m:r>
                        </m:den>
                      </m:f>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𝐵</m:t>
                          </m:r>
                        </m:sup>
                        <m:e>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ℒ</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b="1" i="1">
                                          <a:latin typeface="Cambria Math" panose="02040503050406030204" pitchFamily="18" charset="0"/>
                                        </a:rPr>
                                        <m:t>𝒚</m:t>
                                      </m:r>
                                    </m:e>
                                    <m:sup>
                                      <m:d>
                                        <m:dPr>
                                          <m:ctrlPr>
                                            <a:rPr lang="en-US" altLang="zh-CN" i="1">
                                              <a:latin typeface="Cambria Math" panose="02040503050406030204" pitchFamily="18" charset="0"/>
                                            </a:rPr>
                                          </m:ctrlPr>
                                        </m:dPr>
                                        <m:e>
                                          <m:r>
                                            <a:rPr lang="en-US" altLang="zh-CN" i="1">
                                              <a:latin typeface="Cambria Math" panose="02040503050406030204" pitchFamily="18" charset="0"/>
                                            </a:rPr>
                                            <m:t>𝑖</m:t>
                                          </m:r>
                                        </m:e>
                                      </m:d>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b="1" i="1">
                                              <a:latin typeface="Cambria Math" panose="02040503050406030204" pitchFamily="18" charset="0"/>
                                            </a:rPr>
                                            <m:t>𝒚</m:t>
                                          </m:r>
                                        </m:e>
                                      </m:acc>
                                    </m:e>
                                    <m:sup>
                                      <m:d>
                                        <m:dPr>
                                          <m:ctrlPr>
                                            <a:rPr lang="en-US" altLang="zh-CN" i="1">
                                              <a:latin typeface="Cambria Math" panose="02040503050406030204" pitchFamily="18" charset="0"/>
                                            </a:rPr>
                                          </m:ctrlPr>
                                        </m:dPr>
                                        <m:e>
                                          <m:r>
                                            <a:rPr lang="en-US" altLang="zh-CN" i="1">
                                              <a:latin typeface="Cambria Math" panose="02040503050406030204" pitchFamily="18" charset="0"/>
                                            </a:rPr>
                                            <m:t>𝑖</m:t>
                                          </m:r>
                                        </m:e>
                                      </m:d>
                                    </m:sup>
                                  </m:sSup>
                                </m:e>
                              </m:d>
                            </m:num>
                            <m:den>
                              <m:r>
                                <a:rPr lang="en-US" altLang="zh-CN" i="1">
                                  <a:latin typeface="Cambria Math" panose="02040503050406030204" pitchFamily="18" charset="0"/>
                                </a:rPr>
                                <m:t>𝜕</m:t>
                              </m:r>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𝑾</m:t>
                                  </m:r>
                                </m:e>
                                <m:sup>
                                  <m:d>
                                    <m:dPr>
                                      <m:ctrlPr>
                                        <a:rPr lang="en-US" altLang="zh-CN" b="1" i="1">
                                          <a:latin typeface="Cambria Math" panose="02040503050406030204" pitchFamily="18" charset="0"/>
                                        </a:rPr>
                                      </m:ctrlPr>
                                    </m:dPr>
                                    <m:e>
                                      <m:r>
                                        <a:rPr lang="en-US" altLang="zh-CN" b="1" i="1">
                                          <a:latin typeface="Cambria Math" panose="02040503050406030204" pitchFamily="18" charset="0"/>
                                        </a:rPr>
                                        <m:t>𝒍</m:t>
                                      </m:r>
                                    </m:e>
                                  </m:d>
                                </m:sup>
                              </m:sSup>
                            </m:den>
                          </m:f>
                        </m:e>
                      </m:nary>
                    </m:oMath>
                  </m:oMathPara>
                </a14:m>
                <a:endParaRPr lang="en-US" altLang="zh-CN" dirty="0"/>
              </a:p>
            </p:txBody>
          </p:sp>
        </mc:Choice>
        <mc:Fallback xmlns="">
          <p:sp>
            <p:nvSpPr>
              <p:cNvPr id="10" name="矩形 9"/>
              <p:cNvSpPr>
                <a:spLocks noRot="1" noChangeAspect="1" noMove="1" noResize="1" noEditPoints="1" noAdjustHandles="1" noChangeArrowheads="1" noChangeShapeType="1" noTextEdit="1"/>
              </p:cNvSpPr>
              <p:nvPr/>
            </p:nvSpPr>
            <p:spPr>
              <a:xfrm>
                <a:off x="6512087" y="5291442"/>
                <a:ext cx="4572000" cy="871201"/>
              </a:xfrm>
              <a:prstGeom prst="rect">
                <a:avLst/>
              </a:prstGeom>
              <a:blipFill>
                <a:blip r:embed="rId6"/>
                <a:stretch>
                  <a:fillRect/>
                </a:stretch>
              </a:blipFill>
            </p:spPr>
            <p:txBody>
              <a:bodyPr/>
              <a:lstStyle/>
              <a:p>
                <a:r>
                  <a:rPr lang="zh-CN" altLang="en-US">
                    <a:noFill/>
                  </a:rPr>
                  <a:t> </a:t>
                </a:r>
              </a:p>
            </p:txBody>
          </p:sp>
        </mc:Fallback>
      </mc:AlternateContent>
      <p:sp>
        <p:nvSpPr>
          <p:cNvPr id="11" name="右箭头 10"/>
          <p:cNvSpPr/>
          <p:nvPr/>
        </p:nvSpPr>
        <p:spPr>
          <a:xfrm>
            <a:off x="6222765" y="4450774"/>
            <a:ext cx="253496" cy="3045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右箭头 11"/>
          <p:cNvSpPr/>
          <p:nvPr/>
        </p:nvSpPr>
        <p:spPr>
          <a:xfrm>
            <a:off x="6252606" y="5574770"/>
            <a:ext cx="253496" cy="3045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614613" y="3722362"/>
            <a:ext cx="1107996" cy="369332"/>
          </a:xfrm>
          <a:prstGeom prst="rect">
            <a:avLst/>
          </a:prstGeom>
        </p:spPr>
        <p:txBody>
          <a:bodyPr wrap="none">
            <a:spAutoFit/>
          </a:bodyPr>
          <a:lstStyle/>
          <a:p>
            <a:r>
              <a:rPr lang="zh-CN" altLang="en-US" dirty="0"/>
              <a:t>梯度下降</a:t>
            </a:r>
          </a:p>
        </p:txBody>
      </p:sp>
      <p:sp>
        <p:nvSpPr>
          <p:cNvPr id="14" name="矩形 13"/>
          <p:cNvSpPr/>
          <p:nvPr/>
        </p:nvSpPr>
        <p:spPr>
          <a:xfrm>
            <a:off x="7955511" y="3722362"/>
            <a:ext cx="2262158" cy="369332"/>
          </a:xfrm>
          <a:prstGeom prst="rect">
            <a:avLst/>
          </a:prstGeom>
        </p:spPr>
        <p:txBody>
          <a:bodyPr wrap="none">
            <a:spAutoFit/>
          </a:bodyPr>
          <a:lstStyle/>
          <a:p>
            <a:r>
              <a:rPr lang="zh-CN" altLang="en-US" dirty="0"/>
              <a:t>小批量随机梯度下降</a:t>
            </a:r>
          </a:p>
        </p:txBody>
      </p:sp>
      <p:sp>
        <p:nvSpPr>
          <p:cNvPr id="4" name="文本框 3">
            <a:extLst>
              <a:ext uri="{FF2B5EF4-FFF2-40B4-BE49-F238E27FC236}">
                <a16:creationId xmlns:a16="http://schemas.microsoft.com/office/drawing/2014/main" id="{11AB9C8B-891E-A674-33F7-41BA6FF1D2B1}"/>
              </a:ext>
            </a:extLst>
          </p:cNvPr>
          <p:cNvSpPr txBox="1"/>
          <p:nvPr/>
        </p:nvSpPr>
        <p:spPr>
          <a:xfrm>
            <a:off x="1365088" y="6415375"/>
            <a:ext cx="7864637" cy="369332"/>
          </a:xfrm>
          <a:prstGeom prst="rect">
            <a:avLst/>
          </a:prstGeom>
          <a:noFill/>
        </p:spPr>
        <p:txBody>
          <a:bodyPr wrap="square" rtlCol="0">
            <a:spAutoFit/>
          </a:bodyPr>
          <a:lstStyle/>
          <a:p>
            <a:r>
              <a:rPr lang="zh-CN" altLang="en-US" dirty="0"/>
              <a:t>思考：数据集规模、模型大小以及</a:t>
            </a:r>
            <a:r>
              <a:rPr lang="en-US" altLang="zh-CN" dirty="0"/>
              <a:t>GPU</a:t>
            </a:r>
            <a:r>
              <a:rPr lang="zh-CN" altLang="en-US" dirty="0"/>
              <a:t>内存大小之间的关系</a:t>
            </a:r>
          </a:p>
        </p:txBody>
      </p:sp>
    </p:spTree>
    <p:extLst>
      <p:ext uri="{BB962C8B-B14F-4D97-AF65-F5344CB8AC3E}">
        <p14:creationId xmlns:p14="http://schemas.microsoft.com/office/powerpoint/2010/main" val="1689531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58AB5-BA47-BB95-E171-557DAE089A6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A9932C0-C33C-D23B-9110-AAE5922EC817}"/>
              </a:ext>
            </a:extLst>
          </p:cNvPr>
          <p:cNvSpPr>
            <a:spLocks noGrp="1"/>
          </p:cNvSpPr>
          <p:nvPr>
            <p:ph type="title"/>
          </p:nvPr>
        </p:nvSpPr>
        <p:spPr/>
        <p:txBody>
          <a:bodyPr/>
          <a:lstStyle/>
          <a:p>
            <a:r>
              <a:rPr lang="zh-CN" altLang="en-US" dirty="0"/>
              <a:t>如何计算梯度？</a:t>
            </a:r>
          </a:p>
        </p:txBody>
      </p:sp>
      <p:sp>
        <p:nvSpPr>
          <p:cNvPr id="3" name="内容占位符 2">
            <a:extLst>
              <a:ext uri="{FF2B5EF4-FFF2-40B4-BE49-F238E27FC236}">
                <a16:creationId xmlns:a16="http://schemas.microsoft.com/office/drawing/2014/main" id="{5417750F-EA89-FE57-D657-8538A322C57C}"/>
              </a:ext>
            </a:extLst>
          </p:cNvPr>
          <p:cNvSpPr>
            <a:spLocks noGrp="1"/>
          </p:cNvSpPr>
          <p:nvPr>
            <p:ph idx="1"/>
          </p:nvPr>
        </p:nvSpPr>
        <p:spPr>
          <a:xfrm>
            <a:off x="862561" y="1044809"/>
            <a:ext cx="7886700" cy="5296640"/>
          </a:xfrm>
        </p:spPr>
        <p:txBody>
          <a:bodyPr>
            <a:normAutofit/>
          </a:bodyPr>
          <a:lstStyle/>
          <a:p>
            <a:r>
              <a:rPr lang="zh-CN" altLang="en-US" dirty="0"/>
              <a:t>神经网络为一个复杂的复合函数</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dirty="0"/>
          </a:p>
          <a:p>
            <a:pPr marL="0" indent="0">
              <a:buNone/>
            </a:pPr>
            <a:endParaRPr lang="en-US" altLang="zh-CN" dirty="0"/>
          </a:p>
          <a:p>
            <a:endParaRPr lang="zh-CN" altLang="en-US" dirty="0"/>
          </a:p>
        </p:txBody>
      </p:sp>
      <p:sp>
        <p:nvSpPr>
          <p:cNvPr id="9" name="右箭头 8">
            <a:extLst>
              <a:ext uri="{FF2B5EF4-FFF2-40B4-BE49-F238E27FC236}">
                <a16:creationId xmlns:a16="http://schemas.microsoft.com/office/drawing/2014/main" id="{151598FC-BE69-0136-3F74-930FF21B57AD}"/>
              </a:ext>
            </a:extLst>
          </p:cNvPr>
          <p:cNvSpPr/>
          <p:nvPr/>
        </p:nvSpPr>
        <p:spPr>
          <a:xfrm>
            <a:off x="1609841" y="3843070"/>
            <a:ext cx="1077306" cy="2635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7CB7AF9A-1A46-3F2A-32D7-963C3844C587}"/>
              </a:ext>
            </a:extLst>
          </p:cNvPr>
          <p:cNvSpPr txBox="1"/>
          <p:nvPr/>
        </p:nvSpPr>
        <p:spPr>
          <a:xfrm>
            <a:off x="1330032" y="4163192"/>
            <a:ext cx="1742637" cy="369332"/>
          </a:xfrm>
          <a:prstGeom prst="rect">
            <a:avLst/>
          </a:prstGeom>
          <a:noFill/>
        </p:spPr>
        <p:txBody>
          <a:bodyPr wrap="square" rtlCol="0">
            <a:spAutoFit/>
          </a:bodyPr>
          <a:lstStyle/>
          <a:p>
            <a:r>
              <a:rPr lang="zh-CN" altLang="en-US" dirty="0"/>
              <a:t>链式求导法则</a:t>
            </a: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D9767264-D9C7-C05D-8E7B-A12EFDBB57B4}"/>
                  </a:ext>
                </a:extLst>
              </p:cNvPr>
              <p:cNvSpPr/>
              <p:nvPr/>
            </p:nvSpPr>
            <p:spPr>
              <a:xfrm>
                <a:off x="6805947" y="1175164"/>
                <a:ext cx="4523492" cy="1891865"/>
              </a:xfrm>
              <a:prstGeom prst="rect">
                <a:avLst/>
              </a:prstGeom>
            </p:spPr>
            <p:txBody>
              <a:bodyPr wrap="square">
                <a:spAutoFit/>
              </a:bodyPr>
              <a:lstStyle/>
              <a:p>
                <a14:m>
                  <m:oMath xmlns:m="http://schemas.openxmlformats.org/officeDocument/2006/math">
                    <m:r>
                      <a:rPr lang="en-US" altLang="zh-CN" b="0" i="1">
                        <a:latin typeface="Cambria Math" panose="02040503050406030204" pitchFamily="18" charset="0"/>
                        <a:ea typeface="Cambria Math" panose="02040503050406030204" pitchFamily="18" charset="0"/>
                      </a:rPr>
                      <m:t>𝑦</m:t>
                    </m:r>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𝜎</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𝑾</m:t>
                            </m:r>
                          </m:e>
                          <m:sub>
                            <m:r>
                              <a:rPr lang="en-US" altLang="zh-CN" b="0" i="1">
                                <a:latin typeface="Cambria Math" panose="02040503050406030204" pitchFamily="18" charset="0"/>
                                <a:ea typeface="Cambria Math" panose="02040503050406030204" pitchFamily="18" charset="0"/>
                              </a:rPr>
                              <m:t>3</m:t>
                            </m:r>
                          </m:sub>
                        </m:sSub>
                        <m:r>
                          <a:rPr lang="en-US" altLang="zh-CN" b="0" i="1">
                            <a:latin typeface="Cambria Math" panose="02040503050406030204" pitchFamily="18" charset="0"/>
                            <a:ea typeface="Cambria Math" panose="02040503050406030204" pitchFamily="18" charset="0"/>
                          </a:rPr>
                          <m:t>𝜎</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𝑾</m:t>
                                </m:r>
                              </m:e>
                              <m:sub>
                                <m:r>
                                  <a:rPr lang="en-US" altLang="zh-CN" b="0" i="1">
                                    <a:latin typeface="Cambria Math" panose="02040503050406030204" pitchFamily="18" charset="0"/>
                                    <a:ea typeface="Cambria Math" panose="02040503050406030204" pitchFamily="18" charset="0"/>
                                  </a:rPr>
                                  <m:t>2</m:t>
                                </m:r>
                              </m:sub>
                            </m:sSub>
                            <m:r>
                              <a:rPr lang="en-US" altLang="zh-CN" b="0" i="1">
                                <a:latin typeface="Cambria Math" panose="02040503050406030204" pitchFamily="18" charset="0"/>
                                <a:ea typeface="Cambria Math" panose="02040503050406030204" pitchFamily="18" charset="0"/>
                              </a:rPr>
                              <m:t>𝜎</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𝑾</m:t>
                                    </m:r>
                                  </m:e>
                                  <m:sub>
                                    <m:r>
                                      <a:rPr lang="en-US" altLang="zh-CN" b="0" i="1">
                                        <a:latin typeface="Cambria Math" panose="02040503050406030204" pitchFamily="18" charset="0"/>
                                        <a:ea typeface="Cambria Math" panose="02040503050406030204" pitchFamily="18" charset="0"/>
                                      </a:rPr>
                                      <m:t>1</m:t>
                                    </m:r>
                                  </m:sub>
                                </m:sSub>
                                <m:r>
                                  <a:rPr lang="en-US" altLang="zh-CN" b="1" i="1">
                                    <a:latin typeface="Cambria Math" panose="02040503050406030204" pitchFamily="18" charset="0"/>
                                    <a:ea typeface="Cambria Math" panose="02040503050406030204" pitchFamily="18" charset="0"/>
                                  </a:rPr>
                                  <m:t>𝒙</m:t>
                                </m:r>
                              </m:e>
                            </m:d>
                          </m:e>
                        </m:d>
                      </m:e>
                    </m:d>
                  </m:oMath>
                </a14:m>
                <a:r>
                  <a:rPr lang="zh-CN" altLang="en-US" dirty="0"/>
                  <a:t> </a:t>
                </a:r>
                <a:endParaRPr lang="en-US" altLang="zh-CN" dirty="0"/>
              </a:p>
              <a:p>
                <a:r>
                  <a:rPr lang="en-US" altLang="zh-CN" dirty="0"/>
                  <a:t>(</a:t>
                </a:r>
                <a14:m>
                  <m:oMath xmlns:m="http://schemas.openxmlformats.org/officeDocument/2006/math">
                    <m:r>
                      <a:rPr lang="en-US" altLang="zh-CN" b="0" i="1" dirty="0">
                        <a:latin typeface="Cambria Math" panose="02040503050406030204" pitchFamily="18" charset="0"/>
                      </a:rPr>
                      <m:t>𝜎</m:t>
                    </m:r>
                  </m:oMath>
                </a14:m>
                <a:r>
                  <a:rPr lang="zh-CN" altLang="en-US" dirty="0"/>
                  <a:t>为激活函数，不考虑偏置项 </a:t>
                </a:r>
                <a14:m>
                  <m:oMath xmlns:m="http://schemas.openxmlformats.org/officeDocument/2006/math">
                    <m:r>
                      <a:rPr lang="en-US" altLang="zh-CN" b="0" i="1" dirty="0">
                        <a:latin typeface="Cambria Math" panose="02040503050406030204" pitchFamily="18" charset="0"/>
                      </a:rPr>
                      <m:t>𝑏</m:t>
                    </m:r>
                  </m:oMath>
                </a14:m>
                <a:r>
                  <a:rPr lang="en-US" altLang="zh-CN" dirty="0"/>
                  <a:t>)</a:t>
                </a:r>
              </a:p>
              <a:p>
                <a:r>
                  <a:rPr lang="zh-CN" altLang="en-US" dirty="0"/>
                  <a:t>我们定义每一层“激活”</a:t>
                </a:r>
                <a:r>
                  <a:rPr lang="en-US" altLang="zh-CN" dirty="0"/>
                  <a:t>:</a:t>
                </a:r>
              </a:p>
              <a:p>
                <a14:m>
                  <m:oMath xmlns:m="http://schemas.openxmlformats.org/officeDocument/2006/math">
                    <m:sSub>
                      <m:sSubPr>
                        <m:ctrlPr>
                          <a:rPr lang="en-US" altLang="zh-CN" b="0" i="1" dirty="0">
                            <a:latin typeface="Cambria Math" panose="02040503050406030204" pitchFamily="18" charset="0"/>
                          </a:rPr>
                        </m:ctrlPr>
                      </m:sSubPr>
                      <m:e>
                        <m:r>
                          <a:rPr lang="en-US" altLang="zh-CN" b="1" i="1" dirty="0">
                            <a:latin typeface="Cambria Math" panose="02040503050406030204" pitchFamily="18" charset="0"/>
                          </a:rPr>
                          <m:t>𝒛</m:t>
                        </m:r>
                      </m:e>
                      <m:sub>
                        <m:r>
                          <a:rPr lang="en-US" altLang="zh-CN" b="0" i="1" dirty="0">
                            <a:latin typeface="Cambria Math" panose="02040503050406030204" pitchFamily="18" charset="0"/>
                          </a:rPr>
                          <m:t>1</m:t>
                        </m:r>
                      </m:sub>
                    </m:sSub>
                    <m:r>
                      <a:rPr lang="en-US" altLang="zh-CN" b="0" i="1" dirty="0">
                        <a:latin typeface="Cambria Math" panose="02040503050406030204" pitchFamily="18" charset="0"/>
                      </a:rPr>
                      <m:t>=</m:t>
                    </m:r>
                    <m:sSub>
                      <m:sSubPr>
                        <m:ctrlPr>
                          <a:rPr lang="en-US" altLang="zh-CN" b="0" i="1" dirty="0">
                            <a:latin typeface="Cambria Math" panose="02040503050406030204" pitchFamily="18" charset="0"/>
                          </a:rPr>
                        </m:ctrlPr>
                      </m:sSubPr>
                      <m:e>
                        <m:r>
                          <a:rPr lang="en-US" altLang="zh-CN" b="1" i="1" dirty="0">
                            <a:latin typeface="Cambria Math" panose="02040503050406030204" pitchFamily="18" charset="0"/>
                          </a:rPr>
                          <m:t>𝑾</m:t>
                        </m:r>
                      </m:e>
                      <m:sub>
                        <m:r>
                          <a:rPr lang="en-US" altLang="zh-CN" b="0" i="1" dirty="0">
                            <a:latin typeface="Cambria Math" panose="02040503050406030204" pitchFamily="18" charset="0"/>
                          </a:rPr>
                          <m:t>1</m:t>
                        </m:r>
                      </m:sub>
                    </m:sSub>
                    <m:r>
                      <a:rPr lang="en-US" altLang="zh-CN" b="1" i="1" dirty="0">
                        <a:latin typeface="Cambria Math" panose="02040503050406030204" pitchFamily="18" charset="0"/>
                      </a:rPr>
                      <m:t>𝒙</m:t>
                    </m:r>
                    <m:r>
                      <a:rPr lang="en-US" altLang="zh-CN" b="0"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b="1" i="1" dirty="0">
                            <a:latin typeface="Cambria Math" panose="02040503050406030204" pitchFamily="18" charset="0"/>
                          </a:rPr>
                          <m:t>𝒂</m:t>
                        </m:r>
                      </m:e>
                      <m:sub>
                        <m:r>
                          <a:rPr lang="en-US" altLang="zh-CN" b="0" i="1" dirty="0">
                            <a:latin typeface="Cambria Math" panose="02040503050406030204" pitchFamily="18" charset="0"/>
                          </a:rPr>
                          <m:t>1</m:t>
                        </m:r>
                      </m:sub>
                    </m:sSub>
                    <m:r>
                      <a:rPr lang="en-US" altLang="zh-CN" b="0" i="1" dirty="0">
                        <a:latin typeface="Cambria Math" panose="02040503050406030204" pitchFamily="18" charset="0"/>
                      </a:rPr>
                      <m:t>=</m:t>
                    </m:r>
                  </m:oMath>
                </a14:m>
                <a:r>
                  <a:rPr lang="en-US" altLang="zh-CN" dirty="0">
                    <a:ea typeface="Cambria Math" panose="02040503050406030204" pitchFamily="18" charset="0"/>
                  </a:rPr>
                  <a:t> </a:t>
                </a:r>
                <a14:m>
                  <m:oMath xmlns:m="http://schemas.openxmlformats.org/officeDocument/2006/math">
                    <m:r>
                      <a:rPr lang="en-US" altLang="zh-CN" b="0" i="1">
                        <a:latin typeface="Cambria Math" panose="02040503050406030204" pitchFamily="18" charset="0"/>
                        <a:ea typeface="Cambria Math" panose="02040503050406030204" pitchFamily="18" charset="0"/>
                      </a:rPr>
                      <m:t>𝜎</m:t>
                    </m:r>
                    <m:d>
                      <m:dPr>
                        <m:ctrlPr>
                          <a:rPr lang="en-US" altLang="zh-CN" i="1">
                            <a:latin typeface="Cambria Math" panose="02040503050406030204" pitchFamily="18" charset="0"/>
                            <a:ea typeface="Cambria Math" panose="02040503050406030204" pitchFamily="18" charset="0"/>
                          </a:rPr>
                        </m:ctrlPr>
                      </m:dPr>
                      <m:e>
                        <m:sSub>
                          <m:sSubPr>
                            <m:ctrlPr>
                              <a:rPr lang="en-US" altLang="zh-CN" b="0"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𝒛</m:t>
                            </m:r>
                          </m:e>
                          <m:sub>
                            <m:r>
                              <a:rPr lang="en-US" altLang="zh-CN" b="0" i="1">
                                <a:latin typeface="Cambria Math" panose="02040503050406030204" pitchFamily="18" charset="0"/>
                                <a:ea typeface="Cambria Math" panose="02040503050406030204" pitchFamily="18" charset="0"/>
                              </a:rPr>
                              <m:t>1</m:t>
                            </m:r>
                          </m:sub>
                        </m:sSub>
                      </m:e>
                    </m:d>
                  </m:oMath>
                </a14:m>
                <a:endParaRPr lang="en-US" altLang="zh-CN" dirty="0"/>
              </a:p>
              <a:p>
                <a14:m>
                  <m:oMath xmlns:m="http://schemas.openxmlformats.org/officeDocument/2006/math">
                    <m:sSub>
                      <m:sSubPr>
                        <m:ctrlPr>
                          <a:rPr lang="en-US" altLang="zh-CN" b="0" i="1" dirty="0">
                            <a:latin typeface="Cambria Math" panose="02040503050406030204" pitchFamily="18" charset="0"/>
                          </a:rPr>
                        </m:ctrlPr>
                      </m:sSubPr>
                      <m:e>
                        <m:r>
                          <a:rPr lang="en-US" altLang="zh-CN" b="1" i="1" dirty="0">
                            <a:latin typeface="Cambria Math" panose="02040503050406030204" pitchFamily="18" charset="0"/>
                          </a:rPr>
                          <m:t>𝒛</m:t>
                        </m:r>
                      </m:e>
                      <m:sub>
                        <m:r>
                          <a:rPr lang="en-US" altLang="zh-CN" b="0" i="1" dirty="0">
                            <a:latin typeface="Cambria Math" panose="02040503050406030204" pitchFamily="18" charset="0"/>
                          </a:rPr>
                          <m:t>2</m:t>
                        </m:r>
                      </m:sub>
                    </m:sSub>
                    <m:r>
                      <a:rPr lang="en-US" altLang="zh-CN" b="0" i="1" dirty="0">
                        <a:latin typeface="Cambria Math" panose="02040503050406030204" pitchFamily="18" charset="0"/>
                      </a:rPr>
                      <m:t>=</m:t>
                    </m:r>
                    <m:sSub>
                      <m:sSubPr>
                        <m:ctrlPr>
                          <a:rPr lang="en-US" altLang="zh-CN" b="0" i="1" dirty="0">
                            <a:latin typeface="Cambria Math" panose="02040503050406030204" pitchFamily="18" charset="0"/>
                          </a:rPr>
                        </m:ctrlPr>
                      </m:sSubPr>
                      <m:e>
                        <m:r>
                          <a:rPr lang="en-US" altLang="zh-CN" b="1" i="1" dirty="0">
                            <a:latin typeface="Cambria Math" panose="02040503050406030204" pitchFamily="18" charset="0"/>
                          </a:rPr>
                          <m:t>𝑾</m:t>
                        </m:r>
                      </m:e>
                      <m:sub>
                        <m:r>
                          <a:rPr lang="en-US" altLang="zh-CN" b="0" i="1" dirty="0">
                            <a:latin typeface="Cambria Math" panose="02040503050406030204" pitchFamily="18" charset="0"/>
                          </a:rPr>
                          <m:t>2</m:t>
                        </m:r>
                      </m:sub>
                    </m:sSub>
                    <m:sSub>
                      <m:sSubPr>
                        <m:ctrlPr>
                          <a:rPr lang="en-US" altLang="zh-CN" b="0" i="1" dirty="0">
                            <a:latin typeface="Cambria Math" panose="02040503050406030204" pitchFamily="18" charset="0"/>
                          </a:rPr>
                        </m:ctrlPr>
                      </m:sSubPr>
                      <m:e>
                        <m:r>
                          <a:rPr lang="en-US" altLang="zh-CN" b="1" i="1" dirty="0">
                            <a:latin typeface="Cambria Math" panose="02040503050406030204" pitchFamily="18" charset="0"/>
                          </a:rPr>
                          <m:t>𝒂</m:t>
                        </m:r>
                      </m:e>
                      <m:sub>
                        <m:r>
                          <a:rPr lang="en-US" altLang="zh-CN" b="0" i="1" dirty="0">
                            <a:latin typeface="Cambria Math" panose="02040503050406030204" pitchFamily="18" charset="0"/>
                          </a:rPr>
                          <m:t>1</m:t>
                        </m:r>
                      </m:sub>
                    </m:sSub>
                    <m:r>
                      <a:rPr lang="en-US" altLang="zh-CN" b="0"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b="1" i="1" dirty="0">
                            <a:latin typeface="Cambria Math" panose="02040503050406030204" pitchFamily="18" charset="0"/>
                          </a:rPr>
                          <m:t>𝒂</m:t>
                        </m:r>
                      </m:e>
                      <m:sub>
                        <m:r>
                          <a:rPr lang="en-US" altLang="zh-CN" b="0" i="1" dirty="0">
                            <a:latin typeface="Cambria Math" panose="02040503050406030204" pitchFamily="18" charset="0"/>
                          </a:rPr>
                          <m:t>2</m:t>
                        </m:r>
                      </m:sub>
                    </m:sSub>
                    <m:r>
                      <a:rPr lang="en-US" altLang="zh-CN" b="0" i="1" dirty="0">
                        <a:latin typeface="Cambria Math" panose="02040503050406030204" pitchFamily="18" charset="0"/>
                      </a:rPr>
                      <m:t>=</m:t>
                    </m:r>
                  </m:oMath>
                </a14:m>
                <a:r>
                  <a:rPr lang="en-US" altLang="zh-CN" dirty="0">
                    <a:ea typeface="Cambria Math" panose="02040503050406030204" pitchFamily="18" charset="0"/>
                  </a:rPr>
                  <a:t> </a:t>
                </a:r>
                <a14:m>
                  <m:oMath xmlns:m="http://schemas.openxmlformats.org/officeDocument/2006/math">
                    <m:r>
                      <a:rPr lang="en-US" altLang="zh-CN" b="0" i="1">
                        <a:latin typeface="Cambria Math" panose="02040503050406030204" pitchFamily="18" charset="0"/>
                        <a:ea typeface="Cambria Math" panose="02040503050406030204" pitchFamily="18" charset="0"/>
                      </a:rPr>
                      <m:t>𝜎</m:t>
                    </m:r>
                    <m:d>
                      <m:dPr>
                        <m:ctrlPr>
                          <a:rPr lang="en-US" altLang="zh-CN" i="1">
                            <a:latin typeface="Cambria Math" panose="02040503050406030204" pitchFamily="18" charset="0"/>
                            <a:ea typeface="Cambria Math" panose="02040503050406030204" pitchFamily="18" charset="0"/>
                          </a:rPr>
                        </m:ctrlPr>
                      </m:dPr>
                      <m:e>
                        <m:sSub>
                          <m:sSubPr>
                            <m:ctrlPr>
                              <a:rPr lang="en-US" altLang="zh-CN" b="0"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𝒛</m:t>
                            </m:r>
                          </m:e>
                          <m:sub>
                            <m:r>
                              <a:rPr lang="en-US" altLang="zh-CN" b="0" i="1">
                                <a:latin typeface="Cambria Math" panose="02040503050406030204" pitchFamily="18" charset="0"/>
                                <a:ea typeface="Cambria Math" panose="02040503050406030204" pitchFamily="18" charset="0"/>
                              </a:rPr>
                              <m:t>2</m:t>
                            </m:r>
                          </m:sub>
                        </m:sSub>
                      </m:e>
                    </m:d>
                  </m:oMath>
                </a14:m>
                <a:endParaRPr lang="en-US" altLang="zh-CN" dirty="0"/>
              </a:p>
              <a:p>
                <a14:m>
                  <m:oMath xmlns:m="http://schemas.openxmlformats.org/officeDocument/2006/math">
                    <m:sSub>
                      <m:sSubPr>
                        <m:ctrlPr>
                          <a:rPr lang="en-US" altLang="zh-CN" i="1" dirty="0">
                            <a:latin typeface="Cambria Math" panose="02040503050406030204" pitchFamily="18" charset="0"/>
                          </a:rPr>
                        </m:ctrlPr>
                      </m:sSubPr>
                      <m:e>
                        <m:sSub>
                          <m:sSubPr>
                            <m:ctrlPr>
                              <a:rPr lang="en-US" altLang="zh-CN" b="0" i="1" dirty="0">
                                <a:latin typeface="Cambria Math" panose="02040503050406030204" pitchFamily="18" charset="0"/>
                              </a:rPr>
                            </m:ctrlPr>
                          </m:sSubPr>
                          <m:e>
                            <m:r>
                              <a:rPr lang="en-US" altLang="zh-CN" b="1" i="1" dirty="0">
                                <a:latin typeface="Cambria Math" panose="02040503050406030204" pitchFamily="18" charset="0"/>
                              </a:rPr>
                              <m:t>𝒛</m:t>
                            </m:r>
                          </m:e>
                          <m:sub>
                            <m:r>
                              <a:rPr lang="en-US" altLang="zh-CN" b="0" i="1" dirty="0">
                                <a:latin typeface="Cambria Math" panose="02040503050406030204" pitchFamily="18" charset="0"/>
                              </a:rPr>
                              <m:t>3</m:t>
                            </m:r>
                          </m:sub>
                        </m:sSub>
                        <m:r>
                          <a:rPr lang="en-US" altLang="zh-CN" b="0" i="1" dirty="0">
                            <a:latin typeface="Cambria Math" panose="02040503050406030204" pitchFamily="18" charset="0"/>
                          </a:rPr>
                          <m:t>=</m:t>
                        </m:r>
                        <m:sSub>
                          <m:sSubPr>
                            <m:ctrlPr>
                              <a:rPr lang="en-US" altLang="zh-CN" b="0" i="1" dirty="0">
                                <a:latin typeface="Cambria Math" panose="02040503050406030204" pitchFamily="18" charset="0"/>
                              </a:rPr>
                            </m:ctrlPr>
                          </m:sSubPr>
                          <m:e>
                            <m:r>
                              <a:rPr lang="en-US" altLang="zh-CN" b="1" i="1" dirty="0">
                                <a:latin typeface="Cambria Math" panose="02040503050406030204" pitchFamily="18" charset="0"/>
                              </a:rPr>
                              <m:t>𝑾</m:t>
                            </m:r>
                          </m:e>
                          <m:sub>
                            <m:r>
                              <a:rPr lang="en-US" altLang="zh-CN" b="0" i="1" dirty="0">
                                <a:latin typeface="Cambria Math" panose="02040503050406030204" pitchFamily="18" charset="0"/>
                              </a:rPr>
                              <m:t>3</m:t>
                            </m:r>
                          </m:sub>
                        </m:sSub>
                        <m:sSub>
                          <m:sSubPr>
                            <m:ctrlPr>
                              <a:rPr lang="en-US" altLang="zh-CN" b="0" i="1" dirty="0">
                                <a:latin typeface="Cambria Math" panose="02040503050406030204" pitchFamily="18" charset="0"/>
                              </a:rPr>
                            </m:ctrlPr>
                          </m:sSubPr>
                          <m:e>
                            <m:r>
                              <a:rPr lang="en-US" altLang="zh-CN" b="1" i="1" dirty="0">
                                <a:latin typeface="Cambria Math" panose="02040503050406030204" pitchFamily="18" charset="0"/>
                              </a:rPr>
                              <m:t>𝒂</m:t>
                            </m:r>
                          </m:e>
                          <m:sub>
                            <m:r>
                              <a:rPr lang="en-US" altLang="zh-CN" b="0" i="1" dirty="0">
                                <a:latin typeface="Cambria Math" panose="02040503050406030204" pitchFamily="18" charset="0"/>
                              </a:rPr>
                              <m:t>2</m:t>
                            </m:r>
                          </m:sub>
                        </m:sSub>
                        <m:r>
                          <a:rPr lang="en-US" altLang="zh-CN" b="0" i="1" dirty="0">
                            <a:latin typeface="Cambria Math" panose="02040503050406030204" pitchFamily="18" charset="0"/>
                          </a:rPr>
                          <m:t>; </m:t>
                        </m:r>
                        <m:r>
                          <a:rPr lang="en-US" altLang="zh-CN" b="1" i="1" dirty="0">
                            <a:latin typeface="Cambria Math" panose="02040503050406030204" pitchFamily="18" charset="0"/>
                          </a:rPr>
                          <m:t>𝒂</m:t>
                        </m:r>
                      </m:e>
                      <m:sub>
                        <m:r>
                          <a:rPr lang="en-US" altLang="zh-CN" b="0" i="1" dirty="0">
                            <a:latin typeface="Cambria Math" panose="02040503050406030204" pitchFamily="18" charset="0"/>
                          </a:rPr>
                          <m:t>3</m:t>
                        </m:r>
                      </m:sub>
                    </m:sSub>
                    <m:r>
                      <a:rPr lang="en-US" altLang="zh-CN" b="0" i="1" dirty="0">
                        <a:latin typeface="Cambria Math" panose="02040503050406030204" pitchFamily="18" charset="0"/>
                      </a:rPr>
                      <m:t>=</m:t>
                    </m:r>
                  </m:oMath>
                </a14:m>
                <a:r>
                  <a:rPr lang="en-US" altLang="zh-CN" dirty="0">
                    <a:ea typeface="Cambria Math" panose="02040503050406030204" pitchFamily="18" charset="0"/>
                  </a:rPr>
                  <a:t> </a:t>
                </a:r>
                <a14:m>
                  <m:oMath xmlns:m="http://schemas.openxmlformats.org/officeDocument/2006/math">
                    <m:r>
                      <a:rPr lang="en-US" altLang="zh-CN" b="0" i="1">
                        <a:latin typeface="Cambria Math" panose="02040503050406030204" pitchFamily="18" charset="0"/>
                        <a:ea typeface="Cambria Math" panose="02040503050406030204" pitchFamily="18" charset="0"/>
                      </a:rPr>
                      <m:t>𝜎</m:t>
                    </m:r>
                    <m:d>
                      <m:dPr>
                        <m:ctrlPr>
                          <a:rPr lang="en-US" altLang="zh-CN" i="1">
                            <a:latin typeface="Cambria Math" panose="02040503050406030204" pitchFamily="18" charset="0"/>
                            <a:ea typeface="Cambria Math" panose="02040503050406030204" pitchFamily="18" charset="0"/>
                          </a:rPr>
                        </m:ctrlPr>
                      </m:dPr>
                      <m:e>
                        <m:sSub>
                          <m:sSubPr>
                            <m:ctrlPr>
                              <a:rPr lang="en-US" altLang="zh-CN" b="0"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𝒛</m:t>
                            </m:r>
                          </m:e>
                          <m:sub>
                            <m:r>
                              <a:rPr lang="en-US" altLang="zh-CN" b="0" i="1">
                                <a:latin typeface="Cambria Math" panose="02040503050406030204" pitchFamily="18" charset="0"/>
                                <a:ea typeface="Cambria Math" panose="02040503050406030204" pitchFamily="18" charset="0"/>
                              </a:rPr>
                              <m:t>3</m:t>
                            </m:r>
                          </m:sub>
                        </m:sSub>
                      </m:e>
                    </m:d>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𝑦</m:t>
                    </m:r>
                  </m:oMath>
                </a14:m>
                <a:endParaRPr lang="zh-CN" altLang="en-US" dirty="0"/>
              </a:p>
            </p:txBody>
          </p:sp>
        </mc:Choice>
        <mc:Fallback xmlns="">
          <p:sp>
            <p:nvSpPr>
              <p:cNvPr id="13" name="矩形 12">
                <a:extLst>
                  <a:ext uri="{FF2B5EF4-FFF2-40B4-BE49-F238E27FC236}">
                    <a16:creationId xmlns:a16="http://schemas.microsoft.com/office/drawing/2014/main" id="{D9767264-D9C7-C05D-8E7B-A12EFDBB57B4}"/>
                  </a:ext>
                </a:extLst>
              </p:cNvPr>
              <p:cNvSpPr>
                <a:spLocks noRot="1" noChangeAspect="1" noMove="1" noResize="1" noEditPoints="1" noAdjustHandles="1" noChangeArrowheads="1" noChangeShapeType="1" noTextEdit="1"/>
              </p:cNvSpPr>
              <p:nvPr/>
            </p:nvSpPr>
            <p:spPr>
              <a:xfrm>
                <a:off x="6805947" y="1175164"/>
                <a:ext cx="4523492" cy="1891865"/>
              </a:xfrm>
              <a:prstGeom prst="rect">
                <a:avLst/>
              </a:prstGeom>
              <a:blipFill>
                <a:blip r:embed="rId2"/>
                <a:stretch>
                  <a:fillRect l="-1077" b="-9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7864D13-C645-950C-8502-15210BB0203D}"/>
                  </a:ext>
                </a:extLst>
              </p:cNvPr>
              <p:cNvSpPr txBox="1"/>
              <p:nvPr/>
            </p:nvSpPr>
            <p:spPr>
              <a:xfrm>
                <a:off x="2344766" y="3407460"/>
                <a:ext cx="4176346" cy="18273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𝑦</m:t>
                          </m:r>
                        </m:num>
                        <m:den>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𝑾</m:t>
                              </m:r>
                            </m:e>
                            <m:sub>
                              <m:r>
                                <a:rPr lang="en-US" altLang="zh-CN" b="0" i="1">
                                  <a:latin typeface="Cambria Math" panose="02040503050406030204" pitchFamily="18" charset="0"/>
                                </a:rPr>
                                <m:t>3</m:t>
                              </m:r>
                            </m:sub>
                          </m:sSub>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b="0" i="1" smtClean="0">
                              <a:latin typeface="Cambria Math" panose="02040503050406030204" pitchFamily="18" charset="0"/>
                            </a:rPr>
                            <m:t>𝑦</m:t>
                          </m:r>
                        </m:num>
                        <m:den>
                          <m:r>
                            <a:rPr lang="en-US" altLang="zh-CN"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1" i="1">
                                  <a:latin typeface="Cambria Math" panose="02040503050406030204" pitchFamily="18" charset="0"/>
                                </a:rPr>
                                <m:t>𝒛</m:t>
                              </m:r>
                            </m:e>
                            <m:sub>
                              <m:r>
                                <a:rPr lang="en-US" altLang="zh-CN" b="0" i="1">
                                  <a:latin typeface="Cambria Math" panose="02040503050406030204" pitchFamily="18" charset="0"/>
                                </a:rPr>
                                <m:t>3</m:t>
                              </m:r>
                            </m:sub>
                          </m:sSub>
                        </m:den>
                      </m:f>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𝒛</m:t>
                              </m:r>
                            </m:e>
                            <m:sub>
                              <m:r>
                                <a:rPr lang="en-US" altLang="zh-CN" i="1">
                                  <a:latin typeface="Cambria Math" panose="02040503050406030204" pitchFamily="18" charset="0"/>
                                </a:rPr>
                                <m:t>3</m:t>
                              </m:r>
                            </m:sub>
                          </m:sSub>
                        </m:num>
                        <m:den>
                          <m:r>
                            <a:rPr lang="en-US" altLang="zh-CN"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1" i="1">
                                  <a:latin typeface="Cambria Math" panose="02040503050406030204" pitchFamily="18" charset="0"/>
                                </a:rPr>
                                <m:t>𝑾</m:t>
                              </m:r>
                            </m:e>
                            <m:sub>
                              <m:r>
                                <a:rPr lang="en-US" altLang="zh-CN" b="0" i="1">
                                  <a:latin typeface="Cambria Math" panose="02040503050406030204" pitchFamily="18" charset="0"/>
                                </a:rPr>
                                <m:t>3</m:t>
                              </m:r>
                            </m:sub>
                          </m:sSub>
                        </m:den>
                      </m:f>
                    </m:oMath>
                  </m:oMathPara>
                </a14:m>
                <a:endParaRPr lang="en-US"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𝑦</m:t>
                          </m:r>
                        </m:num>
                        <m:den>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𝑾</m:t>
                              </m:r>
                            </m:e>
                            <m:sub>
                              <m:r>
                                <a:rPr lang="en-US" altLang="zh-CN" b="0" i="1">
                                  <a:latin typeface="Cambria Math" panose="02040503050406030204" pitchFamily="18" charset="0"/>
                                </a:rPr>
                                <m:t>2</m:t>
                              </m:r>
                            </m:sub>
                          </m:sSub>
                        </m:den>
                      </m:f>
                      <m:r>
                        <a:rPr lang="en-US" altLang="zh-CN" i="1">
                          <a:latin typeface="Cambria Math" panose="02040503050406030204" pitchFamily="18" charset="0"/>
                        </a:rPr>
                        <m:t>=</m:t>
                      </m:r>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𝑦</m:t>
                          </m:r>
                        </m:num>
                        <m:den>
                          <m:r>
                            <a:rPr lang="en-US" altLang="zh-CN" i="1">
                              <a:solidFill>
                                <a:srgbClr val="FF0000"/>
                              </a:solidFill>
                              <a:latin typeface="Cambria Math" panose="02040503050406030204" pitchFamily="18" charset="0"/>
                            </a:rPr>
                            <m:t>𝜕</m:t>
                          </m:r>
                          <m:sSub>
                            <m:sSubPr>
                              <m:ctrlPr>
                                <a:rPr lang="en-US" altLang="zh-CN" b="0"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𝒛</m:t>
                              </m:r>
                            </m:e>
                            <m:sub>
                              <m:r>
                                <a:rPr lang="en-US" altLang="zh-CN" b="0" i="1">
                                  <a:solidFill>
                                    <a:srgbClr val="FF0000"/>
                                  </a:solidFill>
                                  <a:latin typeface="Cambria Math" panose="02040503050406030204" pitchFamily="18" charset="0"/>
                                </a:rPr>
                                <m:t>3</m:t>
                              </m:r>
                            </m:sub>
                          </m:sSub>
                        </m:den>
                      </m:f>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𝒛</m:t>
                              </m:r>
                            </m:e>
                            <m:sub>
                              <m:r>
                                <a:rPr lang="en-US" altLang="zh-CN" b="0" i="1">
                                  <a:latin typeface="Cambria Math" panose="02040503050406030204" pitchFamily="18" charset="0"/>
                                </a:rPr>
                                <m:t>3</m:t>
                              </m:r>
                            </m:sub>
                          </m:sSub>
                        </m:num>
                        <m:den>
                          <m:r>
                            <a:rPr lang="en-US" altLang="zh-CN"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1" i="1">
                                  <a:latin typeface="Cambria Math" panose="02040503050406030204" pitchFamily="18" charset="0"/>
                                </a:rPr>
                                <m:t>𝒂</m:t>
                              </m:r>
                            </m:e>
                            <m:sub>
                              <m:r>
                                <a:rPr lang="en-US" altLang="zh-CN" b="0" i="1">
                                  <a:latin typeface="Cambria Math" panose="02040503050406030204" pitchFamily="18" charset="0"/>
                                </a:rPr>
                                <m:t>2</m:t>
                              </m:r>
                            </m:sub>
                          </m:sSub>
                        </m:den>
                      </m:f>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𝒂</m:t>
                              </m:r>
                            </m:e>
                            <m:sub>
                              <m:r>
                                <a:rPr lang="en-US" altLang="zh-CN" b="0" i="1">
                                  <a:solidFill>
                                    <a:srgbClr val="FF0000"/>
                                  </a:solidFill>
                                  <a:latin typeface="Cambria Math" panose="02040503050406030204" pitchFamily="18" charset="0"/>
                                </a:rPr>
                                <m:t>2</m:t>
                              </m:r>
                            </m:sub>
                          </m:sSub>
                        </m:num>
                        <m:den>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𝒛</m:t>
                              </m:r>
                            </m:e>
                            <m:sub>
                              <m:r>
                                <a:rPr lang="en-US" altLang="zh-CN" i="1">
                                  <a:solidFill>
                                    <a:srgbClr val="FF0000"/>
                                  </a:solidFill>
                                  <a:latin typeface="Cambria Math" panose="02040503050406030204" pitchFamily="18" charset="0"/>
                                </a:rPr>
                                <m:t>2</m:t>
                              </m:r>
                            </m:sub>
                          </m:sSub>
                        </m:den>
                      </m:f>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𝒛</m:t>
                              </m:r>
                            </m:e>
                            <m:sub>
                              <m:r>
                                <a:rPr lang="en-US" altLang="zh-CN" i="1">
                                  <a:latin typeface="Cambria Math" panose="02040503050406030204" pitchFamily="18" charset="0"/>
                                </a:rPr>
                                <m:t>2</m:t>
                              </m:r>
                            </m:sub>
                          </m:sSub>
                        </m:num>
                        <m:den>
                          <m:r>
                            <a:rPr lang="en-US" altLang="zh-CN"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1" i="1">
                                  <a:latin typeface="Cambria Math" panose="02040503050406030204" pitchFamily="18" charset="0"/>
                                </a:rPr>
                                <m:t>𝑾</m:t>
                              </m:r>
                            </m:e>
                            <m:sub>
                              <m:r>
                                <a:rPr lang="en-US" altLang="zh-CN" b="0" i="1">
                                  <a:latin typeface="Cambria Math" panose="02040503050406030204" pitchFamily="18" charset="0"/>
                                </a:rPr>
                                <m:t>2</m:t>
                              </m:r>
                            </m:sub>
                          </m:sSub>
                        </m:den>
                      </m:f>
                    </m:oMath>
                  </m:oMathPara>
                </a14:m>
                <a:endParaRPr lang="en-US"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𝑦</m:t>
                          </m:r>
                        </m:num>
                        <m:den>
                          <m:r>
                            <a:rPr lang="en-US" altLang="zh-CN"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1" i="1">
                                  <a:latin typeface="Cambria Math" panose="02040503050406030204" pitchFamily="18" charset="0"/>
                                </a:rPr>
                                <m:t>𝑾</m:t>
                              </m:r>
                            </m:e>
                            <m:sub>
                              <m:r>
                                <a:rPr lang="en-US" altLang="zh-CN" b="0" i="1">
                                  <a:latin typeface="Cambria Math" panose="02040503050406030204" pitchFamily="18" charset="0"/>
                                </a:rPr>
                                <m:t>1</m:t>
                              </m:r>
                            </m:sub>
                          </m:sSub>
                        </m:den>
                      </m:f>
                      <m:r>
                        <a:rPr lang="en-US" altLang="zh-CN" i="1">
                          <a:latin typeface="Cambria Math" panose="02040503050406030204" pitchFamily="18" charset="0"/>
                        </a:rPr>
                        <m:t>=</m:t>
                      </m:r>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𝑦</m:t>
                          </m:r>
                        </m:num>
                        <m:den>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𝒛</m:t>
                              </m:r>
                            </m:e>
                            <m:sub>
                              <m:r>
                                <a:rPr lang="en-US" altLang="zh-CN" i="1">
                                  <a:solidFill>
                                    <a:srgbClr val="FF0000"/>
                                  </a:solidFill>
                                  <a:latin typeface="Cambria Math" panose="02040503050406030204" pitchFamily="18" charset="0"/>
                                </a:rPr>
                                <m:t>3</m:t>
                              </m:r>
                            </m:sub>
                          </m:sSub>
                        </m:den>
                      </m:f>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𝒛</m:t>
                              </m:r>
                            </m:e>
                            <m:sub>
                              <m:r>
                                <a:rPr lang="en-US" altLang="zh-CN" i="1">
                                  <a:latin typeface="Cambria Math" panose="02040503050406030204" pitchFamily="18" charset="0"/>
                                </a:rPr>
                                <m:t>3</m:t>
                              </m:r>
                            </m:sub>
                          </m:sSub>
                        </m:num>
                        <m:den>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𝒂</m:t>
                              </m:r>
                            </m:e>
                            <m:sub>
                              <m:r>
                                <a:rPr lang="en-US" altLang="zh-CN" i="1">
                                  <a:latin typeface="Cambria Math" panose="02040503050406030204" pitchFamily="18" charset="0"/>
                                </a:rPr>
                                <m:t>2</m:t>
                              </m:r>
                            </m:sub>
                          </m:sSub>
                        </m:den>
                      </m:f>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𝒂</m:t>
                              </m:r>
                            </m:e>
                            <m:sub>
                              <m:r>
                                <a:rPr lang="en-US" altLang="zh-CN" i="1">
                                  <a:solidFill>
                                    <a:srgbClr val="FF0000"/>
                                  </a:solidFill>
                                  <a:latin typeface="Cambria Math" panose="02040503050406030204" pitchFamily="18" charset="0"/>
                                </a:rPr>
                                <m:t>2</m:t>
                              </m:r>
                            </m:sub>
                          </m:sSub>
                        </m:num>
                        <m:den>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𝒛</m:t>
                              </m:r>
                            </m:e>
                            <m:sub>
                              <m:r>
                                <a:rPr lang="en-US" altLang="zh-CN" i="1">
                                  <a:solidFill>
                                    <a:srgbClr val="FF0000"/>
                                  </a:solidFill>
                                  <a:latin typeface="Cambria Math" panose="02040503050406030204" pitchFamily="18" charset="0"/>
                                </a:rPr>
                                <m:t>2</m:t>
                              </m:r>
                            </m:sub>
                          </m:sSub>
                        </m:den>
                      </m:f>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𝒛</m:t>
                              </m:r>
                            </m:e>
                            <m:sub>
                              <m:r>
                                <a:rPr lang="en-US" altLang="zh-CN" i="1">
                                  <a:latin typeface="Cambria Math" panose="02040503050406030204" pitchFamily="18" charset="0"/>
                                </a:rPr>
                                <m:t>2</m:t>
                              </m:r>
                            </m:sub>
                          </m:sSub>
                        </m:num>
                        <m:den>
                          <m:r>
                            <a:rPr lang="en-US" altLang="zh-CN"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1" i="1">
                                  <a:latin typeface="Cambria Math" panose="02040503050406030204" pitchFamily="18" charset="0"/>
                                </a:rPr>
                                <m:t>𝒂</m:t>
                              </m:r>
                            </m:e>
                            <m:sub>
                              <m:r>
                                <a:rPr lang="en-US" altLang="zh-CN" b="0" i="1">
                                  <a:latin typeface="Cambria Math" panose="02040503050406030204" pitchFamily="18" charset="0"/>
                                </a:rPr>
                                <m:t>1</m:t>
                              </m:r>
                            </m:sub>
                          </m:sSub>
                        </m:den>
                      </m:f>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𝒂</m:t>
                              </m:r>
                            </m:e>
                            <m:sub>
                              <m:r>
                                <a:rPr lang="en-US" altLang="zh-CN" b="0" i="1">
                                  <a:latin typeface="Cambria Math" panose="02040503050406030204" pitchFamily="18" charset="0"/>
                                </a:rPr>
                                <m:t>1</m:t>
                              </m:r>
                            </m:sub>
                          </m:sSub>
                        </m:num>
                        <m:den>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𝒛</m:t>
                              </m:r>
                            </m:e>
                            <m:sub>
                              <m:r>
                                <a:rPr lang="en-US" altLang="zh-CN" b="0" i="1">
                                  <a:latin typeface="Cambria Math" panose="02040503050406030204" pitchFamily="18" charset="0"/>
                                </a:rPr>
                                <m:t>1</m:t>
                              </m:r>
                            </m:sub>
                          </m:sSub>
                        </m:den>
                      </m:f>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m:t>
                          </m:r>
                          <m:sSub>
                            <m:sSubPr>
                              <m:ctrlPr>
                                <a:rPr lang="en-US" altLang="zh-CN" b="0"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𝒛</m:t>
                              </m:r>
                            </m:e>
                            <m:sub>
                              <m:r>
                                <a:rPr lang="en-US" altLang="zh-CN" b="0" i="1">
                                  <a:solidFill>
                                    <a:schemeClr val="tx1"/>
                                  </a:solidFill>
                                  <a:latin typeface="Cambria Math" panose="02040503050406030204" pitchFamily="18" charset="0"/>
                                </a:rPr>
                                <m:t>1</m:t>
                              </m:r>
                            </m:sub>
                          </m:sSub>
                        </m:num>
                        <m:den>
                          <m:r>
                            <a:rPr lang="en-US" altLang="zh-CN" i="1">
                              <a:solidFill>
                                <a:schemeClr val="tx1"/>
                              </a:solidFill>
                              <a:latin typeface="Cambria Math" panose="02040503050406030204" pitchFamily="18" charset="0"/>
                            </a:rPr>
                            <m:t>𝜕</m:t>
                          </m:r>
                          <m:sSub>
                            <m:sSubPr>
                              <m:ctrlPr>
                                <a:rPr lang="en-US" altLang="zh-CN" b="0"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𝑾</m:t>
                              </m:r>
                            </m:e>
                            <m:sub>
                              <m:r>
                                <a:rPr lang="en-US" altLang="zh-CN" b="0" i="1">
                                  <a:solidFill>
                                    <a:schemeClr val="tx1"/>
                                  </a:solidFill>
                                  <a:latin typeface="Cambria Math" panose="02040503050406030204" pitchFamily="18" charset="0"/>
                                </a:rPr>
                                <m:t>1</m:t>
                              </m:r>
                            </m:sub>
                          </m:sSub>
                        </m:den>
                      </m:f>
                    </m:oMath>
                  </m:oMathPara>
                </a14:m>
                <a:endParaRPr lang="en-US" altLang="zh-CN" dirty="0"/>
              </a:p>
            </p:txBody>
          </p:sp>
        </mc:Choice>
        <mc:Fallback xmlns="">
          <p:sp>
            <p:nvSpPr>
              <p:cNvPr id="14" name="文本框 13">
                <a:extLst>
                  <a:ext uri="{FF2B5EF4-FFF2-40B4-BE49-F238E27FC236}">
                    <a16:creationId xmlns:a16="http://schemas.microsoft.com/office/drawing/2014/main" id="{F7864D13-C645-950C-8502-15210BB0203D}"/>
                  </a:ext>
                </a:extLst>
              </p:cNvPr>
              <p:cNvSpPr txBox="1">
                <a:spLocks noRot="1" noChangeAspect="1" noMove="1" noResize="1" noEditPoints="1" noAdjustHandles="1" noChangeArrowheads="1" noChangeShapeType="1" noTextEdit="1"/>
              </p:cNvSpPr>
              <p:nvPr/>
            </p:nvSpPr>
            <p:spPr>
              <a:xfrm>
                <a:off x="2344766" y="3407460"/>
                <a:ext cx="4176346" cy="182736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F416EA49-9D38-BE94-0FF9-463E4825CB86}"/>
                  </a:ext>
                </a:extLst>
              </p:cNvPr>
              <p:cNvSpPr txBox="1"/>
              <p:nvPr/>
            </p:nvSpPr>
            <p:spPr>
              <a:xfrm>
                <a:off x="6434876" y="3838129"/>
                <a:ext cx="4427091" cy="810671"/>
              </a:xfrm>
              <a:prstGeom prst="rect">
                <a:avLst/>
              </a:prstGeom>
              <a:noFill/>
            </p:spPr>
            <p:txBody>
              <a:bodyPr wrap="square" rtlCol="0">
                <a:spAutoFit/>
              </a:bodyPr>
              <a:lstStyle/>
              <a:p>
                <a14:m>
                  <m:oMath xmlns:m="http://schemas.openxmlformats.org/officeDocument/2006/math">
                    <m:f>
                      <m:fPr>
                        <m:ctrlPr>
                          <a:rPr lang="en-US" altLang="zh-CN" i="1" smtClean="0">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𝑦</m:t>
                        </m:r>
                      </m:num>
                      <m:den>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𝑧</m:t>
                            </m:r>
                          </m:e>
                          <m:sub>
                            <m:r>
                              <a:rPr lang="en-US" altLang="zh-CN" i="1">
                                <a:solidFill>
                                  <a:srgbClr val="FF0000"/>
                                </a:solidFill>
                                <a:latin typeface="Cambria Math" panose="02040503050406030204" pitchFamily="18" charset="0"/>
                              </a:rPr>
                              <m:t>3</m:t>
                            </m:r>
                          </m:sub>
                        </m:sSub>
                      </m:den>
                    </m:f>
                    <m:r>
                      <a:rPr lang="zh-CN" altLang="en-US" b="0" i="1">
                        <a:solidFill>
                          <a:srgbClr val="FF0000"/>
                        </a:solidFill>
                        <a:latin typeface="Cambria Math" panose="02040503050406030204" pitchFamily="18" charset="0"/>
                      </a:rPr>
                      <m:t>，</m:t>
                    </m:r>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i="1">
                                <a:solidFill>
                                  <a:srgbClr val="FF0000"/>
                                </a:solidFill>
                                <a:latin typeface="Cambria Math" panose="02040503050406030204" pitchFamily="18" charset="0"/>
                              </a:rPr>
                              <m:t>2</m:t>
                            </m:r>
                          </m:sub>
                        </m:sSub>
                      </m:num>
                      <m:den>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𝑧</m:t>
                            </m:r>
                          </m:e>
                          <m:sub>
                            <m:r>
                              <a:rPr lang="en-US" altLang="zh-CN" i="1">
                                <a:solidFill>
                                  <a:srgbClr val="FF0000"/>
                                </a:solidFill>
                                <a:latin typeface="Cambria Math" panose="02040503050406030204" pitchFamily="18" charset="0"/>
                              </a:rPr>
                              <m:t>2</m:t>
                            </m:r>
                          </m:sub>
                        </m:sSub>
                      </m:den>
                    </m:f>
                  </m:oMath>
                </a14:m>
                <a:r>
                  <a:rPr kumimoji="1" lang="zh-CN" altLang="en-US" b="1" dirty="0">
                    <a:latin typeface="+mn-ea"/>
                  </a:rPr>
                  <a:t> 等在计算</a:t>
                </a:r>
                <a:r>
                  <a:rPr kumimoji="1" lang="en-US" altLang="zh-CN" b="1" dirty="0">
                    <a:latin typeface="+mn-ea"/>
                  </a:rPr>
                  <a:t> </a:t>
                </a:r>
                <a14:m>
                  <m:oMath xmlns:m="http://schemas.openxmlformats.org/officeDocument/2006/math">
                    <m:r>
                      <a:rPr lang="en-US" altLang="zh-CN" b="1" i="1">
                        <a:latin typeface="Cambria Math" panose="02040503050406030204" pitchFamily="18" charset="0"/>
                      </a:rPr>
                      <m:t>𝒚</m:t>
                    </m:r>
                  </m:oMath>
                </a14:m>
                <a:r>
                  <a:rPr kumimoji="1" lang="zh-CN" altLang="en-US" b="1" dirty="0">
                    <a:latin typeface="+mn-ea"/>
                  </a:rPr>
                  <a:t> 对于第二层和第一层的参数的导数时重复出现，可以</a:t>
                </a:r>
                <a:r>
                  <a:rPr kumimoji="1" lang="zh-CN" altLang="en-US" b="1" dirty="0">
                    <a:solidFill>
                      <a:srgbClr val="FF0000"/>
                    </a:solidFill>
                    <a:latin typeface="+mn-ea"/>
                  </a:rPr>
                  <a:t>存储复用</a:t>
                </a:r>
                <a:r>
                  <a:rPr kumimoji="1" lang="zh-CN" altLang="en-US" b="1" dirty="0">
                    <a:latin typeface="+mn-ea"/>
                  </a:rPr>
                  <a:t>。 </a:t>
                </a:r>
              </a:p>
            </p:txBody>
          </p:sp>
        </mc:Choice>
        <mc:Fallback xmlns="">
          <p:sp>
            <p:nvSpPr>
              <p:cNvPr id="15" name="文本框 14">
                <a:extLst>
                  <a:ext uri="{FF2B5EF4-FFF2-40B4-BE49-F238E27FC236}">
                    <a16:creationId xmlns:a16="http://schemas.microsoft.com/office/drawing/2014/main" id="{F416EA49-9D38-BE94-0FF9-463E4825CB86}"/>
                  </a:ext>
                </a:extLst>
              </p:cNvPr>
              <p:cNvSpPr txBox="1">
                <a:spLocks noRot="1" noChangeAspect="1" noMove="1" noResize="1" noEditPoints="1" noAdjustHandles="1" noChangeArrowheads="1" noChangeShapeType="1" noTextEdit="1"/>
              </p:cNvSpPr>
              <p:nvPr/>
            </p:nvSpPr>
            <p:spPr>
              <a:xfrm>
                <a:off x="6434876" y="3838129"/>
                <a:ext cx="4427091" cy="810671"/>
              </a:xfrm>
              <a:prstGeom prst="rect">
                <a:avLst/>
              </a:prstGeom>
              <a:blipFill>
                <a:blip r:embed="rId4"/>
                <a:stretch>
                  <a:fillRect l="-1240" r="-3444" b="-11278"/>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CC0FAC6A-2A9D-C4C7-C7F1-3D2ADFA7F735}"/>
              </a:ext>
            </a:extLst>
          </p:cNvPr>
          <p:cNvGrpSpPr/>
          <p:nvPr/>
        </p:nvGrpSpPr>
        <p:grpSpPr>
          <a:xfrm>
            <a:off x="2126674" y="1475061"/>
            <a:ext cx="2516236" cy="1428678"/>
            <a:chOff x="3234859" y="1898674"/>
            <a:chExt cx="5143276" cy="3108782"/>
          </a:xfrm>
        </p:grpSpPr>
        <p:pic>
          <p:nvPicPr>
            <p:cNvPr id="6" name="图形 5">
              <a:extLst>
                <a:ext uri="{FF2B5EF4-FFF2-40B4-BE49-F238E27FC236}">
                  <a16:creationId xmlns:a16="http://schemas.microsoft.com/office/drawing/2014/main" id="{0141177C-70DB-2240-95B3-9A2F4B88C1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4859" y="1898674"/>
              <a:ext cx="5143276" cy="3108782"/>
            </a:xfrm>
            <a:prstGeom prst="rect">
              <a:avLst/>
            </a:prstGeom>
          </p:spPr>
        </p:pic>
        <p:sp>
          <p:nvSpPr>
            <p:cNvPr id="7" name="矩形 6">
              <a:extLst>
                <a:ext uri="{FF2B5EF4-FFF2-40B4-BE49-F238E27FC236}">
                  <a16:creationId xmlns:a16="http://schemas.microsoft.com/office/drawing/2014/main" id="{A522A699-849B-DB0C-0D33-B409612B42F9}"/>
                </a:ext>
              </a:extLst>
            </p:cNvPr>
            <p:cNvSpPr/>
            <p:nvPr/>
          </p:nvSpPr>
          <p:spPr>
            <a:xfrm>
              <a:off x="3448494" y="2100424"/>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CB3C87D4-111C-2868-8E59-9E4F9C44020E}"/>
                </a:ext>
              </a:extLst>
            </p:cNvPr>
            <p:cNvSpPr/>
            <p:nvPr/>
          </p:nvSpPr>
          <p:spPr>
            <a:xfrm>
              <a:off x="3400426" y="2871931"/>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0F0C0579-87F2-7AF9-51F9-653C039D62EF}"/>
                </a:ext>
              </a:extLst>
            </p:cNvPr>
            <p:cNvSpPr/>
            <p:nvPr/>
          </p:nvSpPr>
          <p:spPr>
            <a:xfrm>
              <a:off x="3465322" y="3639755"/>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CAED5A3F-AE62-C436-F66B-02AAFA30FCBB}"/>
                </a:ext>
              </a:extLst>
            </p:cNvPr>
            <p:cNvSpPr/>
            <p:nvPr/>
          </p:nvSpPr>
          <p:spPr>
            <a:xfrm>
              <a:off x="3448493" y="4616980"/>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D7571436-D48E-A03B-FF8F-58A6E3BBEE1A}"/>
                </a:ext>
              </a:extLst>
            </p:cNvPr>
            <p:cNvSpPr/>
            <p:nvPr/>
          </p:nvSpPr>
          <p:spPr>
            <a:xfrm>
              <a:off x="5676139" y="2100424"/>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F12FACC6-A1E0-6D56-7548-A804C0A6C60E}"/>
                </a:ext>
              </a:extLst>
            </p:cNvPr>
            <p:cNvSpPr/>
            <p:nvPr/>
          </p:nvSpPr>
          <p:spPr>
            <a:xfrm>
              <a:off x="5690420" y="2842407"/>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9B5C1006-580B-3E62-AFB9-96688B29DA85}"/>
                </a:ext>
              </a:extLst>
            </p:cNvPr>
            <p:cNvSpPr/>
            <p:nvPr/>
          </p:nvSpPr>
          <p:spPr>
            <a:xfrm>
              <a:off x="5676139" y="3666134"/>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6259D135-764A-6834-7072-AA50C9F8EDEA}"/>
                </a:ext>
              </a:extLst>
            </p:cNvPr>
            <p:cNvSpPr/>
            <p:nvPr/>
          </p:nvSpPr>
          <p:spPr>
            <a:xfrm>
              <a:off x="5674771" y="4605259"/>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CB483956-F1CC-ADEE-9A1B-D4651AE9B4E5}"/>
                </a:ext>
              </a:extLst>
            </p:cNvPr>
            <p:cNvSpPr/>
            <p:nvPr/>
          </p:nvSpPr>
          <p:spPr>
            <a:xfrm>
              <a:off x="7921929" y="2137677"/>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D20D0C5E-7AD6-4FD7-C037-1F900BA2366E}"/>
                </a:ext>
              </a:extLst>
            </p:cNvPr>
            <p:cNvSpPr/>
            <p:nvPr/>
          </p:nvSpPr>
          <p:spPr>
            <a:xfrm>
              <a:off x="7921929" y="2868620"/>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C91BAA5B-8226-FDA9-F286-FCAE92F3A601}"/>
                </a:ext>
              </a:extLst>
            </p:cNvPr>
            <p:cNvSpPr/>
            <p:nvPr/>
          </p:nvSpPr>
          <p:spPr>
            <a:xfrm>
              <a:off x="7915823" y="3621184"/>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1780614C-521F-8637-F72B-9B2FAC7EF94B}"/>
                </a:ext>
              </a:extLst>
            </p:cNvPr>
            <p:cNvSpPr/>
            <p:nvPr/>
          </p:nvSpPr>
          <p:spPr>
            <a:xfrm>
              <a:off x="7959691" y="4620039"/>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26" name="组合 25">
            <a:extLst>
              <a:ext uri="{FF2B5EF4-FFF2-40B4-BE49-F238E27FC236}">
                <a16:creationId xmlns:a16="http://schemas.microsoft.com/office/drawing/2014/main" id="{18E891E6-BF79-A61B-494E-F981AC6D5060}"/>
              </a:ext>
            </a:extLst>
          </p:cNvPr>
          <p:cNvGrpSpPr/>
          <p:nvPr/>
        </p:nvGrpSpPr>
        <p:grpSpPr>
          <a:xfrm>
            <a:off x="3236865" y="1475061"/>
            <a:ext cx="2516236" cy="1428678"/>
            <a:chOff x="3283527" y="1875970"/>
            <a:chExt cx="5143276" cy="3108782"/>
          </a:xfrm>
        </p:grpSpPr>
        <p:pic>
          <p:nvPicPr>
            <p:cNvPr id="27" name="图形 26">
              <a:extLst>
                <a:ext uri="{FF2B5EF4-FFF2-40B4-BE49-F238E27FC236}">
                  <a16:creationId xmlns:a16="http://schemas.microsoft.com/office/drawing/2014/main" id="{0EC2799C-8C56-8880-6E99-06B77178F2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83527" y="1875970"/>
              <a:ext cx="5143276" cy="3108782"/>
            </a:xfrm>
            <a:prstGeom prst="rect">
              <a:avLst/>
            </a:prstGeom>
          </p:spPr>
        </p:pic>
        <p:sp>
          <p:nvSpPr>
            <p:cNvPr id="28" name="矩形 27">
              <a:extLst>
                <a:ext uri="{FF2B5EF4-FFF2-40B4-BE49-F238E27FC236}">
                  <a16:creationId xmlns:a16="http://schemas.microsoft.com/office/drawing/2014/main" id="{3A4DBD16-7C30-B7F6-D6D3-4702367185F2}"/>
                </a:ext>
              </a:extLst>
            </p:cNvPr>
            <p:cNvSpPr/>
            <p:nvPr/>
          </p:nvSpPr>
          <p:spPr>
            <a:xfrm>
              <a:off x="3448494" y="2100424"/>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矩形 28">
              <a:extLst>
                <a:ext uri="{FF2B5EF4-FFF2-40B4-BE49-F238E27FC236}">
                  <a16:creationId xmlns:a16="http://schemas.microsoft.com/office/drawing/2014/main" id="{969FCB8F-5734-A1B9-A02E-1184AFCA6B33}"/>
                </a:ext>
              </a:extLst>
            </p:cNvPr>
            <p:cNvSpPr/>
            <p:nvPr/>
          </p:nvSpPr>
          <p:spPr>
            <a:xfrm>
              <a:off x="3400426" y="2871931"/>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AE8CB1F1-0637-BE38-3DE2-32661CE76647}"/>
                </a:ext>
              </a:extLst>
            </p:cNvPr>
            <p:cNvSpPr/>
            <p:nvPr/>
          </p:nvSpPr>
          <p:spPr>
            <a:xfrm>
              <a:off x="3465322" y="3639755"/>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8685AD85-30B5-5D3B-C156-BCDB03085529}"/>
                </a:ext>
              </a:extLst>
            </p:cNvPr>
            <p:cNvSpPr/>
            <p:nvPr/>
          </p:nvSpPr>
          <p:spPr>
            <a:xfrm>
              <a:off x="3448493" y="4616980"/>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32A2901F-62D9-5097-DB2A-EB1A99899C82}"/>
                </a:ext>
              </a:extLst>
            </p:cNvPr>
            <p:cNvSpPr/>
            <p:nvPr/>
          </p:nvSpPr>
          <p:spPr>
            <a:xfrm>
              <a:off x="5676139" y="2100424"/>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a:extLst>
                <a:ext uri="{FF2B5EF4-FFF2-40B4-BE49-F238E27FC236}">
                  <a16:creationId xmlns:a16="http://schemas.microsoft.com/office/drawing/2014/main" id="{5FC83D45-C234-A013-F0D5-21CD19A839B3}"/>
                </a:ext>
              </a:extLst>
            </p:cNvPr>
            <p:cNvSpPr/>
            <p:nvPr/>
          </p:nvSpPr>
          <p:spPr>
            <a:xfrm>
              <a:off x="5690420" y="2842407"/>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a:extLst>
                <a:ext uri="{FF2B5EF4-FFF2-40B4-BE49-F238E27FC236}">
                  <a16:creationId xmlns:a16="http://schemas.microsoft.com/office/drawing/2014/main" id="{63758BEC-6C91-8159-C17C-FB919E556274}"/>
                </a:ext>
              </a:extLst>
            </p:cNvPr>
            <p:cNvSpPr/>
            <p:nvPr/>
          </p:nvSpPr>
          <p:spPr>
            <a:xfrm>
              <a:off x="5676139" y="3666134"/>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C31E8B15-DAB0-38C4-666E-FBB83FAE7FCA}"/>
                </a:ext>
              </a:extLst>
            </p:cNvPr>
            <p:cNvSpPr/>
            <p:nvPr/>
          </p:nvSpPr>
          <p:spPr>
            <a:xfrm>
              <a:off x="5674771" y="4605259"/>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E4EFDBA0-55DC-CF79-DC22-3C13CF7F2D2F}"/>
                </a:ext>
              </a:extLst>
            </p:cNvPr>
            <p:cNvSpPr/>
            <p:nvPr/>
          </p:nvSpPr>
          <p:spPr>
            <a:xfrm>
              <a:off x="7921929" y="2137677"/>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E7525A9A-A4E2-C4A5-574E-1BE62B5A787F}"/>
                </a:ext>
              </a:extLst>
            </p:cNvPr>
            <p:cNvSpPr/>
            <p:nvPr/>
          </p:nvSpPr>
          <p:spPr>
            <a:xfrm>
              <a:off x="7921929" y="2868620"/>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02780CC5-2186-28B5-A196-3E0698FCB190}"/>
                </a:ext>
              </a:extLst>
            </p:cNvPr>
            <p:cNvSpPr/>
            <p:nvPr/>
          </p:nvSpPr>
          <p:spPr>
            <a:xfrm>
              <a:off x="7915823" y="3621184"/>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7DA92B17-C988-CCE2-D2E7-E3495FA76D1F}"/>
                </a:ext>
              </a:extLst>
            </p:cNvPr>
            <p:cNvSpPr/>
            <p:nvPr/>
          </p:nvSpPr>
          <p:spPr>
            <a:xfrm>
              <a:off x="7959691" y="4620039"/>
              <a:ext cx="232153" cy="170520"/>
            </a:xfrm>
            <a:prstGeom prst="rect">
              <a:avLst/>
            </a:prstGeom>
            <a:solidFill>
              <a:srgbClr val="9DC3E6"/>
            </a:solidFill>
            <a:ln>
              <a:solidFill>
                <a:srgbClr val="9DC3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1" name="文本框 40">
            <a:extLst>
              <a:ext uri="{FF2B5EF4-FFF2-40B4-BE49-F238E27FC236}">
                <a16:creationId xmlns:a16="http://schemas.microsoft.com/office/drawing/2014/main" id="{52C72479-CA72-7790-DA82-27522EA16C81}"/>
              </a:ext>
            </a:extLst>
          </p:cNvPr>
          <p:cNvSpPr txBox="1"/>
          <p:nvPr/>
        </p:nvSpPr>
        <p:spPr>
          <a:xfrm>
            <a:off x="1349348" y="1900294"/>
            <a:ext cx="666556" cy="646331"/>
          </a:xfrm>
          <a:prstGeom prst="rect">
            <a:avLst/>
          </a:prstGeom>
          <a:noFill/>
        </p:spPr>
        <p:txBody>
          <a:bodyPr wrap="square" rtlCol="0">
            <a:spAutoFit/>
          </a:bodyPr>
          <a:lstStyle/>
          <a:p>
            <a:pPr algn="ctr"/>
            <a:r>
              <a:rPr kumimoji="1" lang="zh-CN" altLang="en-US"/>
              <a:t>输入</a:t>
            </a:r>
            <a:r>
              <a:rPr kumimoji="1" lang="en-US" altLang="zh-CN" b="1" i="1"/>
              <a:t>x</a:t>
            </a:r>
            <a:endParaRPr kumimoji="1" lang="zh-CN" altLang="en-US" b="1" i="1"/>
          </a:p>
        </p:txBody>
      </p:sp>
      <p:sp>
        <p:nvSpPr>
          <p:cNvPr id="42" name="文本框 41">
            <a:extLst>
              <a:ext uri="{FF2B5EF4-FFF2-40B4-BE49-F238E27FC236}">
                <a16:creationId xmlns:a16="http://schemas.microsoft.com/office/drawing/2014/main" id="{C39B5451-3B06-3E54-5F2D-5E7A5A2B1F1E}"/>
              </a:ext>
            </a:extLst>
          </p:cNvPr>
          <p:cNvSpPr txBox="1"/>
          <p:nvPr/>
        </p:nvSpPr>
        <p:spPr>
          <a:xfrm>
            <a:off x="5791285" y="1866235"/>
            <a:ext cx="666556" cy="646331"/>
          </a:xfrm>
          <a:prstGeom prst="rect">
            <a:avLst/>
          </a:prstGeom>
          <a:noFill/>
        </p:spPr>
        <p:txBody>
          <a:bodyPr wrap="square" rtlCol="0">
            <a:spAutoFit/>
          </a:bodyPr>
          <a:lstStyle/>
          <a:p>
            <a:pPr algn="ctr"/>
            <a:r>
              <a:rPr kumimoji="1" lang="zh-CN" altLang="en-US"/>
              <a:t>输出</a:t>
            </a:r>
            <a:endParaRPr kumimoji="1" lang="en-US" altLang="zh-CN" b="1" i="1"/>
          </a:p>
          <a:p>
            <a:pPr algn="ctr"/>
            <a:r>
              <a:rPr kumimoji="1" lang="en-US" altLang="zh-CN" b="1" i="1"/>
              <a:t>y</a:t>
            </a:r>
            <a:endParaRPr kumimoji="1" lang="zh-CN" altLang="en-US" b="1" i="1"/>
          </a:p>
        </p:txBody>
      </p:sp>
      <mc:AlternateContent xmlns:mc="http://schemas.openxmlformats.org/markup-compatibility/2006" xmlns:a14="http://schemas.microsoft.com/office/drawing/2010/main">
        <mc:Choice Requires="a14">
          <p:sp>
            <p:nvSpPr>
              <p:cNvPr id="45" name="圆角矩形 44">
                <a:extLst>
                  <a:ext uri="{FF2B5EF4-FFF2-40B4-BE49-F238E27FC236}">
                    <a16:creationId xmlns:a16="http://schemas.microsoft.com/office/drawing/2014/main" id="{5EBDDDAB-54B9-2679-C9ED-B3ACBF7EB2F5}"/>
                  </a:ext>
                </a:extLst>
              </p:cNvPr>
              <p:cNvSpPr/>
              <p:nvPr/>
            </p:nvSpPr>
            <p:spPr>
              <a:xfrm>
                <a:off x="2479876" y="1680203"/>
                <a:ext cx="584852" cy="994883"/>
              </a:xfrm>
              <a:prstGeom prst="roundRect">
                <a:avLst/>
              </a:prstGeom>
              <a:solidFill>
                <a:schemeClr val="accent1">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kumimoji="1" lang="en-US" altLang="zh-CN" b="1" i="1">
                              <a:solidFill>
                                <a:schemeClr val="tx1"/>
                              </a:solidFill>
                              <a:latin typeface="Cambria Math" panose="02040503050406030204" pitchFamily="18" charset="0"/>
                            </a:rPr>
                          </m:ctrlPr>
                        </m:sSubPr>
                        <m:e>
                          <m:r>
                            <a:rPr kumimoji="1" lang="en-US" altLang="zh-CN" b="1" i="1">
                              <a:solidFill>
                                <a:schemeClr val="tx1"/>
                              </a:solidFill>
                              <a:latin typeface="Cambria Math" panose="02040503050406030204" pitchFamily="18" charset="0"/>
                            </a:rPr>
                            <m:t>𝑾</m:t>
                          </m:r>
                        </m:e>
                        <m:sub>
                          <m:r>
                            <a:rPr kumimoji="1" lang="en-US" altLang="zh-CN" b="1" i="1">
                              <a:solidFill>
                                <a:schemeClr val="tx1"/>
                              </a:solidFill>
                              <a:latin typeface="Cambria Math" panose="02040503050406030204" pitchFamily="18" charset="0"/>
                            </a:rPr>
                            <m:t>𝟏</m:t>
                          </m:r>
                        </m:sub>
                      </m:sSub>
                    </m:oMath>
                  </m:oMathPara>
                </a14:m>
                <a:endParaRPr kumimoji="1" lang="zh-CN" altLang="en-US" b="1">
                  <a:solidFill>
                    <a:schemeClr val="tx1"/>
                  </a:solidFill>
                </a:endParaRPr>
              </a:p>
            </p:txBody>
          </p:sp>
        </mc:Choice>
        <mc:Fallback xmlns="">
          <p:sp>
            <p:nvSpPr>
              <p:cNvPr id="45" name="圆角矩形 44">
                <a:extLst>
                  <a:ext uri="{FF2B5EF4-FFF2-40B4-BE49-F238E27FC236}">
                    <a16:creationId xmlns:a16="http://schemas.microsoft.com/office/drawing/2014/main" id="{5EBDDDAB-54B9-2679-C9ED-B3ACBF7EB2F5}"/>
                  </a:ext>
                </a:extLst>
              </p:cNvPr>
              <p:cNvSpPr>
                <a:spLocks noRot="1" noChangeAspect="1" noMove="1" noResize="1" noEditPoints="1" noAdjustHandles="1" noChangeArrowheads="1" noChangeShapeType="1" noTextEdit="1"/>
              </p:cNvSpPr>
              <p:nvPr/>
            </p:nvSpPr>
            <p:spPr>
              <a:xfrm>
                <a:off x="2479876" y="1680203"/>
                <a:ext cx="584852" cy="994883"/>
              </a:xfrm>
              <a:prstGeom prst="round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圆角矩形 45">
                <a:extLst>
                  <a:ext uri="{FF2B5EF4-FFF2-40B4-BE49-F238E27FC236}">
                    <a16:creationId xmlns:a16="http://schemas.microsoft.com/office/drawing/2014/main" id="{6399F522-D75F-941D-D77F-227BAD60D263}"/>
                  </a:ext>
                </a:extLst>
              </p:cNvPr>
              <p:cNvSpPr/>
              <p:nvPr/>
            </p:nvSpPr>
            <p:spPr>
              <a:xfrm>
                <a:off x="3640662" y="1668574"/>
                <a:ext cx="584852" cy="994883"/>
              </a:xfrm>
              <a:prstGeom prst="roundRect">
                <a:avLst/>
              </a:prstGeom>
              <a:solidFill>
                <a:schemeClr val="accent1">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kumimoji="1" lang="en-US" altLang="zh-CN" b="1" i="1">
                              <a:solidFill>
                                <a:schemeClr val="tx1"/>
                              </a:solidFill>
                              <a:latin typeface="Cambria Math" panose="02040503050406030204" pitchFamily="18" charset="0"/>
                            </a:rPr>
                          </m:ctrlPr>
                        </m:sSubPr>
                        <m:e>
                          <m:r>
                            <a:rPr kumimoji="1" lang="en-US" altLang="zh-CN" b="1" i="1">
                              <a:solidFill>
                                <a:schemeClr val="tx1"/>
                              </a:solidFill>
                              <a:latin typeface="Cambria Math" panose="02040503050406030204" pitchFamily="18" charset="0"/>
                            </a:rPr>
                            <m:t>𝑾</m:t>
                          </m:r>
                        </m:e>
                        <m:sub>
                          <m:r>
                            <a:rPr kumimoji="1" lang="en-US" altLang="zh-CN" b="1" i="1">
                              <a:solidFill>
                                <a:schemeClr val="tx1"/>
                              </a:solidFill>
                              <a:latin typeface="Cambria Math" panose="02040503050406030204" pitchFamily="18" charset="0"/>
                            </a:rPr>
                            <m:t>𝟐</m:t>
                          </m:r>
                        </m:sub>
                      </m:sSub>
                    </m:oMath>
                  </m:oMathPara>
                </a14:m>
                <a:endParaRPr kumimoji="1" lang="zh-CN" altLang="en-US" b="1">
                  <a:solidFill>
                    <a:schemeClr val="tx1"/>
                  </a:solidFill>
                </a:endParaRPr>
              </a:p>
            </p:txBody>
          </p:sp>
        </mc:Choice>
        <mc:Fallback xmlns="">
          <p:sp>
            <p:nvSpPr>
              <p:cNvPr id="46" name="圆角矩形 45">
                <a:extLst>
                  <a:ext uri="{FF2B5EF4-FFF2-40B4-BE49-F238E27FC236}">
                    <a16:creationId xmlns:a16="http://schemas.microsoft.com/office/drawing/2014/main" id="{6399F522-D75F-941D-D77F-227BAD60D263}"/>
                  </a:ext>
                </a:extLst>
              </p:cNvPr>
              <p:cNvSpPr>
                <a:spLocks noRot="1" noChangeAspect="1" noMove="1" noResize="1" noEditPoints="1" noAdjustHandles="1" noChangeArrowheads="1" noChangeShapeType="1" noTextEdit="1"/>
              </p:cNvSpPr>
              <p:nvPr/>
            </p:nvSpPr>
            <p:spPr>
              <a:xfrm>
                <a:off x="3640662" y="1668574"/>
                <a:ext cx="584852" cy="994883"/>
              </a:xfrm>
              <a:prstGeom prst="round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圆角矩形 46">
                <a:extLst>
                  <a:ext uri="{FF2B5EF4-FFF2-40B4-BE49-F238E27FC236}">
                    <a16:creationId xmlns:a16="http://schemas.microsoft.com/office/drawing/2014/main" id="{CE315DD1-5BF5-15EC-8A60-F3DDB483434B}"/>
                  </a:ext>
                </a:extLst>
              </p:cNvPr>
              <p:cNvSpPr/>
              <p:nvPr/>
            </p:nvSpPr>
            <p:spPr>
              <a:xfrm>
                <a:off x="4706866" y="1668573"/>
                <a:ext cx="584852" cy="994883"/>
              </a:xfrm>
              <a:prstGeom prst="roundRect">
                <a:avLst/>
              </a:prstGeom>
              <a:solidFill>
                <a:schemeClr val="accent1">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kumimoji="1" lang="en-US" altLang="zh-CN" b="1" i="1">
                              <a:solidFill>
                                <a:schemeClr val="tx1"/>
                              </a:solidFill>
                              <a:latin typeface="Cambria Math" panose="02040503050406030204" pitchFamily="18" charset="0"/>
                            </a:rPr>
                          </m:ctrlPr>
                        </m:sSubPr>
                        <m:e>
                          <m:r>
                            <a:rPr kumimoji="1" lang="en-US" altLang="zh-CN" b="1" i="1">
                              <a:solidFill>
                                <a:schemeClr val="tx1"/>
                              </a:solidFill>
                              <a:latin typeface="Cambria Math" panose="02040503050406030204" pitchFamily="18" charset="0"/>
                            </a:rPr>
                            <m:t>𝑾</m:t>
                          </m:r>
                        </m:e>
                        <m:sub>
                          <m:r>
                            <a:rPr kumimoji="1" lang="en-US" altLang="zh-CN" b="1" i="1">
                              <a:solidFill>
                                <a:schemeClr val="tx1"/>
                              </a:solidFill>
                              <a:latin typeface="Cambria Math" panose="02040503050406030204" pitchFamily="18" charset="0"/>
                            </a:rPr>
                            <m:t>𝟑</m:t>
                          </m:r>
                        </m:sub>
                      </m:sSub>
                    </m:oMath>
                  </m:oMathPara>
                </a14:m>
                <a:endParaRPr kumimoji="1" lang="zh-CN" altLang="en-US" b="1">
                  <a:solidFill>
                    <a:schemeClr val="tx1"/>
                  </a:solidFill>
                </a:endParaRPr>
              </a:p>
            </p:txBody>
          </p:sp>
        </mc:Choice>
        <mc:Fallback xmlns="">
          <p:sp>
            <p:nvSpPr>
              <p:cNvPr id="47" name="圆角矩形 46">
                <a:extLst>
                  <a:ext uri="{FF2B5EF4-FFF2-40B4-BE49-F238E27FC236}">
                    <a16:creationId xmlns:a16="http://schemas.microsoft.com/office/drawing/2014/main" id="{CE315DD1-5BF5-15EC-8A60-F3DDB483434B}"/>
                  </a:ext>
                </a:extLst>
              </p:cNvPr>
              <p:cNvSpPr>
                <a:spLocks noRot="1" noChangeAspect="1" noMove="1" noResize="1" noEditPoints="1" noAdjustHandles="1" noChangeArrowheads="1" noChangeShapeType="1" noTextEdit="1"/>
              </p:cNvSpPr>
              <p:nvPr/>
            </p:nvSpPr>
            <p:spPr>
              <a:xfrm>
                <a:off x="4706866" y="1668573"/>
                <a:ext cx="584852" cy="994883"/>
              </a:xfrm>
              <a:prstGeom prst="round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1E4EFA59-A573-3371-939E-CEDCB97851ED}"/>
                  </a:ext>
                </a:extLst>
              </p:cNvPr>
              <p:cNvSpPr txBox="1"/>
              <p:nvPr/>
            </p:nvSpPr>
            <p:spPr>
              <a:xfrm>
                <a:off x="1390675" y="3253600"/>
                <a:ext cx="1621349" cy="535788"/>
              </a:xfrm>
              <a:prstGeom prst="rect">
                <a:avLst/>
              </a:prstGeom>
              <a:noFill/>
            </p:spPr>
            <p:txBody>
              <a:bodyPr wrap="square">
                <a:spAutoFit/>
              </a:bodyPr>
              <a:lstStyle/>
              <a:p>
                <a:r>
                  <a:rPr lang="zh-CN" altLang="en-US" dirty="0"/>
                  <a:t>计算梯度 </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𝑦</m:t>
                        </m:r>
                      </m:num>
                      <m:den>
                        <m:r>
                          <a:rPr lang="en-US" altLang="zh-CN"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1" i="1">
                                <a:latin typeface="Cambria Math" panose="02040503050406030204" pitchFamily="18" charset="0"/>
                              </a:rPr>
                              <m:t>𝑾</m:t>
                            </m:r>
                          </m:e>
                          <m:sub>
                            <m:r>
                              <a:rPr lang="en-US" altLang="zh-CN" b="0" i="1">
                                <a:latin typeface="Cambria Math" panose="02040503050406030204" pitchFamily="18" charset="0"/>
                              </a:rPr>
                              <m:t>𝑖</m:t>
                            </m:r>
                          </m:sub>
                        </m:sSub>
                      </m:den>
                    </m:f>
                  </m:oMath>
                </a14:m>
                <a:endParaRPr lang="zh-CN" altLang="en-US" dirty="0"/>
              </a:p>
            </p:txBody>
          </p:sp>
        </mc:Choice>
        <mc:Fallback xmlns="">
          <p:sp>
            <p:nvSpPr>
              <p:cNvPr id="51" name="文本框 50">
                <a:extLst>
                  <a:ext uri="{FF2B5EF4-FFF2-40B4-BE49-F238E27FC236}">
                    <a16:creationId xmlns:a16="http://schemas.microsoft.com/office/drawing/2014/main" id="{1E4EFA59-A573-3371-939E-CEDCB97851ED}"/>
                  </a:ext>
                </a:extLst>
              </p:cNvPr>
              <p:cNvSpPr txBox="1">
                <a:spLocks noRot="1" noChangeAspect="1" noMove="1" noResize="1" noEditPoints="1" noAdjustHandles="1" noChangeArrowheads="1" noChangeShapeType="1" noTextEdit="1"/>
              </p:cNvSpPr>
              <p:nvPr/>
            </p:nvSpPr>
            <p:spPr>
              <a:xfrm>
                <a:off x="1390675" y="3253600"/>
                <a:ext cx="1621349" cy="535788"/>
              </a:xfrm>
              <a:prstGeom prst="rect">
                <a:avLst/>
              </a:prstGeom>
              <a:blipFill>
                <a:blip r:embed="rId10"/>
                <a:stretch>
                  <a:fillRect l="-30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846E142-7599-5743-95E0-9CD98196E850}"/>
                  </a:ext>
                </a:extLst>
              </p:cNvPr>
              <p:cNvSpPr txBox="1"/>
              <p:nvPr/>
            </p:nvSpPr>
            <p:spPr>
              <a:xfrm>
                <a:off x="1509867" y="5532060"/>
                <a:ext cx="8142995" cy="820481"/>
              </a:xfrm>
              <a:prstGeom prst="rect">
                <a:avLst/>
              </a:prstGeom>
              <a:noFill/>
            </p:spPr>
            <p:txBody>
              <a:bodyPr wrap="square" rtlCol="0">
                <a:spAutoFit/>
              </a:bodyPr>
              <a:lstStyle/>
              <a:p>
                <a:r>
                  <a:rPr kumimoji="1" lang="zh-CN" altLang="en-US"/>
                  <a:t>观察</a:t>
                </a:r>
                <a:r>
                  <a:rPr kumimoji="1" lang="en-US" altLang="zh-CN"/>
                  <a:t>1:</a:t>
                </a:r>
                <a:r>
                  <a:rPr kumimoji="1" lang="zh-CN" altLang="en-US"/>
                  <a:t> 计算梯度过程中需要计算神经网络各层激活值。（前向传播）</a:t>
                </a:r>
                <a:endParaRPr kumimoji="1" lang="en-US" altLang="zh-CN"/>
              </a:p>
              <a:p>
                <a:r>
                  <a:rPr kumimoji="1" lang="zh-CN" altLang="en-US"/>
                  <a:t>观察</a:t>
                </a:r>
                <a:r>
                  <a:rPr kumimoji="1" lang="en-US" altLang="zh-CN"/>
                  <a:t>2:</a:t>
                </a:r>
                <a:r>
                  <a:rPr kumimoji="1" lang="zh-CN" altLang="en-US"/>
                  <a:t> 计算梯度过程中的部分中间结果（如</a:t>
                </a:r>
                <a14:m>
                  <m:oMath xmlns:m="http://schemas.openxmlformats.org/officeDocument/2006/math">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i="1">
                                <a:solidFill>
                                  <a:srgbClr val="FF0000"/>
                                </a:solidFill>
                                <a:latin typeface="Cambria Math" panose="02040503050406030204" pitchFamily="18" charset="0"/>
                              </a:rPr>
                              <m:t>3</m:t>
                            </m:r>
                          </m:sub>
                        </m:sSub>
                      </m:num>
                      <m:den>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b="0" i="1">
                                <a:solidFill>
                                  <a:srgbClr val="FF0000"/>
                                </a:solidFill>
                                <a:latin typeface="Cambria Math" panose="02040503050406030204" pitchFamily="18" charset="0"/>
                              </a:rPr>
                              <m:t>𝑧</m:t>
                            </m:r>
                          </m:e>
                          <m:sub>
                            <m:r>
                              <a:rPr lang="en-US" altLang="zh-CN" b="0" i="1">
                                <a:solidFill>
                                  <a:srgbClr val="FF0000"/>
                                </a:solidFill>
                                <a:latin typeface="Cambria Math" panose="02040503050406030204" pitchFamily="18" charset="0"/>
                              </a:rPr>
                              <m:t>3</m:t>
                            </m:r>
                          </m:sub>
                        </m:sSub>
                      </m:den>
                    </m:f>
                    <m:r>
                      <a:rPr lang="en-US" altLang="zh-CN" b="0" i="1">
                        <a:solidFill>
                          <a:srgbClr val="FF0000"/>
                        </a:solidFill>
                        <a:latin typeface="Cambria Math" panose="02040503050406030204" pitchFamily="18" charset="0"/>
                      </a:rPr>
                      <m:t>,</m:t>
                    </m:r>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i="1">
                                <a:solidFill>
                                  <a:srgbClr val="FF0000"/>
                                </a:solidFill>
                                <a:latin typeface="Cambria Math" panose="02040503050406030204" pitchFamily="18" charset="0"/>
                              </a:rPr>
                              <m:t>2</m:t>
                            </m:r>
                          </m:sub>
                        </m:sSub>
                      </m:num>
                      <m:den>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𝑧</m:t>
                            </m:r>
                          </m:e>
                          <m:sub>
                            <m:r>
                              <a:rPr lang="en-US" altLang="zh-CN" i="1">
                                <a:solidFill>
                                  <a:srgbClr val="FF0000"/>
                                </a:solidFill>
                                <a:latin typeface="Cambria Math" panose="02040503050406030204" pitchFamily="18" charset="0"/>
                              </a:rPr>
                              <m:t>2</m:t>
                            </m:r>
                          </m:sub>
                        </m:sSub>
                      </m:den>
                    </m:f>
                  </m:oMath>
                </a14:m>
                <a:r>
                  <a:rPr kumimoji="1" lang="zh-CN" altLang="en-US"/>
                  <a:t>）可以复用。（后向传播）</a:t>
                </a:r>
              </a:p>
            </p:txBody>
          </p:sp>
        </mc:Choice>
        <mc:Fallback xmlns="">
          <p:sp>
            <p:nvSpPr>
              <p:cNvPr id="12" name="文本框 11">
                <a:extLst>
                  <a:ext uri="{FF2B5EF4-FFF2-40B4-BE49-F238E27FC236}">
                    <a16:creationId xmlns:a16="http://schemas.microsoft.com/office/drawing/2014/main" id="{F846E142-7599-5743-95E0-9CD98196E850}"/>
                  </a:ext>
                </a:extLst>
              </p:cNvPr>
              <p:cNvSpPr txBox="1">
                <a:spLocks noRot="1" noChangeAspect="1" noMove="1" noResize="1" noEditPoints="1" noAdjustHandles="1" noChangeArrowheads="1" noChangeShapeType="1" noTextEdit="1"/>
              </p:cNvSpPr>
              <p:nvPr/>
            </p:nvSpPr>
            <p:spPr>
              <a:xfrm>
                <a:off x="1509867" y="5532060"/>
                <a:ext cx="8142995" cy="820481"/>
              </a:xfrm>
              <a:prstGeom prst="rect">
                <a:avLst/>
              </a:prstGeom>
              <a:blipFill>
                <a:blip r:embed="rId11"/>
                <a:stretch>
                  <a:fillRect l="-780" t="-30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0814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3" grpId="0"/>
      <p:bldP spid="14" grpId="0"/>
      <p:bldP spid="15" grpId="0"/>
      <p:bldP spid="5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35716-0EAD-D84B-8229-84B0C093670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7A11B5-D73F-80D3-3BDF-07FCE30214EB}"/>
              </a:ext>
            </a:extLst>
          </p:cNvPr>
          <p:cNvSpPr>
            <a:spLocks noGrp="1"/>
          </p:cNvSpPr>
          <p:nvPr>
            <p:ph type="title"/>
          </p:nvPr>
        </p:nvSpPr>
        <p:spPr/>
        <p:txBody>
          <a:bodyPr/>
          <a:lstStyle/>
          <a:p>
            <a:r>
              <a:rPr lang="zh-CN" altLang="en-US" dirty="0"/>
              <a:t>反向传播算法</a:t>
            </a:r>
            <a:r>
              <a:rPr lang="en-US" altLang="zh-CN" dirty="0"/>
              <a:t>—</a:t>
            </a:r>
            <a:r>
              <a:rPr lang="zh-CN" altLang="en-US" dirty="0"/>
              <a:t>前向</a:t>
            </a:r>
          </a:p>
        </p:txBody>
      </p:sp>
      <p:sp>
        <p:nvSpPr>
          <p:cNvPr id="7" name="椭圆 6">
            <a:extLst>
              <a:ext uri="{FF2B5EF4-FFF2-40B4-BE49-F238E27FC236}">
                <a16:creationId xmlns:a16="http://schemas.microsoft.com/office/drawing/2014/main" id="{68D4B8CB-9968-275E-B584-8FBECCF80F22}"/>
              </a:ext>
            </a:extLst>
          </p:cNvPr>
          <p:cNvSpPr/>
          <p:nvPr/>
        </p:nvSpPr>
        <p:spPr>
          <a:xfrm>
            <a:off x="3977465" y="1797659"/>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E103F2CA-B348-5F17-0792-021A36E16233}"/>
              </a:ext>
            </a:extLst>
          </p:cNvPr>
          <p:cNvSpPr/>
          <p:nvPr/>
        </p:nvSpPr>
        <p:spPr>
          <a:xfrm>
            <a:off x="3977465" y="2481166"/>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296E8DF6-5F07-28E6-046A-8C1B1D28F3B4}"/>
              </a:ext>
            </a:extLst>
          </p:cNvPr>
          <p:cNvSpPr/>
          <p:nvPr/>
        </p:nvSpPr>
        <p:spPr>
          <a:xfrm>
            <a:off x="3977465" y="3157326"/>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9BE6C959-388C-8A4D-2F56-854EAFCCF2F6}"/>
              </a:ext>
            </a:extLst>
          </p:cNvPr>
          <p:cNvSpPr/>
          <p:nvPr/>
        </p:nvSpPr>
        <p:spPr>
          <a:xfrm>
            <a:off x="5504162" y="1797659"/>
            <a:ext cx="324000" cy="324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p>
        </p:txBody>
      </p:sp>
      <p:sp>
        <p:nvSpPr>
          <p:cNvPr id="11" name="椭圆 10">
            <a:extLst>
              <a:ext uri="{FF2B5EF4-FFF2-40B4-BE49-F238E27FC236}">
                <a16:creationId xmlns:a16="http://schemas.microsoft.com/office/drawing/2014/main" id="{CF1791F9-FB2B-11F7-5A48-560596FC4311}"/>
              </a:ext>
            </a:extLst>
          </p:cNvPr>
          <p:cNvSpPr/>
          <p:nvPr/>
        </p:nvSpPr>
        <p:spPr>
          <a:xfrm>
            <a:off x="5504162" y="2481166"/>
            <a:ext cx="324000" cy="324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12" name="椭圆 11">
            <a:extLst>
              <a:ext uri="{FF2B5EF4-FFF2-40B4-BE49-F238E27FC236}">
                <a16:creationId xmlns:a16="http://schemas.microsoft.com/office/drawing/2014/main" id="{120B1009-7D43-A617-5FCD-161096386AFC}"/>
              </a:ext>
            </a:extLst>
          </p:cNvPr>
          <p:cNvSpPr/>
          <p:nvPr/>
        </p:nvSpPr>
        <p:spPr>
          <a:xfrm>
            <a:off x="5504162" y="3157326"/>
            <a:ext cx="324000" cy="324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cxnSp>
        <p:nvCxnSpPr>
          <p:cNvPr id="18" name="直接箭头连接符 17">
            <a:extLst>
              <a:ext uri="{FF2B5EF4-FFF2-40B4-BE49-F238E27FC236}">
                <a16:creationId xmlns:a16="http://schemas.microsoft.com/office/drawing/2014/main" id="{6DD271F9-B1F5-417B-C28F-BBC4062E246F}"/>
              </a:ext>
            </a:extLst>
          </p:cNvPr>
          <p:cNvCxnSpPr>
            <a:endCxn id="7" idx="2"/>
          </p:cNvCxnSpPr>
          <p:nvPr/>
        </p:nvCxnSpPr>
        <p:spPr>
          <a:xfrm>
            <a:off x="3443479" y="1959659"/>
            <a:ext cx="5339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256A0D90-5377-45AD-ABA2-81E0B5DE5D89}"/>
              </a:ext>
            </a:extLst>
          </p:cNvPr>
          <p:cNvCxnSpPr>
            <a:endCxn id="8" idx="2"/>
          </p:cNvCxnSpPr>
          <p:nvPr/>
        </p:nvCxnSpPr>
        <p:spPr>
          <a:xfrm>
            <a:off x="3443479" y="2643166"/>
            <a:ext cx="5339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A2010BB9-0187-1FF9-D87B-A62718C7F666}"/>
              </a:ext>
            </a:extLst>
          </p:cNvPr>
          <p:cNvCxnSpPr>
            <a:endCxn id="9" idx="2"/>
          </p:cNvCxnSpPr>
          <p:nvPr/>
        </p:nvCxnSpPr>
        <p:spPr>
          <a:xfrm>
            <a:off x="3443479" y="3319326"/>
            <a:ext cx="5339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486D9242-6A43-FB6C-BC59-E5A5E26E9785}"/>
              </a:ext>
            </a:extLst>
          </p:cNvPr>
          <p:cNvCxnSpPr>
            <a:stCxn id="7" idx="6"/>
            <a:endCxn id="11" idx="2"/>
          </p:cNvCxnSpPr>
          <p:nvPr/>
        </p:nvCxnSpPr>
        <p:spPr>
          <a:xfrm>
            <a:off x="4301466" y="1959660"/>
            <a:ext cx="1202697"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D64AF7D-5107-291C-657B-101D64DD4FC7}"/>
              </a:ext>
            </a:extLst>
          </p:cNvPr>
          <p:cNvCxnSpPr>
            <a:stCxn id="8" idx="6"/>
            <a:endCxn id="11" idx="2"/>
          </p:cNvCxnSpPr>
          <p:nvPr/>
        </p:nvCxnSpPr>
        <p:spPr>
          <a:xfrm>
            <a:off x="4301466" y="2643166"/>
            <a:ext cx="1202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72221966-70DD-FE98-ED14-8DFB48E1E654}"/>
              </a:ext>
            </a:extLst>
          </p:cNvPr>
          <p:cNvCxnSpPr>
            <a:stCxn id="9" idx="6"/>
            <a:endCxn id="11" idx="2"/>
          </p:cNvCxnSpPr>
          <p:nvPr/>
        </p:nvCxnSpPr>
        <p:spPr>
          <a:xfrm flipV="1">
            <a:off x="4301466" y="2643166"/>
            <a:ext cx="1202697"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B14D63A4-4920-91E6-D0A2-E13FCE81D0FA}"/>
              </a:ext>
            </a:extLst>
          </p:cNvPr>
          <p:cNvCxnSpPr>
            <a:stCxn id="7" idx="6"/>
            <a:endCxn id="10" idx="2"/>
          </p:cNvCxnSpPr>
          <p:nvPr/>
        </p:nvCxnSpPr>
        <p:spPr>
          <a:xfrm>
            <a:off x="4301466" y="1959659"/>
            <a:ext cx="1202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A5F77F26-757F-CF10-B80B-8139A4547065}"/>
              </a:ext>
            </a:extLst>
          </p:cNvPr>
          <p:cNvCxnSpPr>
            <a:stCxn id="8" idx="6"/>
            <a:endCxn id="10" idx="2"/>
          </p:cNvCxnSpPr>
          <p:nvPr/>
        </p:nvCxnSpPr>
        <p:spPr>
          <a:xfrm flipV="1">
            <a:off x="4301466" y="1959660"/>
            <a:ext cx="1202697"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E258CB0B-E5DE-9E50-53B4-4272A82FC41E}"/>
              </a:ext>
            </a:extLst>
          </p:cNvPr>
          <p:cNvCxnSpPr>
            <a:stCxn id="9" idx="6"/>
            <a:endCxn id="10" idx="2"/>
          </p:cNvCxnSpPr>
          <p:nvPr/>
        </p:nvCxnSpPr>
        <p:spPr>
          <a:xfrm flipV="1">
            <a:off x="4301466" y="1959660"/>
            <a:ext cx="1202697"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091D86CA-B3D8-5B82-969D-6F66AFE05163}"/>
              </a:ext>
            </a:extLst>
          </p:cNvPr>
          <p:cNvCxnSpPr>
            <a:stCxn id="7" idx="6"/>
            <a:endCxn id="12" idx="2"/>
          </p:cNvCxnSpPr>
          <p:nvPr/>
        </p:nvCxnSpPr>
        <p:spPr>
          <a:xfrm>
            <a:off x="4301466" y="1959660"/>
            <a:ext cx="1202697"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A3E721C4-5256-C90B-C1AC-0952AAEB1385}"/>
              </a:ext>
            </a:extLst>
          </p:cNvPr>
          <p:cNvCxnSpPr>
            <a:stCxn id="8" idx="6"/>
            <a:endCxn id="12" idx="2"/>
          </p:cNvCxnSpPr>
          <p:nvPr/>
        </p:nvCxnSpPr>
        <p:spPr>
          <a:xfrm>
            <a:off x="4301466" y="2643166"/>
            <a:ext cx="1202697"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B982D6AB-5A99-1F60-DA2A-81D08E5BE454}"/>
              </a:ext>
            </a:extLst>
          </p:cNvPr>
          <p:cNvCxnSpPr>
            <a:stCxn id="9" idx="6"/>
            <a:endCxn id="12" idx="2"/>
          </p:cNvCxnSpPr>
          <p:nvPr/>
        </p:nvCxnSpPr>
        <p:spPr>
          <a:xfrm>
            <a:off x="4301466" y="3319326"/>
            <a:ext cx="1202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9D420719-9FA7-4500-898E-3C289CF5CA2C}"/>
              </a:ext>
            </a:extLst>
          </p:cNvPr>
          <p:cNvCxnSpPr>
            <a:stCxn id="10" idx="6"/>
            <a:endCxn id="138" idx="2"/>
          </p:cNvCxnSpPr>
          <p:nvPr/>
        </p:nvCxnSpPr>
        <p:spPr>
          <a:xfrm>
            <a:off x="5828163" y="1959659"/>
            <a:ext cx="1204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006F3F9C-5EE4-9F3F-62DD-448035AA47B5}"/>
              </a:ext>
            </a:extLst>
          </p:cNvPr>
          <p:cNvCxnSpPr>
            <a:stCxn id="11" idx="6"/>
            <a:endCxn id="138" idx="2"/>
          </p:cNvCxnSpPr>
          <p:nvPr/>
        </p:nvCxnSpPr>
        <p:spPr>
          <a:xfrm flipV="1">
            <a:off x="5828163" y="1959660"/>
            <a:ext cx="1204619"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EBD478A0-13D5-691B-46E6-D716BF7674C8}"/>
              </a:ext>
            </a:extLst>
          </p:cNvPr>
          <p:cNvCxnSpPr>
            <a:stCxn id="12" idx="6"/>
            <a:endCxn id="138" idx="2"/>
          </p:cNvCxnSpPr>
          <p:nvPr/>
        </p:nvCxnSpPr>
        <p:spPr>
          <a:xfrm flipV="1">
            <a:off x="5828163" y="1959660"/>
            <a:ext cx="1204619"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716F3661-78DE-3BEE-81AB-452E7160ACBB}"/>
              </a:ext>
            </a:extLst>
          </p:cNvPr>
          <p:cNvCxnSpPr>
            <a:stCxn id="10" idx="6"/>
            <a:endCxn id="139" idx="2"/>
          </p:cNvCxnSpPr>
          <p:nvPr/>
        </p:nvCxnSpPr>
        <p:spPr>
          <a:xfrm>
            <a:off x="5828163" y="1959660"/>
            <a:ext cx="1204619"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A70F9868-F473-171D-932F-6CF95C33F7CF}"/>
              </a:ext>
            </a:extLst>
          </p:cNvPr>
          <p:cNvCxnSpPr>
            <a:stCxn id="11" idx="6"/>
            <a:endCxn id="139" idx="2"/>
          </p:cNvCxnSpPr>
          <p:nvPr/>
        </p:nvCxnSpPr>
        <p:spPr>
          <a:xfrm>
            <a:off x="5828163" y="2643166"/>
            <a:ext cx="1204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2B06A652-8717-0E70-1072-37948C213A77}"/>
              </a:ext>
            </a:extLst>
          </p:cNvPr>
          <p:cNvCxnSpPr>
            <a:stCxn id="12" idx="6"/>
            <a:endCxn id="139" idx="2"/>
          </p:cNvCxnSpPr>
          <p:nvPr/>
        </p:nvCxnSpPr>
        <p:spPr>
          <a:xfrm flipV="1">
            <a:off x="5828163" y="2643166"/>
            <a:ext cx="1204619"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A57A1195-709B-5D8D-2149-A14B1403D36C}"/>
              </a:ext>
            </a:extLst>
          </p:cNvPr>
          <p:cNvCxnSpPr>
            <a:stCxn id="139" idx="6"/>
          </p:cNvCxnSpPr>
          <p:nvPr/>
        </p:nvCxnSpPr>
        <p:spPr>
          <a:xfrm>
            <a:off x="7356781" y="2643167"/>
            <a:ext cx="665216" cy="1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4B342BF8-3ED3-1109-BA86-2B15F17C8C1B}"/>
              </a:ext>
            </a:extLst>
          </p:cNvPr>
          <p:cNvCxnSpPr>
            <a:stCxn id="140" idx="6"/>
          </p:cNvCxnSpPr>
          <p:nvPr/>
        </p:nvCxnSpPr>
        <p:spPr>
          <a:xfrm flipV="1">
            <a:off x="7356781" y="3319226"/>
            <a:ext cx="665216" cy="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42BF2E3F-D2BB-4C43-81A9-AA14EE312D11}"/>
                  </a:ext>
                </a:extLst>
              </p:cNvPr>
              <p:cNvSpPr txBox="1"/>
              <p:nvPr/>
            </p:nvSpPr>
            <p:spPr>
              <a:xfrm>
                <a:off x="3443478" y="1622474"/>
                <a:ext cx="53398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1</m:t>
                          </m:r>
                        </m:sub>
                      </m:sSub>
                    </m:oMath>
                  </m:oMathPara>
                </a14:m>
                <a:endParaRPr lang="zh-CN" altLang="en-US" sz="1600" dirty="0"/>
              </a:p>
            </p:txBody>
          </p:sp>
        </mc:Choice>
        <mc:Fallback xmlns="">
          <p:sp>
            <p:nvSpPr>
              <p:cNvPr id="86" name="文本框 85">
                <a:extLst>
                  <a:ext uri="{FF2B5EF4-FFF2-40B4-BE49-F238E27FC236}">
                    <a16:creationId xmlns:a16="http://schemas.microsoft.com/office/drawing/2014/main" id="{42BF2E3F-D2BB-4C43-81A9-AA14EE312D11}"/>
                  </a:ext>
                </a:extLst>
              </p:cNvPr>
              <p:cNvSpPr txBox="1">
                <a:spLocks noRot="1" noChangeAspect="1" noMove="1" noResize="1" noEditPoints="1" noAdjustHandles="1" noChangeArrowheads="1" noChangeShapeType="1" noTextEdit="1"/>
              </p:cNvSpPr>
              <p:nvPr/>
            </p:nvSpPr>
            <p:spPr>
              <a:xfrm>
                <a:off x="3443478" y="1622474"/>
                <a:ext cx="533986" cy="33855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E6C52884-D8D8-C809-1BAC-901916376304}"/>
                  </a:ext>
                </a:extLst>
              </p:cNvPr>
              <p:cNvSpPr txBox="1"/>
              <p:nvPr/>
            </p:nvSpPr>
            <p:spPr>
              <a:xfrm>
                <a:off x="3443478" y="2309039"/>
                <a:ext cx="53398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𝑖</m:t>
                          </m:r>
                        </m:sub>
                      </m:sSub>
                    </m:oMath>
                  </m:oMathPara>
                </a14:m>
                <a:endParaRPr lang="zh-CN" altLang="en-US" sz="1600" dirty="0"/>
              </a:p>
            </p:txBody>
          </p:sp>
        </mc:Choice>
        <mc:Fallback xmlns="">
          <p:sp>
            <p:nvSpPr>
              <p:cNvPr id="87" name="文本框 86">
                <a:extLst>
                  <a:ext uri="{FF2B5EF4-FFF2-40B4-BE49-F238E27FC236}">
                    <a16:creationId xmlns:a16="http://schemas.microsoft.com/office/drawing/2014/main" id="{E6C52884-D8D8-C809-1BAC-901916376304}"/>
                  </a:ext>
                </a:extLst>
              </p:cNvPr>
              <p:cNvSpPr txBox="1">
                <a:spLocks noRot="1" noChangeAspect="1" noMove="1" noResize="1" noEditPoints="1" noAdjustHandles="1" noChangeArrowheads="1" noChangeShapeType="1" noTextEdit="1"/>
              </p:cNvSpPr>
              <p:nvPr/>
            </p:nvSpPr>
            <p:spPr>
              <a:xfrm>
                <a:off x="3443478" y="2309039"/>
                <a:ext cx="533986" cy="33855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CE611AF2-474B-145C-E6AD-5C20B391C81D}"/>
                  </a:ext>
                </a:extLst>
              </p:cNvPr>
              <p:cNvSpPr txBox="1"/>
              <p:nvPr/>
            </p:nvSpPr>
            <p:spPr>
              <a:xfrm>
                <a:off x="3424081" y="2995604"/>
                <a:ext cx="53398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𝑑</m:t>
                          </m:r>
                        </m:sub>
                      </m:sSub>
                    </m:oMath>
                  </m:oMathPara>
                </a14:m>
                <a:endParaRPr lang="zh-CN" altLang="en-US" sz="1600" dirty="0"/>
              </a:p>
            </p:txBody>
          </p:sp>
        </mc:Choice>
        <mc:Fallback xmlns="">
          <p:sp>
            <p:nvSpPr>
              <p:cNvPr id="88" name="文本框 87">
                <a:extLst>
                  <a:ext uri="{FF2B5EF4-FFF2-40B4-BE49-F238E27FC236}">
                    <a16:creationId xmlns:a16="http://schemas.microsoft.com/office/drawing/2014/main" id="{CE611AF2-474B-145C-E6AD-5C20B391C81D}"/>
                  </a:ext>
                </a:extLst>
              </p:cNvPr>
              <p:cNvSpPr txBox="1">
                <a:spLocks noRot="1" noChangeAspect="1" noMove="1" noResize="1" noEditPoints="1" noAdjustHandles="1" noChangeArrowheads="1" noChangeShapeType="1" noTextEdit="1"/>
              </p:cNvSpPr>
              <p:nvPr/>
            </p:nvSpPr>
            <p:spPr>
              <a:xfrm>
                <a:off x="3424081" y="2995604"/>
                <a:ext cx="533986" cy="33855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EB2AB4BA-6A7C-3117-8166-C14659F3FBB4}"/>
                  </a:ext>
                </a:extLst>
              </p:cNvPr>
              <p:cNvSpPr txBox="1"/>
              <p:nvPr/>
            </p:nvSpPr>
            <p:spPr>
              <a:xfrm>
                <a:off x="3471043" y="2562221"/>
                <a:ext cx="461665" cy="593985"/>
              </a:xfrm>
              <a:prstGeom prst="rect">
                <a:avLst/>
              </a:prstGeom>
              <a:noFill/>
            </p:spPr>
            <p:txBody>
              <a:bodyPr vert="eaVert" wrap="squar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oMath>
                  </m:oMathPara>
                </a14:m>
                <a:endParaRPr lang="zh-CN" altLang="en-US" dirty="0"/>
              </a:p>
            </p:txBody>
          </p:sp>
        </mc:Choice>
        <mc:Fallback xmlns="">
          <p:sp>
            <p:nvSpPr>
              <p:cNvPr id="89" name="文本框 88">
                <a:extLst>
                  <a:ext uri="{FF2B5EF4-FFF2-40B4-BE49-F238E27FC236}">
                    <a16:creationId xmlns:a16="http://schemas.microsoft.com/office/drawing/2014/main" id="{EB2AB4BA-6A7C-3117-8166-C14659F3FBB4}"/>
                  </a:ext>
                </a:extLst>
              </p:cNvPr>
              <p:cNvSpPr txBox="1">
                <a:spLocks noRot="1" noChangeAspect="1" noMove="1" noResize="1" noEditPoints="1" noAdjustHandles="1" noChangeArrowheads="1" noChangeShapeType="1" noTextEdit="1"/>
              </p:cNvSpPr>
              <p:nvPr/>
            </p:nvSpPr>
            <p:spPr>
              <a:xfrm>
                <a:off x="3471043" y="2562221"/>
                <a:ext cx="461665" cy="59398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A7EDC25E-CCE9-D455-4808-1457D4B7CE68}"/>
                  </a:ext>
                </a:extLst>
              </p:cNvPr>
              <p:cNvSpPr txBox="1"/>
              <p:nvPr/>
            </p:nvSpPr>
            <p:spPr>
              <a:xfrm>
                <a:off x="3471043" y="1902547"/>
                <a:ext cx="461665" cy="593985"/>
              </a:xfrm>
              <a:prstGeom prst="rect">
                <a:avLst/>
              </a:prstGeom>
              <a:noFill/>
            </p:spPr>
            <p:txBody>
              <a:bodyPr vert="eaVert" wrap="squar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oMath>
                  </m:oMathPara>
                </a14:m>
                <a:endParaRPr lang="zh-CN" altLang="en-US" dirty="0"/>
              </a:p>
            </p:txBody>
          </p:sp>
        </mc:Choice>
        <mc:Fallback xmlns="">
          <p:sp>
            <p:nvSpPr>
              <p:cNvPr id="93" name="文本框 92">
                <a:extLst>
                  <a:ext uri="{FF2B5EF4-FFF2-40B4-BE49-F238E27FC236}">
                    <a16:creationId xmlns:a16="http://schemas.microsoft.com/office/drawing/2014/main" id="{A7EDC25E-CCE9-D455-4808-1457D4B7CE68}"/>
                  </a:ext>
                </a:extLst>
              </p:cNvPr>
              <p:cNvSpPr txBox="1">
                <a:spLocks noRot="1" noChangeAspect="1" noMove="1" noResize="1" noEditPoints="1" noAdjustHandles="1" noChangeArrowheads="1" noChangeShapeType="1" noTextEdit="1"/>
              </p:cNvSpPr>
              <p:nvPr/>
            </p:nvSpPr>
            <p:spPr>
              <a:xfrm>
                <a:off x="3471043" y="1902547"/>
                <a:ext cx="461665" cy="593985"/>
              </a:xfrm>
              <a:prstGeom prst="rect">
                <a:avLst/>
              </a:prstGeom>
              <a:blipFill>
                <a:blip r:embed="rId5"/>
                <a:stretch>
                  <a:fillRect/>
                </a:stretch>
              </a:blipFill>
            </p:spPr>
            <p:txBody>
              <a:bodyPr/>
              <a:lstStyle/>
              <a:p>
                <a:r>
                  <a:rPr lang="zh-CN" altLang="en-US">
                    <a:noFill/>
                  </a:rPr>
                  <a:t> </a:t>
                </a:r>
              </a:p>
            </p:txBody>
          </p:sp>
        </mc:Fallback>
      </mc:AlternateContent>
      <p:sp>
        <p:nvSpPr>
          <p:cNvPr id="94" name="矩形 93">
            <a:extLst>
              <a:ext uri="{FF2B5EF4-FFF2-40B4-BE49-F238E27FC236}">
                <a16:creationId xmlns:a16="http://schemas.microsoft.com/office/drawing/2014/main" id="{136BCE93-DEC0-BEDA-7FFC-F1F869F4FAA9}"/>
              </a:ext>
            </a:extLst>
          </p:cNvPr>
          <p:cNvSpPr/>
          <p:nvPr/>
        </p:nvSpPr>
        <p:spPr>
          <a:xfrm>
            <a:off x="2417585" y="3944429"/>
            <a:ext cx="1107996" cy="369332"/>
          </a:xfrm>
          <a:prstGeom prst="rect">
            <a:avLst/>
          </a:prstGeom>
        </p:spPr>
        <p:txBody>
          <a:bodyPr wrap="none">
            <a:spAutoFit/>
          </a:bodyPr>
          <a:lstStyle/>
          <a:p>
            <a:r>
              <a:rPr lang="zh-CN" altLang="en-US" dirty="0"/>
              <a:t>前向预测</a:t>
            </a:r>
          </a:p>
        </p:txBody>
      </p:sp>
      <mc:AlternateContent xmlns:mc="http://schemas.openxmlformats.org/markup-compatibility/2006" xmlns:a14="http://schemas.microsoft.com/office/drawing/2010/main">
        <mc:Choice Requires="a14">
          <p:sp>
            <p:nvSpPr>
              <p:cNvPr id="95" name="矩形 94">
                <a:extLst>
                  <a:ext uri="{FF2B5EF4-FFF2-40B4-BE49-F238E27FC236}">
                    <a16:creationId xmlns:a16="http://schemas.microsoft.com/office/drawing/2014/main" id="{438985D9-9DBB-FF02-AE6D-EB49976A4521}"/>
                  </a:ext>
                </a:extLst>
              </p:cNvPr>
              <p:cNvSpPr/>
              <p:nvPr/>
            </p:nvSpPr>
            <p:spPr>
              <a:xfrm>
                <a:off x="2746497" y="4845535"/>
                <a:ext cx="37279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rPr>
                        <m:t>𝒙</m:t>
                      </m:r>
                    </m:oMath>
                  </m:oMathPara>
                </a14:m>
                <a:endParaRPr lang="zh-CN" altLang="en-US" b="1" dirty="0"/>
              </a:p>
            </p:txBody>
          </p:sp>
        </mc:Choice>
        <mc:Fallback xmlns="">
          <p:sp>
            <p:nvSpPr>
              <p:cNvPr id="95" name="矩形 94">
                <a:extLst>
                  <a:ext uri="{FF2B5EF4-FFF2-40B4-BE49-F238E27FC236}">
                    <a16:creationId xmlns:a16="http://schemas.microsoft.com/office/drawing/2014/main" id="{438985D9-9DBB-FF02-AE6D-EB49976A4521}"/>
                  </a:ext>
                </a:extLst>
              </p:cNvPr>
              <p:cNvSpPr>
                <a:spLocks noRot="1" noChangeAspect="1" noMove="1" noResize="1" noEditPoints="1" noAdjustHandles="1" noChangeArrowheads="1" noChangeShapeType="1" noTextEdit="1"/>
              </p:cNvSpPr>
              <p:nvPr/>
            </p:nvSpPr>
            <p:spPr>
              <a:xfrm>
                <a:off x="2746497" y="4845535"/>
                <a:ext cx="372794"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矩形 95">
                <a:extLst>
                  <a:ext uri="{FF2B5EF4-FFF2-40B4-BE49-F238E27FC236}">
                    <a16:creationId xmlns:a16="http://schemas.microsoft.com/office/drawing/2014/main" id="{B4838783-CB00-05BF-A913-E4B5D5C6FCEA}"/>
                  </a:ext>
                </a:extLst>
              </p:cNvPr>
              <p:cNvSpPr/>
              <p:nvPr/>
            </p:nvSpPr>
            <p:spPr>
              <a:xfrm>
                <a:off x="5834528" y="4845535"/>
                <a:ext cx="48866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i="1">
                              <a:latin typeface="Cambria Math" panose="02040503050406030204" pitchFamily="18" charset="0"/>
                            </a:rPr>
                            <m:t>h</m:t>
                          </m:r>
                        </m:sub>
                      </m:sSub>
                    </m:oMath>
                  </m:oMathPara>
                </a14:m>
                <a:endParaRPr lang="zh-CN" altLang="en-US" dirty="0"/>
              </a:p>
            </p:txBody>
          </p:sp>
        </mc:Choice>
        <mc:Fallback xmlns="">
          <p:sp>
            <p:nvSpPr>
              <p:cNvPr id="96" name="矩形 95">
                <a:extLst>
                  <a:ext uri="{FF2B5EF4-FFF2-40B4-BE49-F238E27FC236}">
                    <a16:creationId xmlns:a16="http://schemas.microsoft.com/office/drawing/2014/main" id="{B4838783-CB00-05BF-A913-E4B5D5C6FCEA}"/>
                  </a:ext>
                </a:extLst>
              </p:cNvPr>
              <p:cNvSpPr>
                <a:spLocks noRot="1" noChangeAspect="1" noMove="1" noResize="1" noEditPoints="1" noAdjustHandles="1" noChangeArrowheads="1" noChangeShapeType="1" noTextEdit="1"/>
              </p:cNvSpPr>
              <p:nvPr/>
            </p:nvSpPr>
            <p:spPr>
              <a:xfrm>
                <a:off x="5834528" y="4845535"/>
                <a:ext cx="488660"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矩形 96">
                <a:extLst>
                  <a:ext uri="{FF2B5EF4-FFF2-40B4-BE49-F238E27FC236}">
                    <a16:creationId xmlns:a16="http://schemas.microsoft.com/office/drawing/2014/main" id="{090C4DDB-9DF3-3247-49CC-63F2FF0AEAD0}"/>
                  </a:ext>
                </a:extLst>
              </p:cNvPr>
              <p:cNvSpPr/>
              <p:nvPr/>
            </p:nvSpPr>
            <p:spPr>
              <a:xfrm>
                <a:off x="8922557" y="4845535"/>
                <a:ext cx="445827"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𝑗</m:t>
                          </m:r>
                        </m:sub>
                      </m:sSub>
                    </m:oMath>
                  </m:oMathPara>
                </a14:m>
                <a:endParaRPr lang="zh-CN" altLang="en-US" dirty="0"/>
              </a:p>
            </p:txBody>
          </p:sp>
        </mc:Choice>
        <mc:Fallback xmlns="">
          <p:sp>
            <p:nvSpPr>
              <p:cNvPr id="97" name="矩形 96">
                <a:extLst>
                  <a:ext uri="{FF2B5EF4-FFF2-40B4-BE49-F238E27FC236}">
                    <a16:creationId xmlns:a16="http://schemas.microsoft.com/office/drawing/2014/main" id="{090C4DDB-9DF3-3247-49CC-63F2FF0AEAD0}"/>
                  </a:ext>
                </a:extLst>
              </p:cNvPr>
              <p:cNvSpPr>
                <a:spLocks noRot="1" noChangeAspect="1" noMove="1" noResize="1" noEditPoints="1" noAdjustHandles="1" noChangeArrowheads="1" noChangeShapeType="1" noTextEdit="1"/>
              </p:cNvSpPr>
              <p:nvPr/>
            </p:nvSpPr>
            <p:spPr>
              <a:xfrm>
                <a:off x="8922557" y="4845535"/>
                <a:ext cx="445827" cy="391646"/>
              </a:xfrm>
              <a:prstGeom prst="rect">
                <a:avLst/>
              </a:prstGeom>
              <a:blipFill>
                <a:blip r:embed="rId8"/>
                <a:stretch>
                  <a:fillRect b="-9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FF81400F-CFA4-75CA-36C4-F44B0002CF7B}"/>
                  </a:ext>
                </a:extLst>
              </p:cNvPr>
              <p:cNvSpPr txBox="1"/>
              <p:nvPr/>
            </p:nvSpPr>
            <p:spPr>
              <a:xfrm>
                <a:off x="5749034" y="2926627"/>
                <a:ext cx="316523"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b="0" i="1">
                              <a:latin typeface="Cambria Math" panose="02040503050406030204" pitchFamily="18" charset="0"/>
                            </a:rPr>
                            <m:t>𝑎</m:t>
                          </m:r>
                        </m:e>
                        <m:sub>
                          <m:r>
                            <a:rPr lang="en-US" altLang="zh-CN" sz="1400" i="1">
                              <a:latin typeface="Cambria Math" panose="02040503050406030204" pitchFamily="18" charset="0"/>
                            </a:rPr>
                            <m:t>𝑞</m:t>
                          </m:r>
                        </m:sub>
                      </m:sSub>
                    </m:oMath>
                  </m:oMathPara>
                </a14:m>
                <a:endParaRPr lang="zh-CN" altLang="en-US" sz="1400" dirty="0"/>
              </a:p>
            </p:txBody>
          </p:sp>
        </mc:Choice>
        <mc:Fallback xmlns="">
          <p:sp>
            <p:nvSpPr>
              <p:cNvPr id="99" name="文本框 98">
                <a:extLst>
                  <a:ext uri="{FF2B5EF4-FFF2-40B4-BE49-F238E27FC236}">
                    <a16:creationId xmlns:a16="http://schemas.microsoft.com/office/drawing/2014/main" id="{FF81400F-CFA4-75CA-36C4-F44B0002CF7B}"/>
                  </a:ext>
                </a:extLst>
              </p:cNvPr>
              <p:cNvSpPr txBox="1">
                <a:spLocks noRot="1" noChangeAspect="1" noMove="1" noResize="1" noEditPoints="1" noAdjustHandles="1" noChangeArrowheads="1" noChangeShapeType="1" noTextEdit="1"/>
              </p:cNvSpPr>
              <p:nvPr/>
            </p:nvSpPr>
            <p:spPr>
              <a:xfrm>
                <a:off x="5749034" y="2926627"/>
                <a:ext cx="316523" cy="32438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D9A85983-8174-3FF9-502A-17C96825C89E}"/>
                  </a:ext>
                </a:extLst>
              </p:cNvPr>
              <p:cNvSpPr txBox="1"/>
              <p:nvPr/>
            </p:nvSpPr>
            <p:spPr>
              <a:xfrm>
                <a:off x="5761230" y="2279369"/>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b="0" i="1">
                              <a:latin typeface="Cambria Math" panose="02040503050406030204" pitchFamily="18" charset="0"/>
                            </a:rPr>
                            <m:t>𝑎</m:t>
                          </m:r>
                        </m:e>
                        <m:sub>
                          <m:r>
                            <a:rPr lang="en-US" altLang="zh-CN" sz="1400" i="1">
                              <a:latin typeface="Cambria Math" panose="02040503050406030204" pitchFamily="18" charset="0"/>
                            </a:rPr>
                            <m:t>h</m:t>
                          </m:r>
                        </m:sub>
                      </m:sSub>
                    </m:oMath>
                  </m:oMathPara>
                </a14:m>
                <a:endParaRPr lang="zh-CN" altLang="en-US" sz="1400" dirty="0"/>
              </a:p>
            </p:txBody>
          </p:sp>
        </mc:Choice>
        <mc:Fallback xmlns="">
          <p:sp>
            <p:nvSpPr>
              <p:cNvPr id="101" name="文本框 100">
                <a:extLst>
                  <a:ext uri="{FF2B5EF4-FFF2-40B4-BE49-F238E27FC236}">
                    <a16:creationId xmlns:a16="http://schemas.microsoft.com/office/drawing/2014/main" id="{D9A85983-8174-3FF9-502A-17C96825C89E}"/>
                  </a:ext>
                </a:extLst>
              </p:cNvPr>
              <p:cNvSpPr txBox="1">
                <a:spLocks noRot="1" noChangeAspect="1" noMove="1" noResize="1" noEditPoints="1" noAdjustHandles="1" noChangeArrowheads="1" noChangeShapeType="1" noTextEdit="1"/>
              </p:cNvSpPr>
              <p:nvPr/>
            </p:nvSpPr>
            <p:spPr>
              <a:xfrm>
                <a:off x="5761230" y="2279369"/>
                <a:ext cx="316523" cy="30777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CFE5A30C-7203-11E0-F27F-5D2A49E16A8F}"/>
                  </a:ext>
                </a:extLst>
              </p:cNvPr>
              <p:cNvSpPr txBox="1"/>
              <p:nvPr/>
            </p:nvSpPr>
            <p:spPr>
              <a:xfrm>
                <a:off x="5761230" y="1626100"/>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b="0" i="1">
                              <a:latin typeface="Cambria Math" panose="02040503050406030204" pitchFamily="18" charset="0"/>
                            </a:rPr>
                            <m:t>𝑎</m:t>
                          </m:r>
                        </m:e>
                        <m:sub>
                          <m:r>
                            <a:rPr lang="en-US" altLang="zh-CN" sz="1400" i="1">
                              <a:latin typeface="Cambria Math" panose="02040503050406030204" pitchFamily="18" charset="0"/>
                            </a:rPr>
                            <m:t>1</m:t>
                          </m:r>
                        </m:sub>
                      </m:sSub>
                    </m:oMath>
                  </m:oMathPara>
                </a14:m>
                <a:endParaRPr lang="zh-CN" altLang="en-US" sz="1400" dirty="0"/>
              </a:p>
            </p:txBody>
          </p:sp>
        </mc:Choice>
        <mc:Fallback xmlns="">
          <p:sp>
            <p:nvSpPr>
              <p:cNvPr id="103" name="文本框 102">
                <a:extLst>
                  <a:ext uri="{FF2B5EF4-FFF2-40B4-BE49-F238E27FC236}">
                    <a16:creationId xmlns:a16="http://schemas.microsoft.com/office/drawing/2014/main" id="{CFE5A30C-7203-11E0-F27F-5D2A49E16A8F}"/>
                  </a:ext>
                </a:extLst>
              </p:cNvPr>
              <p:cNvSpPr txBox="1">
                <a:spLocks noRot="1" noChangeAspect="1" noMove="1" noResize="1" noEditPoints="1" noAdjustHandles="1" noChangeArrowheads="1" noChangeShapeType="1" noTextEdit="1"/>
              </p:cNvSpPr>
              <p:nvPr/>
            </p:nvSpPr>
            <p:spPr>
              <a:xfrm>
                <a:off x="5761230" y="1626100"/>
                <a:ext cx="316523" cy="30777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 name="矩形 103">
                <a:extLst>
                  <a:ext uri="{FF2B5EF4-FFF2-40B4-BE49-F238E27FC236}">
                    <a16:creationId xmlns:a16="http://schemas.microsoft.com/office/drawing/2014/main" id="{3A6584C6-C137-C726-6D57-377F6B5FC068}"/>
                  </a:ext>
                </a:extLst>
              </p:cNvPr>
              <p:cNvSpPr/>
              <p:nvPr/>
            </p:nvSpPr>
            <p:spPr>
              <a:xfrm>
                <a:off x="5519067" y="1797659"/>
                <a:ext cx="352597"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1</m:t>
                          </m:r>
                        </m:sub>
                      </m:sSub>
                    </m:oMath>
                  </m:oMathPara>
                </a14:m>
                <a:endParaRPr lang="zh-CN" altLang="en-US" sz="1200" dirty="0"/>
              </a:p>
            </p:txBody>
          </p:sp>
        </mc:Choice>
        <mc:Fallback xmlns="">
          <p:sp>
            <p:nvSpPr>
              <p:cNvPr id="104" name="矩形 103">
                <a:extLst>
                  <a:ext uri="{FF2B5EF4-FFF2-40B4-BE49-F238E27FC236}">
                    <a16:creationId xmlns:a16="http://schemas.microsoft.com/office/drawing/2014/main" id="{3A6584C6-C137-C726-6D57-377F6B5FC068}"/>
                  </a:ext>
                </a:extLst>
              </p:cNvPr>
              <p:cNvSpPr>
                <a:spLocks noRot="1" noChangeAspect="1" noMove="1" noResize="1" noEditPoints="1" noAdjustHandles="1" noChangeArrowheads="1" noChangeShapeType="1" noTextEdit="1"/>
              </p:cNvSpPr>
              <p:nvPr/>
            </p:nvSpPr>
            <p:spPr>
              <a:xfrm>
                <a:off x="5519067" y="1797659"/>
                <a:ext cx="352597" cy="276999"/>
              </a:xfrm>
              <a:prstGeom prst="rect">
                <a:avLst/>
              </a:prstGeom>
              <a:blipFill>
                <a:blip r:embed="rId12"/>
                <a:stretch>
                  <a:fillRect b="-13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矩形 104">
                <a:extLst>
                  <a:ext uri="{FF2B5EF4-FFF2-40B4-BE49-F238E27FC236}">
                    <a16:creationId xmlns:a16="http://schemas.microsoft.com/office/drawing/2014/main" id="{7114DA72-F20C-3EC7-450C-B491040ED420}"/>
                  </a:ext>
                </a:extLst>
              </p:cNvPr>
              <p:cNvSpPr/>
              <p:nvPr/>
            </p:nvSpPr>
            <p:spPr>
              <a:xfrm>
                <a:off x="5519067" y="2486386"/>
                <a:ext cx="352597"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1</m:t>
                          </m:r>
                        </m:sub>
                      </m:sSub>
                    </m:oMath>
                  </m:oMathPara>
                </a14:m>
                <a:endParaRPr lang="zh-CN" altLang="en-US" sz="1200" dirty="0"/>
              </a:p>
            </p:txBody>
          </p:sp>
        </mc:Choice>
        <mc:Fallback xmlns="">
          <p:sp>
            <p:nvSpPr>
              <p:cNvPr id="105" name="矩形 104">
                <a:extLst>
                  <a:ext uri="{FF2B5EF4-FFF2-40B4-BE49-F238E27FC236}">
                    <a16:creationId xmlns:a16="http://schemas.microsoft.com/office/drawing/2014/main" id="{7114DA72-F20C-3EC7-450C-B491040ED420}"/>
                  </a:ext>
                </a:extLst>
              </p:cNvPr>
              <p:cNvSpPr>
                <a:spLocks noRot="1" noChangeAspect="1" noMove="1" noResize="1" noEditPoints="1" noAdjustHandles="1" noChangeArrowheads="1" noChangeShapeType="1" noTextEdit="1"/>
              </p:cNvSpPr>
              <p:nvPr/>
            </p:nvSpPr>
            <p:spPr>
              <a:xfrm>
                <a:off x="5519067" y="2486386"/>
                <a:ext cx="352597" cy="276999"/>
              </a:xfrm>
              <a:prstGeom prst="rect">
                <a:avLst/>
              </a:prstGeom>
              <a:blipFill>
                <a:blip r:embed="rId12"/>
                <a:stretch>
                  <a:fillRect b="-13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矩形 105">
                <a:extLst>
                  <a:ext uri="{FF2B5EF4-FFF2-40B4-BE49-F238E27FC236}">
                    <a16:creationId xmlns:a16="http://schemas.microsoft.com/office/drawing/2014/main" id="{9526D025-64D7-A071-2D7F-9EDB596AF9EA}"/>
                  </a:ext>
                </a:extLst>
              </p:cNvPr>
              <p:cNvSpPr/>
              <p:nvPr/>
            </p:nvSpPr>
            <p:spPr>
              <a:xfrm>
                <a:off x="5519067" y="3174575"/>
                <a:ext cx="352597"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1</m:t>
                          </m:r>
                        </m:sub>
                      </m:sSub>
                    </m:oMath>
                  </m:oMathPara>
                </a14:m>
                <a:endParaRPr lang="zh-CN" altLang="en-US" sz="1200" dirty="0"/>
              </a:p>
            </p:txBody>
          </p:sp>
        </mc:Choice>
        <mc:Fallback xmlns="">
          <p:sp>
            <p:nvSpPr>
              <p:cNvPr id="106" name="矩形 105">
                <a:extLst>
                  <a:ext uri="{FF2B5EF4-FFF2-40B4-BE49-F238E27FC236}">
                    <a16:creationId xmlns:a16="http://schemas.microsoft.com/office/drawing/2014/main" id="{9526D025-64D7-A071-2D7F-9EDB596AF9EA}"/>
                  </a:ext>
                </a:extLst>
              </p:cNvPr>
              <p:cNvSpPr>
                <a:spLocks noRot="1" noChangeAspect="1" noMove="1" noResize="1" noEditPoints="1" noAdjustHandles="1" noChangeArrowheads="1" noChangeShapeType="1" noTextEdit="1"/>
              </p:cNvSpPr>
              <p:nvPr/>
            </p:nvSpPr>
            <p:spPr>
              <a:xfrm>
                <a:off x="5519067" y="3174575"/>
                <a:ext cx="352597" cy="276999"/>
              </a:xfrm>
              <a:prstGeom prst="rect">
                <a:avLst/>
              </a:prstGeom>
              <a:blipFill>
                <a:blip r:embed="rId13"/>
                <a:stretch>
                  <a:fillRect b="-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16586739-E06D-FD3F-5A2F-AC18E051449A}"/>
                  </a:ext>
                </a:extLst>
              </p:cNvPr>
              <p:cNvSpPr txBox="1"/>
              <p:nvPr/>
            </p:nvSpPr>
            <p:spPr>
              <a:xfrm>
                <a:off x="6706275" y="1612459"/>
                <a:ext cx="316523" cy="361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i="1">
                              <a:latin typeface="Cambria Math" panose="02040503050406030204" pitchFamily="18" charset="0"/>
                            </a:rPr>
                            <m:t>1</m:t>
                          </m:r>
                        </m:sub>
                        <m:sup>
                          <m:r>
                            <a:rPr lang="en-US" altLang="zh-CN" sz="1400" b="0" i="1">
                              <a:latin typeface="Cambria Math" panose="02040503050406030204" pitchFamily="18" charset="0"/>
                            </a:rPr>
                            <m:t>(2)</m:t>
                          </m:r>
                        </m:sup>
                      </m:sSubSup>
                    </m:oMath>
                  </m:oMathPara>
                </a14:m>
                <a:endParaRPr lang="zh-CN" altLang="en-US" sz="1400" dirty="0"/>
              </a:p>
            </p:txBody>
          </p:sp>
        </mc:Choice>
        <mc:Fallback xmlns="">
          <p:sp>
            <p:nvSpPr>
              <p:cNvPr id="107" name="文本框 106">
                <a:extLst>
                  <a:ext uri="{FF2B5EF4-FFF2-40B4-BE49-F238E27FC236}">
                    <a16:creationId xmlns:a16="http://schemas.microsoft.com/office/drawing/2014/main" id="{16586739-E06D-FD3F-5A2F-AC18E051449A}"/>
                  </a:ext>
                </a:extLst>
              </p:cNvPr>
              <p:cNvSpPr txBox="1">
                <a:spLocks noRot="1" noChangeAspect="1" noMove="1" noResize="1" noEditPoints="1" noAdjustHandles="1" noChangeArrowheads="1" noChangeShapeType="1" noTextEdit="1"/>
              </p:cNvSpPr>
              <p:nvPr/>
            </p:nvSpPr>
            <p:spPr>
              <a:xfrm>
                <a:off x="6706275" y="1612459"/>
                <a:ext cx="316523" cy="361317"/>
              </a:xfrm>
              <a:prstGeom prst="rect">
                <a:avLst/>
              </a:prstGeom>
              <a:blipFill>
                <a:blip r:embed="rId14"/>
                <a:stretch>
                  <a:fillRect r="-4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E6CE21CA-2D25-851A-B575-CBD1B3B3622A}"/>
                  </a:ext>
                </a:extLst>
              </p:cNvPr>
              <p:cNvSpPr txBox="1"/>
              <p:nvPr/>
            </p:nvSpPr>
            <p:spPr>
              <a:xfrm>
                <a:off x="7294008" y="1651213"/>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1</m:t>
                          </m:r>
                        </m:sub>
                      </m:sSub>
                    </m:oMath>
                  </m:oMathPara>
                </a14:m>
                <a:endParaRPr lang="zh-CN" altLang="en-US" sz="1400" dirty="0"/>
              </a:p>
            </p:txBody>
          </p:sp>
        </mc:Choice>
        <mc:Fallback xmlns="">
          <p:sp>
            <p:nvSpPr>
              <p:cNvPr id="108" name="文本框 107">
                <a:extLst>
                  <a:ext uri="{FF2B5EF4-FFF2-40B4-BE49-F238E27FC236}">
                    <a16:creationId xmlns:a16="http://schemas.microsoft.com/office/drawing/2014/main" id="{E6CE21CA-2D25-851A-B575-CBD1B3B3622A}"/>
                  </a:ext>
                </a:extLst>
              </p:cNvPr>
              <p:cNvSpPr txBox="1">
                <a:spLocks noRot="1" noChangeAspect="1" noMove="1" noResize="1" noEditPoints="1" noAdjustHandles="1" noChangeArrowheads="1" noChangeShapeType="1" noTextEdit="1"/>
              </p:cNvSpPr>
              <p:nvPr/>
            </p:nvSpPr>
            <p:spPr>
              <a:xfrm>
                <a:off x="7294008" y="1651213"/>
                <a:ext cx="316523" cy="307777"/>
              </a:xfrm>
              <a:prstGeom prst="rect">
                <a:avLst/>
              </a:prstGeom>
              <a:blipFill>
                <a:blip r:embed="rId15"/>
                <a:stretch>
                  <a:fillRect b="-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文本框 109">
                <a:extLst>
                  <a:ext uri="{FF2B5EF4-FFF2-40B4-BE49-F238E27FC236}">
                    <a16:creationId xmlns:a16="http://schemas.microsoft.com/office/drawing/2014/main" id="{F8E496AF-69F4-B473-2876-01E2CA4B2116}"/>
                  </a:ext>
                </a:extLst>
              </p:cNvPr>
              <p:cNvSpPr txBox="1"/>
              <p:nvPr/>
            </p:nvSpPr>
            <p:spPr>
              <a:xfrm>
                <a:off x="7294008" y="3010381"/>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𝑙</m:t>
                          </m:r>
                        </m:sub>
                      </m:sSub>
                    </m:oMath>
                  </m:oMathPara>
                </a14:m>
                <a:endParaRPr lang="zh-CN" altLang="en-US" sz="1400" dirty="0"/>
              </a:p>
            </p:txBody>
          </p:sp>
        </mc:Choice>
        <mc:Fallback xmlns="">
          <p:sp>
            <p:nvSpPr>
              <p:cNvPr id="110" name="文本框 109">
                <a:extLst>
                  <a:ext uri="{FF2B5EF4-FFF2-40B4-BE49-F238E27FC236}">
                    <a16:creationId xmlns:a16="http://schemas.microsoft.com/office/drawing/2014/main" id="{F8E496AF-69F4-B473-2876-01E2CA4B2116}"/>
                  </a:ext>
                </a:extLst>
              </p:cNvPr>
              <p:cNvSpPr txBox="1">
                <a:spLocks noRot="1" noChangeAspect="1" noMove="1" noResize="1" noEditPoints="1" noAdjustHandles="1" noChangeArrowheads="1" noChangeShapeType="1" noTextEdit="1"/>
              </p:cNvSpPr>
              <p:nvPr/>
            </p:nvSpPr>
            <p:spPr>
              <a:xfrm>
                <a:off x="7294008" y="3010381"/>
                <a:ext cx="316523" cy="307777"/>
              </a:xfrm>
              <a:prstGeom prst="rect">
                <a:avLst/>
              </a:prstGeom>
              <a:blipFill>
                <a:blip r:embed="rId16"/>
                <a:stretch>
                  <a:fillRect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17EA4FAA-096F-ABC7-E8AA-CC3414C09581}"/>
                  </a:ext>
                </a:extLst>
              </p:cNvPr>
              <p:cNvSpPr txBox="1"/>
              <p:nvPr/>
            </p:nvSpPr>
            <p:spPr>
              <a:xfrm>
                <a:off x="8559910" y="1779987"/>
                <a:ext cx="6239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𝑑</m:t>
                          </m:r>
                        </m:e>
                        <m:sub>
                          <m:r>
                            <a:rPr lang="en-US" altLang="zh-CN" sz="1600" i="1">
                              <a:latin typeface="Cambria Math" panose="02040503050406030204" pitchFamily="18" charset="0"/>
                            </a:rPr>
                            <m:t>1</m:t>
                          </m:r>
                        </m:sub>
                      </m:sSub>
                    </m:oMath>
                  </m:oMathPara>
                </a14:m>
                <a:endParaRPr lang="zh-CN" altLang="en-US" sz="1600" dirty="0"/>
              </a:p>
            </p:txBody>
          </p:sp>
        </mc:Choice>
        <mc:Fallback xmlns="">
          <p:sp>
            <p:nvSpPr>
              <p:cNvPr id="111" name="文本框 110">
                <a:extLst>
                  <a:ext uri="{FF2B5EF4-FFF2-40B4-BE49-F238E27FC236}">
                    <a16:creationId xmlns:a16="http://schemas.microsoft.com/office/drawing/2014/main" id="{17EA4FAA-096F-ABC7-E8AA-CC3414C09581}"/>
                  </a:ext>
                </a:extLst>
              </p:cNvPr>
              <p:cNvSpPr txBox="1">
                <a:spLocks noRot="1" noChangeAspect="1" noMove="1" noResize="1" noEditPoints="1" noAdjustHandles="1" noChangeArrowheads="1" noChangeShapeType="1" noTextEdit="1"/>
              </p:cNvSpPr>
              <p:nvPr/>
            </p:nvSpPr>
            <p:spPr>
              <a:xfrm>
                <a:off x="8559910" y="1779987"/>
                <a:ext cx="623957" cy="338554"/>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文本框 111">
                <a:extLst>
                  <a:ext uri="{FF2B5EF4-FFF2-40B4-BE49-F238E27FC236}">
                    <a16:creationId xmlns:a16="http://schemas.microsoft.com/office/drawing/2014/main" id="{9A5126C8-466E-842A-D17C-8FA85732E3F7}"/>
                  </a:ext>
                </a:extLst>
              </p:cNvPr>
              <p:cNvSpPr txBox="1"/>
              <p:nvPr/>
            </p:nvSpPr>
            <p:spPr>
              <a:xfrm>
                <a:off x="8559910" y="3133301"/>
                <a:ext cx="6239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𝑑</m:t>
                          </m:r>
                        </m:e>
                        <m:sub>
                          <m:r>
                            <a:rPr lang="en-US" altLang="zh-CN" sz="1600" i="1">
                              <a:latin typeface="Cambria Math" panose="02040503050406030204" pitchFamily="18" charset="0"/>
                            </a:rPr>
                            <m:t>𝑙</m:t>
                          </m:r>
                        </m:sub>
                      </m:sSub>
                    </m:oMath>
                  </m:oMathPara>
                </a14:m>
                <a:endParaRPr lang="zh-CN" altLang="en-US" sz="1600" dirty="0"/>
              </a:p>
            </p:txBody>
          </p:sp>
        </mc:Choice>
        <mc:Fallback xmlns="">
          <p:sp>
            <p:nvSpPr>
              <p:cNvPr id="112" name="文本框 111">
                <a:extLst>
                  <a:ext uri="{FF2B5EF4-FFF2-40B4-BE49-F238E27FC236}">
                    <a16:creationId xmlns:a16="http://schemas.microsoft.com/office/drawing/2014/main" id="{9A5126C8-466E-842A-D17C-8FA85732E3F7}"/>
                  </a:ext>
                </a:extLst>
              </p:cNvPr>
              <p:cNvSpPr txBox="1">
                <a:spLocks noRot="1" noChangeAspect="1" noMove="1" noResize="1" noEditPoints="1" noAdjustHandles="1" noChangeArrowheads="1" noChangeShapeType="1" noTextEdit="1"/>
              </p:cNvSpPr>
              <p:nvPr/>
            </p:nvSpPr>
            <p:spPr>
              <a:xfrm>
                <a:off x="8559910" y="3133301"/>
                <a:ext cx="623957" cy="338554"/>
              </a:xfrm>
              <a:prstGeom prst="rect">
                <a:avLst/>
              </a:prstGeom>
              <a:blipFill>
                <a:blip r:embed="rId18"/>
                <a:stretch>
                  <a:fillRect/>
                </a:stretch>
              </a:blipFill>
            </p:spPr>
            <p:txBody>
              <a:bodyPr/>
              <a:lstStyle/>
              <a:p>
                <a:r>
                  <a:rPr lang="zh-CN" altLang="en-US">
                    <a:noFill/>
                  </a:rPr>
                  <a:t> </a:t>
                </a:r>
              </a:p>
            </p:txBody>
          </p:sp>
        </mc:Fallback>
      </mc:AlternateContent>
      <p:cxnSp>
        <p:nvCxnSpPr>
          <p:cNvPr id="114" name="直接箭头连接符 113">
            <a:extLst>
              <a:ext uri="{FF2B5EF4-FFF2-40B4-BE49-F238E27FC236}">
                <a16:creationId xmlns:a16="http://schemas.microsoft.com/office/drawing/2014/main" id="{EB21FDE9-CBED-8104-E671-30C1F61677D1}"/>
              </a:ext>
            </a:extLst>
          </p:cNvPr>
          <p:cNvCxnSpPr>
            <a:stCxn id="95" idx="3"/>
            <a:endCxn id="96" idx="1"/>
          </p:cNvCxnSpPr>
          <p:nvPr/>
        </p:nvCxnSpPr>
        <p:spPr>
          <a:xfrm>
            <a:off x="3119291" y="5030201"/>
            <a:ext cx="27152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a:extLst>
              <a:ext uri="{FF2B5EF4-FFF2-40B4-BE49-F238E27FC236}">
                <a16:creationId xmlns:a16="http://schemas.microsoft.com/office/drawing/2014/main" id="{EB6DAA15-EADD-966F-61AF-37898C420CBD}"/>
              </a:ext>
            </a:extLst>
          </p:cNvPr>
          <p:cNvCxnSpPr>
            <a:stCxn id="96" idx="3"/>
            <a:endCxn id="97" idx="1"/>
          </p:cNvCxnSpPr>
          <p:nvPr/>
        </p:nvCxnSpPr>
        <p:spPr>
          <a:xfrm>
            <a:off x="6323188" y="5030201"/>
            <a:ext cx="2599369" cy="1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18BABF38-220F-D52D-FA16-06342F564DA9}"/>
                  </a:ext>
                </a:extLst>
              </p:cNvPr>
              <p:cNvSpPr txBox="1"/>
              <p:nvPr/>
            </p:nvSpPr>
            <p:spPr>
              <a:xfrm>
                <a:off x="3655122" y="5045341"/>
                <a:ext cx="1267399" cy="4608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600" b="0" i="1">
                              <a:latin typeface="Cambria Math" panose="02040503050406030204" pitchFamily="18" charset="0"/>
                            </a:rPr>
                          </m:ctrlPr>
                        </m:sSubPr>
                        <m:e>
                          <m:r>
                            <a:rPr lang="en-US" altLang="zh-CN" sz="1600" b="0" i="1">
                              <a:latin typeface="Cambria Math" panose="02040503050406030204" pitchFamily="18" charset="0"/>
                            </a:rPr>
                            <m:t>𝑓</m:t>
                          </m:r>
                        </m:e>
                        <m:sub>
                          <m:r>
                            <a:rPr lang="en-US" altLang="zh-CN" sz="1600" b="0" i="1">
                              <a:latin typeface="Cambria Math" panose="02040503050406030204" pitchFamily="18" charset="0"/>
                            </a:rPr>
                            <m:t>1</m:t>
                          </m:r>
                        </m:sub>
                      </m:sSub>
                      <m:d>
                        <m:dPr>
                          <m:ctrlPr>
                            <a:rPr lang="en-US" altLang="zh-CN" sz="1600" i="1">
                              <a:latin typeface="Cambria Math" panose="02040503050406030204" pitchFamily="18" charset="0"/>
                            </a:rPr>
                          </m:ctrlPr>
                        </m:dPr>
                        <m:e>
                          <m:sSubSup>
                            <m:sSubSupPr>
                              <m:ctrlPr>
                                <a:rPr lang="en-US" altLang="zh-CN" sz="1600" b="0" i="1">
                                  <a:latin typeface="Cambria Math" panose="02040503050406030204" pitchFamily="18" charset="0"/>
                                </a:rPr>
                              </m:ctrlPr>
                            </m:sSubSupPr>
                            <m:e>
                              <m:r>
                                <a:rPr lang="en-US" altLang="zh-CN" sz="1600" b="0" i="1">
                                  <a:latin typeface="Cambria Math" panose="02040503050406030204" pitchFamily="18" charset="0"/>
                                </a:rPr>
                                <m:t>𝑧</m:t>
                              </m:r>
                            </m:e>
                            <m:sub>
                              <m:r>
                                <a:rPr lang="en-US" altLang="zh-CN" sz="1600" b="0" i="1">
                                  <a:latin typeface="Cambria Math" panose="02040503050406030204" pitchFamily="18" charset="0"/>
                                </a:rPr>
                                <m:t>h</m:t>
                              </m:r>
                            </m:sub>
                            <m:sup>
                              <m:r>
                                <a:rPr lang="en-US" altLang="zh-CN" sz="1600" b="0" i="1">
                                  <a:latin typeface="Cambria Math" panose="02040503050406030204" pitchFamily="18" charset="0"/>
                                </a:rPr>
                                <m:t>(1)</m:t>
                              </m:r>
                            </m:sup>
                          </m:sSubSup>
                        </m:e>
                      </m:d>
                    </m:oMath>
                  </m:oMathPara>
                </a14:m>
                <a:endParaRPr lang="zh-CN" altLang="en-US" sz="1600" dirty="0"/>
              </a:p>
            </p:txBody>
          </p:sp>
        </mc:Choice>
        <mc:Fallback xmlns="">
          <p:sp>
            <p:nvSpPr>
              <p:cNvPr id="119" name="文本框 118">
                <a:extLst>
                  <a:ext uri="{FF2B5EF4-FFF2-40B4-BE49-F238E27FC236}">
                    <a16:creationId xmlns:a16="http://schemas.microsoft.com/office/drawing/2014/main" id="{18BABF38-220F-D52D-FA16-06342F564DA9}"/>
                  </a:ext>
                </a:extLst>
              </p:cNvPr>
              <p:cNvSpPr txBox="1">
                <a:spLocks noRot="1" noChangeAspect="1" noMove="1" noResize="1" noEditPoints="1" noAdjustHandles="1" noChangeArrowheads="1" noChangeShapeType="1" noTextEdit="1"/>
              </p:cNvSpPr>
              <p:nvPr/>
            </p:nvSpPr>
            <p:spPr>
              <a:xfrm>
                <a:off x="3655122" y="5045341"/>
                <a:ext cx="1267399" cy="460832"/>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4CCFC9D9-353F-CDD0-E09A-5BCD99357C10}"/>
                  </a:ext>
                </a:extLst>
              </p:cNvPr>
              <p:cNvSpPr txBox="1"/>
              <p:nvPr/>
            </p:nvSpPr>
            <p:spPr>
              <a:xfrm>
                <a:off x="7194781" y="5045341"/>
                <a:ext cx="1197222" cy="4608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𝑓</m:t>
                          </m:r>
                        </m:e>
                        <m:sub>
                          <m:r>
                            <a:rPr lang="en-US" altLang="zh-CN" sz="1600" i="1">
                              <a:latin typeface="Cambria Math" panose="02040503050406030204" pitchFamily="18" charset="0"/>
                            </a:rPr>
                            <m:t>1</m:t>
                          </m:r>
                        </m:sub>
                      </m:sSub>
                      <m:d>
                        <m:dPr>
                          <m:ctrlPr>
                            <a:rPr lang="en-US" altLang="zh-CN" sz="1600" i="1">
                              <a:latin typeface="Cambria Math" panose="02040503050406030204" pitchFamily="18" charset="0"/>
                            </a:rPr>
                          </m:ctrlPr>
                        </m:dPr>
                        <m:e>
                          <m:sSubSup>
                            <m:sSubSupPr>
                              <m:ctrlPr>
                                <a:rPr lang="en-US" altLang="zh-CN" sz="1600" b="0" i="1">
                                  <a:latin typeface="Cambria Math" panose="02040503050406030204" pitchFamily="18" charset="0"/>
                                </a:rPr>
                              </m:ctrlPr>
                            </m:sSubSupPr>
                            <m:e>
                              <m:r>
                                <a:rPr lang="en-US" altLang="zh-CN" sz="1600" b="0" i="1">
                                  <a:latin typeface="Cambria Math" panose="02040503050406030204" pitchFamily="18" charset="0"/>
                                </a:rPr>
                                <m:t>𝑧</m:t>
                              </m:r>
                            </m:e>
                            <m:sub>
                              <m:r>
                                <a:rPr lang="en-US" altLang="zh-CN" sz="1600" b="0" i="1">
                                  <a:latin typeface="Cambria Math" panose="02040503050406030204" pitchFamily="18" charset="0"/>
                                </a:rPr>
                                <m:t>𝑗</m:t>
                              </m:r>
                            </m:sub>
                            <m:sup>
                              <m:r>
                                <a:rPr lang="en-US" altLang="zh-CN" sz="1600" b="0" i="1">
                                  <a:latin typeface="Cambria Math" panose="02040503050406030204" pitchFamily="18" charset="0"/>
                                </a:rPr>
                                <m:t>(2)</m:t>
                              </m:r>
                            </m:sup>
                          </m:sSubSup>
                        </m:e>
                      </m:d>
                    </m:oMath>
                  </m:oMathPara>
                </a14:m>
                <a:endParaRPr lang="zh-CN" altLang="en-US" sz="1600" dirty="0"/>
              </a:p>
            </p:txBody>
          </p:sp>
        </mc:Choice>
        <mc:Fallback xmlns="">
          <p:sp>
            <p:nvSpPr>
              <p:cNvPr id="120" name="文本框 119">
                <a:extLst>
                  <a:ext uri="{FF2B5EF4-FFF2-40B4-BE49-F238E27FC236}">
                    <a16:creationId xmlns:a16="http://schemas.microsoft.com/office/drawing/2014/main" id="{4CCFC9D9-353F-CDD0-E09A-5BCD99357C10}"/>
                  </a:ext>
                </a:extLst>
              </p:cNvPr>
              <p:cNvSpPr txBox="1">
                <a:spLocks noRot="1" noChangeAspect="1" noMove="1" noResize="1" noEditPoints="1" noAdjustHandles="1" noChangeArrowheads="1" noChangeShapeType="1" noTextEdit="1"/>
              </p:cNvSpPr>
              <p:nvPr/>
            </p:nvSpPr>
            <p:spPr>
              <a:xfrm>
                <a:off x="7194781" y="5045341"/>
                <a:ext cx="1197222" cy="460832"/>
              </a:xfrm>
              <a:prstGeom prst="rect">
                <a:avLst/>
              </a:prstGeom>
              <a:blipFill>
                <a:blip r:embed="rId20"/>
                <a:stretch>
                  <a:fillRect/>
                </a:stretch>
              </a:blipFill>
            </p:spPr>
            <p:txBody>
              <a:bodyPr/>
              <a:lstStyle/>
              <a:p>
                <a:r>
                  <a:rPr lang="zh-CN" altLang="en-US">
                    <a:noFill/>
                  </a:rPr>
                  <a:t> </a:t>
                </a:r>
              </a:p>
            </p:txBody>
          </p:sp>
        </mc:Fallback>
      </mc:AlternateContent>
      <p:sp>
        <p:nvSpPr>
          <p:cNvPr id="138" name="椭圆 137">
            <a:extLst>
              <a:ext uri="{FF2B5EF4-FFF2-40B4-BE49-F238E27FC236}">
                <a16:creationId xmlns:a16="http://schemas.microsoft.com/office/drawing/2014/main" id="{ACCE5B52-F97D-FB23-DFD5-9FEE99969754}"/>
              </a:ext>
            </a:extLst>
          </p:cNvPr>
          <p:cNvSpPr/>
          <p:nvPr/>
        </p:nvSpPr>
        <p:spPr>
          <a:xfrm>
            <a:off x="7032781" y="1797659"/>
            <a:ext cx="324000" cy="324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400" dirty="0"/>
          </a:p>
        </p:txBody>
      </p:sp>
      <p:sp>
        <p:nvSpPr>
          <p:cNvPr id="139" name="椭圆 138">
            <a:extLst>
              <a:ext uri="{FF2B5EF4-FFF2-40B4-BE49-F238E27FC236}">
                <a16:creationId xmlns:a16="http://schemas.microsoft.com/office/drawing/2014/main" id="{211B6652-DE5D-2F5E-2731-6C4DA1929834}"/>
              </a:ext>
            </a:extLst>
          </p:cNvPr>
          <p:cNvSpPr/>
          <p:nvPr/>
        </p:nvSpPr>
        <p:spPr>
          <a:xfrm>
            <a:off x="7032781" y="2481166"/>
            <a:ext cx="324000" cy="324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13872C08-AFC2-5D86-7498-FE31FED5E1DE}"/>
              </a:ext>
            </a:extLst>
          </p:cNvPr>
          <p:cNvSpPr/>
          <p:nvPr/>
        </p:nvSpPr>
        <p:spPr>
          <a:xfrm>
            <a:off x="7032781" y="3157326"/>
            <a:ext cx="324000" cy="324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cxnSp>
        <p:nvCxnSpPr>
          <p:cNvPr id="157" name="直接箭头连接符 156">
            <a:extLst>
              <a:ext uri="{FF2B5EF4-FFF2-40B4-BE49-F238E27FC236}">
                <a16:creationId xmlns:a16="http://schemas.microsoft.com/office/drawing/2014/main" id="{66C5884F-3BC3-379E-73CC-F15A0FE2B191}"/>
              </a:ext>
            </a:extLst>
          </p:cNvPr>
          <p:cNvCxnSpPr>
            <a:stCxn id="11" idx="6"/>
            <a:endCxn id="140" idx="2"/>
          </p:cNvCxnSpPr>
          <p:nvPr/>
        </p:nvCxnSpPr>
        <p:spPr>
          <a:xfrm>
            <a:off x="5828163" y="2643166"/>
            <a:ext cx="1204619"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7BD60B2F-FB1C-1C28-4A22-FA8A9A20A481}"/>
              </a:ext>
            </a:extLst>
          </p:cNvPr>
          <p:cNvCxnSpPr>
            <a:stCxn id="12" idx="6"/>
            <a:endCxn id="140" idx="2"/>
          </p:cNvCxnSpPr>
          <p:nvPr/>
        </p:nvCxnSpPr>
        <p:spPr>
          <a:xfrm>
            <a:off x="5828163" y="3319326"/>
            <a:ext cx="1204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2" name="直接箭头连接符 171">
            <a:extLst>
              <a:ext uri="{FF2B5EF4-FFF2-40B4-BE49-F238E27FC236}">
                <a16:creationId xmlns:a16="http://schemas.microsoft.com/office/drawing/2014/main" id="{4CF7D42B-A2C9-7C2B-3AB3-2EA29C900806}"/>
              </a:ext>
            </a:extLst>
          </p:cNvPr>
          <p:cNvCxnSpPr>
            <a:stCxn id="10" idx="6"/>
            <a:endCxn id="140" idx="2"/>
          </p:cNvCxnSpPr>
          <p:nvPr/>
        </p:nvCxnSpPr>
        <p:spPr>
          <a:xfrm>
            <a:off x="5828163" y="1959660"/>
            <a:ext cx="1204619"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5" name="矩形 174">
                <a:extLst>
                  <a:ext uri="{FF2B5EF4-FFF2-40B4-BE49-F238E27FC236}">
                    <a16:creationId xmlns:a16="http://schemas.microsoft.com/office/drawing/2014/main" id="{7EC053D3-2DEB-8E74-AFFF-AC1EFD8A2A15}"/>
                  </a:ext>
                </a:extLst>
              </p:cNvPr>
              <p:cNvSpPr/>
              <p:nvPr/>
            </p:nvSpPr>
            <p:spPr>
              <a:xfrm>
                <a:off x="7044401" y="1796185"/>
                <a:ext cx="356188"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2</m:t>
                          </m:r>
                        </m:sub>
                      </m:sSub>
                    </m:oMath>
                  </m:oMathPara>
                </a14:m>
                <a:endParaRPr lang="zh-CN" altLang="en-US" sz="1200" dirty="0"/>
              </a:p>
            </p:txBody>
          </p:sp>
        </mc:Choice>
        <mc:Fallback xmlns="">
          <p:sp>
            <p:nvSpPr>
              <p:cNvPr id="175" name="矩形 174">
                <a:extLst>
                  <a:ext uri="{FF2B5EF4-FFF2-40B4-BE49-F238E27FC236}">
                    <a16:creationId xmlns:a16="http://schemas.microsoft.com/office/drawing/2014/main" id="{7EC053D3-2DEB-8E74-AFFF-AC1EFD8A2A15}"/>
                  </a:ext>
                </a:extLst>
              </p:cNvPr>
              <p:cNvSpPr>
                <a:spLocks noRot="1" noChangeAspect="1" noMove="1" noResize="1" noEditPoints="1" noAdjustHandles="1" noChangeArrowheads="1" noChangeShapeType="1" noTextEdit="1"/>
              </p:cNvSpPr>
              <p:nvPr/>
            </p:nvSpPr>
            <p:spPr>
              <a:xfrm>
                <a:off x="7044401" y="1796185"/>
                <a:ext cx="356188" cy="276999"/>
              </a:xfrm>
              <a:prstGeom prst="rect">
                <a:avLst/>
              </a:prstGeom>
              <a:blipFill>
                <a:blip r:embed="rId21"/>
                <a:stretch>
                  <a:fillRect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矩形 175">
                <a:extLst>
                  <a:ext uri="{FF2B5EF4-FFF2-40B4-BE49-F238E27FC236}">
                    <a16:creationId xmlns:a16="http://schemas.microsoft.com/office/drawing/2014/main" id="{3C2186E2-70C5-EF10-AFED-C339B6C0B59B}"/>
                  </a:ext>
                </a:extLst>
              </p:cNvPr>
              <p:cNvSpPr/>
              <p:nvPr/>
            </p:nvSpPr>
            <p:spPr>
              <a:xfrm>
                <a:off x="7044400" y="2484912"/>
                <a:ext cx="356188"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2</m:t>
                          </m:r>
                        </m:sub>
                      </m:sSub>
                    </m:oMath>
                  </m:oMathPara>
                </a14:m>
                <a:endParaRPr lang="zh-CN" altLang="en-US" sz="1200" dirty="0"/>
              </a:p>
            </p:txBody>
          </p:sp>
        </mc:Choice>
        <mc:Fallback xmlns="">
          <p:sp>
            <p:nvSpPr>
              <p:cNvPr id="176" name="矩形 175">
                <a:extLst>
                  <a:ext uri="{FF2B5EF4-FFF2-40B4-BE49-F238E27FC236}">
                    <a16:creationId xmlns:a16="http://schemas.microsoft.com/office/drawing/2014/main" id="{3C2186E2-70C5-EF10-AFED-C339B6C0B59B}"/>
                  </a:ext>
                </a:extLst>
              </p:cNvPr>
              <p:cNvSpPr>
                <a:spLocks noRot="1" noChangeAspect="1" noMove="1" noResize="1" noEditPoints="1" noAdjustHandles="1" noChangeArrowheads="1" noChangeShapeType="1" noTextEdit="1"/>
              </p:cNvSpPr>
              <p:nvPr/>
            </p:nvSpPr>
            <p:spPr>
              <a:xfrm>
                <a:off x="7044400" y="2484912"/>
                <a:ext cx="356188" cy="276999"/>
              </a:xfrm>
              <a:prstGeom prst="rect">
                <a:avLst/>
              </a:prstGeom>
              <a:blipFill>
                <a:blip r:embed="rId22"/>
                <a:stretch>
                  <a:fillRect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7" name="矩形 176">
                <a:extLst>
                  <a:ext uri="{FF2B5EF4-FFF2-40B4-BE49-F238E27FC236}">
                    <a16:creationId xmlns:a16="http://schemas.microsoft.com/office/drawing/2014/main" id="{4A356F8D-C2E0-2FD0-30D3-3B781A3B675A}"/>
                  </a:ext>
                </a:extLst>
              </p:cNvPr>
              <p:cNvSpPr/>
              <p:nvPr/>
            </p:nvSpPr>
            <p:spPr>
              <a:xfrm>
                <a:off x="7044400" y="3173101"/>
                <a:ext cx="356188"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2</m:t>
                          </m:r>
                        </m:sub>
                      </m:sSub>
                    </m:oMath>
                  </m:oMathPara>
                </a14:m>
                <a:endParaRPr lang="zh-CN" altLang="en-US" sz="1200" dirty="0"/>
              </a:p>
            </p:txBody>
          </p:sp>
        </mc:Choice>
        <mc:Fallback xmlns="">
          <p:sp>
            <p:nvSpPr>
              <p:cNvPr id="177" name="矩形 176">
                <a:extLst>
                  <a:ext uri="{FF2B5EF4-FFF2-40B4-BE49-F238E27FC236}">
                    <a16:creationId xmlns:a16="http://schemas.microsoft.com/office/drawing/2014/main" id="{4A356F8D-C2E0-2FD0-30D3-3B781A3B675A}"/>
                  </a:ext>
                </a:extLst>
              </p:cNvPr>
              <p:cNvSpPr>
                <a:spLocks noRot="1" noChangeAspect="1" noMove="1" noResize="1" noEditPoints="1" noAdjustHandles="1" noChangeArrowheads="1" noChangeShapeType="1" noTextEdit="1"/>
              </p:cNvSpPr>
              <p:nvPr/>
            </p:nvSpPr>
            <p:spPr>
              <a:xfrm>
                <a:off x="7044400" y="3173101"/>
                <a:ext cx="356188" cy="276999"/>
              </a:xfrm>
              <a:prstGeom prst="rect">
                <a:avLst/>
              </a:prstGeom>
              <a:blipFill>
                <a:blip r:embed="rId23"/>
                <a:stretch>
                  <a:fillRect b="-13636"/>
                </a:stretch>
              </a:blipFill>
            </p:spPr>
            <p:txBody>
              <a:bodyPr/>
              <a:lstStyle/>
              <a:p>
                <a:r>
                  <a:rPr lang="zh-CN" altLang="en-US">
                    <a:noFill/>
                  </a:rPr>
                  <a:t> </a:t>
                </a:r>
              </a:p>
            </p:txBody>
          </p:sp>
        </mc:Fallback>
      </mc:AlternateContent>
      <p:cxnSp>
        <p:nvCxnSpPr>
          <p:cNvPr id="178" name="直接箭头连接符 177">
            <a:extLst>
              <a:ext uri="{FF2B5EF4-FFF2-40B4-BE49-F238E27FC236}">
                <a16:creationId xmlns:a16="http://schemas.microsoft.com/office/drawing/2014/main" id="{275E9C4F-D5FF-44A3-D988-9E52B0BDFBB7}"/>
              </a:ext>
            </a:extLst>
          </p:cNvPr>
          <p:cNvCxnSpPr>
            <a:stCxn id="138" idx="6"/>
          </p:cNvCxnSpPr>
          <p:nvPr/>
        </p:nvCxnSpPr>
        <p:spPr>
          <a:xfrm>
            <a:off x="7356781" y="1959660"/>
            <a:ext cx="665216" cy="3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2" name="文本框 181">
                <a:extLst>
                  <a:ext uri="{FF2B5EF4-FFF2-40B4-BE49-F238E27FC236}">
                    <a16:creationId xmlns:a16="http://schemas.microsoft.com/office/drawing/2014/main" id="{9673EF25-3EA2-F808-7C2C-145708253963}"/>
                  </a:ext>
                </a:extLst>
              </p:cNvPr>
              <p:cNvSpPr txBox="1"/>
              <p:nvPr/>
            </p:nvSpPr>
            <p:spPr>
              <a:xfrm>
                <a:off x="7294008" y="2318814"/>
                <a:ext cx="316523" cy="3250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𝑗</m:t>
                          </m:r>
                        </m:sub>
                      </m:sSub>
                    </m:oMath>
                  </m:oMathPara>
                </a14:m>
                <a:endParaRPr lang="zh-CN" altLang="en-US" sz="1400" dirty="0"/>
              </a:p>
            </p:txBody>
          </p:sp>
        </mc:Choice>
        <mc:Fallback xmlns="">
          <p:sp>
            <p:nvSpPr>
              <p:cNvPr id="182" name="文本框 181">
                <a:extLst>
                  <a:ext uri="{FF2B5EF4-FFF2-40B4-BE49-F238E27FC236}">
                    <a16:creationId xmlns:a16="http://schemas.microsoft.com/office/drawing/2014/main" id="{9673EF25-3EA2-F808-7C2C-145708253963}"/>
                  </a:ext>
                </a:extLst>
              </p:cNvPr>
              <p:cNvSpPr txBox="1">
                <a:spLocks noRot="1" noChangeAspect="1" noMove="1" noResize="1" noEditPoints="1" noAdjustHandles="1" noChangeArrowheads="1" noChangeShapeType="1" noTextEdit="1"/>
              </p:cNvSpPr>
              <p:nvPr/>
            </p:nvSpPr>
            <p:spPr>
              <a:xfrm>
                <a:off x="7294008" y="2318814"/>
                <a:ext cx="316523" cy="325089"/>
              </a:xfrm>
              <a:prstGeom prst="rect">
                <a:avLst/>
              </a:prstGeom>
              <a:blipFill>
                <a:blip r:embed="rId24"/>
                <a:stretch>
                  <a:fillRect/>
                </a:stretch>
              </a:blipFill>
            </p:spPr>
            <p:txBody>
              <a:bodyPr/>
              <a:lstStyle/>
              <a:p>
                <a:r>
                  <a:rPr lang="zh-CN" altLang="en-US">
                    <a:noFill/>
                  </a:rPr>
                  <a:t> </a:t>
                </a:r>
              </a:p>
            </p:txBody>
          </p:sp>
        </mc:Fallback>
      </mc:AlternateContent>
      <p:sp>
        <p:nvSpPr>
          <p:cNvPr id="194" name="椭圆 193">
            <a:extLst>
              <a:ext uri="{FF2B5EF4-FFF2-40B4-BE49-F238E27FC236}">
                <a16:creationId xmlns:a16="http://schemas.microsoft.com/office/drawing/2014/main" id="{CDFCB47D-A0E2-1228-E949-4DEB78C66C3A}"/>
              </a:ext>
            </a:extLst>
          </p:cNvPr>
          <p:cNvSpPr/>
          <p:nvPr/>
        </p:nvSpPr>
        <p:spPr>
          <a:xfrm>
            <a:off x="8417293" y="1801534"/>
            <a:ext cx="324000" cy="32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2EDA1CAA-7AAC-8982-28DB-AD8402866C84}"/>
              </a:ext>
            </a:extLst>
          </p:cNvPr>
          <p:cNvSpPr/>
          <p:nvPr/>
        </p:nvSpPr>
        <p:spPr>
          <a:xfrm>
            <a:off x="8417293" y="2482441"/>
            <a:ext cx="324000" cy="32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6" name="椭圆 195">
            <a:extLst>
              <a:ext uri="{FF2B5EF4-FFF2-40B4-BE49-F238E27FC236}">
                <a16:creationId xmlns:a16="http://schemas.microsoft.com/office/drawing/2014/main" id="{B627A03D-F1A2-F7C2-26A2-BB3940A9E076}"/>
              </a:ext>
            </a:extLst>
          </p:cNvPr>
          <p:cNvSpPr/>
          <p:nvPr/>
        </p:nvSpPr>
        <p:spPr>
          <a:xfrm>
            <a:off x="8417293" y="3157226"/>
            <a:ext cx="324000" cy="32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97" name="文本框 196">
                <a:extLst>
                  <a:ext uri="{FF2B5EF4-FFF2-40B4-BE49-F238E27FC236}">
                    <a16:creationId xmlns:a16="http://schemas.microsoft.com/office/drawing/2014/main" id="{5E11FC20-B88A-DC42-EE95-82DDDE68EE65}"/>
                  </a:ext>
                </a:extLst>
              </p:cNvPr>
              <p:cNvSpPr txBox="1"/>
              <p:nvPr/>
            </p:nvSpPr>
            <p:spPr>
              <a:xfrm>
                <a:off x="8559910" y="2484912"/>
                <a:ext cx="623957" cy="358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𝑑</m:t>
                          </m:r>
                        </m:e>
                        <m:sub>
                          <m:r>
                            <a:rPr lang="en-US" altLang="zh-CN" sz="1600" i="1">
                              <a:latin typeface="Cambria Math" panose="02040503050406030204" pitchFamily="18" charset="0"/>
                            </a:rPr>
                            <m:t>𝑗</m:t>
                          </m:r>
                        </m:sub>
                      </m:sSub>
                    </m:oMath>
                  </m:oMathPara>
                </a14:m>
                <a:endParaRPr lang="zh-CN" altLang="en-US" sz="1600" dirty="0"/>
              </a:p>
            </p:txBody>
          </p:sp>
        </mc:Choice>
        <mc:Fallback xmlns="">
          <p:sp>
            <p:nvSpPr>
              <p:cNvPr id="197" name="文本框 196">
                <a:extLst>
                  <a:ext uri="{FF2B5EF4-FFF2-40B4-BE49-F238E27FC236}">
                    <a16:creationId xmlns:a16="http://schemas.microsoft.com/office/drawing/2014/main" id="{5E11FC20-B88A-DC42-EE95-82DDDE68EE65}"/>
                  </a:ext>
                </a:extLst>
              </p:cNvPr>
              <p:cNvSpPr txBox="1">
                <a:spLocks noRot="1" noChangeAspect="1" noMove="1" noResize="1" noEditPoints="1" noAdjustHandles="1" noChangeArrowheads="1" noChangeShapeType="1" noTextEdit="1"/>
              </p:cNvSpPr>
              <p:nvPr/>
            </p:nvSpPr>
            <p:spPr>
              <a:xfrm>
                <a:off x="8559910" y="2484912"/>
                <a:ext cx="623957" cy="358368"/>
              </a:xfrm>
              <a:prstGeom prst="rect">
                <a:avLst/>
              </a:prstGeom>
              <a:blipFill>
                <a:blip r:embed="rId25"/>
                <a:stretch>
                  <a:fillRect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8208B59A-F252-065E-8AA4-E8350FF69C56}"/>
                  </a:ext>
                </a:extLst>
              </p:cNvPr>
              <p:cNvSpPr/>
              <p:nvPr/>
            </p:nvSpPr>
            <p:spPr>
              <a:xfrm>
                <a:off x="6592527" y="4470010"/>
                <a:ext cx="2036007" cy="5760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1600" i="1">
                              <a:latin typeface="Cambria Math" panose="02040503050406030204" pitchFamily="18" charset="0"/>
                            </a:rPr>
                          </m:ctrlPr>
                        </m:sSubSupPr>
                        <m:e>
                          <m:r>
                            <a:rPr kumimoji="1" lang="en-US" altLang="zh-CN" sz="1600" i="1">
                              <a:latin typeface="Cambria Math" panose="02040503050406030204" pitchFamily="18" charset="0"/>
                            </a:rPr>
                            <m:t>𝑧</m:t>
                          </m:r>
                        </m:e>
                        <m:sub>
                          <m:r>
                            <a:rPr kumimoji="1" lang="en-US" altLang="zh-CN" sz="1600" i="1">
                              <a:latin typeface="Cambria Math" panose="02040503050406030204" pitchFamily="18" charset="0"/>
                            </a:rPr>
                            <m:t>𝑗</m:t>
                          </m:r>
                        </m:sub>
                        <m:sup>
                          <m:r>
                            <a:rPr kumimoji="1" lang="en-US" altLang="zh-CN" sz="1600" i="1">
                              <a:latin typeface="Cambria Math" panose="02040503050406030204" pitchFamily="18" charset="0"/>
                            </a:rPr>
                            <m:t>(2)</m:t>
                          </m:r>
                        </m:sup>
                      </m:sSubSup>
                      <m:r>
                        <a:rPr kumimoji="1" lang="en-US" altLang="zh-CN" sz="1600" i="1">
                          <a:latin typeface="Cambria Math" panose="02040503050406030204" pitchFamily="18" charset="0"/>
                        </a:rPr>
                        <m:t>=</m:t>
                      </m:r>
                      <m:nary>
                        <m:naryPr>
                          <m:chr m:val="∑"/>
                          <m:limLoc m:val="subSup"/>
                          <m:ctrlPr>
                            <a:rPr kumimoji="1" lang="en-US" altLang="zh-CN" sz="1600" i="1">
                              <a:latin typeface="Cambria Math" panose="02040503050406030204" pitchFamily="18" charset="0"/>
                            </a:rPr>
                          </m:ctrlPr>
                        </m:naryPr>
                        <m:sub>
                          <m:r>
                            <m:rPr>
                              <m:brk m:alnAt="25"/>
                            </m:rPr>
                            <a:rPr kumimoji="1" lang="en-US" altLang="zh-CN" sz="1600" i="1">
                              <a:latin typeface="Cambria Math" panose="02040503050406030204" pitchFamily="18" charset="0"/>
                            </a:rPr>
                            <m:t>h</m:t>
                          </m:r>
                          <m:r>
                            <a:rPr kumimoji="1" lang="en-US" altLang="zh-CN" sz="1600" i="1">
                              <a:latin typeface="Cambria Math" panose="02040503050406030204" pitchFamily="18" charset="0"/>
                            </a:rPr>
                            <m:t>=1</m:t>
                          </m:r>
                        </m:sub>
                        <m:sup>
                          <m:r>
                            <a:rPr kumimoji="1" lang="en-US" altLang="zh-CN" sz="1600" i="1">
                              <a:latin typeface="Cambria Math" panose="02040503050406030204" pitchFamily="18" charset="0"/>
                            </a:rPr>
                            <m:t>𝑞</m:t>
                          </m:r>
                        </m:sup>
                        <m:e>
                          <m:sSubSup>
                            <m:sSubSupPr>
                              <m:ctrlPr>
                                <a:rPr kumimoji="1" lang="en-US" altLang="zh-CN" sz="1600" i="1">
                                  <a:latin typeface="Cambria Math" panose="02040503050406030204" pitchFamily="18" charset="0"/>
                                </a:rPr>
                              </m:ctrlPr>
                            </m:sSubSupPr>
                            <m:e>
                              <m:r>
                                <a:rPr kumimoji="1" lang="en-US" altLang="zh-CN" sz="1600" i="1">
                                  <a:latin typeface="Cambria Math" panose="02040503050406030204" pitchFamily="18" charset="0"/>
                                </a:rPr>
                                <m:t>𝑤</m:t>
                              </m:r>
                            </m:e>
                            <m:sub>
                              <m:r>
                                <a:rPr kumimoji="1" lang="en-US" altLang="zh-CN" sz="1600" i="1">
                                  <a:latin typeface="Cambria Math" panose="02040503050406030204" pitchFamily="18" charset="0"/>
                                </a:rPr>
                                <m:t>h𝑗</m:t>
                              </m:r>
                            </m:sub>
                            <m:sup>
                              <m:r>
                                <a:rPr kumimoji="1" lang="en-US" altLang="zh-CN" sz="1600" i="1">
                                  <a:latin typeface="Cambria Math" panose="02040503050406030204" pitchFamily="18" charset="0"/>
                                </a:rPr>
                                <m:t>(2)</m:t>
                              </m:r>
                            </m:sup>
                          </m:sSubSup>
                          <m:sSub>
                            <m:sSubPr>
                              <m:ctrlPr>
                                <a:rPr kumimoji="1" lang="en-US" altLang="zh-CN" sz="1600" i="1">
                                  <a:latin typeface="Cambria Math" panose="02040503050406030204" pitchFamily="18" charset="0"/>
                                </a:rPr>
                              </m:ctrlPr>
                            </m:sSubPr>
                            <m:e>
                              <m:r>
                                <a:rPr kumimoji="1" lang="en-US" altLang="zh-CN" sz="1600" i="1">
                                  <a:latin typeface="Cambria Math" panose="02040503050406030204" pitchFamily="18" charset="0"/>
                                </a:rPr>
                                <m:t>𝑎</m:t>
                              </m:r>
                            </m:e>
                            <m:sub>
                              <m:r>
                                <a:rPr kumimoji="1" lang="en-US" altLang="zh-CN" sz="1600" i="1">
                                  <a:latin typeface="Cambria Math" panose="02040503050406030204" pitchFamily="18" charset="0"/>
                                </a:rPr>
                                <m:t>h</m:t>
                              </m:r>
                            </m:sub>
                          </m:sSub>
                        </m:e>
                      </m:nary>
                    </m:oMath>
                  </m:oMathPara>
                </a14:m>
                <a:endParaRPr lang="zh-CN" altLang="en-US" sz="1600"/>
              </a:p>
            </p:txBody>
          </p:sp>
        </mc:Choice>
        <mc:Fallback xmlns="">
          <p:sp>
            <p:nvSpPr>
              <p:cNvPr id="13" name="矩形 12">
                <a:extLst>
                  <a:ext uri="{FF2B5EF4-FFF2-40B4-BE49-F238E27FC236}">
                    <a16:creationId xmlns:a16="http://schemas.microsoft.com/office/drawing/2014/main" id="{8208B59A-F252-065E-8AA4-E8350FF69C56}"/>
                  </a:ext>
                </a:extLst>
              </p:cNvPr>
              <p:cNvSpPr>
                <a:spLocks noRot="1" noChangeAspect="1" noMove="1" noResize="1" noEditPoints="1" noAdjustHandles="1" noChangeArrowheads="1" noChangeShapeType="1" noTextEdit="1"/>
              </p:cNvSpPr>
              <p:nvPr/>
            </p:nvSpPr>
            <p:spPr>
              <a:xfrm>
                <a:off x="6592527" y="4470010"/>
                <a:ext cx="2036007" cy="576055"/>
              </a:xfrm>
              <a:prstGeom prst="rect">
                <a:avLst/>
              </a:prstGeom>
              <a:blipFill>
                <a:blip r:embed="rId26"/>
                <a:stretch>
                  <a:fillRect l="-3086" t="-146809" b="-2170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矩形 77">
                <a:extLst>
                  <a:ext uri="{FF2B5EF4-FFF2-40B4-BE49-F238E27FC236}">
                    <a16:creationId xmlns:a16="http://schemas.microsoft.com/office/drawing/2014/main" id="{DFDD8E43-6E77-D17A-EBD5-86778E5F1CDC}"/>
                  </a:ext>
                </a:extLst>
              </p:cNvPr>
              <p:cNvSpPr/>
              <p:nvPr/>
            </p:nvSpPr>
            <p:spPr>
              <a:xfrm>
                <a:off x="3913499" y="1221678"/>
                <a:ext cx="1510413" cy="4740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𝑧</m:t>
                          </m:r>
                        </m:e>
                        <m:sub>
                          <m:r>
                            <a:rPr kumimoji="1" lang="en-US" altLang="zh-CN" sz="1200" b="0" i="1">
                              <a:solidFill>
                                <a:schemeClr val="tx1"/>
                              </a:solidFill>
                              <a:latin typeface="Cambria Math" panose="02040503050406030204" pitchFamily="18" charset="0"/>
                            </a:rPr>
                            <m:t>h</m:t>
                          </m:r>
                        </m:sub>
                        <m:sup>
                          <m:r>
                            <a:rPr kumimoji="1" lang="en-US" altLang="zh-CN" sz="1200" b="0" i="1">
                              <a:solidFill>
                                <a:schemeClr val="tx1"/>
                              </a:solidFill>
                              <a:latin typeface="Cambria Math" panose="02040503050406030204" pitchFamily="18" charset="0"/>
                            </a:rPr>
                            <m:t>(1)</m:t>
                          </m:r>
                        </m:sup>
                      </m:sSubSup>
                      <m:r>
                        <a:rPr kumimoji="1" lang="en-US" altLang="zh-CN" sz="1200" b="0" i="1">
                          <a:solidFill>
                            <a:schemeClr val="tx1"/>
                          </a:solidFill>
                          <a:latin typeface="Cambria Math" panose="02040503050406030204" pitchFamily="18" charset="0"/>
                        </a:rPr>
                        <m:t>=</m:t>
                      </m:r>
                      <m:nary>
                        <m:naryPr>
                          <m:chr m:val="∑"/>
                          <m:limLoc m:val="subSup"/>
                          <m:ctrlPr>
                            <a:rPr kumimoji="1" lang="en-US" altLang="zh-CN" sz="1200" b="0" i="1">
                              <a:solidFill>
                                <a:schemeClr val="tx1"/>
                              </a:solidFill>
                              <a:latin typeface="Cambria Math" panose="02040503050406030204" pitchFamily="18" charset="0"/>
                            </a:rPr>
                          </m:ctrlPr>
                        </m:naryPr>
                        <m:sub>
                          <m:r>
                            <m:rPr>
                              <m:brk m:alnAt="25"/>
                            </m:rPr>
                            <a:rPr kumimoji="1" lang="en-US" altLang="zh-CN" sz="1200" b="0" i="1">
                              <a:solidFill>
                                <a:schemeClr val="tx1"/>
                              </a:solidFill>
                              <a:latin typeface="Cambria Math" panose="02040503050406030204" pitchFamily="18" charset="0"/>
                            </a:rPr>
                            <m:t>𝑖</m:t>
                          </m:r>
                          <m:r>
                            <a:rPr kumimoji="1" lang="en-US" altLang="zh-CN" sz="1200" b="0" i="1">
                              <a:solidFill>
                                <a:schemeClr val="tx1"/>
                              </a:solidFill>
                              <a:latin typeface="Cambria Math" panose="02040503050406030204" pitchFamily="18" charset="0"/>
                            </a:rPr>
                            <m:t>=1</m:t>
                          </m:r>
                        </m:sub>
                        <m:sup>
                          <m:r>
                            <a:rPr kumimoji="1" lang="en-US" altLang="zh-CN" sz="1200" b="0" i="1">
                              <a:solidFill>
                                <a:schemeClr val="tx1"/>
                              </a:solidFill>
                              <a:latin typeface="Cambria Math" panose="02040503050406030204" pitchFamily="18" charset="0"/>
                            </a:rPr>
                            <m:t>𝑑</m:t>
                          </m:r>
                        </m:sup>
                        <m:e>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𝑤</m:t>
                              </m:r>
                            </m:e>
                            <m:sub>
                              <m:r>
                                <a:rPr kumimoji="1" lang="en-US" altLang="zh-CN" sz="1200" b="0" i="1">
                                  <a:solidFill>
                                    <a:schemeClr val="tx1"/>
                                  </a:solidFill>
                                  <a:latin typeface="Cambria Math" panose="02040503050406030204" pitchFamily="18" charset="0"/>
                                </a:rPr>
                                <m:t>𝑖h</m:t>
                              </m:r>
                            </m:sub>
                            <m:sup>
                              <m:r>
                                <a:rPr kumimoji="1" lang="en-US" altLang="zh-CN" sz="1200" b="0" i="1">
                                  <a:solidFill>
                                    <a:schemeClr val="tx1"/>
                                  </a:solidFill>
                                  <a:latin typeface="Cambria Math" panose="02040503050406030204" pitchFamily="18" charset="0"/>
                                </a:rPr>
                                <m:t>(1)</m:t>
                              </m:r>
                            </m:sup>
                          </m:sSubSup>
                          <m:sSub>
                            <m:sSubPr>
                              <m:ctrlPr>
                                <a:rPr kumimoji="1" lang="en-US" altLang="zh-CN" sz="1200" b="0" i="1">
                                  <a:solidFill>
                                    <a:schemeClr val="tx1"/>
                                  </a:solidFill>
                                  <a:latin typeface="Cambria Math" panose="02040503050406030204" pitchFamily="18" charset="0"/>
                                </a:rPr>
                              </m:ctrlPr>
                            </m:sSubPr>
                            <m:e>
                              <m:r>
                                <a:rPr kumimoji="1" lang="en-US" altLang="zh-CN" sz="1200" b="0" i="1">
                                  <a:solidFill>
                                    <a:schemeClr val="tx1"/>
                                  </a:solidFill>
                                  <a:latin typeface="Cambria Math" panose="02040503050406030204" pitchFamily="18" charset="0"/>
                                </a:rPr>
                                <m:t>𝑥</m:t>
                              </m:r>
                            </m:e>
                            <m:sub>
                              <m:r>
                                <a:rPr kumimoji="1" lang="en-US" altLang="zh-CN" sz="1200" b="0" i="1">
                                  <a:solidFill>
                                    <a:schemeClr val="tx1"/>
                                  </a:solidFill>
                                  <a:latin typeface="Cambria Math" panose="02040503050406030204" pitchFamily="18" charset="0"/>
                                </a:rPr>
                                <m:t>𝑖</m:t>
                              </m:r>
                            </m:sub>
                          </m:sSub>
                        </m:e>
                      </m:nary>
                    </m:oMath>
                  </m:oMathPara>
                </a14:m>
                <a:endParaRPr lang="zh-CN" altLang="en-US" sz="1200" dirty="0">
                  <a:solidFill>
                    <a:schemeClr val="tx1"/>
                  </a:solidFill>
                </a:endParaRPr>
              </a:p>
            </p:txBody>
          </p:sp>
        </mc:Choice>
        <mc:Fallback xmlns="">
          <p:sp>
            <p:nvSpPr>
              <p:cNvPr id="78" name="矩形 77">
                <a:extLst>
                  <a:ext uri="{FF2B5EF4-FFF2-40B4-BE49-F238E27FC236}">
                    <a16:creationId xmlns:a16="http://schemas.microsoft.com/office/drawing/2014/main" id="{DFDD8E43-6E77-D17A-EBD5-86778E5F1CDC}"/>
                  </a:ext>
                </a:extLst>
              </p:cNvPr>
              <p:cNvSpPr>
                <a:spLocks noRot="1" noChangeAspect="1" noMove="1" noResize="1" noEditPoints="1" noAdjustHandles="1" noChangeArrowheads="1" noChangeShapeType="1" noTextEdit="1"/>
              </p:cNvSpPr>
              <p:nvPr/>
            </p:nvSpPr>
            <p:spPr>
              <a:xfrm>
                <a:off x="3913499" y="1221678"/>
                <a:ext cx="1510413" cy="474041"/>
              </a:xfrm>
              <a:prstGeom prst="rect">
                <a:avLst/>
              </a:prstGeom>
              <a:blipFill>
                <a:blip r:embed="rId27"/>
                <a:stretch>
                  <a:fillRect l="-1667" t="-128947" b="-1973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BF62831-5888-6026-6B49-C375D983F453}"/>
                  </a:ext>
                </a:extLst>
              </p:cNvPr>
              <p:cNvSpPr txBox="1"/>
              <p:nvPr/>
            </p:nvSpPr>
            <p:spPr>
              <a:xfrm>
                <a:off x="4809164" y="1226260"/>
                <a:ext cx="3028047" cy="4551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𝑧</m:t>
                          </m:r>
                        </m:e>
                        <m:sub>
                          <m:r>
                            <a:rPr kumimoji="1" lang="en-US" altLang="zh-CN" sz="1200" b="0" i="1">
                              <a:solidFill>
                                <a:schemeClr val="tx1"/>
                              </a:solidFill>
                              <a:latin typeface="Cambria Math" panose="02040503050406030204" pitchFamily="18" charset="0"/>
                            </a:rPr>
                            <m:t>𝑗</m:t>
                          </m:r>
                        </m:sub>
                        <m:sup>
                          <m:r>
                            <a:rPr kumimoji="1" lang="en-US" altLang="zh-CN" sz="1200" b="0" i="1">
                              <a:solidFill>
                                <a:schemeClr val="tx1"/>
                              </a:solidFill>
                              <a:latin typeface="Cambria Math" panose="02040503050406030204" pitchFamily="18" charset="0"/>
                            </a:rPr>
                            <m:t>(2)</m:t>
                          </m:r>
                        </m:sup>
                      </m:sSubSup>
                      <m:r>
                        <a:rPr kumimoji="1" lang="en-US" altLang="zh-CN" sz="1200" b="0" i="1">
                          <a:solidFill>
                            <a:schemeClr val="tx1"/>
                          </a:solidFill>
                          <a:latin typeface="Cambria Math" panose="02040503050406030204" pitchFamily="18" charset="0"/>
                        </a:rPr>
                        <m:t>=</m:t>
                      </m:r>
                      <m:nary>
                        <m:naryPr>
                          <m:chr m:val="∑"/>
                          <m:limLoc m:val="subSup"/>
                          <m:ctrlPr>
                            <a:rPr kumimoji="1" lang="en-US" altLang="zh-CN" sz="1200" b="0" i="1">
                              <a:solidFill>
                                <a:schemeClr val="tx1"/>
                              </a:solidFill>
                              <a:latin typeface="Cambria Math" panose="02040503050406030204" pitchFamily="18" charset="0"/>
                            </a:rPr>
                          </m:ctrlPr>
                        </m:naryPr>
                        <m:sub>
                          <m:r>
                            <m:rPr>
                              <m:brk m:alnAt="25"/>
                            </m:rPr>
                            <a:rPr kumimoji="1" lang="en-US" altLang="zh-CN" sz="1200" b="0" i="1">
                              <a:solidFill>
                                <a:schemeClr val="tx1"/>
                              </a:solidFill>
                              <a:latin typeface="Cambria Math" panose="02040503050406030204" pitchFamily="18" charset="0"/>
                            </a:rPr>
                            <m:t>h</m:t>
                          </m:r>
                          <m:r>
                            <a:rPr kumimoji="1" lang="en-US" altLang="zh-CN" sz="1200" b="0" i="1">
                              <a:solidFill>
                                <a:schemeClr val="tx1"/>
                              </a:solidFill>
                              <a:latin typeface="Cambria Math" panose="02040503050406030204" pitchFamily="18" charset="0"/>
                            </a:rPr>
                            <m:t>=1</m:t>
                          </m:r>
                        </m:sub>
                        <m:sup>
                          <m:r>
                            <a:rPr kumimoji="1" lang="en-US" altLang="zh-CN" sz="1200" b="0" i="1">
                              <a:solidFill>
                                <a:schemeClr val="tx1"/>
                              </a:solidFill>
                              <a:latin typeface="Cambria Math" panose="02040503050406030204" pitchFamily="18" charset="0"/>
                            </a:rPr>
                            <m:t>𝑞</m:t>
                          </m:r>
                        </m:sup>
                        <m:e>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𝑤</m:t>
                              </m:r>
                            </m:e>
                            <m:sub>
                              <m:r>
                                <a:rPr kumimoji="1" lang="en-US" altLang="zh-CN" sz="1200" b="0" i="1">
                                  <a:solidFill>
                                    <a:schemeClr val="tx1"/>
                                  </a:solidFill>
                                  <a:latin typeface="Cambria Math" panose="02040503050406030204" pitchFamily="18" charset="0"/>
                                </a:rPr>
                                <m:t>h𝑗</m:t>
                              </m:r>
                            </m:sub>
                            <m:sup>
                              <m:r>
                                <a:rPr kumimoji="1" lang="en-US" altLang="zh-CN" sz="1200" b="0" i="1">
                                  <a:solidFill>
                                    <a:schemeClr val="tx1"/>
                                  </a:solidFill>
                                  <a:latin typeface="Cambria Math" panose="02040503050406030204" pitchFamily="18" charset="0"/>
                                </a:rPr>
                                <m:t>(2)</m:t>
                              </m:r>
                            </m:sup>
                          </m:sSubSup>
                          <m:sSub>
                            <m:sSubPr>
                              <m:ctrlPr>
                                <a:rPr kumimoji="1" lang="en-US" altLang="zh-CN" sz="1200" b="0" i="1">
                                  <a:solidFill>
                                    <a:schemeClr val="tx1"/>
                                  </a:solidFill>
                                  <a:latin typeface="Cambria Math" panose="02040503050406030204" pitchFamily="18" charset="0"/>
                                </a:rPr>
                              </m:ctrlPr>
                            </m:sSubPr>
                            <m:e>
                              <m:r>
                                <a:rPr kumimoji="1" lang="en-US" altLang="zh-CN" sz="1200" b="0" i="1">
                                  <a:solidFill>
                                    <a:schemeClr val="tx1"/>
                                  </a:solidFill>
                                  <a:latin typeface="Cambria Math" panose="02040503050406030204" pitchFamily="18" charset="0"/>
                                </a:rPr>
                                <m:t>𝑎</m:t>
                              </m:r>
                            </m:e>
                            <m:sub>
                              <m:r>
                                <a:rPr kumimoji="1" lang="en-US" altLang="zh-CN" sz="1200" b="0" i="1">
                                  <a:solidFill>
                                    <a:schemeClr val="tx1"/>
                                  </a:solidFill>
                                  <a:latin typeface="Cambria Math" panose="02040503050406030204" pitchFamily="18" charset="0"/>
                                </a:rPr>
                                <m:t>h</m:t>
                              </m:r>
                            </m:sub>
                          </m:sSub>
                        </m:e>
                      </m:nary>
                    </m:oMath>
                  </m:oMathPara>
                </a14:m>
                <a:endParaRPr lang="zh-CN" altLang="en-US" sz="1200">
                  <a:solidFill>
                    <a:schemeClr val="tx1"/>
                  </a:solidFill>
                </a:endParaRPr>
              </a:p>
            </p:txBody>
          </p:sp>
        </mc:Choice>
        <mc:Fallback xmlns="">
          <p:sp>
            <p:nvSpPr>
              <p:cNvPr id="5" name="文本框 4">
                <a:extLst>
                  <a:ext uri="{FF2B5EF4-FFF2-40B4-BE49-F238E27FC236}">
                    <a16:creationId xmlns:a16="http://schemas.microsoft.com/office/drawing/2014/main" id="{1BF62831-5888-6026-6B49-C375D983F453}"/>
                  </a:ext>
                </a:extLst>
              </p:cNvPr>
              <p:cNvSpPr txBox="1">
                <a:spLocks noRot="1" noChangeAspect="1" noMove="1" noResize="1" noEditPoints="1" noAdjustHandles="1" noChangeArrowheads="1" noChangeShapeType="1" noTextEdit="1"/>
              </p:cNvSpPr>
              <p:nvPr/>
            </p:nvSpPr>
            <p:spPr>
              <a:xfrm>
                <a:off x="4809164" y="1226260"/>
                <a:ext cx="3028047" cy="455125"/>
              </a:xfrm>
              <a:prstGeom prst="rect">
                <a:avLst/>
              </a:prstGeom>
              <a:blipFill>
                <a:blip r:embed="rId28"/>
                <a:stretch>
                  <a:fillRect t="-135135" b="-20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8CABBDB-06E8-8239-1685-20FA4ED665C9}"/>
                  </a:ext>
                </a:extLst>
              </p:cNvPr>
              <p:cNvSpPr txBox="1"/>
              <p:nvPr/>
            </p:nvSpPr>
            <p:spPr>
              <a:xfrm>
                <a:off x="6778571" y="2201581"/>
                <a:ext cx="316523" cy="3908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𝑗</m:t>
                          </m:r>
                        </m:sub>
                        <m:sup>
                          <m:r>
                            <a:rPr lang="en-US" altLang="zh-CN" sz="1400" b="0" i="1">
                              <a:latin typeface="Cambria Math" panose="02040503050406030204" pitchFamily="18" charset="0"/>
                            </a:rPr>
                            <m:t>(2)</m:t>
                          </m:r>
                        </m:sup>
                      </m:sSubSup>
                    </m:oMath>
                  </m:oMathPara>
                </a14:m>
                <a:endParaRPr lang="zh-CN" altLang="en-US" sz="1400" dirty="0"/>
              </a:p>
            </p:txBody>
          </p:sp>
        </mc:Choice>
        <mc:Fallback xmlns="">
          <p:sp>
            <p:nvSpPr>
              <p:cNvPr id="6" name="文本框 5">
                <a:extLst>
                  <a:ext uri="{FF2B5EF4-FFF2-40B4-BE49-F238E27FC236}">
                    <a16:creationId xmlns:a16="http://schemas.microsoft.com/office/drawing/2014/main" id="{D8CABBDB-06E8-8239-1685-20FA4ED665C9}"/>
                  </a:ext>
                </a:extLst>
              </p:cNvPr>
              <p:cNvSpPr txBox="1">
                <a:spLocks noRot="1" noChangeAspect="1" noMove="1" noResize="1" noEditPoints="1" noAdjustHandles="1" noChangeArrowheads="1" noChangeShapeType="1" noTextEdit="1"/>
              </p:cNvSpPr>
              <p:nvPr/>
            </p:nvSpPr>
            <p:spPr>
              <a:xfrm>
                <a:off x="6778571" y="2201581"/>
                <a:ext cx="316523" cy="390876"/>
              </a:xfrm>
              <a:prstGeom prst="rect">
                <a:avLst/>
              </a:prstGeom>
              <a:blipFill>
                <a:blip r:embed="rId29"/>
                <a:stretch>
                  <a:fillRect r="-34615"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DF520A93-F1DC-D10F-AAC1-80B47341BADD}"/>
                  </a:ext>
                </a:extLst>
              </p:cNvPr>
              <p:cNvSpPr txBox="1"/>
              <p:nvPr/>
            </p:nvSpPr>
            <p:spPr>
              <a:xfrm>
                <a:off x="6777541" y="2816226"/>
                <a:ext cx="316523" cy="3711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𝑙</m:t>
                          </m:r>
                        </m:sub>
                        <m:sup>
                          <m:r>
                            <a:rPr lang="en-US" altLang="zh-CN" sz="1400" b="0" i="1">
                              <a:latin typeface="Cambria Math" panose="02040503050406030204" pitchFamily="18" charset="0"/>
                            </a:rPr>
                            <m:t>(2)</m:t>
                          </m:r>
                        </m:sup>
                      </m:sSubSup>
                    </m:oMath>
                  </m:oMathPara>
                </a14:m>
                <a:endParaRPr lang="zh-CN" altLang="en-US" sz="1400" dirty="0"/>
              </a:p>
            </p:txBody>
          </p:sp>
        </mc:Choice>
        <mc:Fallback xmlns="">
          <p:sp>
            <p:nvSpPr>
              <p:cNvPr id="14" name="文本框 13">
                <a:extLst>
                  <a:ext uri="{FF2B5EF4-FFF2-40B4-BE49-F238E27FC236}">
                    <a16:creationId xmlns:a16="http://schemas.microsoft.com/office/drawing/2014/main" id="{DF520A93-F1DC-D10F-AAC1-80B47341BADD}"/>
                  </a:ext>
                </a:extLst>
              </p:cNvPr>
              <p:cNvSpPr txBox="1">
                <a:spLocks noRot="1" noChangeAspect="1" noMove="1" noResize="1" noEditPoints="1" noAdjustHandles="1" noChangeArrowheads="1" noChangeShapeType="1" noTextEdit="1"/>
              </p:cNvSpPr>
              <p:nvPr/>
            </p:nvSpPr>
            <p:spPr>
              <a:xfrm>
                <a:off x="6777541" y="2816226"/>
                <a:ext cx="316523" cy="371127"/>
              </a:xfrm>
              <a:prstGeom prst="rect">
                <a:avLst/>
              </a:prstGeom>
              <a:blipFill>
                <a:blip r:embed="rId30"/>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8A69557-2BF7-AEED-BB2B-F61559770223}"/>
                  </a:ext>
                </a:extLst>
              </p:cNvPr>
              <p:cNvSpPr txBox="1"/>
              <p:nvPr/>
            </p:nvSpPr>
            <p:spPr>
              <a:xfrm>
                <a:off x="5107728" y="1585992"/>
                <a:ext cx="316523" cy="361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i="1">
                              <a:latin typeface="Cambria Math" panose="02040503050406030204" pitchFamily="18" charset="0"/>
                            </a:rPr>
                            <m:t>1</m:t>
                          </m:r>
                        </m:sub>
                        <m:sup>
                          <m:r>
                            <a:rPr lang="en-US" altLang="zh-CN" sz="1400" b="0" i="1">
                              <a:latin typeface="Cambria Math" panose="02040503050406030204" pitchFamily="18" charset="0"/>
                            </a:rPr>
                            <m:t>(1)</m:t>
                          </m:r>
                        </m:sup>
                      </m:sSubSup>
                    </m:oMath>
                  </m:oMathPara>
                </a14:m>
                <a:endParaRPr lang="zh-CN" altLang="en-US" sz="1400" dirty="0"/>
              </a:p>
            </p:txBody>
          </p:sp>
        </mc:Choice>
        <mc:Fallback xmlns="">
          <p:sp>
            <p:nvSpPr>
              <p:cNvPr id="15" name="文本框 14">
                <a:extLst>
                  <a:ext uri="{FF2B5EF4-FFF2-40B4-BE49-F238E27FC236}">
                    <a16:creationId xmlns:a16="http://schemas.microsoft.com/office/drawing/2014/main" id="{48A69557-2BF7-AEED-BB2B-F61559770223}"/>
                  </a:ext>
                </a:extLst>
              </p:cNvPr>
              <p:cNvSpPr txBox="1">
                <a:spLocks noRot="1" noChangeAspect="1" noMove="1" noResize="1" noEditPoints="1" noAdjustHandles="1" noChangeArrowheads="1" noChangeShapeType="1" noTextEdit="1"/>
              </p:cNvSpPr>
              <p:nvPr/>
            </p:nvSpPr>
            <p:spPr>
              <a:xfrm>
                <a:off x="5107728" y="1585992"/>
                <a:ext cx="316523" cy="361317"/>
              </a:xfrm>
              <a:prstGeom prst="rect">
                <a:avLst/>
              </a:prstGeom>
              <a:blipFill>
                <a:blip r:embed="rId31"/>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4A1B861-1279-180B-BF7C-C0BA5A60A0AA}"/>
                  </a:ext>
                </a:extLst>
              </p:cNvPr>
              <p:cNvSpPr txBox="1"/>
              <p:nvPr/>
            </p:nvSpPr>
            <p:spPr>
              <a:xfrm>
                <a:off x="5218181" y="2166499"/>
                <a:ext cx="316523" cy="3711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h</m:t>
                          </m:r>
                        </m:sub>
                        <m:sup>
                          <m:r>
                            <a:rPr lang="en-US" altLang="zh-CN" sz="1400" b="0" i="1">
                              <a:latin typeface="Cambria Math" panose="02040503050406030204" pitchFamily="18" charset="0"/>
                            </a:rPr>
                            <m:t>(1)</m:t>
                          </m:r>
                        </m:sup>
                      </m:sSubSup>
                    </m:oMath>
                  </m:oMathPara>
                </a14:m>
                <a:endParaRPr lang="zh-CN" altLang="en-US" sz="1400" dirty="0"/>
              </a:p>
            </p:txBody>
          </p:sp>
        </mc:Choice>
        <mc:Fallback xmlns="">
          <p:sp>
            <p:nvSpPr>
              <p:cNvPr id="16" name="文本框 15">
                <a:extLst>
                  <a:ext uri="{FF2B5EF4-FFF2-40B4-BE49-F238E27FC236}">
                    <a16:creationId xmlns:a16="http://schemas.microsoft.com/office/drawing/2014/main" id="{84A1B861-1279-180B-BF7C-C0BA5A60A0AA}"/>
                  </a:ext>
                </a:extLst>
              </p:cNvPr>
              <p:cNvSpPr txBox="1">
                <a:spLocks noRot="1" noChangeAspect="1" noMove="1" noResize="1" noEditPoints="1" noAdjustHandles="1" noChangeArrowheads="1" noChangeShapeType="1" noTextEdit="1"/>
              </p:cNvSpPr>
              <p:nvPr/>
            </p:nvSpPr>
            <p:spPr>
              <a:xfrm>
                <a:off x="5218181" y="2166499"/>
                <a:ext cx="316523" cy="371127"/>
              </a:xfrm>
              <a:prstGeom prst="rect">
                <a:avLst/>
              </a:prstGeom>
              <a:blipFill>
                <a:blip r:embed="rId32"/>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C9F2300-6A77-DD0B-0B90-039FDE5F0233}"/>
                  </a:ext>
                </a:extLst>
              </p:cNvPr>
              <p:cNvSpPr txBox="1"/>
              <p:nvPr/>
            </p:nvSpPr>
            <p:spPr>
              <a:xfrm>
                <a:off x="5265651" y="2812932"/>
                <a:ext cx="316523" cy="3776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𝑞</m:t>
                          </m:r>
                        </m:sub>
                        <m:sup>
                          <m:r>
                            <a:rPr lang="en-US" altLang="zh-CN" sz="1400" b="0" i="1">
                              <a:latin typeface="Cambria Math" panose="02040503050406030204" pitchFamily="18" charset="0"/>
                            </a:rPr>
                            <m:t>(1)</m:t>
                          </m:r>
                        </m:sup>
                      </m:sSubSup>
                    </m:oMath>
                  </m:oMathPara>
                </a14:m>
                <a:endParaRPr lang="zh-CN" altLang="en-US" sz="1400" dirty="0"/>
              </a:p>
            </p:txBody>
          </p:sp>
        </mc:Choice>
        <mc:Fallback xmlns="">
          <p:sp>
            <p:nvSpPr>
              <p:cNvPr id="17" name="文本框 16">
                <a:extLst>
                  <a:ext uri="{FF2B5EF4-FFF2-40B4-BE49-F238E27FC236}">
                    <a16:creationId xmlns:a16="http://schemas.microsoft.com/office/drawing/2014/main" id="{4C9F2300-6A77-DD0B-0B90-039FDE5F0233}"/>
                  </a:ext>
                </a:extLst>
              </p:cNvPr>
              <p:cNvSpPr txBox="1">
                <a:spLocks noRot="1" noChangeAspect="1" noMove="1" noResize="1" noEditPoints="1" noAdjustHandles="1" noChangeArrowheads="1" noChangeShapeType="1" noTextEdit="1"/>
              </p:cNvSpPr>
              <p:nvPr/>
            </p:nvSpPr>
            <p:spPr>
              <a:xfrm>
                <a:off x="5265651" y="2812932"/>
                <a:ext cx="316523" cy="377604"/>
              </a:xfrm>
              <a:prstGeom prst="rect">
                <a:avLst/>
              </a:prstGeom>
              <a:blipFill>
                <a:blip r:embed="rId33"/>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082B7A74-8AD7-31F5-A7A0-5CA488CDFCDC}"/>
                  </a:ext>
                </a:extLst>
              </p:cNvPr>
              <p:cNvSpPr/>
              <p:nvPr/>
            </p:nvSpPr>
            <p:spPr>
              <a:xfrm>
                <a:off x="3574381" y="4428773"/>
                <a:ext cx="1951753" cy="6011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1600" b="0" i="1">
                              <a:solidFill>
                                <a:schemeClr val="tx1"/>
                              </a:solidFill>
                              <a:latin typeface="Cambria Math" panose="02040503050406030204" pitchFamily="18" charset="0"/>
                            </a:rPr>
                          </m:ctrlPr>
                        </m:sSubSupPr>
                        <m:e>
                          <m:r>
                            <a:rPr kumimoji="1" lang="en-US" altLang="zh-CN" sz="1600" b="0" i="1">
                              <a:solidFill>
                                <a:schemeClr val="tx1"/>
                              </a:solidFill>
                              <a:latin typeface="Cambria Math" panose="02040503050406030204" pitchFamily="18" charset="0"/>
                            </a:rPr>
                            <m:t>𝑧</m:t>
                          </m:r>
                        </m:e>
                        <m:sub>
                          <m:r>
                            <a:rPr kumimoji="1" lang="en-US" altLang="zh-CN" sz="1600" b="0" i="1">
                              <a:solidFill>
                                <a:schemeClr val="tx1"/>
                              </a:solidFill>
                              <a:latin typeface="Cambria Math" panose="02040503050406030204" pitchFamily="18" charset="0"/>
                            </a:rPr>
                            <m:t>h</m:t>
                          </m:r>
                        </m:sub>
                        <m:sup>
                          <m:r>
                            <a:rPr kumimoji="1" lang="en-US" altLang="zh-CN" sz="1600" b="0" i="1">
                              <a:solidFill>
                                <a:schemeClr val="tx1"/>
                              </a:solidFill>
                              <a:latin typeface="Cambria Math" panose="02040503050406030204" pitchFamily="18" charset="0"/>
                            </a:rPr>
                            <m:t>(1)</m:t>
                          </m:r>
                        </m:sup>
                      </m:sSubSup>
                      <m:r>
                        <a:rPr kumimoji="1" lang="en-US" altLang="zh-CN" sz="1600" b="0" i="1">
                          <a:solidFill>
                            <a:schemeClr val="tx1"/>
                          </a:solidFill>
                          <a:latin typeface="Cambria Math" panose="02040503050406030204" pitchFamily="18" charset="0"/>
                        </a:rPr>
                        <m:t>=</m:t>
                      </m:r>
                      <m:nary>
                        <m:naryPr>
                          <m:chr m:val="∑"/>
                          <m:limLoc m:val="subSup"/>
                          <m:ctrlPr>
                            <a:rPr kumimoji="1" lang="en-US" altLang="zh-CN" sz="1600" b="0" i="1">
                              <a:solidFill>
                                <a:schemeClr val="tx1"/>
                              </a:solidFill>
                              <a:latin typeface="Cambria Math" panose="02040503050406030204" pitchFamily="18" charset="0"/>
                            </a:rPr>
                          </m:ctrlPr>
                        </m:naryPr>
                        <m:sub>
                          <m:r>
                            <m:rPr>
                              <m:brk m:alnAt="25"/>
                            </m:rPr>
                            <a:rPr kumimoji="1" lang="en-US" altLang="zh-CN" sz="1600" b="0" i="1">
                              <a:solidFill>
                                <a:schemeClr val="tx1"/>
                              </a:solidFill>
                              <a:latin typeface="Cambria Math" panose="02040503050406030204" pitchFamily="18" charset="0"/>
                            </a:rPr>
                            <m:t>𝑖</m:t>
                          </m:r>
                          <m:r>
                            <a:rPr kumimoji="1" lang="en-US" altLang="zh-CN" sz="1600" b="0" i="1">
                              <a:solidFill>
                                <a:schemeClr val="tx1"/>
                              </a:solidFill>
                              <a:latin typeface="Cambria Math" panose="02040503050406030204" pitchFamily="18" charset="0"/>
                            </a:rPr>
                            <m:t>=1</m:t>
                          </m:r>
                        </m:sub>
                        <m:sup>
                          <m:r>
                            <a:rPr kumimoji="1" lang="en-US" altLang="zh-CN" sz="1600" b="0" i="1">
                              <a:solidFill>
                                <a:schemeClr val="tx1"/>
                              </a:solidFill>
                              <a:latin typeface="Cambria Math" panose="02040503050406030204" pitchFamily="18" charset="0"/>
                            </a:rPr>
                            <m:t>𝑑</m:t>
                          </m:r>
                        </m:sup>
                        <m:e>
                          <m:sSubSup>
                            <m:sSubSupPr>
                              <m:ctrlPr>
                                <a:rPr kumimoji="1" lang="en-US" altLang="zh-CN" sz="1600" b="0" i="1">
                                  <a:solidFill>
                                    <a:schemeClr val="tx1"/>
                                  </a:solidFill>
                                  <a:latin typeface="Cambria Math" panose="02040503050406030204" pitchFamily="18" charset="0"/>
                                </a:rPr>
                              </m:ctrlPr>
                            </m:sSubSupPr>
                            <m:e>
                              <m:r>
                                <a:rPr kumimoji="1" lang="en-US" altLang="zh-CN" sz="1600" b="0" i="1">
                                  <a:solidFill>
                                    <a:schemeClr val="tx1"/>
                                  </a:solidFill>
                                  <a:latin typeface="Cambria Math" panose="02040503050406030204" pitchFamily="18" charset="0"/>
                                </a:rPr>
                                <m:t>𝑤</m:t>
                              </m:r>
                            </m:e>
                            <m:sub>
                              <m:r>
                                <a:rPr kumimoji="1" lang="en-US" altLang="zh-CN" sz="1600" b="0" i="1">
                                  <a:solidFill>
                                    <a:schemeClr val="tx1"/>
                                  </a:solidFill>
                                  <a:latin typeface="Cambria Math" panose="02040503050406030204" pitchFamily="18" charset="0"/>
                                </a:rPr>
                                <m:t>𝑖h</m:t>
                              </m:r>
                            </m:sub>
                            <m:sup>
                              <m:r>
                                <a:rPr kumimoji="1" lang="en-US" altLang="zh-CN" sz="1600" b="0" i="1">
                                  <a:solidFill>
                                    <a:schemeClr val="tx1"/>
                                  </a:solidFill>
                                  <a:latin typeface="Cambria Math" panose="02040503050406030204" pitchFamily="18" charset="0"/>
                                </a:rPr>
                                <m:t>(1)</m:t>
                              </m:r>
                            </m:sup>
                          </m:sSubSup>
                          <m:sSub>
                            <m:sSubPr>
                              <m:ctrlPr>
                                <a:rPr kumimoji="1" lang="en-US" altLang="zh-CN" sz="1600" b="0" i="1">
                                  <a:solidFill>
                                    <a:schemeClr val="tx1"/>
                                  </a:solidFill>
                                  <a:latin typeface="Cambria Math" panose="02040503050406030204" pitchFamily="18" charset="0"/>
                                </a:rPr>
                              </m:ctrlPr>
                            </m:sSubPr>
                            <m:e>
                              <m:r>
                                <a:rPr kumimoji="1" lang="en-US" altLang="zh-CN" sz="1600" b="0" i="1">
                                  <a:solidFill>
                                    <a:schemeClr val="tx1"/>
                                  </a:solidFill>
                                  <a:latin typeface="Cambria Math" panose="02040503050406030204" pitchFamily="18" charset="0"/>
                                </a:rPr>
                                <m:t>𝑥</m:t>
                              </m:r>
                            </m:e>
                            <m:sub>
                              <m:r>
                                <a:rPr kumimoji="1" lang="en-US" altLang="zh-CN" sz="1600" b="0" i="1">
                                  <a:solidFill>
                                    <a:schemeClr val="tx1"/>
                                  </a:solidFill>
                                  <a:latin typeface="Cambria Math" panose="02040503050406030204" pitchFamily="18" charset="0"/>
                                </a:rPr>
                                <m:t>𝑖</m:t>
                              </m:r>
                            </m:sub>
                          </m:sSub>
                        </m:e>
                      </m:nary>
                    </m:oMath>
                  </m:oMathPara>
                </a14:m>
                <a:endParaRPr lang="zh-CN" altLang="en-US" sz="1600" dirty="0">
                  <a:solidFill>
                    <a:schemeClr val="tx1"/>
                  </a:solidFill>
                </a:endParaRPr>
              </a:p>
            </p:txBody>
          </p:sp>
        </mc:Choice>
        <mc:Fallback xmlns="">
          <p:sp>
            <p:nvSpPr>
              <p:cNvPr id="19" name="矩形 18">
                <a:extLst>
                  <a:ext uri="{FF2B5EF4-FFF2-40B4-BE49-F238E27FC236}">
                    <a16:creationId xmlns:a16="http://schemas.microsoft.com/office/drawing/2014/main" id="{082B7A74-8AD7-31F5-A7A0-5CA488CDFCDC}"/>
                  </a:ext>
                </a:extLst>
              </p:cNvPr>
              <p:cNvSpPr>
                <a:spLocks noRot="1" noChangeAspect="1" noMove="1" noResize="1" noEditPoints="1" noAdjustHandles="1" noChangeArrowheads="1" noChangeShapeType="1" noTextEdit="1"/>
              </p:cNvSpPr>
              <p:nvPr/>
            </p:nvSpPr>
            <p:spPr>
              <a:xfrm>
                <a:off x="3574381" y="4428773"/>
                <a:ext cx="1951753" cy="601190"/>
              </a:xfrm>
              <a:prstGeom prst="rect">
                <a:avLst/>
              </a:prstGeom>
              <a:blipFill>
                <a:blip r:embed="rId3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7926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28"/>
                                        </p:tgtEl>
                                        <p:attrNameLst>
                                          <p:attrName>stroke.color</p:attrName>
                                        </p:attrNameLst>
                                      </p:cBhvr>
                                      <p:to>
                                        <a:srgbClr val="FF0000"/>
                                      </p:to>
                                    </p:animClr>
                                    <p:set>
                                      <p:cBhvr>
                                        <p:cTn id="7" dur="2000" fill="hold"/>
                                        <p:tgtEl>
                                          <p:spTgt spid="28"/>
                                        </p:tgtEl>
                                        <p:attrNameLst>
                                          <p:attrName>stroke.on</p:attrName>
                                        </p:attrNameLst>
                                      </p:cBhvr>
                                      <p:to>
                                        <p:strVal val="true"/>
                                      </p:to>
                                    </p:set>
                                  </p:childTnLst>
                                </p:cTn>
                              </p:par>
                              <p:par>
                                <p:cTn id="8" presetID="7" presetClass="emph" presetSubtype="2" fill="hold" nodeType="withEffect">
                                  <p:stCondLst>
                                    <p:cond delay="0"/>
                                  </p:stCondLst>
                                  <p:childTnLst>
                                    <p:animClr clrSpc="rgb" dir="cw">
                                      <p:cBhvr>
                                        <p:cTn id="9" dur="2000" fill="hold"/>
                                        <p:tgtEl>
                                          <p:spTgt spid="29"/>
                                        </p:tgtEl>
                                        <p:attrNameLst>
                                          <p:attrName>stroke.color</p:attrName>
                                        </p:attrNameLst>
                                      </p:cBhvr>
                                      <p:to>
                                        <a:srgbClr val="FF0000"/>
                                      </p:to>
                                    </p:animClr>
                                    <p:set>
                                      <p:cBhvr>
                                        <p:cTn id="10" dur="2000" fill="hold"/>
                                        <p:tgtEl>
                                          <p:spTgt spid="29"/>
                                        </p:tgtEl>
                                        <p:attrNameLst>
                                          <p:attrName>stroke.on</p:attrName>
                                        </p:attrNameLst>
                                      </p:cBhvr>
                                      <p:to>
                                        <p:strVal val="true"/>
                                      </p:to>
                                    </p:set>
                                  </p:childTnLst>
                                </p:cTn>
                              </p:par>
                              <p:par>
                                <p:cTn id="11" presetID="7" presetClass="emph" presetSubtype="2" fill="hold" nodeType="withEffect">
                                  <p:stCondLst>
                                    <p:cond delay="0"/>
                                  </p:stCondLst>
                                  <p:childTnLst>
                                    <p:animClr clrSpc="rgb" dir="cw">
                                      <p:cBhvr>
                                        <p:cTn id="12" dur="2000" fill="hold"/>
                                        <p:tgtEl>
                                          <p:spTgt spid="32"/>
                                        </p:tgtEl>
                                        <p:attrNameLst>
                                          <p:attrName>stroke.color</p:attrName>
                                        </p:attrNameLst>
                                      </p:cBhvr>
                                      <p:to>
                                        <a:srgbClr val="FF0000"/>
                                      </p:to>
                                    </p:animClr>
                                    <p:set>
                                      <p:cBhvr>
                                        <p:cTn id="13" dur="2000" fill="hold"/>
                                        <p:tgtEl>
                                          <p:spTgt spid="32"/>
                                        </p:tgtEl>
                                        <p:attrNameLst>
                                          <p:attrName>stroke.on</p:attrName>
                                        </p:attrNameLst>
                                      </p:cBhvr>
                                      <p:to>
                                        <p:strVal val="true"/>
                                      </p:to>
                                    </p:set>
                                  </p:childTnLst>
                                </p:cTn>
                              </p:par>
                              <p:par>
                                <p:cTn id="14" presetID="1" presetClass="entr" presetSubtype="0" fill="hold" nodeType="withEffect">
                                  <p:stCondLst>
                                    <p:cond delay="0"/>
                                  </p:stCondLst>
                                  <p:childTnLst>
                                    <p:set>
                                      <p:cBhvr>
                                        <p:cTn id="15" dur="1" fill="hold">
                                          <p:stCondLst>
                                            <p:cond delay="0"/>
                                          </p:stCondLst>
                                        </p:cTn>
                                        <p:tgtEl>
                                          <p:spTgt spid="11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96"/>
                                        </p:tgtEl>
                                        <p:attrNameLst>
                                          <p:attrName>style.visibility</p:attrName>
                                        </p:attrNameLst>
                                      </p:cBhvr>
                                      <p:to>
                                        <p:strVal val="visible"/>
                                      </p:to>
                                    </p:set>
                                  </p:childTnLst>
                                </p:cTn>
                              </p:par>
                              <p:par>
                                <p:cTn id="18" presetID="32" presetClass="emph" presetSubtype="0" fill="hold" grpId="0" nodeType="withEffect">
                                  <p:stCondLst>
                                    <p:cond delay="0"/>
                                  </p:stCondLst>
                                  <p:childTnLst>
                                    <p:animRot by="120000">
                                      <p:cBhvr>
                                        <p:cTn id="19" dur="100" fill="hold">
                                          <p:stCondLst>
                                            <p:cond delay="0"/>
                                          </p:stCondLst>
                                        </p:cTn>
                                        <p:tgtEl>
                                          <p:spTgt spid="101"/>
                                        </p:tgtEl>
                                        <p:attrNameLst>
                                          <p:attrName>r</p:attrName>
                                        </p:attrNameLst>
                                      </p:cBhvr>
                                    </p:animRot>
                                    <p:animRot by="-240000">
                                      <p:cBhvr>
                                        <p:cTn id="20" dur="200" fill="hold">
                                          <p:stCondLst>
                                            <p:cond delay="200"/>
                                          </p:stCondLst>
                                        </p:cTn>
                                        <p:tgtEl>
                                          <p:spTgt spid="101"/>
                                        </p:tgtEl>
                                        <p:attrNameLst>
                                          <p:attrName>r</p:attrName>
                                        </p:attrNameLst>
                                      </p:cBhvr>
                                    </p:animRot>
                                    <p:animRot by="240000">
                                      <p:cBhvr>
                                        <p:cTn id="21" dur="200" fill="hold">
                                          <p:stCondLst>
                                            <p:cond delay="400"/>
                                          </p:stCondLst>
                                        </p:cTn>
                                        <p:tgtEl>
                                          <p:spTgt spid="101"/>
                                        </p:tgtEl>
                                        <p:attrNameLst>
                                          <p:attrName>r</p:attrName>
                                        </p:attrNameLst>
                                      </p:cBhvr>
                                    </p:animRot>
                                    <p:animRot by="-240000">
                                      <p:cBhvr>
                                        <p:cTn id="22" dur="200" fill="hold">
                                          <p:stCondLst>
                                            <p:cond delay="600"/>
                                          </p:stCondLst>
                                        </p:cTn>
                                        <p:tgtEl>
                                          <p:spTgt spid="101"/>
                                        </p:tgtEl>
                                        <p:attrNameLst>
                                          <p:attrName>r</p:attrName>
                                        </p:attrNameLst>
                                      </p:cBhvr>
                                    </p:animRot>
                                    <p:animRot by="120000">
                                      <p:cBhvr>
                                        <p:cTn id="23" dur="200" fill="hold">
                                          <p:stCondLst>
                                            <p:cond delay="800"/>
                                          </p:stCondLst>
                                        </p:cTn>
                                        <p:tgtEl>
                                          <p:spTgt spid="101"/>
                                        </p:tgtEl>
                                        <p:attrNameLst>
                                          <p:attrName>r</p:attrName>
                                        </p:attrNameLst>
                                      </p:cBhvr>
                                    </p:animRot>
                                  </p:childTnLst>
                                </p:cTn>
                              </p:par>
                              <p:par>
                                <p:cTn id="24" presetID="3" presetClass="emph" presetSubtype="2" fill="hold" grpId="1" nodeType="withEffect">
                                  <p:stCondLst>
                                    <p:cond delay="0"/>
                                  </p:stCondLst>
                                  <p:childTnLst>
                                    <p:animClr clrSpc="rgb" dir="cw">
                                      <p:cBhvr override="childStyle">
                                        <p:cTn id="25" dur="2000" fill="hold"/>
                                        <p:tgtEl>
                                          <p:spTgt spid="101"/>
                                        </p:tgtEl>
                                        <p:attrNameLst>
                                          <p:attrName>style.color</p:attrName>
                                        </p:attrNameLst>
                                      </p:cBhvr>
                                      <p:to>
                                        <a:srgbClr val="FF0000"/>
                                      </p:to>
                                    </p:animClr>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7" presetClass="emph" presetSubtype="2" fill="hold" nodeType="clickEffect">
                                  <p:stCondLst>
                                    <p:cond delay="0"/>
                                  </p:stCondLst>
                                  <p:childTnLst>
                                    <p:animClr clrSpc="rgb" dir="cw">
                                      <p:cBhvr>
                                        <p:cTn id="35" dur="2000" fill="hold"/>
                                        <p:tgtEl>
                                          <p:spTgt spid="62"/>
                                        </p:tgtEl>
                                        <p:attrNameLst>
                                          <p:attrName>stroke.color</p:attrName>
                                        </p:attrNameLst>
                                      </p:cBhvr>
                                      <p:to>
                                        <a:srgbClr val="FF0000"/>
                                      </p:to>
                                    </p:animClr>
                                    <p:set>
                                      <p:cBhvr>
                                        <p:cTn id="36" dur="2000" fill="hold"/>
                                        <p:tgtEl>
                                          <p:spTgt spid="6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2000" fill="hold"/>
                                        <p:tgtEl>
                                          <p:spTgt spid="65"/>
                                        </p:tgtEl>
                                        <p:attrNameLst>
                                          <p:attrName>stroke.color</p:attrName>
                                        </p:attrNameLst>
                                      </p:cBhvr>
                                      <p:to>
                                        <a:srgbClr val="FF0000"/>
                                      </p:to>
                                    </p:animClr>
                                    <p:set>
                                      <p:cBhvr>
                                        <p:cTn id="39" dur="2000" fill="hold"/>
                                        <p:tgtEl>
                                          <p:spTgt spid="6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2000" fill="hold"/>
                                        <p:tgtEl>
                                          <p:spTgt spid="68"/>
                                        </p:tgtEl>
                                        <p:attrNameLst>
                                          <p:attrName>stroke.color</p:attrName>
                                        </p:attrNameLst>
                                      </p:cBhvr>
                                      <p:to>
                                        <a:srgbClr val="FF0000"/>
                                      </p:to>
                                    </p:animClr>
                                    <p:set>
                                      <p:cBhvr>
                                        <p:cTn id="42" dur="2000" fill="hold"/>
                                        <p:tgtEl>
                                          <p:spTgt spid="68"/>
                                        </p:tgtEl>
                                        <p:attrNameLst>
                                          <p:attrName>stroke.on</p:attrName>
                                        </p:attrNameLst>
                                      </p:cBhvr>
                                      <p:to>
                                        <p:strVal val="true"/>
                                      </p:to>
                                    </p:set>
                                  </p:childTnLst>
                                </p:cTn>
                              </p:par>
                              <p:par>
                                <p:cTn id="43" presetID="1" presetClass="entr" presetSubtype="0" fill="hold" nodeType="withEffect">
                                  <p:stCondLst>
                                    <p:cond delay="0"/>
                                  </p:stCondLst>
                                  <p:childTnLst>
                                    <p:set>
                                      <p:cBhvr>
                                        <p:cTn id="44" dur="1" fill="hold">
                                          <p:stCondLst>
                                            <p:cond delay="0"/>
                                          </p:stCondLst>
                                        </p:cTn>
                                        <p:tgtEl>
                                          <p:spTgt spid="1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7"/>
                                        </p:tgtEl>
                                        <p:attrNameLst>
                                          <p:attrName>style.visibility</p:attrName>
                                        </p:attrNameLst>
                                      </p:cBhvr>
                                      <p:to>
                                        <p:strVal val="visible"/>
                                      </p:to>
                                    </p:set>
                                  </p:childTnLst>
                                </p:cTn>
                              </p:par>
                              <p:par>
                                <p:cTn id="47" presetID="32" presetClass="emph" presetSubtype="0" fill="hold" grpId="0" nodeType="withEffect">
                                  <p:stCondLst>
                                    <p:cond delay="0"/>
                                  </p:stCondLst>
                                  <p:childTnLst>
                                    <p:animRot by="120000">
                                      <p:cBhvr>
                                        <p:cTn id="48" dur="100" fill="hold">
                                          <p:stCondLst>
                                            <p:cond delay="0"/>
                                          </p:stCondLst>
                                        </p:cTn>
                                        <p:tgtEl>
                                          <p:spTgt spid="182"/>
                                        </p:tgtEl>
                                        <p:attrNameLst>
                                          <p:attrName>r</p:attrName>
                                        </p:attrNameLst>
                                      </p:cBhvr>
                                    </p:animRot>
                                    <p:animRot by="-240000">
                                      <p:cBhvr>
                                        <p:cTn id="49" dur="200" fill="hold">
                                          <p:stCondLst>
                                            <p:cond delay="200"/>
                                          </p:stCondLst>
                                        </p:cTn>
                                        <p:tgtEl>
                                          <p:spTgt spid="182"/>
                                        </p:tgtEl>
                                        <p:attrNameLst>
                                          <p:attrName>r</p:attrName>
                                        </p:attrNameLst>
                                      </p:cBhvr>
                                    </p:animRot>
                                    <p:animRot by="240000">
                                      <p:cBhvr>
                                        <p:cTn id="50" dur="200" fill="hold">
                                          <p:stCondLst>
                                            <p:cond delay="400"/>
                                          </p:stCondLst>
                                        </p:cTn>
                                        <p:tgtEl>
                                          <p:spTgt spid="182"/>
                                        </p:tgtEl>
                                        <p:attrNameLst>
                                          <p:attrName>r</p:attrName>
                                        </p:attrNameLst>
                                      </p:cBhvr>
                                    </p:animRot>
                                    <p:animRot by="-240000">
                                      <p:cBhvr>
                                        <p:cTn id="51" dur="200" fill="hold">
                                          <p:stCondLst>
                                            <p:cond delay="600"/>
                                          </p:stCondLst>
                                        </p:cTn>
                                        <p:tgtEl>
                                          <p:spTgt spid="182"/>
                                        </p:tgtEl>
                                        <p:attrNameLst>
                                          <p:attrName>r</p:attrName>
                                        </p:attrNameLst>
                                      </p:cBhvr>
                                    </p:animRot>
                                    <p:animRot by="120000">
                                      <p:cBhvr>
                                        <p:cTn id="52" dur="200" fill="hold">
                                          <p:stCondLst>
                                            <p:cond delay="800"/>
                                          </p:stCondLst>
                                        </p:cTn>
                                        <p:tgtEl>
                                          <p:spTgt spid="182"/>
                                        </p:tgtEl>
                                        <p:attrNameLst>
                                          <p:attrName>r</p:attrName>
                                        </p:attrNameLst>
                                      </p:cBhvr>
                                    </p:animRot>
                                  </p:childTnLst>
                                </p:cTn>
                              </p:par>
                              <p:par>
                                <p:cTn id="53" presetID="3" presetClass="emph" presetSubtype="2" fill="hold" grpId="1" nodeType="withEffect">
                                  <p:stCondLst>
                                    <p:cond delay="0"/>
                                  </p:stCondLst>
                                  <p:childTnLst>
                                    <p:animClr clrSpc="rgb" dir="cw">
                                      <p:cBhvr override="childStyle">
                                        <p:cTn id="54" dur="2000" fill="hold"/>
                                        <p:tgtEl>
                                          <p:spTgt spid="182"/>
                                        </p:tgtEl>
                                        <p:attrNameLst>
                                          <p:attrName>style.color</p:attrName>
                                        </p:attrNameLst>
                                      </p:cBhvr>
                                      <p:to>
                                        <a:srgbClr val="FF0000"/>
                                      </p:to>
                                    </p:animClr>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P spid="97" grpId="0"/>
      <p:bldP spid="101" grpId="0"/>
      <p:bldP spid="101" grpId="1"/>
      <p:bldP spid="119" grpId="0"/>
      <p:bldP spid="120" grpId="0"/>
      <p:bldP spid="182" grpId="0"/>
      <p:bldP spid="182" grpId="1"/>
      <p:bldP spid="13"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04298-7A72-1089-80A9-9759878DE73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5EBAF4-1040-3217-F902-0CDEAE6324BF}"/>
              </a:ext>
            </a:extLst>
          </p:cNvPr>
          <p:cNvSpPr>
            <a:spLocks noGrp="1"/>
          </p:cNvSpPr>
          <p:nvPr>
            <p:ph type="title"/>
          </p:nvPr>
        </p:nvSpPr>
        <p:spPr/>
        <p:txBody>
          <a:bodyPr/>
          <a:lstStyle/>
          <a:p>
            <a:r>
              <a:rPr lang="zh-CN" altLang="en-US" dirty="0"/>
              <a:t>反向传播算法</a:t>
            </a:r>
            <a:r>
              <a:rPr lang="en-US" altLang="zh-CN" dirty="0"/>
              <a:t>—</a:t>
            </a:r>
            <a:r>
              <a:rPr lang="zh-CN" altLang="en-US" dirty="0"/>
              <a:t>后向</a:t>
            </a:r>
          </a:p>
        </p:txBody>
      </p:sp>
      <p:sp>
        <p:nvSpPr>
          <p:cNvPr id="7" name="椭圆 6">
            <a:extLst>
              <a:ext uri="{FF2B5EF4-FFF2-40B4-BE49-F238E27FC236}">
                <a16:creationId xmlns:a16="http://schemas.microsoft.com/office/drawing/2014/main" id="{1A4E5E98-25CA-47F0-1EA7-708DD7A88140}"/>
              </a:ext>
            </a:extLst>
          </p:cNvPr>
          <p:cNvSpPr/>
          <p:nvPr/>
        </p:nvSpPr>
        <p:spPr>
          <a:xfrm>
            <a:off x="3977465" y="1797659"/>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751EE189-709D-1A1A-8ECC-A7F4EB97DB9D}"/>
              </a:ext>
            </a:extLst>
          </p:cNvPr>
          <p:cNvSpPr/>
          <p:nvPr/>
        </p:nvSpPr>
        <p:spPr>
          <a:xfrm>
            <a:off x="3977465" y="2481166"/>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102370B6-13A9-AB74-29A8-45C2988A6ECC}"/>
              </a:ext>
            </a:extLst>
          </p:cNvPr>
          <p:cNvSpPr/>
          <p:nvPr/>
        </p:nvSpPr>
        <p:spPr>
          <a:xfrm>
            <a:off x="3977465" y="3157326"/>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AF0F6465-233A-E5BE-34B5-22304D46692F}"/>
              </a:ext>
            </a:extLst>
          </p:cNvPr>
          <p:cNvSpPr/>
          <p:nvPr/>
        </p:nvSpPr>
        <p:spPr>
          <a:xfrm>
            <a:off x="5504162" y="1797659"/>
            <a:ext cx="324000" cy="324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p>
        </p:txBody>
      </p:sp>
      <p:sp>
        <p:nvSpPr>
          <p:cNvPr id="11" name="椭圆 10">
            <a:extLst>
              <a:ext uri="{FF2B5EF4-FFF2-40B4-BE49-F238E27FC236}">
                <a16:creationId xmlns:a16="http://schemas.microsoft.com/office/drawing/2014/main" id="{CD1AB329-0404-B02C-0CB3-BB507FB1EBA4}"/>
              </a:ext>
            </a:extLst>
          </p:cNvPr>
          <p:cNvSpPr/>
          <p:nvPr/>
        </p:nvSpPr>
        <p:spPr>
          <a:xfrm>
            <a:off x="5504162" y="2481166"/>
            <a:ext cx="324000" cy="324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12" name="椭圆 11">
            <a:extLst>
              <a:ext uri="{FF2B5EF4-FFF2-40B4-BE49-F238E27FC236}">
                <a16:creationId xmlns:a16="http://schemas.microsoft.com/office/drawing/2014/main" id="{BCD6215A-E357-AD00-9C96-D96AF0E6B819}"/>
              </a:ext>
            </a:extLst>
          </p:cNvPr>
          <p:cNvSpPr/>
          <p:nvPr/>
        </p:nvSpPr>
        <p:spPr>
          <a:xfrm>
            <a:off x="5504162" y="3157326"/>
            <a:ext cx="324000" cy="324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cxnSp>
        <p:nvCxnSpPr>
          <p:cNvPr id="18" name="直接箭头连接符 17">
            <a:extLst>
              <a:ext uri="{FF2B5EF4-FFF2-40B4-BE49-F238E27FC236}">
                <a16:creationId xmlns:a16="http://schemas.microsoft.com/office/drawing/2014/main" id="{445C33EC-6B36-818E-C683-6FFC2F6AAFD9}"/>
              </a:ext>
            </a:extLst>
          </p:cNvPr>
          <p:cNvCxnSpPr>
            <a:endCxn id="7" idx="2"/>
          </p:cNvCxnSpPr>
          <p:nvPr/>
        </p:nvCxnSpPr>
        <p:spPr>
          <a:xfrm>
            <a:off x="3443479" y="1959659"/>
            <a:ext cx="5339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1F28FFE5-72EC-2357-65B4-8643C3DE4BFE}"/>
              </a:ext>
            </a:extLst>
          </p:cNvPr>
          <p:cNvCxnSpPr>
            <a:endCxn id="8" idx="2"/>
          </p:cNvCxnSpPr>
          <p:nvPr/>
        </p:nvCxnSpPr>
        <p:spPr>
          <a:xfrm>
            <a:off x="3443479" y="2643166"/>
            <a:ext cx="5339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684DC6D9-6737-7C59-35DC-604035823219}"/>
              </a:ext>
            </a:extLst>
          </p:cNvPr>
          <p:cNvCxnSpPr>
            <a:endCxn id="9" idx="2"/>
          </p:cNvCxnSpPr>
          <p:nvPr/>
        </p:nvCxnSpPr>
        <p:spPr>
          <a:xfrm>
            <a:off x="3443479" y="3319326"/>
            <a:ext cx="5339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A152026B-FE05-03E7-B0CA-0644BAB72DAC}"/>
              </a:ext>
            </a:extLst>
          </p:cNvPr>
          <p:cNvCxnSpPr>
            <a:cxnSpLocks/>
            <a:stCxn id="7" idx="6"/>
            <a:endCxn id="11" idx="2"/>
          </p:cNvCxnSpPr>
          <p:nvPr/>
        </p:nvCxnSpPr>
        <p:spPr>
          <a:xfrm>
            <a:off x="4301466" y="1959660"/>
            <a:ext cx="1202697"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1AF7C117-E965-80CA-0A80-80AED4B2CA9A}"/>
              </a:ext>
            </a:extLst>
          </p:cNvPr>
          <p:cNvCxnSpPr>
            <a:stCxn id="8" idx="6"/>
            <a:endCxn id="11" idx="2"/>
          </p:cNvCxnSpPr>
          <p:nvPr/>
        </p:nvCxnSpPr>
        <p:spPr>
          <a:xfrm>
            <a:off x="4301466" y="2643166"/>
            <a:ext cx="1202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4790FA40-B933-55F3-3B39-159D1B84AFFB}"/>
              </a:ext>
            </a:extLst>
          </p:cNvPr>
          <p:cNvCxnSpPr>
            <a:stCxn id="9" idx="6"/>
            <a:endCxn id="11" idx="2"/>
          </p:cNvCxnSpPr>
          <p:nvPr/>
        </p:nvCxnSpPr>
        <p:spPr>
          <a:xfrm flipV="1">
            <a:off x="4301466" y="2643166"/>
            <a:ext cx="1202697"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6AC5B9DC-8CED-866B-616B-5EC98D6FD9D1}"/>
              </a:ext>
            </a:extLst>
          </p:cNvPr>
          <p:cNvCxnSpPr>
            <a:stCxn id="7" idx="6"/>
            <a:endCxn id="10" idx="2"/>
          </p:cNvCxnSpPr>
          <p:nvPr/>
        </p:nvCxnSpPr>
        <p:spPr>
          <a:xfrm>
            <a:off x="4301466" y="1959659"/>
            <a:ext cx="1202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0C1433E3-C259-EDDF-E689-79795F1F2C32}"/>
              </a:ext>
            </a:extLst>
          </p:cNvPr>
          <p:cNvCxnSpPr>
            <a:stCxn id="8" idx="6"/>
            <a:endCxn id="10" idx="2"/>
          </p:cNvCxnSpPr>
          <p:nvPr/>
        </p:nvCxnSpPr>
        <p:spPr>
          <a:xfrm flipV="1">
            <a:off x="4301466" y="1959660"/>
            <a:ext cx="1202697"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C7C8814D-FBA0-CF86-4BD9-BCECCB784E8D}"/>
              </a:ext>
            </a:extLst>
          </p:cNvPr>
          <p:cNvCxnSpPr>
            <a:stCxn id="9" idx="6"/>
            <a:endCxn id="10" idx="2"/>
          </p:cNvCxnSpPr>
          <p:nvPr/>
        </p:nvCxnSpPr>
        <p:spPr>
          <a:xfrm flipV="1">
            <a:off x="4301466" y="1959660"/>
            <a:ext cx="1202697"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B7D61D92-4E09-7E31-FE64-5DF0DB96CC85}"/>
              </a:ext>
            </a:extLst>
          </p:cNvPr>
          <p:cNvCxnSpPr>
            <a:stCxn id="7" idx="6"/>
            <a:endCxn id="12" idx="2"/>
          </p:cNvCxnSpPr>
          <p:nvPr/>
        </p:nvCxnSpPr>
        <p:spPr>
          <a:xfrm>
            <a:off x="4301466" y="1959660"/>
            <a:ext cx="1202697"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A35E3CEA-41D7-DE5B-36E5-DD8ADDF10B00}"/>
              </a:ext>
            </a:extLst>
          </p:cNvPr>
          <p:cNvCxnSpPr>
            <a:stCxn id="8" idx="6"/>
            <a:endCxn id="12" idx="2"/>
          </p:cNvCxnSpPr>
          <p:nvPr/>
        </p:nvCxnSpPr>
        <p:spPr>
          <a:xfrm>
            <a:off x="4301466" y="2643166"/>
            <a:ext cx="1202697"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2FBEDC7D-6C0E-8E3B-9848-3EE9476D6735}"/>
              </a:ext>
            </a:extLst>
          </p:cNvPr>
          <p:cNvCxnSpPr>
            <a:stCxn id="9" idx="6"/>
            <a:endCxn id="12" idx="2"/>
          </p:cNvCxnSpPr>
          <p:nvPr/>
        </p:nvCxnSpPr>
        <p:spPr>
          <a:xfrm>
            <a:off x="4301466" y="3319326"/>
            <a:ext cx="1202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DD644E7B-A7E7-38C9-B54C-5C50A40DE401}"/>
              </a:ext>
            </a:extLst>
          </p:cNvPr>
          <p:cNvCxnSpPr>
            <a:stCxn id="10" idx="6"/>
            <a:endCxn id="138" idx="2"/>
          </p:cNvCxnSpPr>
          <p:nvPr/>
        </p:nvCxnSpPr>
        <p:spPr>
          <a:xfrm>
            <a:off x="5828163" y="1959659"/>
            <a:ext cx="1204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BE2C9011-4523-B870-4FC4-CCB605D0DBED}"/>
              </a:ext>
            </a:extLst>
          </p:cNvPr>
          <p:cNvCxnSpPr>
            <a:stCxn id="11" idx="6"/>
            <a:endCxn id="138" idx="2"/>
          </p:cNvCxnSpPr>
          <p:nvPr/>
        </p:nvCxnSpPr>
        <p:spPr>
          <a:xfrm flipV="1">
            <a:off x="5828163" y="1959660"/>
            <a:ext cx="1204619"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440EF1DC-439E-2DB2-8B9D-F1953872A2AA}"/>
              </a:ext>
            </a:extLst>
          </p:cNvPr>
          <p:cNvCxnSpPr>
            <a:stCxn id="12" idx="6"/>
            <a:endCxn id="138" idx="2"/>
          </p:cNvCxnSpPr>
          <p:nvPr/>
        </p:nvCxnSpPr>
        <p:spPr>
          <a:xfrm flipV="1">
            <a:off x="5828163" y="1959660"/>
            <a:ext cx="1204619"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3543F9E3-E06B-D4F3-9344-313D7B91B2DC}"/>
              </a:ext>
            </a:extLst>
          </p:cNvPr>
          <p:cNvCxnSpPr>
            <a:stCxn id="10" idx="6"/>
            <a:endCxn id="139" idx="2"/>
          </p:cNvCxnSpPr>
          <p:nvPr/>
        </p:nvCxnSpPr>
        <p:spPr>
          <a:xfrm>
            <a:off x="5828163" y="1959660"/>
            <a:ext cx="1204619"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97D22473-66DB-5220-2678-62AA9B65E5B7}"/>
              </a:ext>
            </a:extLst>
          </p:cNvPr>
          <p:cNvCxnSpPr>
            <a:stCxn id="11" idx="6"/>
            <a:endCxn id="139" idx="2"/>
          </p:cNvCxnSpPr>
          <p:nvPr/>
        </p:nvCxnSpPr>
        <p:spPr>
          <a:xfrm>
            <a:off x="5828163" y="2643166"/>
            <a:ext cx="1204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879182CC-F7BC-CB4D-C8BE-7E63F960497B}"/>
              </a:ext>
            </a:extLst>
          </p:cNvPr>
          <p:cNvCxnSpPr>
            <a:stCxn id="12" idx="6"/>
            <a:endCxn id="139" idx="2"/>
          </p:cNvCxnSpPr>
          <p:nvPr/>
        </p:nvCxnSpPr>
        <p:spPr>
          <a:xfrm flipV="1">
            <a:off x="5828163" y="2643166"/>
            <a:ext cx="1204619"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BFE87B34-A8A1-A48E-E403-563DC7776BCD}"/>
              </a:ext>
            </a:extLst>
          </p:cNvPr>
          <p:cNvCxnSpPr>
            <a:stCxn id="139" idx="6"/>
          </p:cNvCxnSpPr>
          <p:nvPr/>
        </p:nvCxnSpPr>
        <p:spPr>
          <a:xfrm>
            <a:off x="7356781" y="2643167"/>
            <a:ext cx="665216" cy="1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3187C851-26F5-836A-961A-E7F7B5F94A99}"/>
              </a:ext>
            </a:extLst>
          </p:cNvPr>
          <p:cNvCxnSpPr>
            <a:stCxn id="140" idx="6"/>
          </p:cNvCxnSpPr>
          <p:nvPr/>
        </p:nvCxnSpPr>
        <p:spPr>
          <a:xfrm flipV="1">
            <a:off x="7356781" y="3319226"/>
            <a:ext cx="665216" cy="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076889EF-5949-8533-F279-6776DDBBC3D2}"/>
                  </a:ext>
                </a:extLst>
              </p:cNvPr>
              <p:cNvSpPr txBox="1"/>
              <p:nvPr/>
            </p:nvSpPr>
            <p:spPr>
              <a:xfrm>
                <a:off x="3443478" y="1622474"/>
                <a:ext cx="53398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1</m:t>
                          </m:r>
                        </m:sub>
                      </m:sSub>
                    </m:oMath>
                  </m:oMathPara>
                </a14:m>
                <a:endParaRPr lang="zh-CN" altLang="en-US" sz="1600" dirty="0"/>
              </a:p>
            </p:txBody>
          </p:sp>
        </mc:Choice>
        <mc:Fallback xmlns="">
          <p:sp>
            <p:nvSpPr>
              <p:cNvPr id="86" name="文本框 85">
                <a:extLst>
                  <a:ext uri="{FF2B5EF4-FFF2-40B4-BE49-F238E27FC236}">
                    <a16:creationId xmlns:a16="http://schemas.microsoft.com/office/drawing/2014/main" id="{076889EF-5949-8533-F279-6776DDBBC3D2}"/>
                  </a:ext>
                </a:extLst>
              </p:cNvPr>
              <p:cNvSpPr txBox="1">
                <a:spLocks noRot="1" noChangeAspect="1" noMove="1" noResize="1" noEditPoints="1" noAdjustHandles="1" noChangeArrowheads="1" noChangeShapeType="1" noTextEdit="1"/>
              </p:cNvSpPr>
              <p:nvPr/>
            </p:nvSpPr>
            <p:spPr>
              <a:xfrm>
                <a:off x="3443478" y="1622474"/>
                <a:ext cx="533986" cy="33855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6EB8FE3F-D9FD-BBA8-5A32-B399B197F391}"/>
                  </a:ext>
                </a:extLst>
              </p:cNvPr>
              <p:cNvSpPr txBox="1"/>
              <p:nvPr/>
            </p:nvSpPr>
            <p:spPr>
              <a:xfrm>
                <a:off x="3443478" y="2309039"/>
                <a:ext cx="53398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𝑖</m:t>
                          </m:r>
                        </m:sub>
                      </m:sSub>
                    </m:oMath>
                  </m:oMathPara>
                </a14:m>
                <a:endParaRPr lang="zh-CN" altLang="en-US" sz="1600" dirty="0"/>
              </a:p>
            </p:txBody>
          </p:sp>
        </mc:Choice>
        <mc:Fallback xmlns="">
          <p:sp>
            <p:nvSpPr>
              <p:cNvPr id="87" name="文本框 86">
                <a:extLst>
                  <a:ext uri="{FF2B5EF4-FFF2-40B4-BE49-F238E27FC236}">
                    <a16:creationId xmlns:a16="http://schemas.microsoft.com/office/drawing/2014/main" id="{6EB8FE3F-D9FD-BBA8-5A32-B399B197F391}"/>
                  </a:ext>
                </a:extLst>
              </p:cNvPr>
              <p:cNvSpPr txBox="1">
                <a:spLocks noRot="1" noChangeAspect="1" noMove="1" noResize="1" noEditPoints="1" noAdjustHandles="1" noChangeArrowheads="1" noChangeShapeType="1" noTextEdit="1"/>
              </p:cNvSpPr>
              <p:nvPr/>
            </p:nvSpPr>
            <p:spPr>
              <a:xfrm>
                <a:off x="3443478" y="2309039"/>
                <a:ext cx="533986" cy="33855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C535F237-AA55-C906-43A2-E8FAC7B28E19}"/>
                  </a:ext>
                </a:extLst>
              </p:cNvPr>
              <p:cNvSpPr txBox="1"/>
              <p:nvPr/>
            </p:nvSpPr>
            <p:spPr>
              <a:xfrm>
                <a:off x="3424081" y="2995604"/>
                <a:ext cx="53398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𝑑</m:t>
                          </m:r>
                        </m:sub>
                      </m:sSub>
                    </m:oMath>
                  </m:oMathPara>
                </a14:m>
                <a:endParaRPr lang="zh-CN" altLang="en-US" sz="1600" dirty="0"/>
              </a:p>
            </p:txBody>
          </p:sp>
        </mc:Choice>
        <mc:Fallback xmlns="">
          <p:sp>
            <p:nvSpPr>
              <p:cNvPr id="88" name="文本框 87">
                <a:extLst>
                  <a:ext uri="{FF2B5EF4-FFF2-40B4-BE49-F238E27FC236}">
                    <a16:creationId xmlns:a16="http://schemas.microsoft.com/office/drawing/2014/main" id="{C535F237-AA55-C906-43A2-E8FAC7B28E19}"/>
                  </a:ext>
                </a:extLst>
              </p:cNvPr>
              <p:cNvSpPr txBox="1">
                <a:spLocks noRot="1" noChangeAspect="1" noMove="1" noResize="1" noEditPoints="1" noAdjustHandles="1" noChangeArrowheads="1" noChangeShapeType="1" noTextEdit="1"/>
              </p:cNvSpPr>
              <p:nvPr/>
            </p:nvSpPr>
            <p:spPr>
              <a:xfrm>
                <a:off x="3424081" y="2995604"/>
                <a:ext cx="533986" cy="33855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56115A46-C256-38B4-5983-8FAC1568B54B}"/>
                  </a:ext>
                </a:extLst>
              </p:cNvPr>
              <p:cNvSpPr txBox="1"/>
              <p:nvPr/>
            </p:nvSpPr>
            <p:spPr>
              <a:xfrm>
                <a:off x="3471043" y="2562221"/>
                <a:ext cx="461665" cy="593985"/>
              </a:xfrm>
              <a:prstGeom prst="rect">
                <a:avLst/>
              </a:prstGeom>
              <a:noFill/>
            </p:spPr>
            <p:txBody>
              <a:bodyPr vert="eaVert" wrap="squar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oMath>
                  </m:oMathPara>
                </a14:m>
                <a:endParaRPr lang="zh-CN" altLang="en-US" dirty="0"/>
              </a:p>
            </p:txBody>
          </p:sp>
        </mc:Choice>
        <mc:Fallback xmlns="">
          <p:sp>
            <p:nvSpPr>
              <p:cNvPr id="89" name="文本框 88">
                <a:extLst>
                  <a:ext uri="{FF2B5EF4-FFF2-40B4-BE49-F238E27FC236}">
                    <a16:creationId xmlns:a16="http://schemas.microsoft.com/office/drawing/2014/main" id="{56115A46-C256-38B4-5983-8FAC1568B54B}"/>
                  </a:ext>
                </a:extLst>
              </p:cNvPr>
              <p:cNvSpPr txBox="1">
                <a:spLocks noRot="1" noChangeAspect="1" noMove="1" noResize="1" noEditPoints="1" noAdjustHandles="1" noChangeArrowheads="1" noChangeShapeType="1" noTextEdit="1"/>
              </p:cNvSpPr>
              <p:nvPr/>
            </p:nvSpPr>
            <p:spPr>
              <a:xfrm>
                <a:off x="3471043" y="2562221"/>
                <a:ext cx="461665" cy="59398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2FB249FA-4912-FB07-1473-27F87B89FCC8}"/>
                  </a:ext>
                </a:extLst>
              </p:cNvPr>
              <p:cNvSpPr txBox="1"/>
              <p:nvPr/>
            </p:nvSpPr>
            <p:spPr>
              <a:xfrm>
                <a:off x="3471043" y="1902547"/>
                <a:ext cx="461665" cy="593985"/>
              </a:xfrm>
              <a:prstGeom prst="rect">
                <a:avLst/>
              </a:prstGeom>
              <a:noFill/>
            </p:spPr>
            <p:txBody>
              <a:bodyPr vert="eaVert" wrap="squar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oMath>
                  </m:oMathPara>
                </a14:m>
                <a:endParaRPr lang="zh-CN" altLang="en-US" dirty="0"/>
              </a:p>
            </p:txBody>
          </p:sp>
        </mc:Choice>
        <mc:Fallback xmlns="">
          <p:sp>
            <p:nvSpPr>
              <p:cNvPr id="93" name="文本框 92">
                <a:extLst>
                  <a:ext uri="{FF2B5EF4-FFF2-40B4-BE49-F238E27FC236}">
                    <a16:creationId xmlns:a16="http://schemas.microsoft.com/office/drawing/2014/main" id="{2FB249FA-4912-FB07-1473-27F87B89FCC8}"/>
                  </a:ext>
                </a:extLst>
              </p:cNvPr>
              <p:cNvSpPr txBox="1">
                <a:spLocks noRot="1" noChangeAspect="1" noMove="1" noResize="1" noEditPoints="1" noAdjustHandles="1" noChangeArrowheads="1" noChangeShapeType="1" noTextEdit="1"/>
              </p:cNvSpPr>
              <p:nvPr/>
            </p:nvSpPr>
            <p:spPr>
              <a:xfrm>
                <a:off x="3471043" y="1902547"/>
                <a:ext cx="461665" cy="59398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40E3994A-EA1B-B3BE-A70C-F1C32F6E6363}"/>
                  </a:ext>
                </a:extLst>
              </p:cNvPr>
              <p:cNvSpPr txBox="1"/>
              <p:nvPr/>
            </p:nvSpPr>
            <p:spPr>
              <a:xfrm>
                <a:off x="5749034" y="2926627"/>
                <a:ext cx="316523"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b="0" i="1">
                              <a:latin typeface="Cambria Math" panose="02040503050406030204" pitchFamily="18" charset="0"/>
                            </a:rPr>
                            <m:t>𝑎</m:t>
                          </m:r>
                        </m:e>
                        <m:sub>
                          <m:r>
                            <a:rPr lang="en-US" altLang="zh-CN" sz="1400" i="1">
                              <a:latin typeface="Cambria Math" panose="02040503050406030204" pitchFamily="18" charset="0"/>
                            </a:rPr>
                            <m:t>𝑞</m:t>
                          </m:r>
                        </m:sub>
                      </m:sSub>
                    </m:oMath>
                  </m:oMathPara>
                </a14:m>
                <a:endParaRPr lang="zh-CN" altLang="en-US" sz="1400" dirty="0"/>
              </a:p>
            </p:txBody>
          </p:sp>
        </mc:Choice>
        <mc:Fallback xmlns="">
          <p:sp>
            <p:nvSpPr>
              <p:cNvPr id="99" name="文本框 98">
                <a:extLst>
                  <a:ext uri="{FF2B5EF4-FFF2-40B4-BE49-F238E27FC236}">
                    <a16:creationId xmlns:a16="http://schemas.microsoft.com/office/drawing/2014/main" id="{40E3994A-EA1B-B3BE-A70C-F1C32F6E6363}"/>
                  </a:ext>
                </a:extLst>
              </p:cNvPr>
              <p:cNvSpPr txBox="1">
                <a:spLocks noRot="1" noChangeAspect="1" noMove="1" noResize="1" noEditPoints="1" noAdjustHandles="1" noChangeArrowheads="1" noChangeShapeType="1" noTextEdit="1"/>
              </p:cNvSpPr>
              <p:nvPr/>
            </p:nvSpPr>
            <p:spPr>
              <a:xfrm>
                <a:off x="5749034" y="2926627"/>
                <a:ext cx="316523" cy="32438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90A7D24E-C040-070B-CDBE-42FDA080D834}"/>
                  </a:ext>
                </a:extLst>
              </p:cNvPr>
              <p:cNvSpPr txBox="1"/>
              <p:nvPr/>
            </p:nvSpPr>
            <p:spPr>
              <a:xfrm>
                <a:off x="5761230" y="2279369"/>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b="0" i="1">
                              <a:latin typeface="Cambria Math" panose="02040503050406030204" pitchFamily="18" charset="0"/>
                            </a:rPr>
                            <m:t>𝑎</m:t>
                          </m:r>
                        </m:e>
                        <m:sub>
                          <m:r>
                            <a:rPr lang="en-US" altLang="zh-CN" sz="1400" i="1">
                              <a:latin typeface="Cambria Math" panose="02040503050406030204" pitchFamily="18" charset="0"/>
                            </a:rPr>
                            <m:t>h</m:t>
                          </m:r>
                        </m:sub>
                      </m:sSub>
                    </m:oMath>
                  </m:oMathPara>
                </a14:m>
                <a:endParaRPr lang="zh-CN" altLang="en-US" sz="1400" dirty="0"/>
              </a:p>
            </p:txBody>
          </p:sp>
        </mc:Choice>
        <mc:Fallback xmlns="">
          <p:sp>
            <p:nvSpPr>
              <p:cNvPr id="101" name="文本框 100">
                <a:extLst>
                  <a:ext uri="{FF2B5EF4-FFF2-40B4-BE49-F238E27FC236}">
                    <a16:creationId xmlns:a16="http://schemas.microsoft.com/office/drawing/2014/main" id="{90A7D24E-C040-070B-CDBE-42FDA080D834}"/>
                  </a:ext>
                </a:extLst>
              </p:cNvPr>
              <p:cNvSpPr txBox="1">
                <a:spLocks noRot="1" noChangeAspect="1" noMove="1" noResize="1" noEditPoints="1" noAdjustHandles="1" noChangeArrowheads="1" noChangeShapeType="1" noTextEdit="1"/>
              </p:cNvSpPr>
              <p:nvPr/>
            </p:nvSpPr>
            <p:spPr>
              <a:xfrm>
                <a:off x="5761230" y="2279369"/>
                <a:ext cx="316523" cy="30777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44715D68-3894-4296-AB5D-BD762384BF78}"/>
                  </a:ext>
                </a:extLst>
              </p:cNvPr>
              <p:cNvSpPr txBox="1"/>
              <p:nvPr/>
            </p:nvSpPr>
            <p:spPr>
              <a:xfrm>
                <a:off x="5761230" y="1626100"/>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b="0" i="1">
                              <a:latin typeface="Cambria Math" panose="02040503050406030204" pitchFamily="18" charset="0"/>
                            </a:rPr>
                            <m:t>𝑎</m:t>
                          </m:r>
                        </m:e>
                        <m:sub>
                          <m:r>
                            <a:rPr lang="en-US" altLang="zh-CN" sz="1400" i="1">
                              <a:latin typeface="Cambria Math" panose="02040503050406030204" pitchFamily="18" charset="0"/>
                            </a:rPr>
                            <m:t>1</m:t>
                          </m:r>
                        </m:sub>
                      </m:sSub>
                    </m:oMath>
                  </m:oMathPara>
                </a14:m>
                <a:endParaRPr lang="zh-CN" altLang="en-US" sz="1400" dirty="0"/>
              </a:p>
            </p:txBody>
          </p:sp>
        </mc:Choice>
        <mc:Fallback xmlns="">
          <p:sp>
            <p:nvSpPr>
              <p:cNvPr id="103" name="文本框 102">
                <a:extLst>
                  <a:ext uri="{FF2B5EF4-FFF2-40B4-BE49-F238E27FC236}">
                    <a16:creationId xmlns:a16="http://schemas.microsoft.com/office/drawing/2014/main" id="{44715D68-3894-4296-AB5D-BD762384BF78}"/>
                  </a:ext>
                </a:extLst>
              </p:cNvPr>
              <p:cNvSpPr txBox="1">
                <a:spLocks noRot="1" noChangeAspect="1" noMove="1" noResize="1" noEditPoints="1" noAdjustHandles="1" noChangeArrowheads="1" noChangeShapeType="1" noTextEdit="1"/>
              </p:cNvSpPr>
              <p:nvPr/>
            </p:nvSpPr>
            <p:spPr>
              <a:xfrm>
                <a:off x="5761230" y="1626100"/>
                <a:ext cx="316523" cy="30777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 name="矩形 103">
                <a:extLst>
                  <a:ext uri="{FF2B5EF4-FFF2-40B4-BE49-F238E27FC236}">
                    <a16:creationId xmlns:a16="http://schemas.microsoft.com/office/drawing/2014/main" id="{5F1506D5-3BAC-71CB-745F-128D3FE8484C}"/>
                  </a:ext>
                </a:extLst>
              </p:cNvPr>
              <p:cNvSpPr/>
              <p:nvPr/>
            </p:nvSpPr>
            <p:spPr>
              <a:xfrm>
                <a:off x="5519067" y="1797659"/>
                <a:ext cx="352597"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1</m:t>
                          </m:r>
                        </m:sub>
                      </m:sSub>
                    </m:oMath>
                  </m:oMathPara>
                </a14:m>
                <a:endParaRPr lang="zh-CN" altLang="en-US" sz="1200" dirty="0"/>
              </a:p>
            </p:txBody>
          </p:sp>
        </mc:Choice>
        <mc:Fallback xmlns="">
          <p:sp>
            <p:nvSpPr>
              <p:cNvPr id="104" name="矩形 103">
                <a:extLst>
                  <a:ext uri="{FF2B5EF4-FFF2-40B4-BE49-F238E27FC236}">
                    <a16:creationId xmlns:a16="http://schemas.microsoft.com/office/drawing/2014/main" id="{5F1506D5-3BAC-71CB-745F-128D3FE8484C}"/>
                  </a:ext>
                </a:extLst>
              </p:cNvPr>
              <p:cNvSpPr>
                <a:spLocks noRot="1" noChangeAspect="1" noMove="1" noResize="1" noEditPoints="1" noAdjustHandles="1" noChangeArrowheads="1" noChangeShapeType="1" noTextEdit="1"/>
              </p:cNvSpPr>
              <p:nvPr/>
            </p:nvSpPr>
            <p:spPr>
              <a:xfrm>
                <a:off x="5519067" y="1797659"/>
                <a:ext cx="352597" cy="276999"/>
              </a:xfrm>
              <a:prstGeom prst="rect">
                <a:avLst/>
              </a:prstGeom>
              <a:blipFill>
                <a:blip r:embed="rId9"/>
                <a:stretch>
                  <a:fillRect b="-13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矩形 104">
                <a:extLst>
                  <a:ext uri="{FF2B5EF4-FFF2-40B4-BE49-F238E27FC236}">
                    <a16:creationId xmlns:a16="http://schemas.microsoft.com/office/drawing/2014/main" id="{E28B2498-CFB5-88A5-DC9F-BBFAFFEC9FFA}"/>
                  </a:ext>
                </a:extLst>
              </p:cNvPr>
              <p:cNvSpPr/>
              <p:nvPr/>
            </p:nvSpPr>
            <p:spPr>
              <a:xfrm>
                <a:off x="5519067" y="2486386"/>
                <a:ext cx="352597"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1</m:t>
                          </m:r>
                        </m:sub>
                      </m:sSub>
                    </m:oMath>
                  </m:oMathPara>
                </a14:m>
                <a:endParaRPr lang="zh-CN" altLang="en-US" sz="1200" dirty="0"/>
              </a:p>
            </p:txBody>
          </p:sp>
        </mc:Choice>
        <mc:Fallback xmlns="">
          <p:sp>
            <p:nvSpPr>
              <p:cNvPr id="105" name="矩形 104">
                <a:extLst>
                  <a:ext uri="{FF2B5EF4-FFF2-40B4-BE49-F238E27FC236}">
                    <a16:creationId xmlns:a16="http://schemas.microsoft.com/office/drawing/2014/main" id="{E28B2498-CFB5-88A5-DC9F-BBFAFFEC9FFA}"/>
                  </a:ext>
                </a:extLst>
              </p:cNvPr>
              <p:cNvSpPr>
                <a:spLocks noRot="1" noChangeAspect="1" noMove="1" noResize="1" noEditPoints="1" noAdjustHandles="1" noChangeArrowheads="1" noChangeShapeType="1" noTextEdit="1"/>
              </p:cNvSpPr>
              <p:nvPr/>
            </p:nvSpPr>
            <p:spPr>
              <a:xfrm>
                <a:off x="5519067" y="2486386"/>
                <a:ext cx="352597" cy="276999"/>
              </a:xfrm>
              <a:prstGeom prst="rect">
                <a:avLst/>
              </a:prstGeom>
              <a:blipFill>
                <a:blip r:embed="rId9"/>
                <a:stretch>
                  <a:fillRect b="-13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矩形 105">
                <a:extLst>
                  <a:ext uri="{FF2B5EF4-FFF2-40B4-BE49-F238E27FC236}">
                    <a16:creationId xmlns:a16="http://schemas.microsoft.com/office/drawing/2014/main" id="{4202EAD4-869A-3820-7008-186033B344B9}"/>
                  </a:ext>
                </a:extLst>
              </p:cNvPr>
              <p:cNvSpPr/>
              <p:nvPr/>
            </p:nvSpPr>
            <p:spPr>
              <a:xfrm>
                <a:off x="5519067" y="3174575"/>
                <a:ext cx="352597"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1</m:t>
                          </m:r>
                        </m:sub>
                      </m:sSub>
                    </m:oMath>
                  </m:oMathPara>
                </a14:m>
                <a:endParaRPr lang="zh-CN" altLang="en-US" sz="1200" dirty="0"/>
              </a:p>
            </p:txBody>
          </p:sp>
        </mc:Choice>
        <mc:Fallback xmlns="">
          <p:sp>
            <p:nvSpPr>
              <p:cNvPr id="106" name="矩形 105">
                <a:extLst>
                  <a:ext uri="{FF2B5EF4-FFF2-40B4-BE49-F238E27FC236}">
                    <a16:creationId xmlns:a16="http://schemas.microsoft.com/office/drawing/2014/main" id="{4202EAD4-869A-3820-7008-186033B344B9}"/>
                  </a:ext>
                </a:extLst>
              </p:cNvPr>
              <p:cNvSpPr>
                <a:spLocks noRot="1" noChangeAspect="1" noMove="1" noResize="1" noEditPoints="1" noAdjustHandles="1" noChangeArrowheads="1" noChangeShapeType="1" noTextEdit="1"/>
              </p:cNvSpPr>
              <p:nvPr/>
            </p:nvSpPr>
            <p:spPr>
              <a:xfrm>
                <a:off x="5519067" y="3174575"/>
                <a:ext cx="352597" cy="276999"/>
              </a:xfrm>
              <a:prstGeom prst="rect">
                <a:avLst/>
              </a:prstGeom>
              <a:blipFill>
                <a:blip r:embed="rId10"/>
                <a:stretch>
                  <a:fillRect b="-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1B621598-3A1E-3AF4-5C04-B95EA71CE667}"/>
                  </a:ext>
                </a:extLst>
              </p:cNvPr>
              <p:cNvSpPr txBox="1"/>
              <p:nvPr/>
            </p:nvSpPr>
            <p:spPr>
              <a:xfrm>
                <a:off x="6706275" y="1612459"/>
                <a:ext cx="316523" cy="361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i="1">
                              <a:latin typeface="Cambria Math" panose="02040503050406030204" pitchFamily="18" charset="0"/>
                            </a:rPr>
                            <m:t>1</m:t>
                          </m:r>
                        </m:sub>
                        <m:sup>
                          <m:r>
                            <a:rPr lang="en-US" altLang="zh-CN" sz="1400" b="0" i="1">
                              <a:latin typeface="Cambria Math" panose="02040503050406030204" pitchFamily="18" charset="0"/>
                            </a:rPr>
                            <m:t>(2)</m:t>
                          </m:r>
                        </m:sup>
                      </m:sSubSup>
                    </m:oMath>
                  </m:oMathPara>
                </a14:m>
                <a:endParaRPr lang="zh-CN" altLang="en-US" sz="1400" dirty="0"/>
              </a:p>
            </p:txBody>
          </p:sp>
        </mc:Choice>
        <mc:Fallback xmlns="">
          <p:sp>
            <p:nvSpPr>
              <p:cNvPr id="107" name="文本框 106">
                <a:extLst>
                  <a:ext uri="{FF2B5EF4-FFF2-40B4-BE49-F238E27FC236}">
                    <a16:creationId xmlns:a16="http://schemas.microsoft.com/office/drawing/2014/main" id="{1B621598-3A1E-3AF4-5C04-B95EA71CE667}"/>
                  </a:ext>
                </a:extLst>
              </p:cNvPr>
              <p:cNvSpPr txBox="1">
                <a:spLocks noRot="1" noChangeAspect="1" noMove="1" noResize="1" noEditPoints="1" noAdjustHandles="1" noChangeArrowheads="1" noChangeShapeType="1" noTextEdit="1"/>
              </p:cNvSpPr>
              <p:nvPr/>
            </p:nvSpPr>
            <p:spPr>
              <a:xfrm>
                <a:off x="6706275" y="1612459"/>
                <a:ext cx="316523" cy="361317"/>
              </a:xfrm>
              <a:prstGeom prst="rect">
                <a:avLst/>
              </a:prstGeom>
              <a:blipFill>
                <a:blip r:embed="rId11"/>
                <a:stretch>
                  <a:fillRect r="-4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2503B612-552B-F49B-B83F-B21DE2EF48AF}"/>
                  </a:ext>
                </a:extLst>
              </p:cNvPr>
              <p:cNvSpPr txBox="1"/>
              <p:nvPr/>
            </p:nvSpPr>
            <p:spPr>
              <a:xfrm>
                <a:off x="7294008" y="1651213"/>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1</m:t>
                          </m:r>
                        </m:sub>
                      </m:sSub>
                    </m:oMath>
                  </m:oMathPara>
                </a14:m>
                <a:endParaRPr lang="zh-CN" altLang="en-US" sz="1400" dirty="0"/>
              </a:p>
            </p:txBody>
          </p:sp>
        </mc:Choice>
        <mc:Fallback xmlns="">
          <p:sp>
            <p:nvSpPr>
              <p:cNvPr id="108" name="文本框 107">
                <a:extLst>
                  <a:ext uri="{FF2B5EF4-FFF2-40B4-BE49-F238E27FC236}">
                    <a16:creationId xmlns:a16="http://schemas.microsoft.com/office/drawing/2014/main" id="{2503B612-552B-F49B-B83F-B21DE2EF48AF}"/>
                  </a:ext>
                </a:extLst>
              </p:cNvPr>
              <p:cNvSpPr txBox="1">
                <a:spLocks noRot="1" noChangeAspect="1" noMove="1" noResize="1" noEditPoints="1" noAdjustHandles="1" noChangeArrowheads="1" noChangeShapeType="1" noTextEdit="1"/>
              </p:cNvSpPr>
              <p:nvPr/>
            </p:nvSpPr>
            <p:spPr>
              <a:xfrm>
                <a:off x="7294008" y="1651213"/>
                <a:ext cx="316523" cy="307777"/>
              </a:xfrm>
              <a:prstGeom prst="rect">
                <a:avLst/>
              </a:prstGeom>
              <a:blipFill>
                <a:blip r:embed="rId12"/>
                <a:stretch>
                  <a:fillRect b="-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文本框 109">
                <a:extLst>
                  <a:ext uri="{FF2B5EF4-FFF2-40B4-BE49-F238E27FC236}">
                    <a16:creationId xmlns:a16="http://schemas.microsoft.com/office/drawing/2014/main" id="{56829CEC-936B-98EC-04BE-73AC97F589AB}"/>
                  </a:ext>
                </a:extLst>
              </p:cNvPr>
              <p:cNvSpPr txBox="1"/>
              <p:nvPr/>
            </p:nvSpPr>
            <p:spPr>
              <a:xfrm>
                <a:off x="7294008" y="3010381"/>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𝑙</m:t>
                          </m:r>
                        </m:sub>
                      </m:sSub>
                    </m:oMath>
                  </m:oMathPara>
                </a14:m>
                <a:endParaRPr lang="zh-CN" altLang="en-US" sz="1400" dirty="0"/>
              </a:p>
            </p:txBody>
          </p:sp>
        </mc:Choice>
        <mc:Fallback xmlns="">
          <p:sp>
            <p:nvSpPr>
              <p:cNvPr id="110" name="文本框 109">
                <a:extLst>
                  <a:ext uri="{FF2B5EF4-FFF2-40B4-BE49-F238E27FC236}">
                    <a16:creationId xmlns:a16="http://schemas.microsoft.com/office/drawing/2014/main" id="{56829CEC-936B-98EC-04BE-73AC97F589AB}"/>
                  </a:ext>
                </a:extLst>
              </p:cNvPr>
              <p:cNvSpPr txBox="1">
                <a:spLocks noRot="1" noChangeAspect="1" noMove="1" noResize="1" noEditPoints="1" noAdjustHandles="1" noChangeArrowheads="1" noChangeShapeType="1" noTextEdit="1"/>
              </p:cNvSpPr>
              <p:nvPr/>
            </p:nvSpPr>
            <p:spPr>
              <a:xfrm>
                <a:off x="7294008" y="3010381"/>
                <a:ext cx="316523" cy="307777"/>
              </a:xfrm>
              <a:prstGeom prst="rect">
                <a:avLst/>
              </a:prstGeom>
              <a:blipFill>
                <a:blip r:embed="rId13"/>
                <a:stretch>
                  <a:fillRect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2A3C528F-39E8-8E88-6300-E1535835BA1F}"/>
                  </a:ext>
                </a:extLst>
              </p:cNvPr>
              <p:cNvSpPr txBox="1"/>
              <p:nvPr/>
            </p:nvSpPr>
            <p:spPr>
              <a:xfrm>
                <a:off x="8559910" y="1779987"/>
                <a:ext cx="6239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𝑑</m:t>
                          </m:r>
                        </m:e>
                        <m:sub>
                          <m:r>
                            <a:rPr lang="en-US" altLang="zh-CN" sz="1600" i="1">
                              <a:latin typeface="Cambria Math" panose="02040503050406030204" pitchFamily="18" charset="0"/>
                            </a:rPr>
                            <m:t>1</m:t>
                          </m:r>
                        </m:sub>
                      </m:sSub>
                    </m:oMath>
                  </m:oMathPara>
                </a14:m>
                <a:endParaRPr lang="zh-CN" altLang="en-US" sz="1600" dirty="0"/>
              </a:p>
            </p:txBody>
          </p:sp>
        </mc:Choice>
        <mc:Fallback xmlns="">
          <p:sp>
            <p:nvSpPr>
              <p:cNvPr id="111" name="文本框 110">
                <a:extLst>
                  <a:ext uri="{FF2B5EF4-FFF2-40B4-BE49-F238E27FC236}">
                    <a16:creationId xmlns:a16="http://schemas.microsoft.com/office/drawing/2014/main" id="{2A3C528F-39E8-8E88-6300-E1535835BA1F}"/>
                  </a:ext>
                </a:extLst>
              </p:cNvPr>
              <p:cNvSpPr txBox="1">
                <a:spLocks noRot="1" noChangeAspect="1" noMove="1" noResize="1" noEditPoints="1" noAdjustHandles="1" noChangeArrowheads="1" noChangeShapeType="1" noTextEdit="1"/>
              </p:cNvSpPr>
              <p:nvPr/>
            </p:nvSpPr>
            <p:spPr>
              <a:xfrm>
                <a:off x="8559910" y="1779987"/>
                <a:ext cx="623957" cy="338554"/>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文本框 111">
                <a:extLst>
                  <a:ext uri="{FF2B5EF4-FFF2-40B4-BE49-F238E27FC236}">
                    <a16:creationId xmlns:a16="http://schemas.microsoft.com/office/drawing/2014/main" id="{BEA7DB6E-E0C6-5AC4-502C-38AD0C3E1C11}"/>
                  </a:ext>
                </a:extLst>
              </p:cNvPr>
              <p:cNvSpPr txBox="1"/>
              <p:nvPr/>
            </p:nvSpPr>
            <p:spPr>
              <a:xfrm>
                <a:off x="8559910" y="3133301"/>
                <a:ext cx="6239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𝑑</m:t>
                          </m:r>
                        </m:e>
                        <m:sub>
                          <m:r>
                            <a:rPr lang="en-US" altLang="zh-CN" sz="1600" i="1">
                              <a:latin typeface="Cambria Math" panose="02040503050406030204" pitchFamily="18" charset="0"/>
                            </a:rPr>
                            <m:t>𝑙</m:t>
                          </m:r>
                        </m:sub>
                      </m:sSub>
                    </m:oMath>
                  </m:oMathPara>
                </a14:m>
                <a:endParaRPr lang="zh-CN" altLang="en-US" sz="1600" dirty="0"/>
              </a:p>
            </p:txBody>
          </p:sp>
        </mc:Choice>
        <mc:Fallback xmlns="">
          <p:sp>
            <p:nvSpPr>
              <p:cNvPr id="112" name="文本框 111">
                <a:extLst>
                  <a:ext uri="{FF2B5EF4-FFF2-40B4-BE49-F238E27FC236}">
                    <a16:creationId xmlns:a16="http://schemas.microsoft.com/office/drawing/2014/main" id="{BEA7DB6E-E0C6-5AC4-502C-38AD0C3E1C11}"/>
                  </a:ext>
                </a:extLst>
              </p:cNvPr>
              <p:cNvSpPr txBox="1">
                <a:spLocks noRot="1" noChangeAspect="1" noMove="1" noResize="1" noEditPoints="1" noAdjustHandles="1" noChangeArrowheads="1" noChangeShapeType="1" noTextEdit="1"/>
              </p:cNvSpPr>
              <p:nvPr/>
            </p:nvSpPr>
            <p:spPr>
              <a:xfrm>
                <a:off x="8559910" y="3133301"/>
                <a:ext cx="623957" cy="338554"/>
              </a:xfrm>
              <a:prstGeom prst="rect">
                <a:avLst/>
              </a:prstGeom>
              <a:blipFill>
                <a:blip r:embed="rId15"/>
                <a:stretch>
                  <a:fillRect/>
                </a:stretch>
              </a:blipFill>
            </p:spPr>
            <p:txBody>
              <a:bodyPr/>
              <a:lstStyle/>
              <a:p>
                <a:r>
                  <a:rPr lang="zh-CN" altLang="en-US">
                    <a:noFill/>
                  </a:rPr>
                  <a:t> </a:t>
                </a:r>
              </a:p>
            </p:txBody>
          </p:sp>
        </mc:Fallback>
      </mc:AlternateContent>
      <p:sp>
        <p:nvSpPr>
          <p:cNvPr id="138" name="椭圆 137">
            <a:extLst>
              <a:ext uri="{FF2B5EF4-FFF2-40B4-BE49-F238E27FC236}">
                <a16:creationId xmlns:a16="http://schemas.microsoft.com/office/drawing/2014/main" id="{A9049B59-56C7-D2F7-F341-61F8C0AD53AC}"/>
              </a:ext>
            </a:extLst>
          </p:cNvPr>
          <p:cNvSpPr/>
          <p:nvPr/>
        </p:nvSpPr>
        <p:spPr>
          <a:xfrm>
            <a:off x="7032781" y="1797659"/>
            <a:ext cx="324000" cy="324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400" dirty="0"/>
          </a:p>
        </p:txBody>
      </p:sp>
      <p:sp>
        <p:nvSpPr>
          <p:cNvPr id="139" name="椭圆 138">
            <a:extLst>
              <a:ext uri="{FF2B5EF4-FFF2-40B4-BE49-F238E27FC236}">
                <a16:creationId xmlns:a16="http://schemas.microsoft.com/office/drawing/2014/main" id="{00165EB0-5A5E-7A5A-D9A0-F8C58229B333}"/>
              </a:ext>
            </a:extLst>
          </p:cNvPr>
          <p:cNvSpPr/>
          <p:nvPr/>
        </p:nvSpPr>
        <p:spPr>
          <a:xfrm>
            <a:off x="7032781" y="2481166"/>
            <a:ext cx="324000" cy="324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B317BC03-CC9A-CC95-86CD-8F9DCDAAD1F5}"/>
              </a:ext>
            </a:extLst>
          </p:cNvPr>
          <p:cNvSpPr/>
          <p:nvPr/>
        </p:nvSpPr>
        <p:spPr>
          <a:xfrm>
            <a:off x="7032781" y="3157326"/>
            <a:ext cx="324000" cy="324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cxnSp>
        <p:nvCxnSpPr>
          <p:cNvPr id="157" name="直接箭头连接符 156">
            <a:extLst>
              <a:ext uri="{FF2B5EF4-FFF2-40B4-BE49-F238E27FC236}">
                <a16:creationId xmlns:a16="http://schemas.microsoft.com/office/drawing/2014/main" id="{1DFDC2DF-0010-14D0-F43E-A5D214CBA882}"/>
              </a:ext>
            </a:extLst>
          </p:cNvPr>
          <p:cNvCxnSpPr>
            <a:stCxn id="11" idx="6"/>
            <a:endCxn id="140" idx="2"/>
          </p:cNvCxnSpPr>
          <p:nvPr/>
        </p:nvCxnSpPr>
        <p:spPr>
          <a:xfrm>
            <a:off x="5828163" y="2643166"/>
            <a:ext cx="1204619"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17019F4A-A735-5249-269E-C2F51DECADC1}"/>
              </a:ext>
            </a:extLst>
          </p:cNvPr>
          <p:cNvCxnSpPr>
            <a:stCxn id="12" idx="6"/>
            <a:endCxn id="140" idx="2"/>
          </p:cNvCxnSpPr>
          <p:nvPr/>
        </p:nvCxnSpPr>
        <p:spPr>
          <a:xfrm>
            <a:off x="5828163" y="3319326"/>
            <a:ext cx="1204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2" name="直接箭头连接符 171">
            <a:extLst>
              <a:ext uri="{FF2B5EF4-FFF2-40B4-BE49-F238E27FC236}">
                <a16:creationId xmlns:a16="http://schemas.microsoft.com/office/drawing/2014/main" id="{1AC84653-FBE6-473B-5F13-836FA4BF09E5}"/>
              </a:ext>
            </a:extLst>
          </p:cNvPr>
          <p:cNvCxnSpPr>
            <a:stCxn id="10" idx="6"/>
            <a:endCxn id="140" idx="2"/>
          </p:cNvCxnSpPr>
          <p:nvPr/>
        </p:nvCxnSpPr>
        <p:spPr>
          <a:xfrm>
            <a:off x="5828163" y="1959660"/>
            <a:ext cx="1204619"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5" name="矩形 174">
                <a:extLst>
                  <a:ext uri="{FF2B5EF4-FFF2-40B4-BE49-F238E27FC236}">
                    <a16:creationId xmlns:a16="http://schemas.microsoft.com/office/drawing/2014/main" id="{33B0C910-A2F4-ED06-E3F3-CD22B98A9A47}"/>
                  </a:ext>
                </a:extLst>
              </p:cNvPr>
              <p:cNvSpPr/>
              <p:nvPr/>
            </p:nvSpPr>
            <p:spPr>
              <a:xfrm>
                <a:off x="7044401" y="1796185"/>
                <a:ext cx="356188"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2</m:t>
                          </m:r>
                        </m:sub>
                      </m:sSub>
                    </m:oMath>
                  </m:oMathPara>
                </a14:m>
                <a:endParaRPr lang="zh-CN" altLang="en-US" sz="1200" dirty="0"/>
              </a:p>
            </p:txBody>
          </p:sp>
        </mc:Choice>
        <mc:Fallback xmlns="">
          <p:sp>
            <p:nvSpPr>
              <p:cNvPr id="175" name="矩形 174">
                <a:extLst>
                  <a:ext uri="{FF2B5EF4-FFF2-40B4-BE49-F238E27FC236}">
                    <a16:creationId xmlns:a16="http://schemas.microsoft.com/office/drawing/2014/main" id="{33B0C910-A2F4-ED06-E3F3-CD22B98A9A47}"/>
                  </a:ext>
                </a:extLst>
              </p:cNvPr>
              <p:cNvSpPr>
                <a:spLocks noRot="1" noChangeAspect="1" noMove="1" noResize="1" noEditPoints="1" noAdjustHandles="1" noChangeArrowheads="1" noChangeShapeType="1" noTextEdit="1"/>
              </p:cNvSpPr>
              <p:nvPr/>
            </p:nvSpPr>
            <p:spPr>
              <a:xfrm>
                <a:off x="7044401" y="1796185"/>
                <a:ext cx="356188" cy="276999"/>
              </a:xfrm>
              <a:prstGeom prst="rect">
                <a:avLst/>
              </a:prstGeom>
              <a:blipFill>
                <a:blip r:embed="rId16"/>
                <a:stretch>
                  <a:fillRect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矩形 175">
                <a:extLst>
                  <a:ext uri="{FF2B5EF4-FFF2-40B4-BE49-F238E27FC236}">
                    <a16:creationId xmlns:a16="http://schemas.microsoft.com/office/drawing/2014/main" id="{3EABF997-CD67-09FF-F61F-112488FD0D7E}"/>
                  </a:ext>
                </a:extLst>
              </p:cNvPr>
              <p:cNvSpPr/>
              <p:nvPr/>
            </p:nvSpPr>
            <p:spPr>
              <a:xfrm>
                <a:off x="7044400" y="2484912"/>
                <a:ext cx="356188"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2</m:t>
                          </m:r>
                        </m:sub>
                      </m:sSub>
                    </m:oMath>
                  </m:oMathPara>
                </a14:m>
                <a:endParaRPr lang="zh-CN" altLang="en-US" sz="1200" dirty="0"/>
              </a:p>
            </p:txBody>
          </p:sp>
        </mc:Choice>
        <mc:Fallback xmlns="">
          <p:sp>
            <p:nvSpPr>
              <p:cNvPr id="176" name="矩形 175">
                <a:extLst>
                  <a:ext uri="{FF2B5EF4-FFF2-40B4-BE49-F238E27FC236}">
                    <a16:creationId xmlns:a16="http://schemas.microsoft.com/office/drawing/2014/main" id="{3EABF997-CD67-09FF-F61F-112488FD0D7E}"/>
                  </a:ext>
                </a:extLst>
              </p:cNvPr>
              <p:cNvSpPr>
                <a:spLocks noRot="1" noChangeAspect="1" noMove="1" noResize="1" noEditPoints="1" noAdjustHandles="1" noChangeArrowheads="1" noChangeShapeType="1" noTextEdit="1"/>
              </p:cNvSpPr>
              <p:nvPr/>
            </p:nvSpPr>
            <p:spPr>
              <a:xfrm>
                <a:off x="7044400" y="2484912"/>
                <a:ext cx="356188" cy="276999"/>
              </a:xfrm>
              <a:prstGeom prst="rect">
                <a:avLst/>
              </a:prstGeom>
              <a:blipFill>
                <a:blip r:embed="rId17"/>
                <a:stretch>
                  <a:fillRect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7" name="矩形 176">
                <a:extLst>
                  <a:ext uri="{FF2B5EF4-FFF2-40B4-BE49-F238E27FC236}">
                    <a16:creationId xmlns:a16="http://schemas.microsoft.com/office/drawing/2014/main" id="{DA3D8E0B-EC2E-D566-0244-693ABC9FF803}"/>
                  </a:ext>
                </a:extLst>
              </p:cNvPr>
              <p:cNvSpPr/>
              <p:nvPr/>
            </p:nvSpPr>
            <p:spPr>
              <a:xfrm>
                <a:off x="7044400" y="3173101"/>
                <a:ext cx="356188"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2</m:t>
                          </m:r>
                        </m:sub>
                      </m:sSub>
                    </m:oMath>
                  </m:oMathPara>
                </a14:m>
                <a:endParaRPr lang="zh-CN" altLang="en-US" sz="1200" dirty="0"/>
              </a:p>
            </p:txBody>
          </p:sp>
        </mc:Choice>
        <mc:Fallback xmlns="">
          <p:sp>
            <p:nvSpPr>
              <p:cNvPr id="177" name="矩形 176">
                <a:extLst>
                  <a:ext uri="{FF2B5EF4-FFF2-40B4-BE49-F238E27FC236}">
                    <a16:creationId xmlns:a16="http://schemas.microsoft.com/office/drawing/2014/main" id="{DA3D8E0B-EC2E-D566-0244-693ABC9FF803}"/>
                  </a:ext>
                </a:extLst>
              </p:cNvPr>
              <p:cNvSpPr>
                <a:spLocks noRot="1" noChangeAspect="1" noMove="1" noResize="1" noEditPoints="1" noAdjustHandles="1" noChangeArrowheads="1" noChangeShapeType="1" noTextEdit="1"/>
              </p:cNvSpPr>
              <p:nvPr/>
            </p:nvSpPr>
            <p:spPr>
              <a:xfrm>
                <a:off x="7044400" y="3173101"/>
                <a:ext cx="356188" cy="276999"/>
              </a:xfrm>
              <a:prstGeom prst="rect">
                <a:avLst/>
              </a:prstGeom>
              <a:blipFill>
                <a:blip r:embed="rId18"/>
                <a:stretch>
                  <a:fillRect b="-13636"/>
                </a:stretch>
              </a:blipFill>
            </p:spPr>
            <p:txBody>
              <a:bodyPr/>
              <a:lstStyle/>
              <a:p>
                <a:r>
                  <a:rPr lang="zh-CN" altLang="en-US">
                    <a:noFill/>
                  </a:rPr>
                  <a:t> </a:t>
                </a:r>
              </a:p>
            </p:txBody>
          </p:sp>
        </mc:Fallback>
      </mc:AlternateContent>
      <p:cxnSp>
        <p:nvCxnSpPr>
          <p:cNvPr id="178" name="直接箭头连接符 177">
            <a:extLst>
              <a:ext uri="{FF2B5EF4-FFF2-40B4-BE49-F238E27FC236}">
                <a16:creationId xmlns:a16="http://schemas.microsoft.com/office/drawing/2014/main" id="{12FA185B-8C4C-CCE0-1689-5993E8A31416}"/>
              </a:ext>
            </a:extLst>
          </p:cNvPr>
          <p:cNvCxnSpPr>
            <a:stCxn id="138" idx="6"/>
          </p:cNvCxnSpPr>
          <p:nvPr/>
        </p:nvCxnSpPr>
        <p:spPr>
          <a:xfrm>
            <a:off x="7356781" y="1959660"/>
            <a:ext cx="665216" cy="3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2" name="文本框 181">
                <a:extLst>
                  <a:ext uri="{FF2B5EF4-FFF2-40B4-BE49-F238E27FC236}">
                    <a16:creationId xmlns:a16="http://schemas.microsoft.com/office/drawing/2014/main" id="{068E5DF7-B247-C39E-CDB4-8C878EEA2241}"/>
                  </a:ext>
                </a:extLst>
              </p:cNvPr>
              <p:cNvSpPr txBox="1"/>
              <p:nvPr/>
            </p:nvSpPr>
            <p:spPr>
              <a:xfrm>
                <a:off x="7294008" y="2318814"/>
                <a:ext cx="316523" cy="3250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smtClean="0">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𝑦</m:t>
                          </m:r>
                        </m:e>
                        <m:sub>
                          <m:r>
                            <a:rPr lang="en-US" altLang="zh-CN" sz="1400" i="1">
                              <a:solidFill>
                                <a:srgbClr val="FF0000"/>
                              </a:solidFill>
                              <a:latin typeface="Cambria Math" panose="02040503050406030204" pitchFamily="18" charset="0"/>
                            </a:rPr>
                            <m:t>𝑗</m:t>
                          </m:r>
                        </m:sub>
                      </m:sSub>
                    </m:oMath>
                  </m:oMathPara>
                </a14:m>
                <a:endParaRPr lang="zh-CN" altLang="en-US" sz="1400" dirty="0">
                  <a:solidFill>
                    <a:srgbClr val="FF0000"/>
                  </a:solidFill>
                </a:endParaRPr>
              </a:p>
            </p:txBody>
          </p:sp>
        </mc:Choice>
        <mc:Fallback xmlns="">
          <p:sp>
            <p:nvSpPr>
              <p:cNvPr id="182" name="文本框 181">
                <a:extLst>
                  <a:ext uri="{FF2B5EF4-FFF2-40B4-BE49-F238E27FC236}">
                    <a16:creationId xmlns:a16="http://schemas.microsoft.com/office/drawing/2014/main" id="{068E5DF7-B247-C39E-CDB4-8C878EEA2241}"/>
                  </a:ext>
                </a:extLst>
              </p:cNvPr>
              <p:cNvSpPr txBox="1">
                <a:spLocks noRot="1" noChangeAspect="1" noMove="1" noResize="1" noEditPoints="1" noAdjustHandles="1" noChangeArrowheads="1" noChangeShapeType="1" noTextEdit="1"/>
              </p:cNvSpPr>
              <p:nvPr/>
            </p:nvSpPr>
            <p:spPr>
              <a:xfrm>
                <a:off x="7294008" y="2318814"/>
                <a:ext cx="316523" cy="325089"/>
              </a:xfrm>
              <a:prstGeom prst="rect">
                <a:avLst/>
              </a:prstGeom>
              <a:blipFill>
                <a:blip r:embed="rId19"/>
                <a:stretch>
                  <a:fillRect b="-1852"/>
                </a:stretch>
              </a:blipFill>
            </p:spPr>
            <p:txBody>
              <a:bodyPr/>
              <a:lstStyle/>
              <a:p>
                <a:r>
                  <a:rPr lang="zh-CN" altLang="en-US">
                    <a:noFill/>
                  </a:rPr>
                  <a:t> </a:t>
                </a:r>
              </a:p>
            </p:txBody>
          </p:sp>
        </mc:Fallback>
      </mc:AlternateContent>
      <p:sp>
        <p:nvSpPr>
          <p:cNvPr id="194" name="椭圆 193">
            <a:extLst>
              <a:ext uri="{FF2B5EF4-FFF2-40B4-BE49-F238E27FC236}">
                <a16:creationId xmlns:a16="http://schemas.microsoft.com/office/drawing/2014/main" id="{2CF668F4-C2E8-E61E-8A9E-316FEE8AD2B0}"/>
              </a:ext>
            </a:extLst>
          </p:cNvPr>
          <p:cNvSpPr/>
          <p:nvPr/>
        </p:nvSpPr>
        <p:spPr>
          <a:xfrm>
            <a:off x="8417293" y="1801534"/>
            <a:ext cx="324000" cy="32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F6BDA0A9-8628-14BB-4E5F-5D7AA4719920}"/>
              </a:ext>
            </a:extLst>
          </p:cNvPr>
          <p:cNvSpPr/>
          <p:nvPr/>
        </p:nvSpPr>
        <p:spPr>
          <a:xfrm>
            <a:off x="8417293" y="2482441"/>
            <a:ext cx="324000" cy="32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6" name="椭圆 195">
            <a:extLst>
              <a:ext uri="{FF2B5EF4-FFF2-40B4-BE49-F238E27FC236}">
                <a16:creationId xmlns:a16="http://schemas.microsoft.com/office/drawing/2014/main" id="{1D73932D-B625-9126-F1D2-00C097070A2F}"/>
              </a:ext>
            </a:extLst>
          </p:cNvPr>
          <p:cNvSpPr/>
          <p:nvPr/>
        </p:nvSpPr>
        <p:spPr>
          <a:xfrm>
            <a:off x="8417293" y="3157226"/>
            <a:ext cx="324000" cy="32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97" name="文本框 196">
                <a:extLst>
                  <a:ext uri="{FF2B5EF4-FFF2-40B4-BE49-F238E27FC236}">
                    <a16:creationId xmlns:a16="http://schemas.microsoft.com/office/drawing/2014/main" id="{C322652A-9FC6-248D-80D9-45CE6510DED4}"/>
                  </a:ext>
                </a:extLst>
              </p:cNvPr>
              <p:cNvSpPr txBox="1"/>
              <p:nvPr/>
            </p:nvSpPr>
            <p:spPr>
              <a:xfrm>
                <a:off x="8559910" y="2484912"/>
                <a:ext cx="623957" cy="358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𝑑</m:t>
                          </m:r>
                        </m:e>
                        <m:sub>
                          <m:r>
                            <a:rPr lang="en-US" altLang="zh-CN" sz="1600" i="1">
                              <a:latin typeface="Cambria Math" panose="02040503050406030204" pitchFamily="18" charset="0"/>
                            </a:rPr>
                            <m:t>𝑗</m:t>
                          </m:r>
                        </m:sub>
                      </m:sSub>
                    </m:oMath>
                  </m:oMathPara>
                </a14:m>
                <a:endParaRPr lang="zh-CN" altLang="en-US" sz="1600" dirty="0"/>
              </a:p>
            </p:txBody>
          </p:sp>
        </mc:Choice>
        <mc:Fallback xmlns="">
          <p:sp>
            <p:nvSpPr>
              <p:cNvPr id="197" name="文本框 196">
                <a:extLst>
                  <a:ext uri="{FF2B5EF4-FFF2-40B4-BE49-F238E27FC236}">
                    <a16:creationId xmlns:a16="http://schemas.microsoft.com/office/drawing/2014/main" id="{C322652A-9FC6-248D-80D9-45CE6510DED4}"/>
                  </a:ext>
                </a:extLst>
              </p:cNvPr>
              <p:cNvSpPr txBox="1">
                <a:spLocks noRot="1" noChangeAspect="1" noMove="1" noResize="1" noEditPoints="1" noAdjustHandles="1" noChangeArrowheads="1" noChangeShapeType="1" noTextEdit="1"/>
              </p:cNvSpPr>
              <p:nvPr/>
            </p:nvSpPr>
            <p:spPr>
              <a:xfrm>
                <a:off x="8559910" y="2484912"/>
                <a:ext cx="623957" cy="358368"/>
              </a:xfrm>
              <a:prstGeom prst="rect">
                <a:avLst/>
              </a:prstGeom>
              <a:blipFill>
                <a:blip r:embed="rId20"/>
                <a:stretch>
                  <a:fillRect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矩形 77">
                <a:extLst>
                  <a:ext uri="{FF2B5EF4-FFF2-40B4-BE49-F238E27FC236}">
                    <a16:creationId xmlns:a16="http://schemas.microsoft.com/office/drawing/2014/main" id="{B49ABDE0-685B-8F46-09E4-ACD4A0E2958A}"/>
                  </a:ext>
                </a:extLst>
              </p:cNvPr>
              <p:cNvSpPr/>
              <p:nvPr/>
            </p:nvSpPr>
            <p:spPr>
              <a:xfrm>
                <a:off x="3913499" y="1221678"/>
                <a:ext cx="1510413" cy="4740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𝑧</m:t>
                          </m:r>
                        </m:e>
                        <m:sub>
                          <m:r>
                            <a:rPr kumimoji="1" lang="en-US" altLang="zh-CN" sz="1200" b="0" i="1">
                              <a:solidFill>
                                <a:schemeClr val="tx1"/>
                              </a:solidFill>
                              <a:latin typeface="Cambria Math" panose="02040503050406030204" pitchFamily="18" charset="0"/>
                            </a:rPr>
                            <m:t>h</m:t>
                          </m:r>
                        </m:sub>
                        <m:sup>
                          <m:r>
                            <a:rPr kumimoji="1" lang="en-US" altLang="zh-CN" sz="1200" b="0" i="1">
                              <a:solidFill>
                                <a:schemeClr val="tx1"/>
                              </a:solidFill>
                              <a:latin typeface="Cambria Math" panose="02040503050406030204" pitchFamily="18" charset="0"/>
                            </a:rPr>
                            <m:t>(1)</m:t>
                          </m:r>
                        </m:sup>
                      </m:sSubSup>
                      <m:r>
                        <a:rPr kumimoji="1" lang="en-US" altLang="zh-CN" sz="1200" b="0" i="1">
                          <a:solidFill>
                            <a:schemeClr val="tx1"/>
                          </a:solidFill>
                          <a:latin typeface="Cambria Math" panose="02040503050406030204" pitchFamily="18" charset="0"/>
                        </a:rPr>
                        <m:t>=</m:t>
                      </m:r>
                      <m:nary>
                        <m:naryPr>
                          <m:chr m:val="∑"/>
                          <m:limLoc m:val="subSup"/>
                          <m:ctrlPr>
                            <a:rPr kumimoji="1" lang="en-US" altLang="zh-CN" sz="1200" b="0" i="1">
                              <a:solidFill>
                                <a:schemeClr val="tx1"/>
                              </a:solidFill>
                              <a:latin typeface="Cambria Math" panose="02040503050406030204" pitchFamily="18" charset="0"/>
                            </a:rPr>
                          </m:ctrlPr>
                        </m:naryPr>
                        <m:sub>
                          <m:r>
                            <m:rPr>
                              <m:brk m:alnAt="25"/>
                            </m:rPr>
                            <a:rPr kumimoji="1" lang="en-US" altLang="zh-CN" sz="1200" b="0" i="1">
                              <a:solidFill>
                                <a:schemeClr val="tx1"/>
                              </a:solidFill>
                              <a:latin typeface="Cambria Math" panose="02040503050406030204" pitchFamily="18" charset="0"/>
                            </a:rPr>
                            <m:t>𝑖</m:t>
                          </m:r>
                          <m:r>
                            <a:rPr kumimoji="1" lang="en-US" altLang="zh-CN" sz="1200" b="0" i="1">
                              <a:solidFill>
                                <a:schemeClr val="tx1"/>
                              </a:solidFill>
                              <a:latin typeface="Cambria Math" panose="02040503050406030204" pitchFamily="18" charset="0"/>
                            </a:rPr>
                            <m:t>=1</m:t>
                          </m:r>
                        </m:sub>
                        <m:sup>
                          <m:r>
                            <a:rPr kumimoji="1" lang="en-US" altLang="zh-CN" sz="1200" b="0" i="1">
                              <a:solidFill>
                                <a:schemeClr val="tx1"/>
                              </a:solidFill>
                              <a:latin typeface="Cambria Math" panose="02040503050406030204" pitchFamily="18" charset="0"/>
                            </a:rPr>
                            <m:t>𝑑</m:t>
                          </m:r>
                        </m:sup>
                        <m:e>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𝑤</m:t>
                              </m:r>
                            </m:e>
                            <m:sub>
                              <m:r>
                                <a:rPr kumimoji="1" lang="en-US" altLang="zh-CN" sz="1200" b="0" i="1">
                                  <a:solidFill>
                                    <a:schemeClr val="tx1"/>
                                  </a:solidFill>
                                  <a:latin typeface="Cambria Math" panose="02040503050406030204" pitchFamily="18" charset="0"/>
                                </a:rPr>
                                <m:t>𝑖h</m:t>
                              </m:r>
                            </m:sub>
                            <m:sup>
                              <m:r>
                                <a:rPr kumimoji="1" lang="en-US" altLang="zh-CN" sz="1200" b="0" i="1">
                                  <a:solidFill>
                                    <a:schemeClr val="tx1"/>
                                  </a:solidFill>
                                  <a:latin typeface="Cambria Math" panose="02040503050406030204" pitchFamily="18" charset="0"/>
                                </a:rPr>
                                <m:t>(1)</m:t>
                              </m:r>
                            </m:sup>
                          </m:sSubSup>
                          <m:sSub>
                            <m:sSubPr>
                              <m:ctrlPr>
                                <a:rPr kumimoji="1" lang="en-US" altLang="zh-CN" sz="1200" b="0" i="1">
                                  <a:solidFill>
                                    <a:schemeClr val="tx1"/>
                                  </a:solidFill>
                                  <a:latin typeface="Cambria Math" panose="02040503050406030204" pitchFamily="18" charset="0"/>
                                </a:rPr>
                              </m:ctrlPr>
                            </m:sSubPr>
                            <m:e>
                              <m:r>
                                <a:rPr kumimoji="1" lang="en-US" altLang="zh-CN" sz="1200" b="0" i="1">
                                  <a:solidFill>
                                    <a:schemeClr val="tx1"/>
                                  </a:solidFill>
                                  <a:latin typeface="Cambria Math" panose="02040503050406030204" pitchFamily="18" charset="0"/>
                                </a:rPr>
                                <m:t>𝑥</m:t>
                              </m:r>
                            </m:e>
                            <m:sub>
                              <m:r>
                                <a:rPr kumimoji="1" lang="en-US" altLang="zh-CN" sz="1200" b="0" i="1">
                                  <a:solidFill>
                                    <a:schemeClr val="tx1"/>
                                  </a:solidFill>
                                  <a:latin typeface="Cambria Math" panose="02040503050406030204" pitchFamily="18" charset="0"/>
                                </a:rPr>
                                <m:t>𝑖</m:t>
                              </m:r>
                            </m:sub>
                          </m:sSub>
                        </m:e>
                      </m:nary>
                    </m:oMath>
                  </m:oMathPara>
                </a14:m>
                <a:endParaRPr lang="zh-CN" altLang="en-US" sz="1200" dirty="0">
                  <a:solidFill>
                    <a:schemeClr val="tx1"/>
                  </a:solidFill>
                </a:endParaRPr>
              </a:p>
            </p:txBody>
          </p:sp>
        </mc:Choice>
        <mc:Fallback xmlns="">
          <p:sp>
            <p:nvSpPr>
              <p:cNvPr id="78" name="矩形 77">
                <a:extLst>
                  <a:ext uri="{FF2B5EF4-FFF2-40B4-BE49-F238E27FC236}">
                    <a16:creationId xmlns:a16="http://schemas.microsoft.com/office/drawing/2014/main" id="{B49ABDE0-685B-8F46-09E4-ACD4A0E2958A}"/>
                  </a:ext>
                </a:extLst>
              </p:cNvPr>
              <p:cNvSpPr>
                <a:spLocks noRot="1" noChangeAspect="1" noMove="1" noResize="1" noEditPoints="1" noAdjustHandles="1" noChangeArrowheads="1" noChangeShapeType="1" noTextEdit="1"/>
              </p:cNvSpPr>
              <p:nvPr/>
            </p:nvSpPr>
            <p:spPr>
              <a:xfrm>
                <a:off x="3913499" y="1221678"/>
                <a:ext cx="1510413" cy="474041"/>
              </a:xfrm>
              <a:prstGeom prst="rect">
                <a:avLst/>
              </a:prstGeom>
              <a:blipFill>
                <a:blip r:embed="rId21"/>
                <a:stretch>
                  <a:fillRect l="-1667" t="-128947" b="-1973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0BEEA92-5628-7DA1-DDF8-81081D27880F}"/>
                  </a:ext>
                </a:extLst>
              </p:cNvPr>
              <p:cNvSpPr txBox="1"/>
              <p:nvPr/>
            </p:nvSpPr>
            <p:spPr>
              <a:xfrm>
                <a:off x="4809164" y="1226260"/>
                <a:ext cx="3028047" cy="4551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𝑧</m:t>
                          </m:r>
                        </m:e>
                        <m:sub>
                          <m:r>
                            <a:rPr kumimoji="1" lang="en-US" altLang="zh-CN" sz="1200" b="0" i="1">
                              <a:solidFill>
                                <a:schemeClr val="tx1"/>
                              </a:solidFill>
                              <a:latin typeface="Cambria Math" panose="02040503050406030204" pitchFamily="18" charset="0"/>
                            </a:rPr>
                            <m:t>𝑗</m:t>
                          </m:r>
                        </m:sub>
                        <m:sup>
                          <m:r>
                            <a:rPr kumimoji="1" lang="en-US" altLang="zh-CN" sz="1200" b="0" i="1">
                              <a:solidFill>
                                <a:schemeClr val="tx1"/>
                              </a:solidFill>
                              <a:latin typeface="Cambria Math" panose="02040503050406030204" pitchFamily="18" charset="0"/>
                            </a:rPr>
                            <m:t>(2)</m:t>
                          </m:r>
                        </m:sup>
                      </m:sSubSup>
                      <m:r>
                        <a:rPr kumimoji="1" lang="en-US" altLang="zh-CN" sz="1200" b="0" i="1">
                          <a:solidFill>
                            <a:schemeClr val="tx1"/>
                          </a:solidFill>
                          <a:latin typeface="Cambria Math" panose="02040503050406030204" pitchFamily="18" charset="0"/>
                        </a:rPr>
                        <m:t>=</m:t>
                      </m:r>
                      <m:nary>
                        <m:naryPr>
                          <m:chr m:val="∑"/>
                          <m:limLoc m:val="subSup"/>
                          <m:ctrlPr>
                            <a:rPr kumimoji="1" lang="en-US" altLang="zh-CN" sz="1200" b="0" i="1">
                              <a:solidFill>
                                <a:schemeClr val="tx1"/>
                              </a:solidFill>
                              <a:latin typeface="Cambria Math" panose="02040503050406030204" pitchFamily="18" charset="0"/>
                            </a:rPr>
                          </m:ctrlPr>
                        </m:naryPr>
                        <m:sub>
                          <m:r>
                            <m:rPr>
                              <m:brk m:alnAt="25"/>
                            </m:rPr>
                            <a:rPr kumimoji="1" lang="en-US" altLang="zh-CN" sz="1200" b="0" i="1">
                              <a:solidFill>
                                <a:schemeClr val="tx1"/>
                              </a:solidFill>
                              <a:latin typeface="Cambria Math" panose="02040503050406030204" pitchFamily="18" charset="0"/>
                            </a:rPr>
                            <m:t>h</m:t>
                          </m:r>
                          <m:r>
                            <a:rPr kumimoji="1" lang="en-US" altLang="zh-CN" sz="1200" b="0" i="1">
                              <a:solidFill>
                                <a:schemeClr val="tx1"/>
                              </a:solidFill>
                              <a:latin typeface="Cambria Math" panose="02040503050406030204" pitchFamily="18" charset="0"/>
                            </a:rPr>
                            <m:t>=1</m:t>
                          </m:r>
                        </m:sub>
                        <m:sup>
                          <m:r>
                            <a:rPr kumimoji="1" lang="en-US" altLang="zh-CN" sz="1200" b="0" i="1">
                              <a:solidFill>
                                <a:schemeClr val="tx1"/>
                              </a:solidFill>
                              <a:latin typeface="Cambria Math" panose="02040503050406030204" pitchFamily="18" charset="0"/>
                            </a:rPr>
                            <m:t>𝑞</m:t>
                          </m:r>
                        </m:sup>
                        <m:e>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𝑤</m:t>
                              </m:r>
                            </m:e>
                            <m:sub>
                              <m:r>
                                <a:rPr kumimoji="1" lang="en-US" altLang="zh-CN" sz="1200" b="0" i="1">
                                  <a:solidFill>
                                    <a:schemeClr val="tx1"/>
                                  </a:solidFill>
                                  <a:latin typeface="Cambria Math" panose="02040503050406030204" pitchFamily="18" charset="0"/>
                                </a:rPr>
                                <m:t>h𝑗</m:t>
                              </m:r>
                            </m:sub>
                            <m:sup>
                              <m:r>
                                <a:rPr kumimoji="1" lang="en-US" altLang="zh-CN" sz="1200" b="0" i="1">
                                  <a:solidFill>
                                    <a:schemeClr val="tx1"/>
                                  </a:solidFill>
                                  <a:latin typeface="Cambria Math" panose="02040503050406030204" pitchFamily="18" charset="0"/>
                                </a:rPr>
                                <m:t>(2)</m:t>
                              </m:r>
                            </m:sup>
                          </m:sSubSup>
                          <m:sSub>
                            <m:sSubPr>
                              <m:ctrlPr>
                                <a:rPr kumimoji="1" lang="en-US" altLang="zh-CN" sz="1200" b="0" i="1">
                                  <a:solidFill>
                                    <a:schemeClr val="tx1"/>
                                  </a:solidFill>
                                  <a:latin typeface="Cambria Math" panose="02040503050406030204" pitchFamily="18" charset="0"/>
                                </a:rPr>
                              </m:ctrlPr>
                            </m:sSubPr>
                            <m:e>
                              <m:r>
                                <a:rPr kumimoji="1" lang="en-US" altLang="zh-CN" sz="1200" b="0" i="1">
                                  <a:solidFill>
                                    <a:schemeClr val="tx1"/>
                                  </a:solidFill>
                                  <a:latin typeface="Cambria Math" panose="02040503050406030204" pitchFamily="18" charset="0"/>
                                </a:rPr>
                                <m:t>𝑎</m:t>
                              </m:r>
                            </m:e>
                            <m:sub>
                              <m:r>
                                <a:rPr kumimoji="1" lang="en-US" altLang="zh-CN" sz="1200" b="0" i="1">
                                  <a:solidFill>
                                    <a:schemeClr val="tx1"/>
                                  </a:solidFill>
                                  <a:latin typeface="Cambria Math" panose="02040503050406030204" pitchFamily="18" charset="0"/>
                                </a:rPr>
                                <m:t>h</m:t>
                              </m:r>
                            </m:sub>
                          </m:sSub>
                        </m:e>
                      </m:nary>
                    </m:oMath>
                  </m:oMathPara>
                </a14:m>
                <a:endParaRPr lang="zh-CN" altLang="en-US" sz="1200" dirty="0">
                  <a:solidFill>
                    <a:schemeClr val="tx1"/>
                  </a:solidFill>
                </a:endParaRPr>
              </a:p>
            </p:txBody>
          </p:sp>
        </mc:Choice>
        <mc:Fallback xmlns="">
          <p:sp>
            <p:nvSpPr>
              <p:cNvPr id="5" name="文本框 4">
                <a:extLst>
                  <a:ext uri="{FF2B5EF4-FFF2-40B4-BE49-F238E27FC236}">
                    <a16:creationId xmlns:a16="http://schemas.microsoft.com/office/drawing/2014/main" id="{F0BEEA92-5628-7DA1-DDF8-81081D27880F}"/>
                  </a:ext>
                </a:extLst>
              </p:cNvPr>
              <p:cNvSpPr txBox="1">
                <a:spLocks noRot="1" noChangeAspect="1" noMove="1" noResize="1" noEditPoints="1" noAdjustHandles="1" noChangeArrowheads="1" noChangeShapeType="1" noTextEdit="1"/>
              </p:cNvSpPr>
              <p:nvPr/>
            </p:nvSpPr>
            <p:spPr>
              <a:xfrm>
                <a:off x="4809164" y="1226260"/>
                <a:ext cx="3028047" cy="455125"/>
              </a:xfrm>
              <a:prstGeom prst="rect">
                <a:avLst/>
              </a:prstGeom>
              <a:blipFill>
                <a:blip r:embed="rId22"/>
                <a:stretch>
                  <a:fillRect t="-135135" b="-20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86B77C7-9400-EFC4-8431-974B3719C6D7}"/>
                  </a:ext>
                </a:extLst>
              </p:cNvPr>
              <p:cNvSpPr txBox="1"/>
              <p:nvPr/>
            </p:nvSpPr>
            <p:spPr>
              <a:xfrm>
                <a:off x="6778571" y="2201581"/>
                <a:ext cx="316523" cy="3908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smtClean="0">
                              <a:solidFill>
                                <a:schemeClr val="tx1"/>
                              </a:solidFill>
                              <a:latin typeface="Cambria Math" panose="02040503050406030204" pitchFamily="18" charset="0"/>
                            </a:rPr>
                          </m:ctrlPr>
                        </m:sSubSupPr>
                        <m:e>
                          <m:r>
                            <a:rPr lang="en-US" altLang="zh-CN" sz="1400" b="0" i="1">
                              <a:solidFill>
                                <a:schemeClr val="tx1"/>
                              </a:solidFill>
                              <a:latin typeface="Cambria Math" panose="02040503050406030204" pitchFamily="18" charset="0"/>
                            </a:rPr>
                            <m:t>𝑧</m:t>
                          </m:r>
                        </m:e>
                        <m:sub>
                          <m:r>
                            <a:rPr lang="en-US" altLang="zh-CN" sz="1400" b="0" i="1">
                              <a:solidFill>
                                <a:schemeClr val="tx1"/>
                              </a:solidFill>
                              <a:latin typeface="Cambria Math" panose="02040503050406030204" pitchFamily="18" charset="0"/>
                            </a:rPr>
                            <m:t>𝑗</m:t>
                          </m:r>
                        </m:sub>
                        <m:sup>
                          <m:r>
                            <a:rPr lang="en-US" altLang="zh-CN" sz="1400" b="0" i="1">
                              <a:solidFill>
                                <a:schemeClr val="tx1"/>
                              </a:solidFill>
                              <a:latin typeface="Cambria Math" panose="02040503050406030204" pitchFamily="18" charset="0"/>
                            </a:rPr>
                            <m:t>(2)</m:t>
                          </m:r>
                        </m:sup>
                      </m:sSubSup>
                    </m:oMath>
                  </m:oMathPara>
                </a14:m>
                <a:endParaRPr lang="zh-CN" altLang="en-US" sz="1400" dirty="0">
                  <a:solidFill>
                    <a:schemeClr val="tx1"/>
                  </a:solidFill>
                </a:endParaRPr>
              </a:p>
            </p:txBody>
          </p:sp>
        </mc:Choice>
        <mc:Fallback xmlns="">
          <p:sp>
            <p:nvSpPr>
              <p:cNvPr id="6" name="文本框 5">
                <a:extLst>
                  <a:ext uri="{FF2B5EF4-FFF2-40B4-BE49-F238E27FC236}">
                    <a16:creationId xmlns:a16="http://schemas.microsoft.com/office/drawing/2014/main" id="{486B77C7-9400-EFC4-8431-974B3719C6D7}"/>
                  </a:ext>
                </a:extLst>
              </p:cNvPr>
              <p:cNvSpPr txBox="1">
                <a:spLocks noRot="1" noChangeAspect="1" noMove="1" noResize="1" noEditPoints="1" noAdjustHandles="1" noChangeArrowheads="1" noChangeShapeType="1" noTextEdit="1"/>
              </p:cNvSpPr>
              <p:nvPr/>
            </p:nvSpPr>
            <p:spPr>
              <a:xfrm>
                <a:off x="6778571" y="2201581"/>
                <a:ext cx="316523" cy="390876"/>
              </a:xfrm>
              <a:prstGeom prst="rect">
                <a:avLst/>
              </a:prstGeom>
              <a:blipFill>
                <a:blip r:embed="rId23"/>
                <a:stretch>
                  <a:fillRect r="-36538"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ED13F93-49DF-9E3A-7233-574BB8EF7423}"/>
                  </a:ext>
                </a:extLst>
              </p:cNvPr>
              <p:cNvSpPr txBox="1"/>
              <p:nvPr/>
            </p:nvSpPr>
            <p:spPr>
              <a:xfrm>
                <a:off x="6777541" y="2816226"/>
                <a:ext cx="316523" cy="3711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𝑙</m:t>
                          </m:r>
                        </m:sub>
                        <m:sup>
                          <m:r>
                            <a:rPr lang="en-US" altLang="zh-CN" sz="1400" b="0" i="1">
                              <a:latin typeface="Cambria Math" panose="02040503050406030204" pitchFamily="18" charset="0"/>
                            </a:rPr>
                            <m:t>(2)</m:t>
                          </m:r>
                        </m:sup>
                      </m:sSubSup>
                    </m:oMath>
                  </m:oMathPara>
                </a14:m>
                <a:endParaRPr lang="zh-CN" altLang="en-US" sz="1400" dirty="0"/>
              </a:p>
            </p:txBody>
          </p:sp>
        </mc:Choice>
        <mc:Fallback xmlns="">
          <p:sp>
            <p:nvSpPr>
              <p:cNvPr id="14" name="文本框 13">
                <a:extLst>
                  <a:ext uri="{FF2B5EF4-FFF2-40B4-BE49-F238E27FC236}">
                    <a16:creationId xmlns:a16="http://schemas.microsoft.com/office/drawing/2014/main" id="{4ED13F93-49DF-9E3A-7233-574BB8EF7423}"/>
                  </a:ext>
                </a:extLst>
              </p:cNvPr>
              <p:cNvSpPr txBox="1">
                <a:spLocks noRot="1" noChangeAspect="1" noMove="1" noResize="1" noEditPoints="1" noAdjustHandles="1" noChangeArrowheads="1" noChangeShapeType="1" noTextEdit="1"/>
              </p:cNvSpPr>
              <p:nvPr/>
            </p:nvSpPr>
            <p:spPr>
              <a:xfrm>
                <a:off x="6777541" y="2816226"/>
                <a:ext cx="316523" cy="371127"/>
              </a:xfrm>
              <a:prstGeom prst="rect">
                <a:avLst/>
              </a:prstGeom>
              <a:blipFill>
                <a:blip r:embed="rId24"/>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49F97BF-9706-61BF-798C-EAB28747369C}"/>
                  </a:ext>
                </a:extLst>
              </p:cNvPr>
              <p:cNvSpPr txBox="1"/>
              <p:nvPr/>
            </p:nvSpPr>
            <p:spPr>
              <a:xfrm>
                <a:off x="5107728" y="1585992"/>
                <a:ext cx="316523" cy="361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i="1">
                              <a:latin typeface="Cambria Math" panose="02040503050406030204" pitchFamily="18" charset="0"/>
                            </a:rPr>
                            <m:t>1</m:t>
                          </m:r>
                        </m:sub>
                        <m:sup>
                          <m:r>
                            <a:rPr lang="en-US" altLang="zh-CN" sz="1400" b="0" i="1">
                              <a:latin typeface="Cambria Math" panose="02040503050406030204" pitchFamily="18" charset="0"/>
                            </a:rPr>
                            <m:t>(1)</m:t>
                          </m:r>
                        </m:sup>
                      </m:sSubSup>
                    </m:oMath>
                  </m:oMathPara>
                </a14:m>
                <a:endParaRPr lang="zh-CN" altLang="en-US" sz="1400" dirty="0"/>
              </a:p>
            </p:txBody>
          </p:sp>
        </mc:Choice>
        <mc:Fallback xmlns="">
          <p:sp>
            <p:nvSpPr>
              <p:cNvPr id="15" name="文本框 14">
                <a:extLst>
                  <a:ext uri="{FF2B5EF4-FFF2-40B4-BE49-F238E27FC236}">
                    <a16:creationId xmlns:a16="http://schemas.microsoft.com/office/drawing/2014/main" id="{549F97BF-9706-61BF-798C-EAB28747369C}"/>
                  </a:ext>
                </a:extLst>
              </p:cNvPr>
              <p:cNvSpPr txBox="1">
                <a:spLocks noRot="1" noChangeAspect="1" noMove="1" noResize="1" noEditPoints="1" noAdjustHandles="1" noChangeArrowheads="1" noChangeShapeType="1" noTextEdit="1"/>
              </p:cNvSpPr>
              <p:nvPr/>
            </p:nvSpPr>
            <p:spPr>
              <a:xfrm>
                <a:off x="5107728" y="1585992"/>
                <a:ext cx="316523" cy="361317"/>
              </a:xfrm>
              <a:prstGeom prst="rect">
                <a:avLst/>
              </a:prstGeom>
              <a:blipFill>
                <a:blip r:embed="rId25"/>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8F30001-EAFE-6901-3EFD-AF9FE2CC8C5C}"/>
                  </a:ext>
                </a:extLst>
              </p:cNvPr>
              <p:cNvSpPr txBox="1"/>
              <p:nvPr/>
            </p:nvSpPr>
            <p:spPr>
              <a:xfrm>
                <a:off x="5218181" y="2166499"/>
                <a:ext cx="316523" cy="3711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h</m:t>
                          </m:r>
                        </m:sub>
                        <m:sup>
                          <m:r>
                            <a:rPr lang="en-US" altLang="zh-CN" sz="1400" b="0" i="1">
                              <a:latin typeface="Cambria Math" panose="02040503050406030204" pitchFamily="18" charset="0"/>
                            </a:rPr>
                            <m:t>(1)</m:t>
                          </m:r>
                        </m:sup>
                      </m:sSubSup>
                    </m:oMath>
                  </m:oMathPara>
                </a14:m>
                <a:endParaRPr lang="zh-CN" altLang="en-US" sz="1400" dirty="0"/>
              </a:p>
            </p:txBody>
          </p:sp>
        </mc:Choice>
        <mc:Fallback xmlns="">
          <p:sp>
            <p:nvSpPr>
              <p:cNvPr id="16" name="文本框 15">
                <a:extLst>
                  <a:ext uri="{FF2B5EF4-FFF2-40B4-BE49-F238E27FC236}">
                    <a16:creationId xmlns:a16="http://schemas.microsoft.com/office/drawing/2014/main" id="{F8F30001-EAFE-6901-3EFD-AF9FE2CC8C5C}"/>
                  </a:ext>
                </a:extLst>
              </p:cNvPr>
              <p:cNvSpPr txBox="1">
                <a:spLocks noRot="1" noChangeAspect="1" noMove="1" noResize="1" noEditPoints="1" noAdjustHandles="1" noChangeArrowheads="1" noChangeShapeType="1" noTextEdit="1"/>
              </p:cNvSpPr>
              <p:nvPr/>
            </p:nvSpPr>
            <p:spPr>
              <a:xfrm>
                <a:off x="5218181" y="2166499"/>
                <a:ext cx="316523" cy="371127"/>
              </a:xfrm>
              <a:prstGeom prst="rect">
                <a:avLst/>
              </a:prstGeom>
              <a:blipFill>
                <a:blip r:embed="rId26"/>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A4FC54E-DC66-D7F1-AD07-B4D91921B852}"/>
                  </a:ext>
                </a:extLst>
              </p:cNvPr>
              <p:cNvSpPr txBox="1"/>
              <p:nvPr/>
            </p:nvSpPr>
            <p:spPr>
              <a:xfrm>
                <a:off x="5265651" y="2812932"/>
                <a:ext cx="316523" cy="3776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𝑞</m:t>
                          </m:r>
                        </m:sub>
                        <m:sup>
                          <m:r>
                            <a:rPr lang="en-US" altLang="zh-CN" sz="1400" b="0" i="1">
                              <a:latin typeface="Cambria Math" panose="02040503050406030204" pitchFamily="18" charset="0"/>
                            </a:rPr>
                            <m:t>(1)</m:t>
                          </m:r>
                        </m:sup>
                      </m:sSubSup>
                    </m:oMath>
                  </m:oMathPara>
                </a14:m>
                <a:endParaRPr lang="zh-CN" altLang="en-US" sz="1400" dirty="0"/>
              </a:p>
            </p:txBody>
          </p:sp>
        </mc:Choice>
        <mc:Fallback xmlns="">
          <p:sp>
            <p:nvSpPr>
              <p:cNvPr id="17" name="文本框 16">
                <a:extLst>
                  <a:ext uri="{FF2B5EF4-FFF2-40B4-BE49-F238E27FC236}">
                    <a16:creationId xmlns:a16="http://schemas.microsoft.com/office/drawing/2014/main" id="{4A4FC54E-DC66-D7F1-AD07-B4D91921B852}"/>
                  </a:ext>
                </a:extLst>
              </p:cNvPr>
              <p:cNvSpPr txBox="1">
                <a:spLocks noRot="1" noChangeAspect="1" noMove="1" noResize="1" noEditPoints="1" noAdjustHandles="1" noChangeArrowheads="1" noChangeShapeType="1" noTextEdit="1"/>
              </p:cNvSpPr>
              <p:nvPr/>
            </p:nvSpPr>
            <p:spPr>
              <a:xfrm>
                <a:off x="5265651" y="2812932"/>
                <a:ext cx="316523" cy="377604"/>
              </a:xfrm>
              <a:prstGeom prst="rect">
                <a:avLst/>
              </a:prstGeom>
              <a:blipFill>
                <a:blip r:embed="rId27"/>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DB3292F-3B23-7B2D-9DA8-8EEA37B211D7}"/>
                  </a:ext>
                </a:extLst>
              </p:cNvPr>
              <p:cNvSpPr/>
              <p:nvPr/>
            </p:nvSpPr>
            <p:spPr>
              <a:xfrm>
                <a:off x="7239108" y="1160264"/>
                <a:ext cx="1083758" cy="5711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400" i="1">
                          <a:solidFill>
                            <a:srgbClr val="FF0000"/>
                          </a:solidFill>
                          <a:latin typeface="Cambria Math" panose="02040503050406030204" pitchFamily="18" charset="0"/>
                        </a:rPr>
                        <m:t>−</m:t>
                      </m:r>
                      <m:f>
                        <m:fPr>
                          <m:ctrlPr>
                            <a:rPr lang="en-US" altLang="zh-CN" sz="1400" i="1">
                              <a:solidFill>
                                <a:srgbClr val="FF0000"/>
                              </a:solidFill>
                              <a:latin typeface="Cambria Math" panose="02040503050406030204" pitchFamily="18" charset="0"/>
                            </a:rPr>
                          </m:ctrlPr>
                        </m:fPr>
                        <m:num>
                          <m:r>
                            <a:rPr lang="en-US" altLang="zh-CN" sz="1400" i="1">
                              <a:solidFill>
                                <a:srgbClr val="FF0000"/>
                              </a:solidFill>
                              <a:latin typeface="Cambria Math" panose="02040503050406030204" pitchFamily="18" charset="0"/>
                            </a:rPr>
                            <m:t>𝜕</m:t>
                          </m:r>
                          <m:r>
                            <a:rPr lang="en-US" altLang="zh-CN" sz="1400" i="1">
                              <a:solidFill>
                                <a:srgbClr val="FF0000"/>
                              </a:solidFill>
                              <a:latin typeface="Cambria Math" panose="02040503050406030204" pitchFamily="18" charset="0"/>
                            </a:rPr>
                            <m:t>ℒ</m:t>
                          </m:r>
                          <m:d>
                            <m:dPr>
                              <m:ctrlPr>
                                <a:rPr lang="en-US" altLang="zh-CN" sz="1400" i="1">
                                  <a:solidFill>
                                    <a:srgbClr val="FF0000"/>
                                  </a:solidFill>
                                  <a:latin typeface="Cambria Math" panose="02040503050406030204" pitchFamily="18" charset="0"/>
                                </a:rPr>
                              </m:ctrlPr>
                            </m:dPr>
                            <m:e>
                              <m:r>
                                <a:rPr lang="en-US" altLang="zh-CN" sz="1400" b="1" i="1">
                                  <a:solidFill>
                                    <a:srgbClr val="FF0000"/>
                                  </a:solidFill>
                                  <a:latin typeface="Cambria Math" panose="02040503050406030204" pitchFamily="18" charset="0"/>
                                </a:rPr>
                                <m:t>𝒅</m:t>
                              </m:r>
                              <m:r>
                                <a:rPr lang="en-US" altLang="zh-CN" sz="1400" b="1" i="1">
                                  <a:solidFill>
                                    <a:srgbClr val="FF0000"/>
                                  </a:solidFill>
                                  <a:latin typeface="Cambria Math" panose="02040503050406030204" pitchFamily="18" charset="0"/>
                                </a:rPr>
                                <m:t>,</m:t>
                              </m:r>
                              <m:r>
                                <a:rPr lang="en-US" altLang="zh-CN" sz="1400" b="1" i="1">
                                  <a:solidFill>
                                    <a:srgbClr val="FF0000"/>
                                  </a:solidFill>
                                  <a:latin typeface="Cambria Math" panose="02040503050406030204" pitchFamily="18" charset="0"/>
                                </a:rPr>
                                <m:t>𝒚</m:t>
                              </m:r>
                              <m:r>
                                <a:rPr lang="en-US" altLang="zh-CN" sz="1400" i="1">
                                  <a:solidFill>
                                    <a:srgbClr val="FF0000"/>
                                  </a:solidFill>
                                  <a:latin typeface="Cambria Math" panose="02040503050406030204" pitchFamily="18" charset="0"/>
                                </a:rPr>
                                <m:t> </m:t>
                              </m:r>
                            </m:e>
                          </m:d>
                        </m:num>
                        <m:den>
                          <m:r>
                            <a:rPr lang="en-US" altLang="zh-CN" sz="1400" i="1">
                              <a:solidFill>
                                <a:srgbClr val="FF0000"/>
                              </a:solidFill>
                              <a:latin typeface="Cambria Math" panose="02040503050406030204" pitchFamily="18" charset="0"/>
                            </a:rPr>
                            <m:t>𝜕</m:t>
                          </m:r>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𝑦</m:t>
                              </m:r>
                            </m:e>
                            <m:sub>
                              <m:r>
                                <a:rPr lang="en-US" altLang="zh-CN" sz="1400" i="1">
                                  <a:solidFill>
                                    <a:srgbClr val="FF0000"/>
                                  </a:solidFill>
                                  <a:latin typeface="Cambria Math" panose="02040503050406030204" pitchFamily="18" charset="0"/>
                                </a:rPr>
                                <m:t>𝑗</m:t>
                              </m:r>
                            </m:sub>
                          </m:sSub>
                        </m:den>
                      </m:f>
                    </m:oMath>
                  </m:oMathPara>
                </a14:m>
                <a:endParaRPr lang="zh-CN" altLang="en-US" sz="1400" dirty="0">
                  <a:solidFill>
                    <a:srgbClr val="FF0000"/>
                  </a:solidFill>
                </a:endParaRPr>
              </a:p>
            </p:txBody>
          </p:sp>
        </mc:Choice>
        <mc:Fallback xmlns="">
          <p:sp>
            <p:nvSpPr>
              <p:cNvPr id="3" name="矩形 2">
                <a:extLst>
                  <a:ext uri="{FF2B5EF4-FFF2-40B4-BE49-F238E27FC236}">
                    <a16:creationId xmlns:a16="http://schemas.microsoft.com/office/drawing/2014/main" id="{CDB3292F-3B23-7B2D-9DA8-8EEA37B211D7}"/>
                  </a:ext>
                </a:extLst>
              </p:cNvPr>
              <p:cNvSpPr>
                <a:spLocks noRot="1" noChangeAspect="1" noMove="1" noResize="1" noEditPoints="1" noAdjustHandles="1" noChangeArrowheads="1" noChangeShapeType="1" noTextEdit="1"/>
              </p:cNvSpPr>
              <p:nvPr/>
            </p:nvSpPr>
            <p:spPr>
              <a:xfrm>
                <a:off x="7239108" y="1160264"/>
                <a:ext cx="1083758" cy="571182"/>
              </a:xfrm>
              <a:prstGeom prst="rect">
                <a:avLst/>
              </a:prstGeom>
              <a:blipFill>
                <a:blip r:embed="rId28"/>
                <a:stretch>
                  <a:fillRect/>
                </a:stretch>
              </a:blipFill>
            </p:spPr>
            <p:txBody>
              <a:bodyPr/>
              <a:lstStyle/>
              <a:p>
                <a:r>
                  <a:rPr lang="zh-CN" altLang="en-US">
                    <a:noFill/>
                  </a:rPr>
                  <a:t> </a:t>
                </a:r>
              </a:p>
            </p:txBody>
          </p:sp>
        </mc:Fallback>
      </mc:AlternateContent>
      <p:cxnSp>
        <p:nvCxnSpPr>
          <p:cNvPr id="20" name="直接箭头连接符 75">
            <a:extLst>
              <a:ext uri="{FF2B5EF4-FFF2-40B4-BE49-F238E27FC236}">
                <a16:creationId xmlns:a16="http://schemas.microsoft.com/office/drawing/2014/main" id="{27D9209A-39C0-95BF-2CB5-C02ADD558F58}"/>
              </a:ext>
            </a:extLst>
          </p:cNvPr>
          <p:cNvCxnSpPr/>
          <p:nvPr/>
        </p:nvCxnSpPr>
        <p:spPr>
          <a:xfrm flipH="1">
            <a:off x="7350431" y="2708915"/>
            <a:ext cx="612000" cy="127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D6F65912-D99A-4226-526B-0807502E725E}"/>
                  </a:ext>
                </a:extLst>
              </p:cNvPr>
              <p:cNvSpPr txBox="1"/>
              <p:nvPr/>
            </p:nvSpPr>
            <p:spPr>
              <a:xfrm>
                <a:off x="7278771" y="2673027"/>
                <a:ext cx="771223" cy="3250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𝑑</m:t>
                          </m:r>
                        </m:e>
                        <m:sub>
                          <m:r>
                            <a:rPr lang="en-US" altLang="zh-CN" sz="1400" i="1">
                              <a:solidFill>
                                <a:srgbClr val="FF0000"/>
                              </a:solidFill>
                              <a:latin typeface="Cambria Math" panose="02040503050406030204" pitchFamily="18" charset="0"/>
                            </a:rPr>
                            <m:t>𝑗</m:t>
                          </m:r>
                        </m:sub>
                      </m:sSub>
                      <m:r>
                        <a:rPr lang="en-US" altLang="zh-CN" sz="1400" i="1">
                          <a:solidFill>
                            <a:srgbClr val="FF0000"/>
                          </a:solidFill>
                          <a:latin typeface="Cambria Math" panose="02040503050406030204" pitchFamily="18" charset="0"/>
                        </a:rPr>
                        <m:t>−</m:t>
                      </m:r>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𝑦</m:t>
                          </m:r>
                        </m:e>
                        <m:sub>
                          <m:r>
                            <a:rPr lang="en-US" altLang="zh-CN" sz="1400" i="1">
                              <a:solidFill>
                                <a:srgbClr val="FF0000"/>
                              </a:solidFill>
                              <a:latin typeface="Cambria Math" panose="02040503050406030204" pitchFamily="18" charset="0"/>
                            </a:rPr>
                            <m:t>𝑗</m:t>
                          </m:r>
                        </m:sub>
                      </m:sSub>
                    </m:oMath>
                  </m:oMathPara>
                </a14:m>
                <a:endParaRPr lang="zh-CN" altLang="en-US" sz="1400" dirty="0">
                  <a:solidFill>
                    <a:srgbClr val="FF0000"/>
                  </a:solidFill>
                </a:endParaRPr>
              </a:p>
            </p:txBody>
          </p:sp>
        </mc:Choice>
        <mc:Fallback xmlns="">
          <p:sp>
            <p:nvSpPr>
              <p:cNvPr id="23" name="文本框 22">
                <a:extLst>
                  <a:ext uri="{FF2B5EF4-FFF2-40B4-BE49-F238E27FC236}">
                    <a16:creationId xmlns:a16="http://schemas.microsoft.com/office/drawing/2014/main" id="{D6F65912-D99A-4226-526B-0807502E725E}"/>
                  </a:ext>
                </a:extLst>
              </p:cNvPr>
              <p:cNvSpPr txBox="1">
                <a:spLocks noRot="1" noChangeAspect="1" noMove="1" noResize="1" noEditPoints="1" noAdjustHandles="1" noChangeArrowheads="1" noChangeShapeType="1" noTextEdit="1"/>
              </p:cNvSpPr>
              <p:nvPr/>
            </p:nvSpPr>
            <p:spPr>
              <a:xfrm>
                <a:off x="7278771" y="2673027"/>
                <a:ext cx="771223" cy="325089"/>
              </a:xfrm>
              <a:prstGeom prst="rect">
                <a:avLst/>
              </a:prstGeom>
              <a:blipFill>
                <a:blip r:embed="rId29"/>
                <a:stretch>
                  <a:fillRect b="-1852"/>
                </a:stretch>
              </a:blipFill>
            </p:spPr>
            <p:txBody>
              <a:bodyPr/>
              <a:lstStyle/>
              <a:p>
                <a:r>
                  <a:rPr lang="zh-CN" altLang="en-US">
                    <a:noFill/>
                  </a:rPr>
                  <a:t> </a:t>
                </a:r>
              </a:p>
            </p:txBody>
          </p:sp>
        </mc:Fallback>
      </mc:AlternateContent>
      <p:cxnSp>
        <p:nvCxnSpPr>
          <p:cNvPr id="24" name="直接箭头连接符 83">
            <a:extLst>
              <a:ext uri="{FF2B5EF4-FFF2-40B4-BE49-F238E27FC236}">
                <a16:creationId xmlns:a16="http://schemas.microsoft.com/office/drawing/2014/main" id="{93FBEF23-B2C4-F681-CA4F-F4C60BE70D42}"/>
              </a:ext>
            </a:extLst>
          </p:cNvPr>
          <p:cNvCxnSpPr/>
          <p:nvPr/>
        </p:nvCxnSpPr>
        <p:spPr>
          <a:xfrm flipH="1">
            <a:off x="5844013" y="2693676"/>
            <a:ext cx="115200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93F0DCAA-FDB1-FDF9-5D57-F0561EC640DB}"/>
                  </a:ext>
                </a:extLst>
              </p:cNvPr>
              <p:cNvSpPr txBox="1"/>
              <p:nvPr/>
            </p:nvSpPr>
            <p:spPr>
              <a:xfrm>
                <a:off x="5604356" y="3464512"/>
                <a:ext cx="2146942" cy="414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solidFill>
                                <a:srgbClr val="FF0000"/>
                              </a:solidFill>
                              <a:latin typeface="Cambria Math" panose="02040503050406030204" pitchFamily="18" charset="0"/>
                            </a:rPr>
                          </m:ctrlPr>
                        </m:sSubSupPr>
                        <m:e>
                          <m:r>
                            <a:rPr lang="en-US" altLang="zh-CN" sz="1400" b="0" i="1">
                              <a:solidFill>
                                <a:srgbClr val="FF0000"/>
                              </a:solidFill>
                              <a:latin typeface="Cambria Math" panose="02040503050406030204" pitchFamily="18" charset="0"/>
                            </a:rPr>
                            <m:t>𝑒</m:t>
                          </m:r>
                        </m:e>
                        <m:sub>
                          <m:r>
                            <a:rPr lang="en-US" altLang="zh-CN" sz="1400" i="1">
                              <a:solidFill>
                                <a:srgbClr val="FF0000"/>
                              </a:solidFill>
                              <a:latin typeface="Cambria Math" panose="02040503050406030204" pitchFamily="18" charset="0"/>
                            </a:rPr>
                            <m:t>𝑗</m:t>
                          </m:r>
                        </m:sub>
                        <m:sup>
                          <m:r>
                            <a:rPr lang="en-US" altLang="zh-CN" sz="1400" b="0" i="1">
                              <a:solidFill>
                                <a:srgbClr val="FF0000"/>
                              </a:solidFill>
                              <a:latin typeface="Cambria Math" panose="02040503050406030204" pitchFamily="18" charset="0"/>
                            </a:rPr>
                            <m:t>(2)</m:t>
                          </m:r>
                        </m:sup>
                      </m:sSubSup>
                      <m:r>
                        <a:rPr lang="en-US" altLang="zh-CN" sz="1400" i="1">
                          <a:solidFill>
                            <a:srgbClr val="FF0000"/>
                          </a:solidFill>
                          <a:latin typeface="Cambria Math" panose="02040503050406030204" pitchFamily="18" charset="0"/>
                        </a:rPr>
                        <m:t>=</m:t>
                      </m:r>
                      <m:d>
                        <m:dPr>
                          <m:ctrlPr>
                            <a:rPr lang="en-US" altLang="zh-CN" sz="1400" i="1">
                              <a:solidFill>
                                <a:srgbClr val="FF0000"/>
                              </a:solidFill>
                              <a:latin typeface="Cambria Math" panose="02040503050406030204" pitchFamily="18" charset="0"/>
                            </a:rPr>
                          </m:ctrlPr>
                        </m:dPr>
                        <m:e>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𝑑</m:t>
                              </m:r>
                            </m:e>
                            <m:sub>
                              <m:r>
                                <a:rPr lang="en-US" altLang="zh-CN" sz="1400" i="1">
                                  <a:solidFill>
                                    <a:srgbClr val="FF0000"/>
                                  </a:solidFill>
                                  <a:latin typeface="Cambria Math" panose="02040503050406030204" pitchFamily="18" charset="0"/>
                                </a:rPr>
                                <m:t>𝑗</m:t>
                              </m:r>
                            </m:sub>
                          </m:sSub>
                          <m:r>
                            <a:rPr lang="en-US" altLang="zh-CN" sz="1400" i="1">
                              <a:solidFill>
                                <a:srgbClr val="FF0000"/>
                              </a:solidFill>
                              <a:latin typeface="Cambria Math" panose="02040503050406030204" pitchFamily="18" charset="0"/>
                            </a:rPr>
                            <m:t>−</m:t>
                          </m:r>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𝑦</m:t>
                              </m:r>
                            </m:e>
                            <m:sub>
                              <m:r>
                                <a:rPr lang="en-US" altLang="zh-CN" sz="1400" i="1">
                                  <a:solidFill>
                                    <a:srgbClr val="FF0000"/>
                                  </a:solidFill>
                                  <a:latin typeface="Cambria Math" panose="02040503050406030204" pitchFamily="18" charset="0"/>
                                </a:rPr>
                                <m:t>𝑗</m:t>
                              </m:r>
                            </m:sub>
                          </m:sSub>
                        </m:e>
                      </m:d>
                      <m:sSubSup>
                        <m:sSubSupPr>
                          <m:ctrlPr>
                            <a:rPr lang="en-US" altLang="zh-CN" sz="1400" i="1">
                              <a:solidFill>
                                <a:schemeClr val="accent1"/>
                              </a:solidFill>
                              <a:latin typeface="Cambria Math" panose="02040503050406030204" pitchFamily="18" charset="0"/>
                            </a:rPr>
                          </m:ctrlPr>
                        </m:sSubSupPr>
                        <m:e>
                          <m:r>
                            <a:rPr lang="en-US" altLang="zh-CN" sz="1400" i="1">
                              <a:solidFill>
                                <a:schemeClr val="accent1"/>
                              </a:solidFill>
                              <a:latin typeface="Cambria Math" panose="02040503050406030204" pitchFamily="18" charset="0"/>
                            </a:rPr>
                            <m:t>𝑓</m:t>
                          </m:r>
                        </m:e>
                        <m:sub>
                          <m:r>
                            <a:rPr lang="en-US" altLang="zh-CN" sz="1400" b="0" i="1">
                              <a:solidFill>
                                <a:schemeClr val="accent1"/>
                              </a:solidFill>
                              <a:latin typeface="Cambria Math" panose="02040503050406030204" pitchFamily="18" charset="0"/>
                            </a:rPr>
                            <m:t>2</m:t>
                          </m:r>
                        </m:sub>
                        <m:sup>
                          <m:r>
                            <a:rPr lang="en-US" altLang="zh-CN" sz="1400" i="1">
                              <a:solidFill>
                                <a:schemeClr val="accent1"/>
                              </a:solidFill>
                              <a:latin typeface="Cambria Math" panose="02040503050406030204" pitchFamily="18" charset="0"/>
                            </a:rPr>
                            <m:t>′</m:t>
                          </m:r>
                        </m:sup>
                      </m:sSubSup>
                      <m:d>
                        <m:dPr>
                          <m:ctrlPr>
                            <a:rPr lang="en-US" altLang="zh-CN" sz="1400" i="1">
                              <a:solidFill>
                                <a:schemeClr val="accent1"/>
                              </a:solidFill>
                              <a:latin typeface="Cambria Math" panose="02040503050406030204" pitchFamily="18" charset="0"/>
                            </a:rPr>
                          </m:ctrlPr>
                        </m:dPr>
                        <m:e>
                          <m:sSubSup>
                            <m:sSubSupPr>
                              <m:ctrlPr>
                                <a:rPr lang="en-US" altLang="zh-CN" sz="1400" b="0" i="1">
                                  <a:solidFill>
                                    <a:schemeClr val="accent1"/>
                                  </a:solidFill>
                                  <a:latin typeface="Cambria Math" panose="02040503050406030204" pitchFamily="18" charset="0"/>
                                </a:rPr>
                              </m:ctrlPr>
                            </m:sSubSupPr>
                            <m:e>
                              <m:r>
                                <a:rPr lang="en-US" altLang="zh-CN" sz="1400" b="0" i="1">
                                  <a:solidFill>
                                    <a:schemeClr val="accent1"/>
                                  </a:solidFill>
                                  <a:latin typeface="Cambria Math" panose="02040503050406030204" pitchFamily="18" charset="0"/>
                                </a:rPr>
                                <m:t>𝑧</m:t>
                              </m:r>
                            </m:e>
                            <m:sub>
                              <m:r>
                                <a:rPr lang="en-US" altLang="zh-CN" sz="1400" b="0" i="1">
                                  <a:solidFill>
                                    <a:schemeClr val="accent1"/>
                                  </a:solidFill>
                                  <a:latin typeface="Cambria Math" panose="02040503050406030204" pitchFamily="18" charset="0"/>
                                </a:rPr>
                                <m:t>𝑗</m:t>
                              </m:r>
                            </m:sub>
                            <m:sup>
                              <m:r>
                                <a:rPr lang="en-US" altLang="zh-CN" sz="1400" b="0" i="1">
                                  <a:solidFill>
                                    <a:schemeClr val="accent1"/>
                                  </a:solidFill>
                                  <a:latin typeface="Cambria Math" panose="02040503050406030204" pitchFamily="18" charset="0"/>
                                </a:rPr>
                                <m:t>(2)</m:t>
                              </m:r>
                            </m:sup>
                          </m:sSubSup>
                        </m:e>
                      </m:d>
                    </m:oMath>
                  </m:oMathPara>
                </a14:m>
                <a:endParaRPr lang="zh-CN" altLang="en-US" sz="1400" dirty="0">
                  <a:solidFill>
                    <a:srgbClr val="FF0000"/>
                  </a:solidFill>
                </a:endParaRPr>
              </a:p>
            </p:txBody>
          </p:sp>
        </mc:Choice>
        <mc:Fallback xmlns="">
          <p:sp>
            <p:nvSpPr>
              <p:cNvPr id="25" name="文本框 24">
                <a:extLst>
                  <a:ext uri="{FF2B5EF4-FFF2-40B4-BE49-F238E27FC236}">
                    <a16:creationId xmlns:a16="http://schemas.microsoft.com/office/drawing/2014/main" id="{93F0DCAA-FDB1-FDF9-5D57-F0561EC640DB}"/>
                  </a:ext>
                </a:extLst>
              </p:cNvPr>
              <p:cNvSpPr txBox="1">
                <a:spLocks noRot="1" noChangeAspect="1" noMove="1" noResize="1" noEditPoints="1" noAdjustHandles="1" noChangeArrowheads="1" noChangeShapeType="1" noTextEdit="1"/>
              </p:cNvSpPr>
              <p:nvPr/>
            </p:nvSpPr>
            <p:spPr>
              <a:xfrm>
                <a:off x="5604356" y="3464512"/>
                <a:ext cx="2146942" cy="414729"/>
              </a:xfrm>
              <a:prstGeom prst="rect">
                <a:avLst/>
              </a:prstGeom>
              <a:blipFill>
                <a:blip r:embed="rId30"/>
                <a:stretch>
                  <a:fillRect/>
                </a:stretch>
              </a:blipFill>
            </p:spPr>
            <p:txBody>
              <a:bodyPr/>
              <a:lstStyle/>
              <a:p>
                <a:r>
                  <a:rPr lang="zh-CN" altLang="en-US">
                    <a:noFill/>
                  </a:rPr>
                  <a:t> </a:t>
                </a:r>
              </a:p>
            </p:txBody>
          </p:sp>
        </mc:Fallback>
      </mc:AlternateContent>
      <p:sp>
        <p:nvSpPr>
          <p:cNvPr id="26" name="矩形 25">
            <a:extLst>
              <a:ext uri="{FF2B5EF4-FFF2-40B4-BE49-F238E27FC236}">
                <a16:creationId xmlns:a16="http://schemas.microsoft.com/office/drawing/2014/main" id="{9672F736-6EE8-916C-8E6A-31B6E3D76B81}"/>
              </a:ext>
            </a:extLst>
          </p:cNvPr>
          <p:cNvSpPr/>
          <p:nvPr/>
        </p:nvSpPr>
        <p:spPr>
          <a:xfrm>
            <a:off x="2417585" y="3944429"/>
            <a:ext cx="1107996" cy="369332"/>
          </a:xfrm>
          <a:prstGeom prst="rect">
            <a:avLst/>
          </a:prstGeom>
        </p:spPr>
        <p:txBody>
          <a:bodyPr wrap="none">
            <a:spAutoFit/>
          </a:bodyPr>
          <a:lstStyle/>
          <a:p>
            <a:r>
              <a:rPr lang="zh-CN" altLang="en-US" dirty="0"/>
              <a:t>后向传播</a:t>
            </a:r>
          </a:p>
        </p:txBody>
      </p: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FC4FBAE8-CF48-032E-1C48-1F533D6EF753}"/>
                  </a:ext>
                </a:extLst>
              </p:cNvPr>
              <p:cNvSpPr/>
              <p:nvPr/>
            </p:nvSpPr>
            <p:spPr>
              <a:xfrm>
                <a:off x="2193707" y="4628712"/>
                <a:ext cx="2254400"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h𝑗</m:t>
                          </m:r>
                        </m:sub>
                        <m:sup>
                          <m:r>
                            <a:rPr lang="en-US" altLang="zh-CN" b="0" i="1">
                              <a:latin typeface="Cambria Math" panose="02040503050406030204" pitchFamily="18" charset="0"/>
                            </a:rPr>
                            <m:t>(2)</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h𝑗</m:t>
                          </m:r>
                        </m:sub>
                        <m:sup>
                          <m:r>
                            <a:rPr lang="en-US" altLang="zh-CN" i="1">
                              <a:latin typeface="Cambria Math" panose="02040503050406030204" pitchFamily="18" charset="0"/>
                            </a:rPr>
                            <m:t>(2)</m:t>
                          </m:r>
                        </m:sup>
                      </m:sSubSup>
                      <m:r>
                        <a:rPr lang="en-US" altLang="zh-CN" i="1">
                          <a:latin typeface="Cambria Math" panose="02040503050406030204" pitchFamily="18" charset="0"/>
                        </a:rPr>
                        <m:t>+</m:t>
                      </m:r>
                      <m:r>
                        <m:rPr>
                          <m:sty m:val="p"/>
                        </m:rPr>
                        <a:rPr lang="en-US" altLang="zh-CN">
                          <a:latin typeface="Cambria Math" panose="02040503050406030204" pitchFamily="18" charset="0"/>
                        </a:rPr>
                        <m:t>Δ</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h𝑗</m:t>
                          </m:r>
                        </m:sub>
                        <m:sup>
                          <m:r>
                            <a:rPr lang="en-US" altLang="zh-CN" i="1">
                              <a:latin typeface="Cambria Math" panose="02040503050406030204" pitchFamily="18" charset="0"/>
                            </a:rPr>
                            <m:t>(2)</m:t>
                          </m:r>
                        </m:sup>
                      </m:sSubSup>
                    </m:oMath>
                  </m:oMathPara>
                </a14:m>
                <a:endParaRPr lang="zh-CN" altLang="en-US" i="1" dirty="0"/>
              </a:p>
            </p:txBody>
          </p:sp>
        </mc:Choice>
        <mc:Fallback xmlns="">
          <p:sp>
            <p:nvSpPr>
              <p:cNvPr id="27" name="矩形 26">
                <a:extLst>
                  <a:ext uri="{FF2B5EF4-FFF2-40B4-BE49-F238E27FC236}">
                    <a16:creationId xmlns:a16="http://schemas.microsoft.com/office/drawing/2014/main" id="{FC4FBAE8-CF48-032E-1C48-1F533D6EF753}"/>
                  </a:ext>
                </a:extLst>
              </p:cNvPr>
              <p:cNvSpPr>
                <a:spLocks noRot="1" noChangeAspect="1" noMove="1" noResize="1" noEditPoints="1" noAdjustHandles="1" noChangeArrowheads="1" noChangeShapeType="1" noTextEdit="1"/>
              </p:cNvSpPr>
              <p:nvPr/>
            </p:nvSpPr>
            <p:spPr>
              <a:xfrm>
                <a:off x="2193707" y="4628712"/>
                <a:ext cx="2254400" cy="476221"/>
              </a:xfrm>
              <a:prstGeom prst="rect">
                <a:avLst/>
              </a:prstGeom>
              <a:blipFill>
                <a:blip r:embed="rId31"/>
                <a:stretch>
                  <a:fillRect b="-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5EE8E8B8-4527-E9DD-A829-F969053415AA}"/>
                  </a:ext>
                </a:extLst>
              </p:cNvPr>
              <p:cNvSpPr/>
              <p:nvPr/>
            </p:nvSpPr>
            <p:spPr>
              <a:xfrm>
                <a:off x="7788938" y="4412466"/>
                <a:ext cx="2776658" cy="9081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rPr>
                        <m:t>ℒ</m:t>
                      </m:r>
                      <m:d>
                        <m:dPr>
                          <m:ctrlPr>
                            <a:rPr lang="en-US" altLang="zh-CN"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𝒅</m:t>
                          </m:r>
                          <m:r>
                            <a:rPr lang="en-US" altLang="zh-CN" b="1" i="1">
                              <a:solidFill>
                                <a:schemeClr val="tx1"/>
                              </a:solidFill>
                              <a:latin typeface="Cambria Math" panose="02040503050406030204" pitchFamily="18" charset="0"/>
                            </a:rPr>
                            <m:t>,</m:t>
                          </m:r>
                          <m:r>
                            <a:rPr lang="en-US" altLang="zh-CN" b="1" i="1">
                              <a:solidFill>
                                <a:schemeClr val="tx1"/>
                              </a:solidFill>
                              <a:latin typeface="Cambria Math" panose="02040503050406030204" pitchFamily="18" charset="0"/>
                            </a:rPr>
                            <m:t>𝒚</m:t>
                          </m:r>
                          <m:r>
                            <a:rPr lang="en-US" altLang="zh-CN" i="1">
                              <a:solidFill>
                                <a:schemeClr val="tx1"/>
                              </a:solidFill>
                              <a:latin typeface="Cambria Math" panose="02040503050406030204" pitchFamily="18" charset="0"/>
                            </a:rPr>
                            <m:t> </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𝑗</m:t>
                          </m:r>
                          <m:r>
                            <a:rPr lang="en-US" altLang="zh-CN" i="1">
                              <a:latin typeface="Cambria Math" panose="02040503050406030204" pitchFamily="18" charset="0"/>
                            </a:rPr>
                            <m:t>=1</m:t>
                          </m:r>
                        </m:sub>
                        <m:sup>
                          <m:r>
                            <a:rPr lang="en-US" altLang="zh-CN" i="1">
                              <a:latin typeface="Cambria Math" panose="02040503050406030204" pitchFamily="18" charset="0"/>
                            </a:rPr>
                            <m:t>𝑙</m:t>
                          </m:r>
                        </m:sup>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𝑗</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𝑑</m:t>
                                      </m:r>
                                    </m:e>
                                    <m:sub>
                                      <m:r>
                                        <a:rPr lang="en-US" altLang="zh-CN" i="1">
                                          <a:latin typeface="Cambria Math" panose="02040503050406030204" pitchFamily="18" charset="0"/>
                                        </a:rPr>
                                        <m:t>𝑗</m:t>
                                      </m:r>
                                    </m:sub>
                                  </m:sSub>
                                </m:e>
                              </m:d>
                            </m:e>
                            <m:sup>
                              <m:r>
                                <a:rPr lang="en-US" altLang="zh-CN" i="1">
                                  <a:latin typeface="Cambria Math" panose="02040503050406030204" pitchFamily="18" charset="0"/>
                                </a:rPr>
                                <m:t>2</m:t>
                              </m:r>
                            </m:sup>
                          </m:sSup>
                        </m:e>
                      </m:nary>
                    </m:oMath>
                  </m:oMathPara>
                </a14:m>
                <a:endParaRPr lang="zh-CN" altLang="en-US" dirty="0"/>
              </a:p>
            </p:txBody>
          </p:sp>
        </mc:Choice>
        <mc:Fallback xmlns="">
          <p:sp>
            <p:nvSpPr>
              <p:cNvPr id="30" name="矩形 29">
                <a:extLst>
                  <a:ext uri="{FF2B5EF4-FFF2-40B4-BE49-F238E27FC236}">
                    <a16:creationId xmlns:a16="http://schemas.microsoft.com/office/drawing/2014/main" id="{5EE8E8B8-4527-E9DD-A829-F969053415AA}"/>
                  </a:ext>
                </a:extLst>
              </p:cNvPr>
              <p:cNvSpPr>
                <a:spLocks noRot="1" noChangeAspect="1" noMove="1" noResize="1" noEditPoints="1" noAdjustHandles="1" noChangeArrowheads="1" noChangeShapeType="1" noTextEdit="1"/>
              </p:cNvSpPr>
              <p:nvPr/>
            </p:nvSpPr>
            <p:spPr>
              <a:xfrm>
                <a:off x="7788938" y="4412466"/>
                <a:ext cx="2776658" cy="908197"/>
              </a:xfrm>
              <a:prstGeom prst="rect">
                <a:avLst/>
              </a:prstGeom>
              <a:blipFill>
                <a:blip r:embed="rId32"/>
                <a:stretch>
                  <a:fillRect t="-90411" b="-138356"/>
                </a:stretch>
              </a:blipFill>
            </p:spPr>
            <p:txBody>
              <a:bodyPr/>
              <a:lstStyle/>
              <a:p>
                <a:r>
                  <a:rPr lang="zh-CN" altLang="en-US">
                    <a:noFill/>
                  </a:rPr>
                  <a:t> </a:t>
                </a:r>
              </a:p>
            </p:txBody>
          </p:sp>
        </mc:Fallback>
      </mc:AlternateContent>
      <p:cxnSp>
        <p:nvCxnSpPr>
          <p:cNvPr id="31" name="直接箭头连接符 114">
            <a:extLst>
              <a:ext uri="{FF2B5EF4-FFF2-40B4-BE49-F238E27FC236}">
                <a16:creationId xmlns:a16="http://schemas.microsoft.com/office/drawing/2014/main" id="{7F115EC8-38A8-B6BE-D0F2-EA2624DC44D5}"/>
              </a:ext>
            </a:extLst>
          </p:cNvPr>
          <p:cNvCxnSpPr/>
          <p:nvPr/>
        </p:nvCxnSpPr>
        <p:spPr>
          <a:xfrm flipH="1">
            <a:off x="4368357" y="4866174"/>
            <a:ext cx="3420581" cy="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B7307C31-885F-4344-59BC-3A1338F91F6D}"/>
                  </a:ext>
                </a:extLst>
              </p:cNvPr>
              <p:cNvSpPr/>
              <p:nvPr/>
            </p:nvSpPr>
            <p:spPr>
              <a:xfrm>
                <a:off x="4301465" y="4350437"/>
                <a:ext cx="3725379"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Δ</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h𝑗</m:t>
                          </m:r>
                        </m:sub>
                        <m:sup>
                          <m:r>
                            <a:rPr lang="en-US" altLang="zh-CN" i="1">
                              <a:latin typeface="Cambria Math" panose="02040503050406030204" pitchFamily="18" charset="0"/>
                            </a:rPr>
                            <m:t>(2)</m:t>
                          </m:r>
                        </m:sup>
                      </m:sSubSup>
                      <m:r>
                        <a:rPr lang="en-US" altLang="zh-CN">
                          <a:latin typeface="Cambria Math" panose="02040503050406030204" pitchFamily="18" charset="0"/>
                        </a:rPr>
                        <m:t>=</m:t>
                      </m:r>
                      <m:r>
                        <a:rPr lang="en-US" altLang="zh-CN" i="1">
                          <a:latin typeface="Cambria Math" panose="02040503050406030204" pitchFamily="18" charset="0"/>
                        </a:rPr>
                        <m:t>𝜂</m:t>
                      </m:r>
                      <m:sSubSup>
                        <m:sSubSupPr>
                          <m:ctrlPr>
                            <a:rPr lang="en-US" altLang="zh-CN" i="1">
                              <a:solidFill>
                                <a:srgbClr val="FF0000"/>
                              </a:solidFill>
                              <a:latin typeface="Cambria Math" panose="02040503050406030204" pitchFamily="18" charset="0"/>
                            </a:rPr>
                          </m:ctrlPr>
                        </m:sSubSupPr>
                        <m:e>
                          <m:r>
                            <a:rPr lang="en-US" altLang="zh-CN" i="1">
                              <a:solidFill>
                                <a:srgbClr val="FF0000"/>
                              </a:solidFill>
                              <a:latin typeface="Cambria Math" panose="02040503050406030204" pitchFamily="18" charset="0"/>
                            </a:rPr>
                            <m:t>𝑒</m:t>
                          </m:r>
                        </m:e>
                        <m:sub>
                          <m:r>
                            <a:rPr lang="en-US" altLang="zh-CN" i="1">
                              <a:solidFill>
                                <a:srgbClr val="FF0000"/>
                              </a:solidFill>
                              <a:latin typeface="Cambria Math" panose="02040503050406030204" pitchFamily="18" charset="0"/>
                            </a:rPr>
                            <m:t>𝑗</m:t>
                          </m:r>
                        </m:sub>
                        <m:sup>
                          <m:r>
                            <a:rPr lang="en-US" altLang="zh-CN" i="1">
                              <a:solidFill>
                                <a:srgbClr val="FF0000"/>
                              </a:solidFill>
                              <a:latin typeface="Cambria Math" panose="02040503050406030204" pitchFamily="18" charset="0"/>
                            </a:rPr>
                            <m:t>(2)</m:t>
                          </m:r>
                        </m:sup>
                      </m:sSubSup>
                      <m:sSub>
                        <m:sSubPr>
                          <m:ctrlPr>
                            <a:rPr lang="en-US" altLang="zh-CN" i="1">
                              <a:solidFill>
                                <a:schemeClr val="accent2"/>
                              </a:solidFill>
                              <a:latin typeface="Cambria Math" panose="02040503050406030204" pitchFamily="18" charset="0"/>
                            </a:rPr>
                          </m:ctrlPr>
                        </m:sSubPr>
                        <m:e>
                          <m:r>
                            <a:rPr lang="en-US" altLang="zh-CN" i="1">
                              <a:solidFill>
                                <a:schemeClr val="accent2"/>
                              </a:solidFill>
                              <a:latin typeface="Cambria Math" panose="02040503050406030204" pitchFamily="18" charset="0"/>
                            </a:rPr>
                            <m:t>𝑎</m:t>
                          </m:r>
                        </m:e>
                        <m:sub>
                          <m:r>
                            <a:rPr lang="en-US" altLang="zh-CN" i="1">
                              <a:solidFill>
                                <a:schemeClr val="accent2"/>
                              </a:solidFill>
                              <a:latin typeface="Cambria Math" panose="02040503050406030204" pitchFamily="18" charset="0"/>
                            </a:rPr>
                            <m:t>h</m:t>
                          </m:r>
                        </m:sub>
                      </m:sSub>
                      <m:r>
                        <a:rPr lang="en-US" altLang="zh-CN" i="1">
                          <a:latin typeface="Cambria Math" panose="02040503050406030204" pitchFamily="18" charset="0"/>
                        </a:rPr>
                        <m:t>=</m:t>
                      </m:r>
                      <m:r>
                        <a:rPr lang="en-US" altLang="zh-CN" i="1">
                          <a:latin typeface="Cambria Math" panose="02040503050406030204" pitchFamily="18" charset="0"/>
                        </a:rPr>
                        <m:t>𝜂</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Error</m:t>
                          </m:r>
                        </m:e>
                        <m:sub>
                          <m:r>
                            <a:rPr lang="en-US" altLang="zh-CN" i="1">
                              <a:solidFill>
                                <a:srgbClr val="FF0000"/>
                              </a:solidFill>
                              <a:latin typeface="Cambria Math" panose="02040503050406030204" pitchFamily="18" charset="0"/>
                            </a:rPr>
                            <m:t>𝑗</m:t>
                          </m:r>
                        </m:sub>
                      </m:s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Output</m:t>
                          </m:r>
                        </m:e>
                        <m:sub>
                          <m:r>
                            <m:rPr>
                              <m:sty m:val="p"/>
                            </m:rPr>
                            <a:rPr lang="en-US" altLang="zh-CN">
                              <a:solidFill>
                                <a:srgbClr val="FF0000"/>
                              </a:solidFill>
                              <a:latin typeface="Cambria Math" panose="02040503050406030204" pitchFamily="18" charset="0"/>
                            </a:rPr>
                            <m:t>h</m:t>
                          </m:r>
                        </m:sub>
                      </m:sSub>
                    </m:oMath>
                  </m:oMathPara>
                </a14:m>
                <a:endParaRPr lang="zh-CN" altLang="en-US" dirty="0"/>
              </a:p>
            </p:txBody>
          </p:sp>
        </mc:Choice>
        <mc:Fallback xmlns="">
          <p:sp>
            <p:nvSpPr>
              <p:cNvPr id="33" name="矩形 32">
                <a:extLst>
                  <a:ext uri="{FF2B5EF4-FFF2-40B4-BE49-F238E27FC236}">
                    <a16:creationId xmlns:a16="http://schemas.microsoft.com/office/drawing/2014/main" id="{B7307C31-885F-4344-59BC-3A1338F91F6D}"/>
                  </a:ext>
                </a:extLst>
              </p:cNvPr>
              <p:cNvSpPr>
                <a:spLocks noRot="1" noChangeAspect="1" noMove="1" noResize="1" noEditPoints="1" noAdjustHandles="1" noChangeArrowheads="1" noChangeShapeType="1" noTextEdit="1"/>
              </p:cNvSpPr>
              <p:nvPr/>
            </p:nvSpPr>
            <p:spPr>
              <a:xfrm>
                <a:off x="4301465" y="4350437"/>
                <a:ext cx="3725379" cy="476221"/>
              </a:xfrm>
              <a:prstGeom prst="rect">
                <a:avLst/>
              </a:prstGeom>
              <a:blipFill>
                <a:blip r:embed="rId33"/>
                <a:stretch>
                  <a:fillRect b="-6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1759A5EC-DBCC-B6FB-0B33-548FD4A51772}"/>
                  </a:ext>
                </a:extLst>
              </p:cNvPr>
              <p:cNvSpPr/>
              <p:nvPr/>
            </p:nvSpPr>
            <p:spPr>
              <a:xfrm>
                <a:off x="1959157" y="5508601"/>
                <a:ext cx="2342308" cy="8022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Δ</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h𝑗</m:t>
                          </m:r>
                        </m:sub>
                        <m:sup>
                          <m:r>
                            <a:rPr lang="en-US" altLang="zh-CN" i="1">
                              <a:latin typeface="Cambria Math" panose="02040503050406030204" pitchFamily="18" charset="0"/>
                            </a:rPr>
                            <m:t>(2)</m:t>
                          </m:r>
                        </m:sup>
                      </m:sSubSup>
                      <m:r>
                        <a:rPr lang="en-US" altLang="zh-CN" i="1">
                          <a:latin typeface="Cambria Math" panose="02040503050406030204" pitchFamily="18" charset="0"/>
                        </a:rPr>
                        <m:t>=−</m:t>
                      </m:r>
                      <m:r>
                        <a:rPr lang="en-US" altLang="zh-CN" i="1">
                          <a:latin typeface="Cambria Math" panose="02040503050406030204" pitchFamily="18" charset="0"/>
                        </a:rPr>
                        <m:t>𝜂</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ℒ</m:t>
                          </m:r>
                          <m:d>
                            <m:dPr>
                              <m:ctrlPr>
                                <a:rPr lang="en-US" altLang="zh-CN" i="1">
                                  <a:latin typeface="Cambria Math" panose="02040503050406030204" pitchFamily="18" charset="0"/>
                                </a:rPr>
                              </m:ctrlPr>
                            </m:dPr>
                            <m:e>
                              <m:r>
                                <a:rPr lang="en-US" altLang="zh-CN" b="1" i="1">
                                  <a:latin typeface="Cambria Math" panose="02040503050406030204" pitchFamily="18" charset="0"/>
                                </a:rPr>
                                <m:t>𝒅</m:t>
                              </m:r>
                              <m:r>
                                <a:rPr lang="en-US" altLang="zh-CN" b="1" i="1">
                                  <a:latin typeface="Cambria Math" panose="02040503050406030204" pitchFamily="18" charset="0"/>
                                </a:rPr>
                                <m:t>,</m:t>
                              </m:r>
                              <m:r>
                                <a:rPr lang="en-US" altLang="zh-CN" b="1" i="1">
                                  <a:latin typeface="Cambria Math" panose="02040503050406030204" pitchFamily="18" charset="0"/>
                                </a:rPr>
                                <m:t>𝒚</m:t>
                              </m:r>
                              <m:r>
                                <a:rPr lang="en-US" altLang="zh-CN" i="1">
                                  <a:latin typeface="Cambria Math" panose="02040503050406030204" pitchFamily="18" charset="0"/>
                                </a:rPr>
                                <m:t> </m:t>
                              </m:r>
                            </m:e>
                          </m:d>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h𝑗</m:t>
                              </m:r>
                            </m:sub>
                            <m:sup>
                              <m:r>
                                <a:rPr lang="en-US" altLang="zh-CN" i="1">
                                  <a:latin typeface="Cambria Math" panose="02040503050406030204" pitchFamily="18" charset="0"/>
                                </a:rPr>
                                <m:t>(2)</m:t>
                              </m:r>
                            </m:sup>
                          </m:sSubSup>
                        </m:den>
                      </m:f>
                    </m:oMath>
                  </m:oMathPara>
                </a14:m>
                <a:endParaRPr lang="zh-CN" altLang="en-US" dirty="0"/>
              </a:p>
            </p:txBody>
          </p:sp>
        </mc:Choice>
        <mc:Fallback xmlns="">
          <p:sp>
            <p:nvSpPr>
              <p:cNvPr id="34" name="矩形 33">
                <a:extLst>
                  <a:ext uri="{FF2B5EF4-FFF2-40B4-BE49-F238E27FC236}">
                    <a16:creationId xmlns:a16="http://schemas.microsoft.com/office/drawing/2014/main" id="{1759A5EC-DBCC-B6FB-0B33-548FD4A51772}"/>
                  </a:ext>
                </a:extLst>
              </p:cNvPr>
              <p:cNvSpPr>
                <a:spLocks noRot="1" noChangeAspect="1" noMove="1" noResize="1" noEditPoints="1" noAdjustHandles="1" noChangeArrowheads="1" noChangeShapeType="1" noTextEdit="1"/>
              </p:cNvSpPr>
              <p:nvPr/>
            </p:nvSpPr>
            <p:spPr>
              <a:xfrm>
                <a:off x="1959157" y="5508601"/>
                <a:ext cx="2342308" cy="802271"/>
              </a:xfrm>
              <a:prstGeom prst="rect">
                <a:avLst/>
              </a:prstGeom>
              <a:blipFill>
                <a:blip r:embed="rId34"/>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28065572-9EFF-5B5D-1EEC-F76E9CD4082C}"/>
                  </a:ext>
                </a:extLst>
              </p:cNvPr>
              <p:cNvSpPr/>
              <p:nvPr/>
            </p:nvSpPr>
            <p:spPr>
              <a:xfrm>
                <a:off x="4079286" y="5426954"/>
                <a:ext cx="2857321" cy="9075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𝜂</m:t>
                      </m:r>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ℒ</m:t>
                          </m:r>
                          <m:d>
                            <m:dPr>
                              <m:ctrlPr>
                                <a:rPr lang="en-US" altLang="zh-CN" i="1">
                                  <a:solidFill>
                                    <a:srgbClr val="FF0000"/>
                                  </a:solidFill>
                                  <a:latin typeface="Cambria Math" panose="02040503050406030204" pitchFamily="18" charset="0"/>
                                </a:rPr>
                              </m:ctrlPr>
                            </m:dPr>
                            <m:e>
                              <m:r>
                                <a:rPr lang="en-US" altLang="zh-CN" b="1" i="1">
                                  <a:solidFill>
                                    <a:srgbClr val="FF0000"/>
                                  </a:solidFill>
                                  <a:latin typeface="Cambria Math" panose="02040503050406030204" pitchFamily="18" charset="0"/>
                                </a:rPr>
                                <m:t>𝒅</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𝒚</m:t>
                              </m:r>
                              <m:r>
                                <a:rPr lang="en-US" altLang="zh-CN" i="1">
                                  <a:solidFill>
                                    <a:srgbClr val="FF0000"/>
                                  </a:solidFill>
                                  <a:latin typeface="Cambria Math" panose="02040503050406030204" pitchFamily="18" charset="0"/>
                                </a:rPr>
                                <m:t> </m:t>
                              </m:r>
                            </m:e>
                          </m:d>
                        </m:num>
                        <m:den>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𝑦</m:t>
                              </m:r>
                            </m:e>
                            <m:sub>
                              <m:r>
                                <a:rPr lang="en-US" altLang="zh-CN" i="1">
                                  <a:solidFill>
                                    <a:srgbClr val="FF0000"/>
                                  </a:solidFill>
                                  <a:latin typeface="Cambria Math" panose="02040503050406030204" pitchFamily="18" charset="0"/>
                                </a:rPr>
                                <m:t>𝑗</m:t>
                              </m:r>
                            </m:sub>
                          </m:sSub>
                        </m:den>
                      </m:f>
                      <m:f>
                        <m:fPr>
                          <m:ctrlPr>
                            <a:rPr lang="en-US" altLang="zh-CN" i="1">
                              <a:solidFill>
                                <a:schemeClr val="accent1"/>
                              </a:solidFill>
                              <a:latin typeface="Cambria Math" panose="02040503050406030204" pitchFamily="18" charset="0"/>
                            </a:rPr>
                          </m:ctrlPr>
                        </m:fPr>
                        <m:num>
                          <m:r>
                            <a:rPr lang="en-US" altLang="zh-CN" i="1">
                              <a:solidFill>
                                <a:schemeClr val="accent1"/>
                              </a:solidFill>
                              <a:latin typeface="Cambria Math" panose="02040503050406030204" pitchFamily="18" charset="0"/>
                            </a:rPr>
                            <m:t>𝜕</m:t>
                          </m:r>
                          <m:sSub>
                            <m:sSubPr>
                              <m:ctrlPr>
                                <a:rPr lang="en-US" altLang="zh-CN" i="1">
                                  <a:solidFill>
                                    <a:schemeClr val="accent1"/>
                                  </a:solidFill>
                                  <a:latin typeface="Cambria Math" panose="02040503050406030204" pitchFamily="18" charset="0"/>
                                </a:rPr>
                              </m:ctrlPr>
                            </m:sSubPr>
                            <m:e>
                              <m:r>
                                <a:rPr lang="en-US" altLang="zh-CN" i="1">
                                  <a:solidFill>
                                    <a:schemeClr val="accent1"/>
                                  </a:solidFill>
                                  <a:latin typeface="Cambria Math" panose="02040503050406030204" pitchFamily="18" charset="0"/>
                                </a:rPr>
                                <m:t>𝑦</m:t>
                              </m:r>
                            </m:e>
                            <m:sub>
                              <m:r>
                                <a:rPr lang="en-US" altLang="zh-CN" i="1">
                                  <a:solidFill>
                                    <a:schemeClr val="accent1"/>
                                  </a:solidFill>
                                  <a:latin typeface="Cambria Math" panose="02040503050406030204" pitchFamily="18" charset="0"/>
                                </a:rPr>
                                <m:t>𝑗</m:t>
                              </m:r>
                            </m:sub>
                          </m:sSub>
                        </m:num>
                        <m:den>
                          <m:r>
                            <a:rPr lang="en-US" altLang="zh-CN" i="1">
                              <a:solidFill>
                                <a:schemeClr val="accent1"/>
                              </a:solidFill>
                              <a:latin typeface="Cambria Math" panose="02040503050406030204" pitchFamily="18" charset="0"/>
                            </a:rPr>
                            <m:t>𝜕</m:t>
                          </m:r>
                          <m:sSubSup>
                            <m:sSubSupPr>
                              <m:ctrlPr>
                                <a:rPr lang="en-US" altLang="zh-CN" b="0" i="1">
                                  <a:solidFill>
                                    <a:schemeClr val="accent1"/>
                                  </a:solidFill>
                                  <a:latin typeface="Cambria Math" panose="02040503050406030204" pitchFamily="18" charset="0"/>
                                </a:rPr>
                              </m:ctrlPr>
                            </m:sSubSupPr>
                            <m:e>
                              <m:r>
                                <a:rPr lang="en-US" altLang="zh-CN" b="0" i="1">
                                  <a:solidFill>
                                    <a:schemeClr val="accent1"/>
                                  </a:solidFill>
                                  <a:latin typeface="Cambria Math" panose="02040503050406030204" pitchFamily="18" charset="0"/>
                                </a:rPr>
                                <m:t>𝑧</m:t>
                              </m:r>
                            </m:e>
                            <m:sub>
                              <m:r>
                                <a:rPr lang="en-US" altLang="zh-CN" i="1">
                                  <a:solidFill>
                                    <a:schemeClr val="accent1"/>
                                  </a:solidFill>
                                  <a:latin typeface="Cambria Math" panose="02040503050406030204" pitchFamily="18" charset="0"/>
                                </a:rPr>
                                <m:t>𝑗</m:t>
                              </m:r>
                            </m:sub>
                            <m:sup>
                              <m:r>
                                <a:rPr lang="en-US" altLang="zh-CN" b="0" i="1">
                                  <a:solidFill>
                                    <a:schemeClr val="accent1"/>
                                  </a:solidFill>
                                  <a:latin typeface="Cambria Math" panose="02040503050406030204" pitchFamily="18" charset="0"/>
                                </a:rPr>
                                <m:t>(2)</m:t>
                              </m:r>
                            </m:sup>
                          </m:sSubSup>
                        </m:den>
                      </m:f>
                      <m:f>
                        <m:fPr>
                          <m:ctrlPr>
                            <a:rPr lang="en-US" altLang="zh-CN" i="1">
                              <a:solidFill>
                                <a:schemeClr val="accent2"/>
                              </a:solidFill>
                              <a:latin typeface="Cambria Math" panose="02040503050406030204" pitchFamily="18" charset="0"/>
                            </a:rPr>
                          </m:ctrlPr>
                        </m:fPr>
                        <m:num>
                          <m:r>
                            <a:rPr lang="en-US" altLang="zh-CN" i="1">
                              <a:solidFill>
                                <a:schemeClr val="accent2"/>
                              </a:solidFill>
                              <a:latin typeface="Cambria Math" panose="02040503050406030204" pitchFamily="18" charset="0"/>
                            </a:rPr>
                            <m:t>𝜕</m:t>
                          </m:r>
                          <m:sSubSup>
                            <m:sSubSupPr>
                              <m:ctrlPr>
                                <a:rPr lang="en-US" altLang="zh-CN" b="0" i="1">
                                  <a:solidFill>
                                    <a:schemeClr val="accent2"/>
                                  </a:solidFill>
                                  <a:latin typeface="Cambria Math" panose="02040503050406030204" pitchFamily="18" charset="0"/>
                                </a:rPr>
                              </m:ctrlPr>
                            </m:sSubSupPr>
                            <m:e>
                              <m:r>
                                <a:rPr lang="en-US" altLang="zh-CN" b="0" i="1">
                                  <a:solidFill>
                                    <a:schemeClr val="accent2"/>
                                  </a:solidFill>
                                  <a:latin typeface="Cambria Math" panose="02040503050406030204" pitchFamily="18" charset="0"/>
                                </a:rPr>
                                <m:t>𝑧</m:t>
                              </m:r>
                            </m:e>
                            <m:sub>
                              <m:r>
                                <a:rPr lang="en-US" altLang="zh-CN" i="1">
                                  <a:solidFill>
                                    <a:schemeClr val="accent2"/>
                                  </a:solidFill>
                                  <a:latin typeface="Cambria Math" panose="02040503050406030204" pitchFamily="18" charset="0"/>
                                </a:rPr>
                                <m:t>𝑗</m:t>
                              </m:r>
                            </m:sub>
                            <m:sup>
                              <m:r>
                                <a:rPr lang="en-US" altLang="zh-CN" b="0" i="1">
                                  <a:solidFill>
                                    <a:schemeClr val="accent2"/>
                                  </a:solidFill>
                                  <a:latin typeface="Cambria Math" panose="02040503050406030204" pitchFamily="18" charset="0"/>
                                </a:rPr>
                                <m:t>(2)</m:t>
                              </m:r>
                            </m:sup>
                          </m:sSubSup>
                        </m:num>
                        <m:den>
                          <m:r>
                            <a:rPr lang="en-US" altLang="zh-CN" i="1">
                              <a:solidFill>
                                <a:schemeClr val="accent2"/>
                              </a:solidFill>
                              <a:latin typeface="Cambria Math" panose="02040503050406030204" pitchFamily="18" charset="0"/>
                            </a:rPr>
                            <m:t>𝜕</m:t>
                          </m:r>
                          <m:sSubSup>
                            <m:sSubSupPr>
                              <m:ctrlPr>
                                <a:rPr lang="en-US" altLang="zh-CN" b="0" i="1">
                                  <a:solidFill>
                                    <a:schemeClr val="accent2"/>
                                  </a:solidFill>
                                  <a:latin typeface="Cambria Math" panose="02040503050406030204" pitchFamily="18" charset="0"/>
                                </a:rPr>
                              </m:ctrlPr>
                            </m:sSubSupPr>
                            <m:e>
                              <m:r>
                                <a:rPr lang="en-US" altLang="zh-CN" i="1">
                                  <a:solidFill>
                                    <a:schemeClr val="accent2"/>
                                  </a:solidFill>
                                  <a:latin typeface="Cambria Math" panose="02040503050406030204" pitchFamily="18" charset="0"/>
                                </a:rPr>
                                <m:t>𝑤</m:t>
                              </m:r>
                            </m:e>
                            <m:sub>
                              <m:r>
                                <a:rPr lang="en-US" altLang="zh-CN" i="1">
                                  <a:solidFill>
                                    <a:schemeClr val="accent2"/>
                                  </a:solidFill>
                                  <a:latin typeface="Cambria Math" panose="02040503050406030204" pitchFamily="18" charset="0"/>
                                </a:rPr>
                                <m:t>h𝑗</m:t>
                              </m:r>
                            </m:sub>
                            <m:sup>
                              <m:r>
                                <a:rPr lang="en-US" altLang="zh-CN" b="0" i="1">
                                  <a:solidFill>
                                    <a:schemeClr val="accent2"/>
                                  </a:solidFill>
                                  <a:latin typeface="Cambria Math" panose="02040503050406030204" pitchFamily="18" charset="0"/>
                                </a:rPr>
                                <m:t>(2)</m:t>
                              </m:r>
                            </m:sup>
                          </m:sSubSup>
                        </m:den>
                      </m:f>
                    </m:oMath>
                  </m:oMathPara>
                </a14:m>
                <a:endParaRPr lang="zh-CN" altLang="en-US" dirty="0"/>
              </a:p>
            </p:txBody>
          </p:sp>
        </mc:Choice>
        <mc:Fallback xmlns="">
          <p:sp>
            <p:nvSpPr>
              <p:cNvPr id="36" name="矩形 35">
                <a:extLst>
                  <a:ext uri="{FF2B5EF4-FFF2-40B4-BE49-F238E27FC236}">
                    <a16:creationId xmlns:a16="http://schemas.microsoft.com/office/drawing/2014/main" id="{28065572-9EFF-5B5D-1EEC-F76E9CD4082C}"/>
                  </a:ext>
                </a:extLst>
              </p:cNvPr>
              <p:cNvSpPr>
                <a:spLocks noRot="1" noChangeAspect="1" noMove="1" noResize="1" noEditPoints="1" noAdjustHandles="1" noChangeArrowheads="1" noChangeShapeType="1" noTextEdit="1"/>
              </p:cNvSpPr>
              <p:nvPr/>
            </p:nvSpPr>
            <p:spPr>
              <a:xfrm>
                <a:off x="4079286" y="5426954"/>
                <a:ext cx="2857321" cy="907556"/>
              </a:xfrm>
              <a:prstGeom prst="rect">
                <a:avLst/>
              </a:prstGeom>
              <a:blipFill>
                <a:blip r:embed="rId35"/>
                <a:stretch>
                  <a:fillRect b="-1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3179F5D7-70CA-22A5-8318-0CF273740D7C}"/>
                  </a:ext>
                </a:extLst>
              </p:cNvPr>
              <p:cNvSpPr/>
              <p:nvPr/>
            </p:nvSpPr>
            <p:spPr>
              <a:xfrm>
                <a:off x="6706275" y="5609355"/>
                <a:ext cx="2715487" cy="5068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𝜂</m:t>
                      </m:r>
                      <m:d>
                        <m:dPr>
                          <m:ctrlPr>
                            <a:rPr lang="en-US" altLang="zh-CN" i="1">
                              <a:solidFill>
                                <a:srgbClr val="FF0000"/>
                              </a:solidFill>
                              <a:latin typeface="Cambria Math" panose="02040503050406030204" pitchFamily="18" charset="0"/>
                            </a:rPr>
                          </m:ctrlPr>
                        </m:dPr>
                        <m:e>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𝑑</m:t>
                              </m:r>
                            </m:e>
                            <m:sub>
                              <m:r>
                                <a:rPr lang="en-US" altLang="zh-CN" i="1">
                                  <a:solidFill>
                                    <a:srgbClr val="FF0000"/>
                                  </a:solidFill>
                                  <a:latin typeface="Cambria Math" panose="02040503050406030204" pitchFamily="18" charset="0"/>
                                </a:rPr>
                                <m:t>𝑗</m:t>
                              </m:r>
                            </m:sub>
                          </m:sSub>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𝑦</m:t>
                              </m:r>
                            </m:e>
                            <m:sub>
                              <m:r>
                                <a:rPr lang="en-US" altLang="zh-CN" i="1">
                                  <a:solidFill>
                                    <a:srgbClr val="FF0000"/>
                                  </a:solidFill>
                                  <a:latin typeface="Cambria Math" panose="02040503050406030204" pitchFamily="18" charset="0"/>
                                </a:rPr>
                                <m:t>𝑗</m:t>
                              </m:r>
                            </m:sub>
                          </m:sSub>
                        </m:e>
                      </m:d>
                      <m:sSubSup>
                        <m:sSubSupPr>
                          <m:ctrlPr>
                            <a:rPr lang="en-US" altLang="zh-CN" i="1">
                              <a:solidFill>
                                <a:schemeClr val="accent1"/>
                              </a:solidFill>
                              <a:latin typeface="Cambria Math" panose="02040503050406030204" pitchFamily="18" charset="0"/>
                            </a:rPr>
                          </m:ctrlPr>
                        </m:sSubSupPr>
                        <m:e>
                          <m:r>
                            <a:rPr lang="en-US" altLang="zh-CN" i="1">
                              <a:solidFill>
                                <a:schemeClr val="accent1"/>
                              </a:solidFill>
                              <a:latin typeface="Cambria Math" panose="02040503050406030204" pitchFamily="18" charset="0"/>
                            </a:rPr>
                            <m:t>𝑓</m:t>
                          </m:r>
                        </m:e>
                        <m:sub>
                          <m:r>
                            <a:rPr lang="en-US" altLang="zh-CN" b="0" i="1">
                              <a:solidFill>
                                <a:schemeClr val="accent1"/>
                              </a:solidFill>
                              <a:latin typeface="Cambria Math" panose="02040503050406030204" pitchFamily="18" charset="0"/>
                            </a:rPr>
                            <m:t>2</m:t>
                          </m:r>
                        </m:sub>
                        <m:sup>
                          <m:r>
                            <a:rPr lang="en-US" altLang="zh-CN" i="1">
                              <a:solidFill>
                                <a:schemeClr val="accent1"/>
                              </a:solidFill>
                              <a:latin typeface="Cambria Math" panose="02040503050406030204" pitchFamily="18" charset="0"/>
                            </a:rPr>
                            <m:t>′</m:t>
                          </m:r>
                        </m:sup>
                      </m:sSubSup>
                      <m:d>
                        <m:dPr>
                          <m:ctrlPr>
                            <a:rPr lang="en-US" altLang="zh-CN" i="1">
                              <a:solidFill>
                                <a:schemeClr val="accent1"/>
                              </a:solidFill>
                              <a:latin typeface="Cambria Math" panose="02040503050406030204" pitchFamily="18" charset="0"/>
                            </a:rPr>
                          </m:ctrlPr>
                        </m:dPr>
                        <m:e>
                          <m:sSubSup>
                            <m:sSubSupPr>
                              <m:ctrlPr>
                                <a:rPr lang="en-US" altLang="zh-CN" i="1">
                                  <a:solidFill>
                                    <a:schemeClr val="accent1"/>
                                  </a:solidFill>
                                  <a:latin typeface="Cambria Math" panose="02040503050406030204" pitchFamily="18" charset="0"/>
                                </a:rPr>
                              </m:ctrlPr>
                            </m:sSubSupPr>
                            <m:e>
                              <m:r>
                                <a:rPr lang="en-US" altLang="zh-CN" i="1">
                                  <a:solidFill>
                                    <a:schemeClr val="accent1"/>
                                  </a:solidFill>
                                  <a:latin typeface="Cambria Math" panose="02040503050406030204" pitchFamily="18" charset="0"/>
                                </a:rPr>
                                <m:t>𝑧</m:t>
                              </m:r>
                            </m:e>
                            <m:sub>
                              <m:r>
                                <a:rPr lang="en-US" altLang="zh-CN" i="1">
                                  <a:solidFill>
                                    <a:schemeClr val="accent1"/>
                                  </a:solidFill>
                                  <a:latin typeface="Cambria Math" panose="02040503050406030204" pitchFamily="18" charset="0"/>
                                </a:rPr>
                                <m:t>𝑗</m:t>
                              </m:r>
                            </m:sub>
                            <m:sup>
                              <m:r>
                                <a:rPr lang="en-US" altLang="zh-CN" i="1">
                                  <a:solidFill>
                                    <a:schemeClr val="accent1"/>
                                  </a:solidFill>
                                  <a:latin typeface="Cambria Math" panose="02040503050406030204" pitchFamily="18" charset="0"/>
                                </a:rPr>
                                <m:t>(2)</m:t>
                              </m:r>
                            </m:sup>
                          </m:sSubSup>
                        </m:e>
                      </m:d>
                      <m:sSub>
                        <m:sSubPr>
                          <m:ctrlPr>
                            <a:rPr lang="en-US" altLang="zh-CN" i="1">
                              <a:solidFill>
                                <a:schemeClr val="accent2"/>
                              </a:solidFill>
                              <a:latin typeface="Cambria Math" panose="02040503050406030204" pitchFamily="18" charset="0"/>
                            </a:rPr>
                          </m:ctrlPr>
                        </m:sSubPr>
                        <m:e>
                          <m:r>
                            <a:rPr lang="en-US" altLang="zh-CN" b="0" i="1">
                              <a:solidFill>
                                <a:schemeClr val="accent2"/>
                              </a:solidFill>
                              <a:latin typeface="Cambria Math" panose="02040503050406030204" pitchFamily="18" charset="0"/>
                            </a:rPr>
                            <m:t>𝑎</m:t>
                          </m:r>
                        </m:e>
                        <m:sub>
                          <m:r>
                            <a:rPr lang="en-US" altLang="zh-CN" i="1">
                              <a:solidFill>
                                <a:schemeClr val="accent2"/>
                              </a:solidFill>
                              <a:latin typeface="Cambria Math" panose="02040503050406030204" pitchFamily="18" charset="0"/>
                            </a:rPr>
                            <m:t>h</m:t>
                          </m:r>
                        </m:sub>
                      </m:sSub>
                    </m:oMath>
                  </m:oMathPara>
                </a14:m>
                <a:endParaRPr lang="zh-CN" altLang="en-US" dirty="0"/>
              </a:p>
            </p:txBody>
          </p:sp>
        </mc:Choice>
        <mc:Fallback xmlns="">
          <p:sp>
            <p:nvSpPr>
              <p:cNvPr id="37" name="矩形 36">
                <a:extLst>
                  <a:ext uri="{FF2B5EF4-FFF2-40B4-BE49-F238E27FC236}">
                    <a16:creationId xmlns:a16="http://schemas.microsoft.com/office/drawing/2014/main" id="{3179F5D7-70CA-22A5-8318-0CF273740D7C}"/>
                  </a:ext>
                </a:extLst>
              </p:cNvPr>
              <p:cNvSpPr>
                <a:spLocks noRot="1" noChangeAspect="1" noMove="1" noResize="1" noEditPoints="1" noAdjustHandles="1" noChangeArrowheads="1" noChangeShapeType="1" noTextEdit="1"/>
              </p:cNvSpPr>
              <p:nvPr/>
            </p:nvSpPr>
            <p:spPr>
              <a:xfrm>
                <a:off x="6706275" y="5609355"/>
                <a:ext cx="2715487" cy="506870"/>
              </a:xfrm>
              <a:prstGeom prst="rect">
                <a:avLst/>
              </a:prstGeom>
              <a:blipFill>
                <a:blip r:embed="rId36"/>
                <a:stretch>
                  <a:fillRect b="-48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3A0D6BC5-683F-0C2B-02D3-E08B777089F2}"/>
                  </a:ext>
                </a:extLst>
              </p:cNvPr>
              <p:cNvSpPr/>
              <p:nvPr/>
            </p:nvSpPr>
            <p:spPr>
              <a:xfrm>
                <a:off x="9161844" y="5684909"/>
                <a:ext cx="1403752" cy="47622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𝜂</m:t>
                      </m:r>
                      <m:sSubSup>
                        <m:sSubSupPr>
                          <m:ctrlPr>
                            <a:rPr lang="en-US" altLang="zh-CN" i="1">
                              <a:solidFill>
                                <a:srgbClr val="FF0000"/>
                              </a:solidFill>
                              <a:latin typeface="Cambria Math" panose="02040503050406030204" pitchFamily="18" charset="0"/>
                            </a:rPr>
                          </m:ctrlPr>
                        </m:sSubSupPr>
                        <m:e>
                          <m:r>
                            <a:rPr lang="en-US" altLang="zh-CN" i="1">
                              <a:solidFill>
                                <a:srgbClr val="FF0000"/>
                              </a:solidFill>
                              <a:latin typeface="Cambria Math" panose="02040503050406030204" pitchFamily="18" charset="0"/>
                            </a:rPr>
                            <m:t>𝑒</m:t>
                          </m:r>
                        </m:e>
                        <m:sub>
                          <m:r>
                            <a:rPr lang="en-US" altLang="zh-CN" i="1">
                              <a:solidFill>
                                <a:srgbClr val="FF0000"/>
                              </a:solidFill>
                              <a:latin typeface="Cambria Math" panose="02040503050406030204" pitchFamily="18" charset="0"/>
                            </a:rPr>
                            <m:t>𝑗</m:t>
                          </m:r>
                        </m:sub>
                        <m:sup>
                          <m:r>
                            <a:rPr lang="en-US" altLang="zh-CN" i="1">
                              <a:solidFill>
                                <a:srgbClr val="FF0000"/>
                              </a:solidFill>
                              <a:latin typeface="Cambria Math" panose="02040503050406030204" pitchFamily="18" charset="0"/>
                            </a:rPr>
                            <m:t>(2)</m:t>
                          </m:r>
                        </m:sup>
                      </m:sSubSup>
                      <m:sSub>
                        <m:sSubPr>
                          <m:ctrlPr>
                            <a:rPr lang="en-US" altLang="zh-CN" i="1">
                              <a:solidFill>
                                <a:schemeClr val="accent2"/>
                              </a:solidFill>
                              <a:latin typeface="Cambria Math" panose="02040503050406030204" pitchFamily="18" charset="0"/>
                            </a:rPr>
                          </m:ctrlPr>
                        </m:sSubPr>
                        <m:e>
                          <m:r>
                            <a:rPr lang="en-US" altLang="zh-CN" i="1">
                              <a:solidFill>
                                <a:schemeClr val="accent2"/>
                              </a:solidFill>
                              <a:latin typeface="Cambria Math" panose="02040503050406030204" pitchFamily="18" charset="0"/>
                            </a:rPr>
                            <m:t>𝑎</m:t>
                          </m:r>
                        </m:e>
                        <m:sub>
                          <m:r>
                            <a:rPr lang="en-US" altLang="zh-CN" i="1">
                              <a:solidFill>
                                <a:schemeClr val="accent2"/>
                              </a:solidFill>
                              <a:latin typeface="Cambria Math" panose="02040503050406030204" pitchFamily="18" charset="0"/>
                            </a:rPr>
                            <m:t>h</m:t>
                          </m:r>
                        </m:sub>
                      </m:sSub>
                    </m:oMath>
                  </m:oMathPara>
                </a14:m>
                <a:endParaRPr lang="zh-CN" altLang="en-US" dirty="0"/>
              </a:p>
            </p:txBody>
          </p:sp>
        </mc:Choice>
        <mc:Fallback xmlns="">
          <p:sp>
            <p:nvSpPr>
              <p:cNvPr id="39" name="矩形 38">
                <a:extLst>
                  <a:ext uri="{FF2B5EF4-FFF2-40B4-BE49-F238E27FC236}">
                    <a16:creationId xmlns:a16="http://schemas.microsoft.com/office/drawing/2014/main" id="{3A0D6BC5-683F-0C2B-02D3-E08B777089F2}"/>
                  </a:ext>
                </a:extLst>
              </p:cNvPr>
              <p:cNvSpPr>
                <a:spLocks noRot="1" noChangeAspect="1" noMove="1" noResize="1" noEditPoints="1" noAdjustHandles="1" noChangeArrowheads="1" noChangeShapeType="1" noTextEdit="1"/>
              </p:cNvSpPr>
              <p:nvPr/>
            </p:nvSpPr>
            <p:spPr>
              <a:xfrm>
                <a:off x="9161844" y="5684909"/>
                <a:ext cx="1403752" cy="476221"/>
              </a:xfrm>
              <a:prstGeom prst="rect">
                <a:avLst/>
              </a:prstGeom>
              <a:blipFill>
                <a:blip r:embed="rId37"/>
                <a:stretch>
                  <a:fillRect b="-6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E370A0D-4B38-4260-5C34-A48A70954695}"/>
                  </a:ext>
                </a:extLst>
              </p:cNvPr>
              <p:cNvSpPr txBox="1"/>
              <p:nvPr/>
            </p:nvSpPr>
            <p:spPr>
              <a:xfrm>
                <a:off x="7837211" y="3554803"/>
                <a:ext cx="3796756" cy="6444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a:solidFill>
                                <a:srgbClr val="FF0000"/>
                              </a:solidFill>
                              <a:latin typeface="Cambria Math" panose="02040503050406030204" pitchFamily="18" charset="0"/>
                            </a:rPr>
                          </m:ctrlPr>
                        </m:sSubSupPr>
                        <m:e>
                          <m:r>
                            <a:rPr lang="en-US" altLang="zh-CN" sz="1400" i="1">
                              <a:solidFill>
                                <a:srgbClr val="FF0000"/>
                              </a:solidFill>
                              <a:latin typeface="Cambria Math" panose="02040503050406030204" pitchFamily="18" charset="0"/>
                            </a:rPr>
                            <m:t>𝑒</m:t>
                          </m:r>
                        </m:e>
                        <m:sub>
                          <m:r>
                            <a:rPr lang="en-US" altLang="zh-CN" sz="1400" i="1">
                              <a:solidFill>
                                <a:srgbClr val="FF0000"/>
                              </a:solidFill>
                              <a:latin typeface="Cambria Math" panose="02040503050406030204" pitchFamily="18" charset="0"/>
                            </a:rPr>
                            <m:t>𝑗</m:t>
                          </m:r>
                        </m:sub>
                        <m:sup>
                          <m:r>
                            <a:rPr lang="en-US" altLang="zh-CN" sz="1400" i="1">
                              <a:solidFill>
                                <a:srgbClr val="FF0000"/>
                              </a:solidFill>
                              <a:latin typeface="Cambria Math" panose="02040503050406030204" pitchFamily="18" charset="0"/>
                            </a:rPr>
                            <m:t>(2)</m:t>
                          </m:r>
                        </m:sup>
                      </m:sSubSup>
                      <m:r>
                        <a:rPr lang="en-US" altLang="zh-CN" sz="1400" i="1">
                          <a:solidFill>
                            <a:srgbClr val="FF0000"/>
                          </a:solidFill>
                          <a:latin typeface="Cambria Math" panose="02040503050406030204" pitchFamily="18" charset="0"/>
                        </a:rPr>
                        <m:t> =</m:t>
                      </m:r>
                      <m:f>
                        <m:fPr>
                          <m:ctrlPr>
                            <a:rPr lang="en-US" altLang="zh-CN" sz="1400" i="1" smtClean="0">
                              <a:solidFill>
                                <a:srgbClr val="FF0000"/>
                              </a:solidFill>
                              <a:latin typeface="Cambria Math" panose="02040503050406030204" pitchFamily="18" charset="0"/>
                            </a:rPr>
                          </m:ctrlPr>
                        </m:fPr>
                        <m:num>
                          <m:r>
                            <a:rPr lang="en-US" altLang="zh-CN" sz="1400" i="1">
                              <a:solidFill>
                                <a:srgbClr val="FF0000"/>
                              </a:solidFill>
                              <a:latin typeface="Cambria Math" panose="02040503050406030204" pitchFamily="18" charset="0"/>
                            </a:rPr>
                            <m:t>𝜕</m:t>
                          </m:r>
                          <m:r>
                            <a:rPr lang="en-US" altLang="zh-CN" sz="1400" i="1">
                              <a:solidFill>
                                <a:srgbClr val="FF0000"/>
                              </a:solidFill>
                              <a:latin typeface="Cambria Math" panose="02040503050406030204" pitchFamily="18" charset="0"/>
                            </a:rPr>
                            <m:t>ℒ</m:t>
                          </m:r>
                          <m:d>
                            <m:dPr>
                              <m:ctrlPr>
                                <a:rPr lang="en-US" altLang="zh-CN" sz="1400" i="1">
                                  <a:solidFill>
                                    <a:srgbClr val="FF0000"/>
                                  </a:solidFill>
                                  <a:latin typeface="Cambria Math" panose="02040503050406030204" pitchFamily="18" charset="0"/>
                                </a:rPr>
                              </m:ctrlPr>
                            </m:dPr>
                            <m:e>
                              <m:r>
                                <a:rPr lang="en-US" altLang="zh-CN" sz="1400" b="1" i="1">
                                  <a:solidFill>
                                    <a:srgbClr val="FF0000"/>
                                  </a:solidFill>
                                  <a:latin typeface="Cambria Math" panose="02040503050406030204" pitchFamily="18" charset="0"/>
                                </a:rPr>
                                <m:t>𝒅</m:t>
                              </m:r>
                              <m:r>
                                <a:rPr lang="en-US" altLang="zh-CN" sz="1400" b="1" i="1">
                                  <a:solidFill>
                                    <a:srgbClr val="FF0000"/>
                                  </a:solidFill>
                                  <a:latin typeface="Cambria Math" panose="02040503050406030204" pitchFamily="18" charset="0"/>
                                </a:rPr>
                                <m:t>,</m:t>
                              </m:r>
                              <m:r>
                                <a:rPr lang="en-US" altLang="zh-CN" sz="1400" b="1" i="1">
                                  <a:solidFill>
                                    <a:srgbClr val="FF0000"/>
                                  </a:solidFill>
                                  <a:latin typeface="Cambria Math" panose="02040503050406030204" pitchFamily="18" charset="0"/>
                                </a:rPr>
                                <m:t>𝒚</m:t>
                              </m:r>
                              <m:r>
                                <a:rPr lang="en-US" altLang="zh-CN" sz="1400" i="1">
                                  <a:solidFill>
                                    <a:srgbClr val="FF0000"/>
                                  </a:solidFill>
                                  <a:latin typeface="Cambria Math" panose="02040503050406030204" pitchFamily="18" charset="0"/>
                                </a:rPr>
                                <m:t> </m:t>
                              </m:r>
                            </m:e>
                          </m:d>
                        </m:num>
                        <m:den>
                          <m:r>
                            <a:rPr lang="en-US" altLang="zh-CN" sz="1400" i="1">
                              <a:solidFill>
                                <a:srgbClr val="FF0000"/>
                              </a:solidFill>
                              <a:latin typeface="Cambria Math" panose="02040503050406030204" pitchFamily="18" charset="0"/>
                            </a:rPr>
                            <m:t>𝜕</m:t>
                          </m:r>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𝑦</m:t>
                              </m:r>
                            </m:e>
                            <m:sub>
                              <m:r>
                                <a:rPr lang="en-US" altLang="zh-CN" sz="1400" i="1">
                                  <a:solidFill>
                                    <a:srgbClr val="FF0000"/>
                                  </a:solidFill>
                                  <a:latin typeface="Cambria Math" panose="02040503050406030204" pitchFamily="18" charset="0"/>
                                </a:rPr>
                                <m:t>𝑗</m:t>
                              </m:r>
                            </m:sub>
                          </m:sSub>
                        </m:den>
                      </m:f>
                      <m:f>
                        <m:fPr>
                          <m:ctrlPr>
                            <a:rPr lang="en-US" altLang="zh-CN" sz="1400" i="1">
                              <a:solidFill>
                                <a:schemeClr val="accent1"/>
                              </a:solidFill>
                              <a:latin typeface="Cambria Math" panose="02040503050406030204" pitchFamily="18" charset="0"/>
                            </a:rPr>
                          </m:ctrlPr>
                        </m:fPr>
                        <m:num>
                          <m:r>
                            <a:rPr lang="en-US" altLang="zh-CN" sz="1400" i="1">
                              <a:solidFill>
                                <a:schemeClr val="accent1"/>
                              </a:solidFill>
                              <a:latin typeface="Cambria Math" panose="02040503050406030204" pitchFamily="18" charset="0"/>
                            </a:rPr>
                            <m:t>𝜕</m:t>
                          </m:r>
                          <m:sSub>
                            <m:sSubPr>
                              <m:ctrlPr>
                                <a:rPr lang="en-US" altLang="zh-CN" sz="1400" i="1">
                                  <a:solidFill>
                                    <a:schemeClr val="accent1"/>
                                  </a:solidFill>
                                  <a:latin typeface="Cambria Math" panose="02040503050406030204" pitchFamily="18" charset="0"/>
                                </a:rPr>
                              </m:ctrlPr>
                            </m:sSubPr>
                            <m:e>
                              <m:r>
                                <a:rPr lang="en-US" altLang="zh-CN" sz="1400" i="1">
                                  <a:solidFill>
                                    <a:schemeClr val="accent1"/>
                                  </a:solidFill>
                                  <a:latin typeface="Cambria Math" panose="02040503050406030204" pitchFamily="18" charset="0"/>
                                </a:rPr>
                                <m:t>𝑦</m:t>
                              </m:r>
                            </m:e>
                            <m:sub>
                              <m:r>
                                <a:rPr lang="en-US" altLang="zh-CN" sz="1400" i="1">
                                  <a:solidFill>
                                    <a:schemeClr val="accent1"/>
                                  </a:solidFill>
                                  <a:latin typeface="Cambria Math" panose="02040503050406030204" pitchFamily="18" charset="0"/>
                                </a:rPr>
                                <m:t>𝑗</m:t>
                              </m:r>
                            </m:sub>
                          </m:sSub>
                        </m:num>
                        <m:den>
                          <m:r>
                            <a:rPr lang="en-US" altLang="zh-CN" sz="1400" i="1">
                              <a:solidFill>
                                <a:schemeClr val="accent1"/>
                              </a:solidFill>
                              <a:latin typeface="Cambria Math" panose="02040503050406030204" pitchFamily="18" charset="0"/>
                            </a:rPr>
                            <m:t>𝜕</m:t>
                          </m:r>
                          <m:sSubSup>
                            <m:sSubSupPr>
                              <m:ctrlPr>
                                <a:rPr lang="en-US" altLang="zh-CN" sz="1400" b="0" i="1">
                                  <a:solidFill>
                                    <a:schemeClr val="accent1"/>
                                  </a:solidFill>
                                  <a:latin typeface="Cambria Math" panose="02040503050406030204" pitchFamily="18" charset="0"/>
                                </a:rPr>
                              </m:ctrlPr>
                            </m:sSubSupPr>
                            <m:e>
                              <m:r>
                                <a:rPr lang="en-US" altLang="zh-CN" sz="1400" b="0" i="1">
                                  <a:solidFill>
                                    <a:schemeClr val="accent1"/>
                                  </a:solidFill>
                                  <a:latin typeface="Cambria Math" panose="02040503050406030204" pitchFamily="18" charset="0"/>
                                </a:rPr>
                                <m:t>𝑧</m:t>
                              </m:r>
                            </m:e>
                            <m:sub>
                              <m:r>
                                <a:rPr lang="en-US" altLang="zh-CN" sz="1400" i="1">
                                  <a:solidFill>
                                    <a:schemeClr val="accent1"/>
                                  </a:solidFill>
                                  <a:latin typeface="Cambria Math" panose="02040503050406030204" pitchFamily="18" charset="0"/>
                                </a:rPr>
                                <m:t>𝑗</m:t>
                              </m:r>
                            </m:sub>
                            <m:sup>
                              <m:r>
                                <a:rPr lang="en-US" altLang="zh-CN" sz="1400" b="0" i="1">
                                  <a:solidFill>
                                    <a:schemeClr val="accent1"/>
                                  </a:solidFill>
                                  <a:latin typeface="Cambria Math" panose="02040503050406030204" pitchFamily="18" charset="0"/>
                                </a:rPr>
                                <m:t>(2)</m:t>
                              </m:r>
                            </m:sup>
                          </m:sSubSup>
                        </m:den>
                      </m:f>
                      <m:r>
                        <a:rPr lang="en-US" altLang="zh-CN" sz="1400" i="1">
                          <a:solidFill>
                            <a:schemeClr val="accent1"/>
                          </a:solidFill>
                          <a:latin typeface="Cambria Math" panose="02040503050406030204" pitchFamily="18" charset="0"/>
                        </a:rPr>
                        <m:t>=</m:t>
                      </m:r>
                      <m:f>
                        <m:fPr>
                          <m:ctrlPr>
                            <a:rPr lang="en-US" altLang="zh-CN" sz="1400" i="1">
                              <a:solidFill>
                                <a:srgbClr val="FF0000"/>
                              </a:solidFill>
                              <a:latin typeface="Cambria Math" panose="02040503050406030204" pitchFamily="18" charset="0"/>
                            </a:rPr>
                          </m:ctrlPr>
                        </m:fPr>
                        <m:num>
                          <m:r>
                            <a:rPr lang="en-US" altLang="zh-CN" sz="1400" i="1">
                              <a:solidFill>
                                <a:srgbClr val="FF0000"/>
                              </a:solidFill>
                              <a:latin typeface="Cambria Math" panose="02040503050406030204" pitchFamily="18" charset="0"/>
                            </a:rPr>
                            <m:t>𝜕</m:t>
                          </m:r>
                          <m:r>
                            <a:rPr lang="en-US" altLang="zh-CN" sz="1400" i="1">
                              <a:solidFill>
                                <a:srgbClr val="FF0000"/>
                              </a:solidFill>
                              <a:latin typeface="Cambria Math" panose="02040503050406030204" pitchFamily="18" charset="0"/>
                            </a:rPr>
                            <m:t>ℒ</m:t>
                          </m:r>
                          <m:d>
                            <m:dPr>
                              <m:ctrlPr>
                                <a:rPr lang="en-US" altLang="zh-CN" sz="1400" i="1">
                                  <a:solidFill>
                                    <a:srgbClr val="FF0000"/>
                                  </a:solidFill>
                                  <a:latin typeface="Cambria Math" panose="02040503050406030204" pitchFamily="18" charset="0"/>
                                </a:rPr>
                              </m:ctrlPr>
                            </m:dPr>
                            <m:e>
                              <m:r>
                                <a:rPr lang="en-US" altLang="zh-CN" sz="1400" b="1" i="1">
                                  <a:solidFill>
                                    <a:srgbClr val="FF0000"/>
                                  </a:solidFill>
                                  <a:latin typeface="Cambria Math" panose="02040503050406030204" pitchFamily="18" charset="0"/>
                                </a:rPr>
                                <m:t>𝒅</m:t>
                              </m:r>
                              <m:r>
                                <a:rPr lang="en-US" altLang="zh-CN" sz="1400" b="1" i="1">
                                  <a:solidFill>
                                    <a:srgbClr val="FF0000"/>
                                  </a:solidFill>
                                  <a:latin typeface="Cambria Math" panose="02040503050406030204" pitchFamily="18" charset="0"/>
                                </a:rPr>
                                <m:t>,</m:t>
                              </m:r>
                              <m:r>
                                <a:rPr lang="en-US" altLang="zh-CN" sz="1400" b="1" i="1">
                                  <a:solidFill>
                                    <a:srgbClr val="FF0000"/>
                                  </a:solidFill>
                                  <a:latin typeface="Cambria Math" panose="02040503050406030204" pitchFamily="18" charset="0"/>
                                </a:rPr>
                                <m:t>𝒚</m:t>
                              </m:r>
                              <m:r>
                                <a:rPr lang="en-US" altLang="zh-CN" sz="1400" i="1">
                                  <a:solidFill>
                                    <a:srgbClr val="FF0000"/>
                                  </a:solidFill>
                                  <a:latin typeface="Cambria Math" panose="02040503050406030204" pitchFamily="18" charset="0"/>
                                </a:rPr>
                                <m:t> </m:t>
                              </m:r>
                            </m:e>
                          </m:d>
                        </m:num>
                        <m:den>
                          <m:r>
                            <a:rPr lang="en-US" altLang="zh-CN" sz="1400" i="1">
                              <a:solidFill>
                                <a:schemeClr val="accent1"/>
                              </a:solidFill>
                              <a:latin typeface="Cambria Math" panose="02040503050406030204" pitchFamily="18" charset="0"/>
                            </a:rPr>
                            <m:t>𝜕</m:t>
                          </m:r>
                          <m:sSubSup>
                            <m:sSubSupPr>
                              <m:ctrlPr>
                                <a:rPr lang="en-US" altLang="zh-CN" sz="1400" i="1">
                                  <a:solidFill>
                                    <a:schemeClr val="accent1"/>
                                  </a:solidFill>
                                  <a:latin typeface="Cambria Math" panose="02040503050406030204" pitchFamily="18" charset="0"/>
                                </a:rPr>
                              </m:ctrlPr>
                            </m:sSubSupPr>
                            <m:e>
                              <m:r>
                                <a:rPr lang="en-US" altLang="zh-CN" sz="1400" i="1">
                                  <a:solidFill>
                                    <a:schemeClr val="accent1"/>
                                  </a:solidFill>
                                  <a:latin typeface="Cambria Math" panose="02040503050406030204" pitchFamily="18" charset="0"/>
                                </a:rPr>
                                <m:t>𝑧</m:t>
                              </m:r>
                            </m:e>
                            <m:sub>
                              <m:r>
                                <a:rPr lang="en-US" altLang="zh-CN" sz="1400" i="1">
                                  <a:solidFill>
                                    <a:schemeClr val="accent1"/>
                                  </a:solidFill>
                                  <a:latin typeface="Cambria Math" panose="02040503050406030204" pitchFamily="18" charset="0"/>
                                </a:rPr>
                                <m:t>𝑗</m:t>
                              </m:r>
                            </m:sub>
                            <m:sup>
                              <m:r>
                                <a:rPr lang="en-US" altLang="zh-CN" sz="1400" i="1">
                                  <a:solidFill>
                                    <a:schemeClr val="accent1"/>
                                  </a:solidFill>
                                  <a:latin typeface="Cambria Math" panose="02040503050406030204" pitchFamily="18" charset="0"/>
                                </a:rPr>
                                <m:t>(2)</m:t>
                              </m:r>
                            </m:sup>
                          </m:sSubSup>
                        </m:den>
                      </m:f>
                    </m:oMath>
                  </m:oMathPara>
                </a14:m>
                <a:endParaRPr lang="zh-CN" altLang="en-US" sz="1400" dirty="0"/>
              </a:p>
            </p:txBody>
          </p:sp>
        </mc:Choice>
        <mc:Fallback xmlns="">
          <p:sp>
            <p:nvSpPr>
              <p:cNvPr id="13" name="文本框 12">
                <a:extLst>
                  <a:ext uri="{FF2B5EF4-FFF2-40B4-BE49-F238E27FC236}">
                    <a16:creationId xmlns:a16="http://schemas.microsoft.com/office/drawing/2014/main" id="{DE370A0D-4B38-4260-5C34-A48A70954695}"/>
                  </a:ext>
                </a:extLst>
              </p:cNvPr>
              <p:cNvSpPr txBox="1">
                <a:spLocks noRot="1" noChangeAspect="1" noMove="1" noResize="1" noEditPoints="1" noAdjustHandles="1" noChangeArrowheads="1" noChangeShapeType="1" noTextEdit="1"/>
              </p:cNvSpPr>
              <p:nvPr/>
            </p:nvSpPr>
            <p:spPr>
              <a:xfrm>
                <a:off x="7837211" y="3554803"/>
                <a:ext cx="3796756" cy="644407"/>
              </a:xfrm>
              <a:prstGeom prst="rect">
                <a:avLst/>
              </a:prstGeom>
              <a:blipFill>
                <a:blip r:embed="rId38"/>
                <a:stretch>
                  <a:fillRect b="-9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608C91C7-CCDB-CBFE-DE10-E7DB187C5852}"/>
                  </a:ext>
                </a:extLst>
              </p:cNvPr>
              <p:cNvSpPr txBox="1"/>
              <p:nvPr/>
            </p:nvSpPr>
            <p:spPr>
              <a:xfrm>
                <a:off x="9788352" y="1353752"/>
                <a:ext cx="1554487" cy="7262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1400" i="1" smtClean="0">
                              <a:solidFill>
                                <a:schemeClr val="accent2"/>
                              </a:solidFill>
                              <a:latin typeface="Cambria Math" panose="02040503050406030204" pitchFamily="18" charset="0"/>
                            </a:rPr>
                          </m:ctrlPr>
                        </m:fPr>
                        <m:num>
                          <m:r>
                            <a:rPr lang="en-US" altLang="zh-CN" sz="1400" i="1">
                              <a:solidFill>
                                <a:schemeClr val="accent2"/>
                              </a:solidFill>
                              <a:latin typeface="Cambria Math" panose="02040503050406030204" pitchFamily="18" charset="0"/>
                            </a:rPr>
                            <m:t>𝜕</m:t>
                          </m:r>
                          <m:sSubSup>
                            <m:sSubSupPr>
                              <m:ctrlPr>
                                <a:rPr lang="en-US" altLang="zh-CN" sz="1400" b="0" i="1">
                                  <a:solidFill>
                                    <a:schemeClr val="accent2"/>
                                  </a:solidFill>
                                  <a:latin typeface="Cambria Math" panose="02040503050406030204" pitchFamily="18" charset="0"/>
                                </a:rPr>
                              </m:ctrlPr>
                            </m:sSubSupPr>
                            <m:e>
                              <m:r>
                                <a:rPr lang="en-US" altLang="zh-CN" sz="1400" b="0" i="1">
                                  <a:solidFill>
                                    <a:schemeClr val="accent2"/>
                                  </a:solidFill>
                                  <a:latin typeface="Cambria Math" panose="02040503050406030204" pitchFamily="18" charset="0"/>
                                </a:rPr>
                                <m:t>𝑧</m:t>
                              </m:r>
                            </m:e>
                            <m:sub>
                              <m:r>
                                <a:rPr lang="en-US" altLang="zh-CN" sz="1400" i="1">
                                  <a:solidFill>
                                    <a:schemeClr val="accent2"/>
                                  </a:solidFill>
                                  <a:latin typeface="Cambria Math" panose="02040503050406030204" pitchFamily="18" charset="0"/>
                                </a:rPr>
                                <m:t>𝑗</m:t>
                              </m:r>
                            </m:sub>
                            <m:sup>
                              <m:r>
                                <a:rPr lang="en-US" altLang="zh-CN" sz="1400" b="0" i="1">
                                  <a:solidFill>
                                    <a:schemeClr val="accent2"/>
                                  </a:solidFill>
                                  <a:latin typeface="Cambria Math" panose="02040503050406030204" pitchFamily="18" charset="0"/>
                                </a:rPr>
                                <m:t>(2)</m:t>
                              </m:r>
                            </m:sup>
                          </m:sSubSup>
                        </m:num>
                        <m:den>
                          <m:r>
                            <a:rPr lang="en-US" altLang="zh-CN" sz="1400" i="1">
                              <a:solidFill>
                                <a:schemeClr val="accent2"/>
                              </a:solidFill>
                              <a:latin typeface="Cambria Math" panose="02040503050406030204" pitchFamily="18" charset="0"/>
                            </a:rPr>
                            <m:t>𝜕</m:t>
                          </m:r>
                          <m:sSubSup>
                            <m:sSubSupPr>
                              <m:ctrlPr>
                                <a:rPr lang="en-US" altLang="zh-CN" sz="1400" b="0" i="1">
                                  <a:solidFill>
                                    <a:schemeClr val="accent2"/>
                                  </a:solidFill>
                                  <a:latin typeface="Cambria Math" panose="02040503050406030204" pitchFamily="18" charset="0"/>
                                </a:rPr>
                              </m:ctrlPr>
                            </m:sSubSupPr>
                            <m:e>
                              <m:r>
                                <a:rPr lang="en-US" altLang="zh-CN" sz="1400" i="1">
                                  <a:solidFill>
                                    <a:schemeClr val="accent2"/>
                                  </a:solidFill>
                                  <a:latin typeface="Cambria Math" panose="02040503050406030204" pitchFamily="18" charset="0"/>
                                </a:rPr>
                                <m:t>𝑤</m:t>
                              </m:r>
                            </m:e>
                            <m:sub>
                              <m:r>
                                <a:rPr lang="en-US" altLang="zh-CN" sz="1400" i="1">
                                  <a:solidFill>
                                    <a:schemeClr val="accent2"/>
                                  </a:solidFill>
                                  <a:latin typeface="Cambria Math" panose="02040503050406030204" pitchFamily="18" charset="0"/>
                                </a:rPr>
                                <m:t>h𝑗</m:t>
                              </m:r>
                            </m:sub>
                            <m:sup>
                              <m:r>
                                <a:rPr lang="en-US" altLang="zh-CN" sz="1400" b="0" i="1">
                                  <a:solidFill>
                                    <a:schemeClr val="accent2"/>
                                  </a:solidFill>
                                  <a:latin typeface="Cambria Math" panose="02040503050406030204" pitchFamily="18" charset="0"/>
                                </a:rPr>
                                <m:t>(2)</m:t>
                              </m:r>
                            </m:sup>
                          </m:sSubSup>
                        </m:den>
                      </m:f>
                      <m:r>
                        <a:rPr lang="en-US" altLang="zh-CN" sz="1400" i="1">
                          <a:solidFill>
                            <a:schemeClr val="accent2"/>
                          </a:solidFill>
                          <a:latin typeface="Cambria Math" panose="02040503050406030204" pitchFamily="18" charset="0"/>
                        </a:rPr>
                        <m:t>=</m:t>
                      </m:r>
                      <m:sSub>
                        <m:sSubPr>
                          <m:ctrlPr>
                            <a:rPr lang="en-US" altLang="zh-CN" sz="1400" i="1">
                              <a:solidFill>
                                <a:schemeClr val="accent2"/>
                              </a:solidFill>
                              <a:latin typeface="Cambria Math" panose="02040503050406030204" pitchFamily="18" charset="0"/>
                            </a:rPr>
                          </m:ctrlPr>
                        </m:sSubPr>
                        <m:e>
                          <m:r>
                            <a:rPr lang="en-US" altLang="zh-CN" sz="1400" i="1">
                              <a:solidFill>
                                <a:schemeClr val="accent2"/>
                              </a:solidFill>
                              <a:latin typeface="Cambria Math" panose="02040503050406030204" pitchFamily="18" charset="0"/>
                            </a:rPr>
                            <m:t>𝑎</m:t>
                          </m:r>
                        </m:e>
                        <m:sub>
                          <m:r>
                            <a:rPr lang="en-US" altLang="zh-CN" sz="1400" i="1">
                              <a:solidFill>
                                <a:schemeClr val="accent2"/>
                              </a:solidFill>
                              <a:latin typeface="Cambria Math" panose="02040503050406030204" pitchFamily="18" charset="0"/>
                            </a:rPr>
                            <m:t>h</m:t>
                          </m:r>
                        </m:sub>
                      </m:sSub>
                    </m:oMath>
                  </m:oMathPara>
                </a14:m>
                <a:endParaRPr lang="zh-CN" altLang="en-US" sz="1400" dirty="0"/>
              </a:p>
            </p:txBody>
          </p:sp>
        </mc:Choice>
        <mc:Fallback xmlns="">
          <p:sp>
            <p:nvSpPr>
              <p:cNvPr id="42" name="文本框 41">
                <a:extLst>
                  <a:ext uri="{FF2B5EF4-FFF2-40B4-BE49-F238E27FC236}">
                    <a16:creationId xmlns:a16="http://schemas.microsoft.com/office/drawing/2014/main" id="{608C91C7-CCDB-CBFE-DE10-E7DB187C5852}"/>
                  </a:ext>
                </a:extLst>
              </p:cNvPr>
              <p:cNvSpPr txBox="1">
                <a:spLocks noRot="1" noChangeAspect="1" noMove="1" noResize="1" noEditPoints="1" noAdjustHandles="1" noChangeArrowheads="1" noChangeShapeType="1" noTextEdit="1"/>
              </p:cNvSpPr>
              <p:nvPr/>
            </p:nvSpPr>
            <p:spPr>
              <a:xfrm>
                <a:off x="9788352" y="1353752"/>
                <a:ext cx="1554487" cy="726224"/>
              </a:xfrm>
              <a:prstGeom prst="rect">
                <a:avLst/>
              </a:prstGeom>
              <a:blipFill>
                <a:blip r:embed="rId39"/>
                <a:stretch>
                  <a:fillRect/>
                </a:stretch>
              </a:blipFill>
            </p:spPr>
            <p:txBody>
              <a:bodyPr/>
              <a:lstStyle/>
              <a:p>
                <a:r>
                  <a:rPr lang="zh-CN" altLang="en-US">
                    <a:noFill/>
                  </a:rPr>
                  <a:t> </a:t>
                </a:r>
              </a:p>
            </p:txBody>
          </p:sp>
        </mc:Fallback>
      </mc:AlternateContent>
      <p:sp>
        <p:nvSpPr>
          <p:cNvPr id="45" name="箭头: 上弧形 44">
            <a:extLst>
              <a:ext uri="{FF2B5EF4-FFF2-40B4-BE49-F238E27FC236}">
                <a16:creationId xmlns:a16="http://schemas.microsoft.com/office/drawing/2014/main" id="{5E481EAA-0C45-69B4-119C-A817542BA300}"/>
              </a:ext>
            </a:extLst>
          </p:cNvPr>
          <p:cNvSpPr/>
          <p:nvPr/>
        </p:nvSpPr>
        <p:spPr>
          <a:xfrm>
            <a:off x="6430472" y="912152"/>
            <a:ext cx="4083050" cy="393333"/>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413914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mph" presetSubtype="2" fill="hold" grpId="0" nodeType="clickEffect">
                                  <p:stCondLst>
                                    <p:cond delay="0"/>
                                  </p:stCondLst>
                                  <p:childTnLst>
                                    <p:animClr clrSpc="rgb" dir="cw">
                                      <p:cBhvr override="childStyle">
                                        <p:cTn id="32" dur="2000" fill="hold"/>
                                        <p:tgtEl>
                                          <p:spTgt spid="6"/>
                                        </p:tgtEl>
                                        <p:attrNameLst>
                                          <p:attrName>style.color</p:attrName>
                                        </p:attrNameLst>
                                      </p:cBhvr>
                                      <p:to>
                                        <a:srgbClr val="FF0000"/>
                                      </p:to>
                                    </p:animClr>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23" grpId="0"/>
      <p:bldP spid="25" grpId="0"/>
      <p:bldP spid="27" grpId="0"/>
      <p:bldP spid="30" grpId="0"/>
      <p:bldP spid="33" grpId="0"/>
      <p:bldP spid="34" grpId="0"/>
      <p:bldP spid="36" grpId="0"/>
      <p:bldP spid="37" grpId="0"/>
      <p:bldP spid="39" grpId="0"/>
      <p:bldP spid="13" grpId="0"/>
      <p:bldP spid="42" grpId="0"/>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DC179-354C-9E8D-5410-396F16FFC83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F1B4275-17B7-9D1E-A5E9-8FA46C271F38}"/>
              </a:ext>
            </a:extLst>
          </p:cNvPr>
          <p:cNvSpPr>
            <a:spLocks noGrp="1"/>
          </p:cNvSpPr>
          <p:nvPr>
            <p:ph type="title"/>
          </p:nvPr>
        </p:nvSpPr>
        <p:spPr/>
        <p:txBody>
          <a:bodyPr/>
          <a:lstStyle/>
          <a:p>
            <a:r>
              <a:rPr lang="zh-CN" altLang="en-US" dirty="0"/>
              <a:t>反向传播算法</a:t>
            </a:r>
            <a:r>
              <a:rPr lang="en-US" altLang="zh-CN" dirty="0"/>
              <a:t>—</a:t>
            </a:r>
            <a:r>
              <a:rPr lang="zh-CN" altLang="en-US"/>
              <a:t>后向</a:t>
            </a:r>
            <a:endParaRPr lang="zh-CN" altLang="en-US" dirty="0"/>
          </a:p>
        </p:txBody>
      </p:sp>
      <p:sp>
        <p:nvSpPr>
          <p:cNvPr id="7" name="椭圆 6">
            <a:extLst>
              <a:ext uri="{FF2B5EF4-FFF2-40B4-BE49-F238E27FC236}">
                <a16:creationId xmlns:a16="http://schemas.microsoft.com/office/drawing/2014/main" id="{D74C9EE2-7A28-EE6E-2818-8AAE1E46CA2F}"/>
              </a:ext>
            </a:extLst>
          </p:cNvPr>
          <p:cNvSpPr/>
          <p:nvPr/>
        </p:nvSpPr>
        <p:spPr>
          <a:xfrm>
            <a:off x="3977465" y="1797659"/>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F1A452CF-2A42-128F-BEC6-E8A8DD42E783}"/>
              </a:ext>
            </a:extLst>
          </p:cNvPr>
          <p:cNvSpPr/>
          <p:nvPr/>
        </p:nvSpPr>
        <p:spPr>
          <a:xfrm>
            <a:off x="3977465" y="2481166"/>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99E3D264-A828-E814-A466-C861362099DC}"/>
              </a:ext>
            </a:extLst>
          </p:cNvPr>
          <p:cNvSpPr/>
          <p:nvPr/>
        </p:nvSpPr>
        <p:spPr>
          <a:xfrm>
            <a:off x="3977465" y="3157326"/>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8957F1CC-DE23-9977-D4A9-CCD5D708A1CA}"/>
              </a:ext>
            </a:extLst>
          </p:cNvPr>
          <p:cNvSpPr/>
          <p:nvPr/>
        </p:nvSpPr>
        <p:spPr>
          <a:xfrm>
            <a:off x="5504162" y="1797659"/>
            <a:ext cx="324000" cy="324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p>
        </p:txBody>
      </p:sp>
      <p:sp>
        <p:nvSpPr>
          <p:cNvPr id="11" name="椭圆 10">
            <a:extLst>
              <a:ext uri="{FF2B5EF4-FFF2-40B4-BE49-F238E27FC236}">
                <a16:creationId xmlns:a16="http://schemas.microsoft.com/office/drawing/2014/main" id="{FCC169BA-5443-3822-AC49-2A0D17879D47}"/>
              </a:ext>
            </a:extLst>
          </p:cNvPr>
          <p:cNvSpPr/>
          <p:nvPr/>
        </p:nvSpPr>
        <p:spPr>
          <a:xfrm>
            <a:off x="5504162" y="2481166"/>
            <a:ext cx="324000" cy="324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12" name="椭圆 11">
            <a:extLst>
              <a:ext uri="{FF2B5EF4-FFF2-40B4-BE49-F238E27FC236}">
                <a16:creationId xmlns:a16="http://schemas.microsoft.com/office/drawing/2014/main" id="{FED22B58-1900-9F5F-9A99-941CDE8E3776}"/>
              </a:ext>
            </a:extLst>
          </p:cNvPr>
          <p:cNvSpPr/>
          <p:nvPr/>
        </p:nvSpPr>
        <p:spPr>
          <a:xfrm>
            <a:off x="5504162" y="3157326"/>
            <a:ext cx="324000" cy="324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cxnSp>
        <p:nvCxnSpPr>
          <p:cNvPr id="18" name="直接箭头连接符 17">
            <a:extLst>
              <a:ext uri="{FF2B5EF4-FFF2-40B4-BE49-F238E27FC236}">
                <a16:creationId xmlns:a16="http://schemas.microsoft.com/office/drawing/2014/main" id="{9DC6BCB0-E78F-7FC8-D500-3C23CBFCFCF0}"/>
              </a:ext>
            </a:extLst>
          </p:cNvPr>
          <p:cNvCxnSpPr>
            <a:endCxn id="7" idx="2"/>
          </p:cNvCxnSpPr>
          <p:nvPr/>
        </p:nvCxnSpPr>
        <p:spPr>
          <a:xfrm>
            <a:off x="3443479" y="1959659"/>
            <a:ext cx="5339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89B7E60B-5636-72B1-C743-9A901EAB7B68}"/>
              </a:ext>
            </a:extLst>
          </p:cNvPr>
          <p:cNvCxnSpPr>
            <a:endCxn id="8" idx="2"/>
          </p:cNvCxnSpPr>
          <p:nvPr/>
        </p:nvCxnSpPr>
        <p:spPr>
          <a:xfrm>
            <a:off x="3443479" y="2643166"/>
            <a:ext cx="5339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44B7186D-26D3-0A6D-7A4E-AC47A8EEFB14}"/>
              </a:ext>
            </a:extLst>
          </p:cNvPr>
          <p:cNvCxnSpPr>
            <a:endCxn id="9" idx="2"/>
          </p:cNvCxnSpPr>
          <p:nvPr/>
        </p:nvCxnSpPr>
        <p:spPr>
          <a:xfrm>
            <a:off x="3443479" y="3319326"/>
            <a:ext cx="5339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06C20685-CCC9-AE25-CEA3-E472B9A4E156}"/>
              </a:ext>
            </a:extLst>
          </p:cNvPr>
          <p:cNvCxnSpPr>
            <a:stCxn id="7" idx="6"/>
            <a:endCxn id="11" idx="2"/>
          </p:cNvCxnSpPr>
          <p:nvPr/>
        </p:nvCxnSpPr>
        <p:spPr>
          <a:xfrm>
            <a:off x="4301466" y="1959660"/>
            <a:ext cx="1202697"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BD30AAE3-0AE6-CFE8-7EC0-E2B512BDB716}"/>
              </a:ext>
            </a:extLst>
          </p:cNvPr>
          <p:cNvCxnSpPr>
            <a:stCxn id="8" idx="6"/>
            <a:endCxn id="11" idx="2"/>
          </p:cNvCxnSpPr>
          <p:nvPr/>
        </p:nvCxnSpPr>
        <p:spPr>
          <a:xfrm>
            <a:off x="4301466" y="2643166"/>
            <a:ext cx="1202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603F2415-F145-6AFE-0D74-693EE0F20DA6}"/>
              </a:ext>
            </a:extLst>
          </p:cNvPr>
          <p:cNvCxnSpPr>
            <a:stCxn id="9" idx="6"/>
            <a:endCxn id="11" idx="2"/>
          </p:cNvCxnSpPr>
          <p:nvPr/>
        </p:nvCxnSpPr>
        <p:spPr>
          <a:xfrm flipV="1">
            <a:off x="4301466" y="2643166"/>
            <a:ext cx="1202697"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8D4E7698-7939-1AEE-DBD4-1DAFCD53A303}"/>
              </a:ext>
            </a:extLst>
          </p:cNvPr>
          <p:cNvCxnSpPr>
            <a:stCxn id="7" idx="6"/>
            <a:endCxn id="10" idx="2"/>
          </p:cNvCxnSpPr>
          <p:nvPr/>
        </p:nvCxnSpPr>
        <p:spPr>
          <a:xfrm>
            <a:off x="4301466" y="1959659"/>
            <a:ext cx="1202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66185540-4609-65BD-4A9C-D9A7853B5A8B}"/>
              </a:ext>
            </a:extLst>
          </p:cNvPr>
          <p:cNvCxnSpPr>
            <a:stCxn id="8" idx="6"/>
            <a:endCxn id="10" idx="2"/>
          </p:cNvCxnSpPr>
          <p:nvPr/>
        </p:nvCxnSpPr>
        <p:spPr>
          <a:xfrm flipV="1">
            <a:off x="4301466" y="1959660"/>
            <a:ext cx="1202697"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6C9B0283-527F-484B-17F0-539A999F8AD4}"/>
              </a:ext>
            </a:extLst>
          </p:cNvPr>
          <p:cNvCxnSpPr>
            <a:stCxn id="9" idx="6"/>
            <a:endCxn id="10" idx="2"/>
          </p:cNvCxnSpPr>
          <p:nvPr/>
        </p:nvCxnSpPr>
        <p:spPr>
          <a:xfrm flipV="1">
            <a:off x="4301466" y="1959660"/>
            <a:ext cx="1202697"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24C3E3AF-C6AA-E8B8-9421-250FEB0BDD47}"/>
              </a:ext>
            </a:extLst>
          </p:cNvPr>
          <p:cNvCxnSpPr>
            <a:stCxn id="7" idx="6"/>
            <a:endCxn id="12" idx="2"/>
          </p:cNvCxnSpPr>
          <p:nvPr/>
        </p:nvCxnSpPr>
        <p:spPr>
          <a:xfrm>
            <a:off x="4301466" y="1959660"/>
            <a:ext cx="1202697"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B7EE43F5-1F60-6B08-2E0E-DAC875CC9F62}"/>
              </a:ext>
            </a:extLst>
          </p:cNvPr>
          <p:cNvCxnSpPr>
            <a:stCxn id="8" idx="6"/>
            <a:endCxn id="12" idx="2"/>
          </p:cNvCxnSpPr>
          <p:nvPr/>
        </p:nvCxnSpPr>
        <p:spPr>
          <a:xfrm>
            <a:off x="4301466" y="2643166"/>
            <a:ext cx="1202697"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FDDE9B65-AF71-C660-4EFC-B9FA6E551FD0}"/>
              </a:ext>
            </a:extLst>
          </p:cNvPr>
          <p:cNvCxnSpPr>
            <a:stCxn id="9" idx="6"/>
            <a:endCxn id="12" idx="2"/>
          </p:cNvCxnSpPr>
          <p:nvPr/>
        </p:nvCxnSpPr>
        <p:spPr>
          <a:xfrm>
            <a:off x="4301466" y="3319326"/>
            <a:ext cx="1202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F31FAE71-A290-47A6-48FA-19F0808D6B07}"/>
              </a:ext>
            </a:extLst>
          </p:cNvPr>
          <p:cNvCxnSpPr>
            <a:stCxn id="10" idx="6"/>
            <a:endCxn id="138" idx="2"/>
          </p:cNvCxnSpPr>
          <p:nvPr/>
        </p:nvCxnSpPr>
        <p:spPr>
          <a:xfrm>
            <a:off x="5828163" y="1959659"/>
            <a:ext cx="1204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99EDF94D-AB26-C82F-451A-7E4344252EDF}"/>
              </a:ext>
            </a:extLst>
          </p:cNvPr>
          <p:cNvCxnSpPr>
            <a:stCxn id="11" idx="6"/>
            <a:endCxn id="138" idx="2"/>
          </p:cNvCxnSpPr>
          <p:nvPr/>
        </p:nvCxnSpPr>
        <p:spPr>
          <a:xfrm flipV="1">
            <a:off x="5828163" y="1959660"/>
            <a:ext cx="1204619"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BF22BA88-1CEA-3756-0656-C5F2B8D8DE6B}"/>
              </a:ext>
            </a:extLst>
          </p:cNvPr>
          <p:cNvCxnSpPr>
            <a:stCxn id="12" idx="6"/>
            <a:endCxn id="138" idx="2"/>
          </p:cNvCxnSpPr>
          <p:nvPr/>
        </p:nvCxnSpPr>
        <p:spPr>
          <a:xfrm flipV="1">
            <a:off x="5828163" y="1959660"/>
            <a:ext cx="1204619"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C14FDDB5-5D53-4E14-092F-F9041551C9D9}"/>
              </a:ext>
            </a:extLst>
          </p:cNvPr>
          <p:cNvCxnSpPr>
            <a:stCxn id="10" idx="6"/>
            <a:endCxn id="139" idx="2"/>
          </p:cNvCxnSpPr>
          <p:nvPr/>
        </p:nvCxnSpPr>
        <p:spPr>
          <a:xfrm>
            <a:off x="5828163" y="1959660"/>
            <a:ext cx="1204619" cy="683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B611DFB8-70AE-DC40-8CEF-5785CD758E94}"/>
              </a:ext>
            </a:extLst>
          </p:cNvPr>
          <p:cNvCxnSpPr>
            <a:stCxn id="11" idx="6"/>
            <a:endCxn id="139" idx="2"/>
          </p:cNvCxnSpPr>
          <p:nvPr/>
        </p:nvCxnSpPr>
        <p:spPr>
          <a:xfrm>
            <a:off x="5828163" y="2643166"/>
            <a:ext cx="1204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A6A2F6C8-E901-F760-1431-DF2AAF9FA479}"/>
              </a:ext>
            </a:extLst>
          </p:cNvPr>
          <p:cNvCxnSpPr>
            <a:stCxn id="12" idx="6"/>
            <a:endCxn id="139" idx="2"/>
          </p:cNvCxnSpPr>
          <p:nvPr/>
        </p:nvCxnSpPr>
        <p:spPr>
          <a:xfrm flipV="1">
            <a:off x="5828163" y="2643166"/>
            <a:ext cx="1204619"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66A9C0A3-462C-038A-E088-04D373CB74D4}"/>
              </a:ext>
            </a:extLst>
          </p:cNvPr>
          <p:cNvCxnSpPr>
            <a:stCxn id="139" idx="6"/>
          </p:cNvCxnSpPr>
          <p:nvPr/>
        </p:nvCxnSpPr>
        <p:spPr>
          <a:xfrm>
            <a:off x="7356781" y="2643167"/>
            <a:ext cx="665216" cy="1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C1EA3F4A-5111-9255-22D0-022D802DC8B0}"/>
              </a:ext>
            </a:extLst>
          </p:cNvPr>
          <p:cNvCxnSpPr>
            <a:stCxn id="140" idx="6"/>
          </p:cNvCxnSpPr>
          <p:nvPr/>
        </p:nvCxnSpPr>
        <p:spPr>
          <a:xfrm flipV="1">
            <a:off x="7356781" y="3319226"/>
            <a:ext cx="665216" cy="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640CE0E7-5BCD-9FAA-4660-C3659E17C1D5}"/>
                  </a:ext>
                </a:extLst>
              </p:cNvPr>
              <p:cNvSpPr txBox="1"/>
              <p:nvPr/>
            </p:nvSpPr>
            <p:spPr>
              <a:xfrm>
                <a:off x="3443478" y="1622474"/>
                <a:ext cx="53398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1</m:t>
                          </m:r>
                        </m:sub>
                      </m:sSub>
                    </m:oMath>
                  </m:oMathPara>
                </a14:m>
                <a:endParaRPr lang="zh-CN" altLang="en-US" sz="1600" dirty="0"/>
              </a:p>
            </p:txBody>
          </p:sp>
        </mc:Choice>
        <mc:Fallback xmlns="">
          <p:sp>
            <p:nvSpPr>
              <p:cNvPr id="86" name="文本框 85">
                <a:extLst>
                  <a:ext uri="{FF2B5EF4-FFF2-40B4-BE49-F238E27FC236}">
                    <a16:creationId xmlns:a16="http://schemas.microsoft.com/office/drawing/2014/main" id="{640CE0E7-5BCD-9FAA-4660-C3659E17C1D5}"/>
                  </a:ext>
                </a:extLst>
              </p:cNvPr>
              <p:cNvSpPr txBox="1">
                <a:spLocks noRot="1" noChangeAspect="1" noMove="1" noResize="1" noEditPoints="1" noAdjustHandles="1" noChangeArrowheads="1" noChangeShapeType="1" noTextEdit="1"/>
              </p:cNvSpPr>
              <p:nvPr/>
            </p:nvSpPr>
            <p:spPr>
              <a:xfrm>
                <a:off x="3443478" y="1622474"/>
                <a:ext cx="533986" cy="33855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898E8116-DFA8-12BE-B245-86D07FF97112}"/>
                  </a:ext>
                </a:extLst>
              </p:cNvPr>
              <p:cNvSpPr txBox="1"/>
              <p:nvPr/>
            </p:nvSpPr>
            <p:spPr>
              <a:xfrm>
                <a:off x="3443478" y="2309039"/>
                <a:ext cx="53398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𝑖</m:t>
                          </m:r>
                        </m:sub>
                      </m:sSub>
                    </m:oMath>
                  </m:oMathPara>
                </a14:m>
                <a:endParaRPr lang="zh-CN" altLang="en-US" sz="1600" dirty="0"/>
              </a:p>
            </p:txBody>
          </p:sp>
        </mc:Choice>
        <mc:Fallback xmlns="">
          <p:sp>
            <p:nvSpPr>
              <p:cNvPr id="87" name="文本框 86">
                <a:extLst>
                  <a:ext uri="{FF2B5EF4-FFF2-40B4-BE49-F238E27FC236}">
                    <a16:creationId xmlns:a16="http://schemas.microsoft.com/office/drawing/2014/main" id="{898E8116-DFA8-12BE-B245-86D07FF97112}"/>
                  </a:ext>
                </a:extLst>
              </p:cNvPr>
              <p:cNvSpPr txBox="1">
                <a:spLocks noRot="1" noChangeAspect="1" noMove="1" noResize="1" noEditPoints="1" noAdjustHandles="1" noChangeArrowheads="1" noChangeShapeType="1" noTextEdit="1"/>
              </p:cNvSpPr>
              <p:nvPr/>
            </p:nvSpPr>
            <p:spPr>
              <a:xfrm>
                <a:off x="3443478" y="2309039"/>
                <a:ext cx="533986" cy="33855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87722CBF-5EBB-EC3D-3D95-2F2A489C53C9}"/>
                  </a:ext>
                </a:extLst>
              </p:cNvPr>
              <p:cNvSpPr txBox="1"/>
              <p:nvPr/>
            </p:nvSpPr>
            <p:spPr>
              <a:xfrm>
                <a:off x="3424081" y="2995604"/>
                <a:ext cx="53398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𝑑</m:t>
                          </m:r>
                        </m:sub>
                      </m:sSub>
                    </m:oMath>
                  </m:oMathPara>
                </a14:m>
                <a:endParaRPr lang="zh-CN" altLang="en-US" sz="1600" dirty="0"/>
              </a:p>
            </p:txBody>
          </p:sp>
        </mc:Choice>
        <mc:Fallback xmlns="">
          <p:sp>
            <p:nvSpPr>
              <p:cNvPr id="88" name="文本框 87">
                <a:extLst>
                  <a:ext uri="{FF2B5EF4-FFF2-40B4-BE49-F238E27FC236}">
                    <a16:creationId xmlns:a16="http://schemas.microsoft.com/office/drawing/2014/main" id="{87722CBF-5EBB-EC3D-3D95-2F2A489C53C9}"/>
                  </a:ext>
                </a:extLst>
              </p:cNvPr>
              <p:cNvSpPr txBox="1">
                <a:spLocks noRot="1" noChangeAspect="1" noMove="1" noResize="1" noEditPoints="1" noAdjustHandles="1" noChangeArrowheads="1" noChangeShapeType="1" noTextEdit="1"/>
              </p:cNvSpPr>
              <p:nvPr/>
            </p:nvSpPr>
            <p:spPr>
              <a:xfrm>
                <a:off x="3424081" y="2995604"/>
                <a:ext cx="533986" cy="33855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657B4114-7B70-C594-7421-FF2D299A8D79}"/>
                  </a:ext>
                </a:extLst>
              </p:cNvPr>
              <p:cNvSpPr txBox="1"/>
              <p:nvPr/>
            </p:nvSpPr>
            <p:spPr>
              <a:xfrm>
                <a:off x="3471043" y="2562221"/>
                <a:ext cx="461665" cy="593985"/>
              </a:xfrm>
              <a:prstGeom prst="rect">
                <a:avLst/>
              </a:prstGeom>
              <a:noFill/>
            </p:spPr>
            <p:txBody>
              <a:bodyPr vert="eaVert" wrap="squar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oMath>
                  </m:oMathPara>
                </a14:m>
                <a:endParaRPr lang="zh-CN" altLang="en-US" dirty="0"/>
              </a:p>
            </p:txBody>
          </p:sp>
        </mc:Choice>
        <mc:Fallback xmlns="">
          <p:sp>
            <p:nvSpPr>
              <p:cNvPr id="89" name="文本框 88">
                <a:extLst>
                  <a:ext uri="{FF2B5EF4-FFF2-40B4-BE49-F238E27FC236}">
                    <a16:creationId xmlns:a16="http://schemas.microsoft.com/office/drawing/2014/main" id="{657B4114-7B70-C594-7421-FF2D299A8D79}"/>
                  </a:ext>
                </a:extLst>
              </p:cNvPr>
              <p:cNvSpPr txBox="1">
                <a:spLocks noRot="1" noChangeAspect="1" noMove="1" noResize="1" noEditPoints="1" noAdjustHandles="1" noChangeArrowheads="1" noChangeShapeType="1" noTextEdit="1"/>
              </p:cNvSpPr>
              <p:nvPr/>
            </p:nvSpPr>
            <p:spPr>
              <a:xfrm>
                <a:off x="3471043" y="2562221"/>
                <a:ext cx="461665" cy="59398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792605AA-C5FF-A9AF-2B08-7FB4E6CC694F}"/>
                  </a:ext>
                </a:extLst>
              </p:cNvPr>
              <p:cNvSpPr txBox="1"/>
              <p:nvPr/>
            </p:nvSpPr>
            <p:spPr>
              <a:xfrm>
                <a:off x="3471043" y="1902547"/>
                <a:ext cx="461665" cy="593985"/>
              </a:xfrm>
              <a:prstGeom prst="rect">
                <a:avLst/>
              </a:prstGeom>
              <a:noFill/>
            </p:spPr>
            <p:txBody>
              <a:bodyPr vert="eaVert" wrap="squar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oMath>
                  </m:oMathPara>
                </a14:m>
                <a:endParaRPr lang="zh-CN" altLang="en-US" dirty="0"/>
              </a:p>
            </p:txBody>
          </p:sp>
        </mc:Choice>
        <mc:Fallback xmlns="">
          <p:sp>
            <p:nvSpPr>
              <p:cNvPr id="93" name="文本框 92">
                <a:extLst>
                  <a:ext uri="{FF2B5EF4-FFF2-40B4-BE49-F238E27FC236}">
                    <a16:creationId xmlns:a16="http://schemas.microsoft.com/office/drawing/2014/main" id="{792605AA-C5FF-A9AF-2B08-7FB4E6CC694F}"/>
                  </a:ext>
                </a:extLst>
              </p:cNvPr>
              <p:cNvSpPr txBox="1">
                <a:spLocks noRot="1" noChangeAspect="1" noMove="1" noResize="1" noEditPoints="1" noAdjustHandles="1" noChangeArrowheads="1" noChangeShapeType="1" noTextEdit="1"/>
              </p:cNvSpPr>
              <p:nvPr/>
            </p:nvSpPr>
            <p:spPr>
              <a:xfrm>
                <a:off x="3471043" y="1902547"/>
                <a:ext cx="461665" cy="59398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FAAE71EC-9DCA-AC87-10C3-819DE8343FDC}"/>
                  </a:ext>
                </a:extLst>
              </p:cNvPr>
              <p:cNvSpPr txBox="1"/>
              <p:nvPr/>
            </p:nvSpPr>
            <p:spPr>
              <a:xfrm>
                <a:off x="5749034" y="2926627"/>
                <a:ext cx="316523"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b="0" i="1">
                              <a:latin typeface="Cambria Math" panose="02040503050406030204" pitchFamily="18" charset="0"/>
                            </a:rPr>
                            <m:t>𝑎</m:t>
                          </m:r>
                        </m:e>
                        <m:sub>
                          <m:r>
                            <a:rPr lang="en-US" altLang="zh-CN" sz="1400" i="1">
                              <a:latin typeface="Cambria Math" panose="02040503050406030204" pitchFamily="18" charset="0"/>
                            </a:rPr>
                            <m:t>𝑞</m:t>
                          </m:r>
                        </m:sub>
                      </m:sSub>
                    </m:oMath>
                  </m:oMathPara>
                </a14:m>
                <a:endParaRPr lang="zh-CN" altLang="en-US" sz="1400" dirty="0"/>
              </a:p>
            </p:txBody>
          </p:sp>
        </mc:Choice>
        <mc:Fallback xmlns="">
          <p:sp>
            <p:nvSpPr>
              <p:cNvPr id="99" name="文本框 98">
                <a:extLst>
                  <a:ext uri="{FF2B5EF4-FFF2-40B4-BE49-F238E27FC236}">
                    <a16:creationId xmlns:a16="http://schemas.microsoft.com/office/drawing/2014/main" id="{FAAE71EC-9DCA-AC87-10C3-819DE8343FDC}"/>
                  </a:ext>
                </a:extLst>
              </p:cNvPr>
              <p:cNvSpPr txBox="1">
                <a:spLocks noRot="1" noChangeAspect="1" noMove="1" noResize="1" noEditPoints="1" noAdjustHandles="1" noChangeArrowheads="1" noChangeShapeType="1" noTextEdit="1"/>
              </p:cNvSpPr>
              <p:nvPr/>
            </p:nvSpPr>
            <p:spPr>
              <a:xfrm>
                <a:off x="5749034" y="2926627"/>
                <a:ext cx="316523" cy="32438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4A7E7103-32C7-4971-BBFC-259D4C4F6102}"/>
                  </a:ext>
                </a:extLst>
              </p:cNvPr>
              <p:cNvSpPr txBox="1"/>
              <p:nvPr/>
            </p:nvSpPr>
            <p:spPr>
              <a:xfrm>
                <a:off x="5761230" y="2279369"/>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smtClean="0">
                              <a:solidFill>
                                <a:srgbClr val="FF0000"/>
                              </a:solidFill>
                              <a:latin typeface="Cambria Math" panose="02040503050406030204" pitchFamily="18" charset="0"/>
                            </a:rPr>
                          </m:ctrlPr>
                        </m:sSubPr>
                        <m:e>
                          <m:r>
                            <a:rPr lang="en-US" altLang="zh-CN" sz="1400" b="0" i="1">
                              <a:solidFill>
                                <a:srgbClr val="FF0000"/>
                              </a:solidFill>
                              <a:latin typeface="Cambria Math" panose="02040503050406030204" pitchFamily="18" charset="0"/>
                            </a:rPr>
                            <m:t>𝑎</m:t>
                          </m:r>
                        </m:e>
                        <m:sub>
                          <m:r>
                            <a:rPr lang="en-US" altLang="zh-CN" sz="1400" i="1">
                              <a:solidFill>
                                <a:srgbClr val="FF0000"/>
                              </a:solidFill>
                              <a:latin typeface="Cambria Math" panose="02040503050406030204" pitchFamily="18" charset="0"/>
                            </a:rPr>
                            <m:t>h</m:t>
                          </m:r>
                        </m:sub>
                      </m:sSub>
                    </m:oMath>
                  </m:oMathPara>
                </a14:m>
                <a:endParaRPr lang="zh-CN" altLang="en-US" sz="1400" dirty="0">
                  <a:solidFill>
                    <a:srgbClr val="FF0000"/>
                  </a:solidFill>
                </a:endParaRPr>
              </a:p>
            </p:txBody>
          </p:sp>
        </mc:Choice>
        <mc:Fallback xmlns="">
          <p:sp>
            <p:nvSpPr>
              <p:cNvPr id="101" name="文本框 100">
                <a:extLst>
                  <a:ext uri="{FF2B5EF4-FFF2-40B4-BE49-F238E27FC236}">
                    <a16:creationId xmlns:a16="http://schemas.microsoft.com/office/drawing/2014/main" id="{4A7E7103-32C7-4971-BBFC-259D4C4F6102}"/>
                  </a:ext>
                </a:extLst>
              </p:cNvPr>
              <p:cNvSpPr txBox="1">
                <a:spLocks noRot="1" noChangeAspect="1" noMove="1" noResize="1" noEditPoints="1" noAdjustHandles="1" noChangeArrowheads="1" noChangeShapeType="1" noTextEdit="1"/>
              </p:cNvSpPr>
              <p:nvPr/>
            </p:nvSpPr>
            <p:spPr>
              <a:xfrm>
                <a:off x="5761230" y="2279369"/>
                <a:ext cx="316523" cy="30777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6A5C727B-4A59-7D9E-5118-F1781EE48C8E}"/>
                  </a:ext>
                </a:extLst>
              </p:cNvPr>
              <p:cNvSpPr txBox="1"/>
              <p:nvPr/>
            </p:nvSpPr>
            <p:spPr>
              <a:xfrm>
                <a:off x="5761230" y="1626100"/>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b="0" i="1">
                              <a:latin typeface="Cambria Math" panose="02040503050406030204" pitchFamily="18" charset="0"/>
                            </a:rPr>
                            <m:t>𝑎</m:t>
                          </m:r>
                        </m:e>
                        <m:sub>
                          <m:r>
                            <a:rPr lang="en-US" altLang="zh-CN" sz="1400" i="1">
                              <a:latin typeface="Cambria Math" panose="02040503050406030204" pitchFamily="18" charset="0"/>
                            </a:rPr>
                            <m:t>1</m:t>
                          </m:r>
                        </m:sub>
                      </m:sSub>
                    </m:oMath>
                  </m:oMathPara>
                </a14:m>
                <a:endParaRPr lang="zh-CN" altLang="en-US" sz="1400" dirty="0"/>
              </a:p>
            </p:txBody>
          </p:sp>
        </mc:Choice>
        <mc:Fallback xmlns="">
          <p:sp>
            <p:nvSpPr>
              <p:cNvPr id="103" name="文本框 102">
                <a:extLst>
                  <a:ext uri="{FF2B5EF4-FFF2-40B4-BE49-F238E27FC236}">
                    <a16:creationId xmlns:a16="http://schemas.microsoft.com/office/drawing/2014/main" id="{6A5C727B-4A59-7D9E-5118-F1781EE48C8E}"/>
                  </a:ext>
                </a:extLst>
              </p:cNvPr>
              <p:cNvSpPr txBox="1">
                <a:spLocks noRot="1" noChangeAspect="1" noMove="1" noResize="1" noEditPoints="1" noAdjustHandles="1" noChangeArrowheads="1" noChangeShapeType="1" noTextEdit="1"/>
              </p:cNvSpPr>
              <p:nvPr/>
            </p:nvSpPr>
            <p:spPr>
              <a:xfrm>
                <a:off x="5761230" y="1626100"/>
                <a:ext cx="316523" cy="30777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 name="矩形 103">
                <a:extLst>
                  <a:ext uri="{FF2B5EF4-FFF2-40B4-BE49-F238E27FC236}">
                    <a16:creationId xmlns:a16="http://schemas.microsoft.com/office/drawing/2014/main" id="{19612834-F6FB-6763-0C72-524D26F00E6D}"/>
                  </a:ext>
                </a:extLst>
              </p:cNvPr>
              <p:cNvSpPr/>
              <p:nvPr/>
            </p:nvSpPr>
            <p:spPr>
              <a:xfrm>
                <a:off x="5519067" y="1797659"/>
                <a:ext cx="352597"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1</m:t>
                          </m:r>
                        </m:sub>
                      </m:sSub>
                    </m:oMath>
                  </m:oMathPara>
                </a14:m>
                <a:endParaRPr lang="zh-CN" altLang="en-US" sz="1200" dirty="0"/>
              </a:p>
            </p:txBody>
          </p:sp>
        </mc:Choice>
        <mc:Fallback xmlns="">
          <p:sp>
            <p:nvSpPr>
              <p:cNvPr id="104" name="矩形 103">
                <a:extLst>
                  <a:ext uri="{FF2B5EF4-FFF2-40B4-BE49-F238E27FC236}">
                    <a16:creationId xmlns:a16="http://schemas.microsoft.com/office/drawing/2014/main" id="{19612834-F6FB-6763-0C72-524D26F00E6D}"/>
                  </a:ext>
                </a:extLst>
              </p:cNvPr>
              <p:cNvSpPr>
                <a:spLocks noRot="1" noChangeAspect="1" noMove="1" noResize="1" noEditPoints="1" noAdjustHandles="1" noChangeArrowheads="1" noChangeShapeType="1" noTextEdit="1"/>
              </p:cNvSpPr>
              <p:nvPr/>
            </p:nvSpPr>
            <p:spPr>
              <a:xfrm>
                <a:off x="5519067" y="1797659"/>
                <a:ext cx="352597" cy="276999"/>
              </a:xfrm>
              <a:prstGeom prst="rect">
                <a:avLst/>
              </a:prstGeom>
              <a:blipFill>
                <a:blip r:embed="rId9"/>
                <a:stretch>
                  <a:fillRect b="-13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矩形 104">
                <a:extLst>
                  <a:ext uri="{FF2B5EF4-FFF2-40B4-BE49-F238E27FC236}">
                    <a16:creationId xmlns:a16="http://schemas.microsoft.com/office/drawing/2014/main" id="{9ADC7E54-9966-9EF2-6144-BFF6ED614D77}"/>
                  </a:ext>
                </a:extLst>
              </p:cNvPr>
              <p:cNvSpPr/>
              <p:nvPr/>
            </p:nvSpPr>
            <p:spPr>
              <a:xfrm>
                <a:off x="5519067" y="2486386"/>
                <a:ext cx="352597"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1</m:t>
                          </m:r>
                        </m:sub>
                      </m:sSub>
                    </m:oMath>
                  </m:oMathPara>
                </a14:m>
                <a:endParaRPr lang="zh-CN" altLang="en-US" sz="1200" dirty="0"/>
              </a:p>
            </p:txBody>
          </p:sp>
        </mc:Choice>
        <mc:Fallback xmlns="">
          <p:sp>
            <p:nvSpPr>
              <p:cNvPr id="105" name="矩形 104">
                <a:extLst>
                  <a:ext uri="{FF2B5EF4-FFF2-40B4-BE49-F238E27FC236}">
                    <a16:creationId xmlns:a16="http://schemas.microsoft.com/office/drawing/2014/main" id="{9ADC7E54-9966-9EF2-6144-BFF6ED614D77}"/>
                  </a:ext>
                </a:extLst>
              </p:cNvPr>
              <p:cNvSpPr>
                <a:spLocks noRot="1" noChangeAspect="1" noMove="1" noResize="1" noEditPoints="1" noAdjustHandles="1" noChangeArrowheads="1" noChangeShapeType="1" noTextEdit="1"/>
              </p:cNvSpPr>
              <p:nvPr/>
            </p:nvSpPr>
            <p:spPr>
              <a:xfrm>
                <a:off x="5519067" y="2486386"/>
                <a:ext cx="352597" cy="276999"/>
              </a:xfrm>
              <a:prstGeom prst="rect">
                <a:avLst/>
              </a:prstGeom>
              <a:blipFill>
                <a:blip r:embed="rId9"/>
                <a:stretch>
                  <a:fillRect b="-13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矩形 105">
                <a:extLst>
                  <a:ext uri="{FF2B5EF4-FFF2-40B4-BE49-F238E27FC236}">
                    <a16:creationId xmlns:a16="http://schemas.microsoft.com/office/drawing/2014/main" id="{AB19D487-3A16-ADC1-A1EC-808FDBC04289}"/>
                  </a:ext>
                </a:extLst>
              </p:cNvPr>
              <p:cNvSpPr/>
              <p:nvPr/>
            </p:nvSpPr>
            <p:spPr>
              <a:xfrm>
                <a:off x="5519067" y="3174575"/>
                <a:ext cx="352597"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1</m:t>
                          </m:r>
                        </m:sub>
                      </m:sSub>
                    </m:oMath>
                  </m:oMathPara>
                </a14:m>
                <a:endParaRPr lang="zh-CN" altLang="en-US" sz="1200" dirty="0"/>
              </a:p>
            </p:txBody>
          </p:sp>
        </mc:Choice>
        <mc:Fallback xmlns="">
          <p:sp>
            <p:nvSpPr>
              <p:cNvPr id="106" name="矩形 105">
                <a:extLst>
                  <a:ext uri="{FF2B5EF4-FFF2-40B4-BE49-F238E27FC236}">
                    <a16:creationId xmlns:a16="http://schemas.microsoft.com/office/drawing/2014/main" id="{AB19D487-3A16-ADC1-A1EC-808FDBC04289}"/>
                  </a:ext>
                </a:extLst>
              </p:cNvPr>
              <p:cNvSpPr>
                <a:spLocks noRot="1" noChangeAspect="1" noMove="1" noResize="1" noEditPoints="1" noAdjustHandles="1" noChangeArrowheads="1" noChangeShapeType="1" noTextEdit="1"/>
              </p:cNvSpPr>
              <p:nvPr/>
            </p:nvSpPr>
            <p:spPr>
              <a:xfrm>
                <a:off x="5519067" y="3174575"/>
                <a:ext cx="352597" cy="276999"/>
              </a:xfrm>
              <a:prstGeom prst="rect">
                <a:avLst/>
              </a:prstGeom>
              <a:blipFill>
                <a:blip r:embed="rId10"/>
                <a:stretch>
                  <a:fillRect b="-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1EA952DC-2906-60DD-0246-9FB047470BF3}"/>
                  </a:ext>
                </a:extLst>
              </p:cNvPr>
              <p:cNvSpPr txBox="1"/>
              <p:nvPr/>
            </p:nvSpPr>
            <p:spPr>
              <a:xfrm>
                <a:off x="6706275" y="1612459"/>
                <a:ext cx="316523" cy="361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i="1">
                              <a:latin typeface="Cambria Math" panose="02040503050406030204" pitchFamily="18" charset="0"/>
                            </a:rPr>
                            <m:t>1</m:t>
                          </m:r>
                        </m:sub>
                        <m:sup>
                          <m:r>
                            <a:rPr lang="en-US" altLang="zh-CN" sz="1400" b="0" i="1">
                              <a:latin typeface="Cambria Math" panose="02040503050406030204" pitchFamily="18" charset="0"/>
                            </a:rPr>
                            <m:t>(2)</m:t>
                          </m:r>
                        </m:sup>
                      </m:sSubSup>
                    </m:oMath>
                  </m:oMathPara>
                </a14:m>
                <a:endParaRPr lang="zh-CN" altLang="en-US" sz="1400" dirty="0"/>
              </a:p>
            </p:txBody>
          </p:sp>
        </mc:Choice>
        <mc:Fallback xmlns="">
          <p:sp>
            <p:nvSpPr>
              <p:cNvPr id="107" name="文本框 106">
                <a:extLst>
                  <a:ext uri="{FF2B5EF4-FFF2-40B4-BE49-F238E27FC236}">
                    <a16:creationId xmlns:a16="http://schemas.microsoft.com/office/drawing/2014/main" id="{1EA952DC-2906-60DD-0246-9FB047470BF3}"/>
                  </a:ext>
                </a:extLst>
              </p:cNvPr>
              <p:cNvSpPr txBox="1">
                <a:spLocks noRot="1" noChangeAspect="1" noMove="1" noResize="1" noEditPoints="1" noAdjustHandles="1" noChangeArrowheads="1" noChangeShapeType="1" noTextEdit="1"/>
              </p:cNvSpPr>
              <p:nvPr/>
            </p:nvSpPr>
            <p:spPr>
              <a:xfrm>
                <a:off x="6706275" y="1612459"/>
                <a:ext cx="316523" cy="361317"/>
              </a:xfrm>
              <a:prstGeom prst="rect">
                <a:avLst/>
              </a:prstGeom>
              <a:blipFill>
                <a:blip r:embed="rId11"/>
                <a:stretch>
                  <a:fillRect r="-4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DF68FF1D-9D59-4D49-B3FE-ABC3C5DA67D9}"/>
                  </a:ext>
                </a:extLst>
              </p:cNvPr>
              <p:cNvSpPr txBox="1"/>
              <p:nvPr/>
            </p:nvSpPr>
            <p:spPr>
              <a:xfrm>
                <a:off x="7294008" y="1651213"/>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1</m:t>
                          </m:r>
                        </m:sub>
                      </m:sSub>
                    </m:oMath>
                  </m:oMathPara>
                </a14:m>
                <a:endParaRPr lang="zh-CN" altLang="en-US" sz="1400" dirty="0"/>
              </a:p>
            </p:txBody>
          </p:sp>
        </mc:Choice>
        <mc:Fallback xmlns="">
          <p:sp>
            <p:nvSpPr>
              <p:cNvPr id="108" name="文本框 107">
                <a:extLst>
                  <a:ext uri="{FF2B5EF4-FFF2-40B4-BE49-F238E27FC236}">
                    <a16:creationId xmlns:a16="http://schemas.microsoft.com/office/drawing/2014/main" id="{DF68FF1D-9D59-4D49-B3FE-ABC3C5DA67D9}"/>
                  </a:ext>
                </a:extLst>
              </p:cNvPr>
              <p:cNvSpPr txBox="1">
                <a:spLocks noRot="1" noChangeAspect="1" noMove="1" noResize="1" noEditPoints="1" noAdjustHandles="1" noChangeArrowheads="1" noChangeShapeType="1" noTextEdit="1"/>
              </p:cNvSpPr>
              <p:nvPr/>
            </p:nvSpPr>
            <p:spPr>
              <a:xfrm>
                <a:off x="7294008" y="1651213"/>
                <a:ext cx="316523" cy="307777"/>
              </a:xfrm>
              <a:prstGeom prst="rect">
                <a:avLst/>
              </a:prstGeom>
              <a:blipFill>
                <a:blip r:embed="rId12"/>
                <a:stretch>
                  <a:fillRect b="-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文本框 109">
                <a:extLst>
                  <a:ext uri="{FF2B5EF4-FFF2-40B4-BE49-F238E27FC236}">
                    <a16:creationId xmlns:a16="http://schemas.microsoft.com/office/drawing/2014/main" id="{32B465EF-8E06-5811-85EC-B5012B6E2E58}"/>
                  </a:ext>
                </a:extLst>
              </p:cNvPr>
              <p:cNvSpPr txBox="1"/>
              <p:nvPr/>
            </p:nvSpPr>
            <p:spPr>
              <a:xfrm>
                <a:off x="7294008" y="3010381"/>
                <a:ext cx="3165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𝑙</m:t>
                          </m:r>
                        </m:sub>
                      </m:sSub>
                    </m:oMath>
                  </m:oMathPara>
                </a14:m>
                <a:endParaRPr lang="zh-CN" altLang="en-US" sz="1400" dirty="0"/>
              </a:p>
            </p:txBody>
          </p:sp>
        </mc:Choice>
        <mc:Fallback xmlns="">
          <p:sp>
            <p:nvSpPr>
              <p:cNvPr id="110" name="文本框 109">
                <a:extLst>
                  <a:ext uri="{FF2B5EF4-FFF2-40B4-BE49-F238E27FC236}">
                    <a16:creationId xmlns:a16="http://schemas.microsoft.com/office/drawing/2014/main" id="{32B465EF-8E06-5811-85EC-B5012B6E2E58}"/>
                  </a:ext>
                </a:extLst>
              </p:cNvPr>
              <p:cNvSpPr txBox="1">
                <a:spLocks noRot="1" noChangeAspect="1" noMove="1" noResize="1" noEditPoints="1" noAdjustHandles="1" noChangeArrowheads="1" noChangeShapeType="1" noTextEdit="1"/>
              </p:cNvSpPr>
              <p:nvPr/>
            </p:nvSpPr>
            <p:spPr>
              <a:xfrm>
                <a:off x="7294008" y="3010381"/>
                <a:ext cx="316523" cy="307777"/>
              </a:xfrm>
              <a:prstGeom prst="rect">
                <a:avLst/>
              </a:prstGeom>
              <a:blipFill>
                <a:blip r:embed="rId13"/>
                <a:stretch>
                  <a:fillRect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6EEDA7B4-5EBF-B1AD-4235-101945BC8838}"/>
                  </a:ext>
                </a:extLst>
              </p:cNvPr>
              <p:cNvSpPr txBox="1"/>
              <p:nvPr/>
            </p:nvSpPr>
            <p:spPr>
              <a:xfrm>
                <a:off x="8559910" y="1779987"/>
                <a:ext cx="6239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𝑑</m:t>
                          </m:r>
                        </m:e>
                        <m:sub>
                          <m:r>
                            <a:rPr lang="en-US" altLang="zh-CN" sz="1600" i="1">
                              <a:latin typeface="Cambria Math" panose="02040503050406030204" pitchFamily="18" charset="0"/>
                            </a:rPr>
                            <m:t>1</m:t>
                          </m:r>
                        </m:sub>
                      </m:sSub>
                    </m:oMath>
                  </m:oMathPara>
                </a14:m>
                <a:endParaRPr lang="zh-CN" altLang="en-US" sz="1600" dirty="0"/>
              </a:p>
            </p:txBody>
          </p:sp>
        </mc:Choice>
        <mc:Fallback xmlns="">
          <p:sp>
            <p:nvSpPr>
              <p:cNvPr id="111" name="文本框 110">
                <a:extLst>
                  <a:ext uri="{FF2B5EF4-FFF2-40B4-BE49-F238E27FC236}">
                    <a16:creationId xmlns:a16="http://schemas.microsoft.com/office/drawing/2014/main" id="{6EEDA7B4-5EBF-B1AD-4235-101945BC8838}"/>
                  </a:ext>
                </a:extLst>
              </p:cNvPr>
              <p:cNvSpPr txBox="1">
                <a:spLocks noRot="1" noChangeAspect="1" noMove="1" noResize="1" noEditPoints="1" noAdjustHandles="1" noChangeArrowheads="1" noChangeShapeType="1" noTextEdit="1"/>
              </p:cNvSpPr>
              <p:nvPr/>
            </p:nvSpPr>
            <p:spPr>
              <a:xfrm>
                <a:off x="8559910" y="1779987"/>
                <a:ext cx="623957" cy="338554"/>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文本框 111">
                <a:extLst>
                  <a:ext uri="{FF2B5EF4-FFF2-40B4-BE49-F238E27FC236}">
                    <a16:creationId xmlns:a16="http://schemas.microsoft.com/office/drawing/2014/main" id="{EC3528AB-69A8-540D-65B2-8D09DE80D824}"/>
                  </a:ext>
                </a:extLst>
              </p:cNvPr>
              <p:cNvSpPr txBox="1"/>
              <p:nvPr/>
            </p:nvSpPr>
            <p:spPr>
              <a:xfrm>
                <a:off x="8559910" y="3133301"/>
                <a:ext cx="6239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𝑑</m:t>
                          </m:r>
                        </m:e>
                        <m:sub>
                          <m:r>
                            <a:rPr lang="en-US" altLang="zh-CN" sz="1600" i="1">
                              <a:latin typeface="Cambria Math" panose="02040503050406030204" pitchFamily="18" charset="0"/>
                            </a:rPr>
                            <m:t>𝑙</m:t>
                          </m:r>
                        </m:sub>
                      </m:sSub>
                    </m:oMath>
                  </m:oMathPara>
                </a14:m>
                <a:endParaRPr lang="zh-CN" altLang="en-US" sz="1600" dirty="0"/>
              </a:p>
            </p:txBody>
          </p:sp>
        </mc:Choice>
        <mc:Fallback xmlns="">
          <p:sp>
            <p:nvSpPr>
              <p:cNvPr id="112" name="文本框 111">
                <a:extLst>
                  <a:ext uri="{FF2B5EF4-FFF2-40B4-BE49-F238E27FC236}">
                    <a16:creationId xmlns:a16="http://schemas.microsoft.com/office/drawing/2014/main" id="{EC3528AB-69A8-540D-65B2-8D09DE80D824}"/>
                  </a:ext>
                </a:extLst>
              </p:cNvPr>
              <p:cNvSpPr txBox="1">
                <a:spLocks noRot="1" noChangeAspect="1" noMove="1" noResize="1" noEditPoints="1" noAdjustHandles="1" noChangeArrowheads="1" noChangeShapeType="1" noTextEdit="1"/>
              </p:cNvSpPr>
              <p:nvPr/>
            </p:nvSpPr>
            <p:spPr>
              <a:xfrm>
                <a:off x="8559910" y="3133301"/>
                <a:ext cx="623957" cy="338554"/>
              </a:xfrm>
              <a:prstGeom prst="rect">
                <a:avLst/>
              </a:prstGeom>
              <a:blipFill>
                <a:blip r:embed="rId15"/>
                <a:stretch>
                  <a:fillRect/>
                </a:stretch>
              </a:blipFill>
            </p:spPr>
            <p:txBody>
              <a:bodyPr/>
              <a:lstStyle/>
              <a:p>
                <a:r>
                  <a:rPr lang="zh-CN" altLang="en-US">
                    <a:noFill/>
                  </a:rPr>
                  <a:t> </a:t>
                </a:r>
              </a:p>
            </p:txBody>
          </p:sp>
        </mc:Fallback>
      </mc:AlternateContent>
      <p:sp>
        <p:nvSpPr>
          <p:cNvPr id="138" name="椭圆 137">
            <a:extLst>
              <a:ext uri="{FF2B5EF4-FFF2-40B4-BE49-F238E27FC236}">
                <a16:creationId xmlns:a16="http://schemas.microsoft.com/office/drawing/2014/main" id="{4427C6D8-1D6C-19A1-12EA-8101A3EB0C1E}"/>
              </a:ext>
            </a:extLst>
          </p:cNvPr>
          <p:cNvSpPr/>
          <p:nvPr/>
        </p:nvSpPr>
        <p:spPr>
          <a:xfrm>
            <a:off x="7032781" y="1797659"/>
            <a:ext cx="324000" cy="324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400" dirty="0"/>
          </a:p>
        </p:txBody>
      </p:sp>
      <p:sp>
        <p:nvSpPr>
          <p:cNvPr id="139" name="椭圆 138">
            <a:extLst>
              <a:ext uri="{FF2B5EF4-FFF2-40B4-BE49-F238E27FC236}">
                <a16:creationId xmlns:a16="http://schemas.microsoft.com/office/drawing/2014/main" id="{3F7DAAC0-A8FE-8019-FEC7-977846CF2F69}"/>
              </a:ext>
            </a:extLst>
          </p:cNvPr>
          <p:cNvSpPr/>
          <p:nvPr/>
        </p:nvSpPr>
        <p:spPr>
          <a:xfrm>
            <a:off x="7032781" y="2481166"/>
            <a:ext cx="324000" cy="324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7BCA7EA0-9EC3-BF19-1F7D-D8596992F1D5}"/>
              </a:ext>
            </a:extLst>
          </p:cNvPr>
          <p:cNvSpPr/>
          <p:nvPr/>
        </p:nvSpPr>
        <p:spPr>
          <a:xfrm>
            <a:off x="7032781" y="3157326"/>
            <a:ext cx="324000" cy="324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cxnSp>
        <p:nvCxnSpPr>
          <p:cNvPr id="157" name="直接箭头连接符 156">
            <a:extLst>
              <a:ext uri="{FF2B5EF4-FFF2-40B4-BE49-F238E27FC236}">
                <a16:creationId xmlns:a16="http://schemas.microsoft.com/office/drawing/2014/main" id="{8C0CB83E-7647-57DF-2444-49EB5CA60C70}"/>
              </a:ext>
            </a:extLst>
          </p:cNvPr>
          <p:cNvCxnSpPr>
            <a:stCxn id="11" idx="6"/>
            <a:endCxn id="140" idx="2"/>
          </p:cNvCxnSpPr>
          <p:nvPr/>
        </p:nvCxnSpPr>
        <p:spPr>
          <a:xfrm>
            <a:off x="5828163" y="2643166"/>
            <a:ext cx="1204619" cy="67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FA112D3A-3BDC-A621-353D-506863EF36EE}"/>
              </a:ext>
            </a:extLst>
          </p:cNvPr>
          <p:cNvCxnSpPr>
            <a:stCxn id="12" idx="6"/>
            <a:endCxn id="140" idx="2"/>
          </p:cNvCxnSpPr>
          <p:nvPr/>
        </p:nvCxnSpPr>
        <p:spPr>
          <a:xfrm>
            <a:off x="5828163" y="3319326"/>
            <a:ext cx="1204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2" name="直接箭头连接符 171">
            <a:extLst>
              <a:ext uri="{FF2B5EF4-FFF2-40B4-BE49-F238E27FC236}">
                <a16:creationId xmlns:a16="http://schemas.microsoft.com/office/drawing/2014/main" id="{5490C98D-4695-5158-C519-84AA9E988862}"/>
              </a:ext>
            </a:extLst>
          </p:cNvPr>
          <p:cNvCxnSpPr>
            <a:stCxn id="10" idx="6"/>
            <a:endCxn id="140" idx="2"/>
          </p:cNvCxnSpPr>
          <p:nvPr/>
        </p:nvCxnSpPr>
        <p:spPr>
          <a:xfrm>
            <a:off x="5828163" y="1959660"/>
            <a:ext cx="1204619" cy="1359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5" name="矩形 174">
                <a:extLst>
                  <a:ext uri="{FF2B5EF4-FFF2-40B4-BE49-F238E27FC236}">
                    <a16:creationId xmlns:a16="http://schemas.microsoft.com/office/drawing/2014/main" id="{01F7BB4F-D0D7-4ECF-4924-4B9900B42B86}"/>
                  </a:ext>
                </a:extLst>
              </p:cNvPr>
              <p:cNvSpPr/>
              <p:nvPr/>
            </p:nvSpPr>
            <p:spPr>
              <a:xfrm>
                <a:off x="7044401" y="1796185"/>
                <a:ext cx="356188"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2</m:t>
                          </m:r>
                        </m:sub>
                      </m:sSub>
                    </m:oMath>
                  </m:oMathPara>
                </a14:m>
                <a:endParaRPr lang="zh-CN" altLang="en-US" sz="1200" dirty="0"/>
              </a:p>
            </p:txBody>
          </p:sp>
        </mc:Choice>
        <mc:Fallback xmlns="">
          <p:sp>
            <p:nvSpPr>
              <p:cNvPr id="175" name="矩形 174">
                <a:extLst>
                  <a:ext uri="{FF2B5EF4-FFF2-40B4-BE49-F238E27FC236}">
                    <a16:creationId xmlns:a16="http://schemas.microsoft.com/office/drawing/2014/main" id="{01F7BB4F-D0D7-4ECF-4924-4B9900B42B86}"/>
                  </a:ext>
                </a:extLst>
              </p:cNvPr>
              <p:cNvSpPr>
                <a:spLocks noRot="1" noChangeAspect="1" noMove="1" noResize="1" noEditPoints="1" noAdjustHandles="1" noChangeArrowheads="1" noChangeShapeType="1" noTextEdit="1"/>
              </p:cNvSpPr>
              <p:nvPr/>
            </p:nvSpPr>
            <p:spPr>
              <a:xfrm>
                <a:off x="7044401" y="1796185"/>
                <a:ext cx="356188" cy="276999"/>
              </a:xfrm>
              <a:prstGeom prst="rect">
                <a:avLst/>
              </a:prstGeom>
              <a:blipFill>
                <a:blip r:embed="rId16"/>
                <a:stretch>
                  <a:fillRect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矩形 175">
                <a:extLst>
                  <a:ext uri="{FF2B5EF4-FFF2-40B4-BE49-F238E27FC236}">
                    <a16:creationId xmlns:a16="http://schemas.microsoft.com/office/drawing/2014/main" id="{5017E833-91E6-51D9-6118-CA4FA87A4CF8}"/>
                  </a:ext>
                </a:extLst>
              </p:cNvPr>
              <p:cNvSpPr/>
              <p:nvPr/>
            </p:nvSpPr>
            <p:spPr>
              <a:xfrm>
                <a:off x="7044400" y="2484912"/>
                <a:ext cx="356188"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2</m:t>
                          </m:r>
                        </m:sub>
                      </m:sSub>
                    </m:oMath>
                  </m:oMathPara>
                </a14:m>
                <a:endParaRPr lang="zh-CN" altLang="en-US" sz="1200" dirty="0"/>
              </a:p>
            </p:txBody>
          </p:sp>
        </mc:Choice>
        <mc:Fallback xmlns="">
          <p:sp>
            <p:nvSpPr>
              <p:cNvPr id="176" name="矩形 175">
                <a:extLst>
                  <a:ext uri="{FF2B5EF4-FFF2-40B4-BE49-F238E27FC236}">
                    <a16:creationId xmlns:a16="http://schemas.microsoft.com/office/drawing/2014/main" id="{5017E833-91E6-51D9-6118-CA4FA87A4CF8}"/>
                  </a:ext>
                </a:extLst>
              </p:cNvPr>
              <p:cNvSpPr>
                <a:spLocks noRot="1" noChangeAspect="1" noMove="1" noResize="1" noEditPoints="1" noAdjustHandles="1" noChangeArrowheads="1" noChangeShapeType="1" noTextEdit="1"/>
              </p:cNvSpPr>
              <p:nvPr/>
            </p:nvSpPr>
            <p:spPr>
              <a:xfrm>
                <a:off x="7044400" y="2484912"/>
                <a:ext cx="356188" cy="276999"/>
              </a:xfrm>
              <a:prstGeom prst="rect">
                <a:avLst/>
              </a:prstGeom>
              <a:blipFill>
                <a:blip r:embed="rId17"/>
                <a:stretch>
                  <a:fillRect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7" name="矩形 176">
                <a:extLst>
                  <a:ext uri="{FF2B5EF4-FFF2-40B4-BE49-F238E27FC236}">
                    <a16:creationId xmlns:a16="http://schemas.microsoft.com/office/drawing/2014/main" id="{9D27EBF0-6DF4-849D-91E2-F6AB4656F4F4}"/>
                  </a:ext>
                </a:extLst>
              </p:cNvPr>
              <p:cNvSpPr/>
              <p:nvPr/>
            </p:nvSpPr>
            <p:spPr>
              <a:xfrm>
                <a:off x="7044400" y="3173101"/>
                <a:ext cx="356188" cy="276999"/>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b="0" i="1" dirty="0">
                              <a:latin typeface="Cambria Math" panose="02040503050406030204" pitchFamily="18" charset="0"/>
                            </a:rPr>
                            <m:t>2</m:t>
                          </m:r>
                        </m:sub>
                      </m:sSub>
                    </m:oMath>
                  </m:oMathPara>
                </a14:m>
                <a:endParaRPr lang="zh-CN" altLang="en-US" sz="1200" dirty="0"/>
              </a:p>
            </p:txBody>
          </p:sp>
        </mc:Choice>
        <mc:Fallback xmlns="">
          <p:sp>
            <p:nvSpPr>
              <p:cNvPr id="177" name="矩形 176">
                <a:extLst>
                  <a:ext uri="{FF2B5EF4-FFF2-40B4-BE49-F238E27FC236}">
                    <a16:creationId xmlns:a16="http://schemas.microsoft.com/office/drawing/2014/main" id="{9D27EBF0-6DF4-849D-91E2-F6AB4656F4F4}"/>
                  </a:ext>
                </a:extLst>
              </p:cNvPr>
              <p:cNvSpPr>
                <a:spLocks noRot="1" noChangeAspect="1" noMove="1" noResize="1" noEditPoints="1" noAdjustHandles="1" noChangeArrowheads="1" noChangeShapeType="1" noTextEdit="1"/>
              </p:cNvSpPr>
              <p:nvPr/>
            </p:nvSpPr>
            <p:spPr>
              <a:xfrm>
                <a:off x="7044400" y="3173101"/>
                <a:ext cx="356188" cy="276999"/>
              </a:xfrm>
              <a:prstGeom prst="rect">
                <a:avLst/>
              </a:prstGeom>
              <a:blipFill>
                <a:blip r:embed="rId18"/>
                <a:stretch>
                  <a:fillRect b="-13636"/>
                </a:stretch>
              </a:blipFill>
            </p:spPr>
            <p:txBody>
              <a:bodyPr/>
              <a:lstStyle/>
              <a:p>
                <a:r>
                  <a:rPr lang="zh-CN" altLang="en-US">
                    <a:noFill/>
                  </a:rPr>
                  <a:t> </a:t>
                </a:r>
              </a:p>
            </p:txBody>
          </p:sp>
        </mc:Fallback>
      </mc:AlternateContent>
      <p:cxnSp>
        <p:nvCxnSpPr>
          <p:cNvPr id="178" name="直接箭头连接符 177">
            <a:extLst>
              <a:ext uri="{FF2B5EF4-FFF2-40B4-BE49-F238E27FC236}">
                <a16:creationId xmlns:a16="http://schemas.microsoft.com/office/drawing/2014/main" id="{5529D28E-716C-FB15-E3B6-17132FE92458}"/>
              </a:ext>
            </a:extLst>
          </p:cNvPr>
          <p:cNvCxnSpPr>
            <a:stCxn id="138" idx="6"/>
          </p:cNvCxnSpPr>
          <p:nvPr/>
        </p:nvCxnSpPr>
        <p:spPr>
          <a:xfrm>
            <a:off x="7356781" y="1959660"/>
            <a:ext cx="665216" cy="3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2" name="文本框 181">
                <a:extLst>
                  <a:ext uri="{FF2B5EF4-FFF2-40B4-BE49-F238E27FC236}">
                    <a16:creationId xmlns:a16="http://schemas.microsoft.com/office/drawing/2014/main" id="{48B2B922-DC9D-04EC-FC1B-93E4564372CB}"/>
                  </a:ext>
                </a:extLst>
              </p:cNvPr>
              <p:cNvSpPr txBox="1"/>
              <p:nvPr/>
            </p:nvSpPr>
            <p:spPr>
              <a:xfrm>
                <a:off x="7294008" y="2318814"/>
                <a:ext cx="316523" cy="3250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𝑗</m:t>
                          </m:r>
                        </m:sub>
                      </m:sSub>
                    </m:oMath>
                  </m:oMathPara>
                </a14:m>
                <a:endParaRPr lang="zh-CN" altLang="en-US" sz="1400" dirty="0"/>
              </a:p>
            </p:txBody>
          </p:sp>
        </mc:Choice>
        <mc:Fallback xmlns="">
          <p:sp>
            <p:nvSpPr>
              <p:cNvPr id="182" name="文本框 181">
                <a:extLst>
                  <a:ext uri="{FF2B5EF4-FFF2-40B4-BE49-F238E27FC236}">
                    <a16:creationId xmlns:a16="http://schemas.microsoft.com/office/drawing/2014/main" id="{48B2B922-DC9D-04EC-FC1B-93E4564372CB}"/>
                  </a:ext>
                </a:extLst>
              </p:cNvPr>
              <p:cNvSpPr txBox="1">
                <a:spLocks noRot="1" noChangeAspect="1" noMove="1" noResize="1" noEditPoints="1" noAdjustHandles="1" noChangeArrowheads="1" noChangeShapeType="1" noTextEdit="1"/>
              </p:cNvSpPr>
              <p:nvPr/>
            </p:nvSpPr>
            <p:spPr>
              <a:xfrm>
                <a:off x="7294008" y="2318814"/>
                <a:ext cx="316523" cy="325089"/>
              </a:xfrm>
              <a:prstGeom prst="rect">
                <a:avLst/>
              </a:prstGeom>
              <a:blipFill>
                <a:blip r:embed="rId19"/>
                <a:stretch>
                  <a:fillRect/>
                </a:stretch>
              </a:blipFill>
            </p:spPr>
            <p:txBody>
              <a:bodyPr/>
              <a:lstStyle/>
              <a:p>
                <a:r>
                  <a:rPr lang="zh-CN" altLang="en-US">
                    <a:noFill/>
                  </a:rPr>
                  <a:t> </a:t>
                </a:r>
              </a:p>
            </p:txBody>
          </p:sp>
        </mc:Fallback>
      </mc:AlternateContent>
      <p:sp>
        <p:nvSpPr>
          <p:cNvPr id="194" name="椭圆 193">
            <a:extLst>
              <a:ext uri="{FF2B5EF4-FFF2-40B4-BE49-F238E27FC236}">
                <a16:creationId xmlns:a16="http://schemas.microsoft.com/office/drawing/2014/main" id="{315E62E5-035E-28AA-3B14-7A736F0E5FB5}"/>
              </a:ext>
            </a:extLst>
          </p:cNvPr>
          <p:cNvSpPr/>
          <p:nvPr/>
        </p:nvSpPr>
        <p:spPr>
          <a:xfrm>
            <a:off x="8417293" y="1801534"/>
            <a:ext cx="324000" cy="32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2D292B9A-10D1-6EC5-CF7F-40703E975064}"/>
              </a:ext>
            </a:extLst>
          </p:cNvPr>
          <p:cNvSpPr/>
          <p:nvPr/>
        </p:nvSpPr>
        <p:spPr>
          <a:xfrm>
            <a:off x="8417293" y="2482441"/>
            <a:ext cx="324000" cy="32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6" name="椭圆 195">
            <a:extLst>
              <a:ext uri="{FF2B5EF4-FFF2-40B4-BE49-F238E27FC236}">
                <a16:creationId xmlns:a16="http://schemas.microsoft.com/office/drawing/2014/main" id="{5DE25E14-FF8B-9E87-D818-460F78FDEC53}"/>
              </a:ext>
            </a:extLst>
          </p:cNvPr>
          <p:cNvSpPr/>
          <p:nvPr/>
        </p:nvSpPr>
        <p:spPr>
          <a:xfrm>
            <a:off x="8417293" y="3157226"/>
            <a:ext cx="324000" cy="32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97" name="文本框 196">
                <a:extLst>
                  <a:ext uri="{FF2B5EF4-FFF2-40B4-BE49-F238E27FC236}">
                    <a16:creationId xmlns:a16="http://schemas.microsoft.com/office/drawing/2014/main" id="{2D99FDE9-89BF-4C55-883A-90B7721317A2}"/>
                  </a:ext>
                </a:extLst>
              </p:cNvPr>
              <p:cNvSpPr txBox="1"/>
              <p:nvPr/>
            </p:nvSpPr>
            <p:spPr>
              <a:xfrm>
                <a:off x="8559910" y="2484912"/>
                <a:ext cx="623957" cy="358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𝑑</m:t>
                          </m:r>
                        </m:e>
                        <m:sub>
                          <m:r>
                            <a:rPr lang="en-US" altLang="zh-CN" sz="1600" i="1">
                              <a:latin typeface="Cambria Math" panose="02040503050406030204" pitchFamily="18" charset="0"/>
                            </a:rPr>
                            <m:t>𝑗</m:t>
                          </m:r>
                        </m:sub>
                      </m:sSub>
                    </m:oMath>
                  </m:oMathPara>
                </a14:m>
                <a:endParaRPr lang="zh-CN" altLang="en-US" sz="1600" dirty="0"/>
              </a:p>
            </p:txBody>
          </p:sp>
        </mc:Choice>
        <mc:Fallback xmlns="">
          <p:sp>
            <p:nvSpPr>
              <p:cNvPr id="197" name="文本框 196">
                <a:extLst>
                  <a:ext uri="{FF2B5EF4-FFF2-40B4-BE49-F238E27FC236}">
                    <a16:creationId xmlns:a16="http://schemas.microsoft.com/office/drawing/2014/main" id="{2D99FDE9-89BF-4C55-883A-90B7721317A2}"/>
                  </a:ext>
                </a:extLst>
              </p:cNvPr>
              <p:cNvSpPr txBox="1">
                <a:spLocks noRot="1" noChangeAspect="1" noMove="1" noResize="1" noEditPoints="1" noAdjustHandles="1" noChangeArrowheads="1" noChangeShapeType="1" noTextEdit="1"/>
              </p:cNvSpPr>
              <p:nvPr/>
            </p:nvSpPr>
            <p:spPr>
              <a:xfrm>
                <a:off x="8559910" y="2484912"/>
                <a:ext cx="623957" cy="358368"/>
              </a:xfrm>
              <a:prstGeom prst="rect">
                <a:avLst/>
              </a:prstGeom>
              <a:blipFill>
                <a:blip r:embed="rId20"/>
                <a:stretch>
                  <a:fillRect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矩形 77">
                <a:extLst>
                  <a:ext uri="{FF2B5EF4-FFF2-40B4-BE49-F238E27FC236}">
                    <a16:creationId xmlns:a16="http://schemas.microsoft.com/office/drawing/2014/main" id="{01824322-3D61-1AB8-6636-A7F186310AE4}"/>
                  </a:ext>
                </a:extLst>
              </p:cNvPr>
              <p:cNvSpPr/>
              <p:nvPr/>
            </p:nvSpPr>
            <p:spPr>
              <a:xfrm>
                <a:off x="3913499" y="1221678"/>
                <a:ext cx="1510413" cy="4740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𝑧</m:t>
                          </m:r>
                        </m:e>
                        <m:sub>
                          <m:r>
                            <a:rPr kumimoji="1" lang="en-US" altLang="zh-CN" sz="1200" b="0" i="1">
                              <a:solidFill>
                                <a:schemeClr val="tx1"/>
                              </a:solidFill>
                              <a:latin typeface="Cambria Math" panose="02040503050406030204" pitchFamily="18" charset="0"/>
                            </a:rPr>
                            <m:t>h</m:t>
                          </m:r>
                        </m:sub>
                        <m:sup>
                          <m:r>
                            <a:rPr kumimoji="1" lang="en-US" altLang="zh-CN" sz="1200" b="0" i="1">
                              <a:solidFill>
                                <a:schemeClr val="tx1"/>
                              </a:solidFill>
                              <a:latin typeface="Cambria Math" panose="02040503050406030204" pitchFamily="18" charset="0"/>
                            </a:rPr>
                            <m:t>(1)</m:t>
                          </m:r>
                        </m:sup>
                      </m:sSubSup>
                      <m:r>
                        <a:rPr kumimoji="1" lang="en-US" altLang="zh-CN" sz="1200" b="0" i="1">
                          <a:solidFill>
                            <a:schemeClr val="tx1"/>
                          </a:solidFill>
                          <a:latin typeface="Cambria Math" panose="02040503050406030204" pitchFamily="18" charset="0"/>
                        </a:rPr>
                        <m:t>=</m:t>
                      </m:r>
                      <m:nary>
                        <m:naryPr>
                          <m:chr m:val="∑"/>
                          <m:limLoc m:val="subSup"/>
                          <m:ctrlPr>
                            <a:rPr kumimoji="1" lang="en-US" altLang="zh-CN" sz="1200" b="0" i="1">
                              <a:solidFill>
                                <a:schemeClr val="tx1"/>
                              </a:solidFill>
                              <a:latin typeface="Cambria Math" panose="02040503050406030204" pitchFamily="18" charset="0"/>
                            </a:rPr>
                          </m:ctrlPr>
                        </m:naryPr>
                        <m:sub>
                          <m:r>
                            <m:rPr>
                              <m:brk m:alnAt="25"/>
                            </m:rPr>
                            <a:rPr kumimoji="1" lang="en-US" altLang="zh-CN" sz="1200" b="0" i="1">
                              <a:solidFill>
                                <a:schemeClr val="tx1"/>
                              </a:solidFill>
                              <a:latin typeface="Cambria Math" panose="02040503050406030204" pitchFamily="18" charset="0"/>
                            </a:rPr>
                            <m:t>𝑖</m:t>
                          </m:r>
                          <m:r>
                            <a:rPr kumimoji="1" lang="en-US" altLang="zh-CN" sz="1200" b="0" i="1">
                              <a:solidFill>
                                <a:schemeClr val="tx1"/>
                              </a:solidFill>
                              <a:latin typeface="Cambria Math" panose="02040503050406030204" pitchFamily="18" charset="0"/>
                            </a:rPr>
                            <m:t>=1</m:t>
                          </m:r>
                        </m:sub>
                        <m:sup>
                          <m:r>
                            <a:rPr kumimoji="1" lang="en-US" altLang="zh-CN" sz="1200" b="0" i="1">
                              <a:solidFill>
                                <a:schemeClr val="tx1"/>
                              </a:solidFill>
                              <a:latin typeface="Cambria Math" panose="02040503050406030204" pitchFamily="18" charset="0"/>
                            </a:rPr>
                            <m:t>𝑑</m:t>
                          </m:r>
                        </m:sup>
                        <m:e>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𝑤</m:t>
                              </m:r>
                            </m:e>
                            <m:sub>
                              <m:r>
                                <a:rPr kumimoji="1" lang="en-US" altLang="zh-CN" sz="1200" b="0" i="1">
                                  <a:solidFill>
                                    <a:schemeClr val="tx1"/>
                                  </a:solidFill>
                                  <a:latin typeface="Cambria Math" panose="02040503050406030204" pitchFamily="18" charset="0"/>
                                </a:rPr>
                                <m:t>𝑖h</m:t>
                              </m:r>
                            </m:sub>
                            <m:sup>
                              <m:r>
                                <a:rPr kumimoji="1" lang="en-US" altLang="zh-CN" sz="1200" b="0" i="1">
                                  <a:solidFill>
                                    <a:schemeClr val="tx1"/>
                                  </a:solidFill>
                                  <a:latin typeface="Cambria Math" panose="02040503050406030204" pitchFamily="18" charset="0"/>
                                </a:rPr>
                                <m:t>(1)</m:t>
                              </m:r>
                            </m:sup>
                          </m:sSubSup>
                          <m:sSub>
                            <m:sSubPr>
                              <m:ctrlPr>
                                <a:rPr kumimoji="1" lang="en-US" altLang="zh-CN" sz="1200" b="0" i="1">
                                  <a:solidFill>
                                    <a:schemeClr val="tx1"/>
                                  </a:solidFill>
                                  <a:latin typeface="Cambria Math" panose="02040503050406030204" pitchFamily="18" charset="0"/>
                                </a:rPr>
                              </m:ctrlPr>
                            </m:sSubPr>
                            <m:e>
                              <m:r>
                                <a:rPr kumimoji="1" lang="en-US" altLang="zh-CN" sz="1200" b="0" i="1">
                                  <a:solidFill>
                                    <a:schemeClr val="tx1"/>
                                  </a:solidFill>
                                  <a:latin typeface="Cambria Math" panose="02040503050406030204" pitchFamily="18" charset="0"/>
                                </a:rPr>
                                <m:t>𝑥</m:t>
                              </m:r>
                            </m:e>
                            <m:sub>
                              <m:r>
                                <a:rPr kumimoji="1" lang="en-US" altLang="zh-CN" sz="1200" b="0" i="1">
                                  <a:solidFill>
                                    <a:schemeClr val="tx1"/>
                                  </a:solidFill>
                                  <a:latin typeface="Cambria Math" panose="02040503050406030204" pitchFamily="18" charset="0"/>
                                </a:rPr>
                                <m:t>𝑖</m:t>
                              </m:r>
                            </m:sub>
                          </m:sSub>
                        </m:e>
                      </m:nary>
                    </m:oMath>
                  </m:oMathPara>
                </a14:m>
                <a:endParaRPr lang="zh-CN" altLang="en-US" sz="1200" dirty="0">
                  <a:solidFill>
                    <a:schemeClr val="tx1"/>
                  </a:solidFill>
                </a:endParaRPr>
              </a:p>
            </p:txBody>
          </p:sp>
        </mc:Choice>
        <mc:Fallback xmlns="">
          <p:sp>
            <p:nvSpPr>
              <p:cNvPr id="78" name="矩形 77">
                <a:extLst>
                  <a:ext uri="{FF2B5EF4-FFF2-40B4-BE49-F238E27FC236}">
                    <a16:creationId xmlns:a16="http://schemas.microsoft.com/office/drawing/2014/main" id="{01824322-3D61-1AB8-6636-A7F186310AE4}"/>
                  </a:ext>
                </a:extLst>
              </p:cNvPr>
              <p:cNvSpPr>
                <a:spLocks noRot="1" noChangeAspect="1" noMove="1" noResize="1" noEditPoints="1" noAdjustHandles="1" noChangeArrowheads="1" noChangeShapeType="1" noTextEdit="1"/>
              </p:cNvSpPr>
              <p:nvPr/>
            </p:nvSpPr>
            <p:spPr>
              <a:xfrm>
                <a:off x="3913499" y="1221678"/>
                <a:ext cx="1510413" cy="474041"/>
              </a:xfrm>
              <a:prstGeom prst="rect">
                <a:avLst/>
              </a:prstGeom>
              <a:blipFill>
                <a:blip r:embed="rId21"/>
                <a:stretch>
                  <a:fillRect l="-1667" t="-128947" b="-1973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C32C9D7-9152-7DF2-42F3-75045C806128}"/>
                  </a:ext>
                </a:extLst>
              </p:cNvPr>
              <p:cNvSpPr txBox="1"/>
              <p:nvPr/>
            </p:nvSpPr>
            <p:spPr>
              <a:xfrm>
                <a:off x="4809164" y="1226260"/>
                <a:ext cx="3028047" cy="4551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𝑧</m:t>
                          </m:r>
                        </m:e>
                        <m:sub>
                          <m:r>
                            <a:rPr kumimoji="1" lang="en-US" altLang="zh-CN" sz="1200" b="0" i="1">
                              <a:solidFill>
                                <a:schemeClr val="tx1"/>
                              </a:solidFill>
                              <a:latin typeface="Cambria Math" panose="02040503050406030204" pitchFamily="18" charset="0"/>
                            </a:rPr>
                            <m:t>𝑗</m:t>
                          </m:r>
                        </m:sub>
                        <m:sup>
                          <m:r>
                            <a:rPr kumimoji="1" lang="en-US" altLang="zh-CN" sz="1200" b="0" i="1">
                              <a:solidFill>
                                <a:schemeClr val="tx1"/>
                              </a:solidFill>
                              <a:latin typeface="Cambria Math" panose="02040503050406030204" pitchFamily="18" charset="0"/>
                            </a:rPr>
                            <m:t>(2)</m:t>
                          </m:r>
                        </m:sup>
                      </m:sSubSup>
                      <m:r>
                        <a:rPr kumimoji="1" lang="en-US" altLang="zh-CN" sz="1200" b="0" i="1">
                          <a:solidFill>
                            <a:schemeClr val="tx1"/>
                          </a:solidFill>
                          <a:latin typeface="Cambria Math" panose="02040503050406030204" pitchFamily="18" charset="0"/>
                        </a:rPr>
                        <m:t>=</m:t>
                      </m:r>
                      <m:nary>
                        <m:naryPr>
                          <m:chr m:val="∑"/>
                          <m:limLoc m:val="subSup"/>
                          <m:ctrlPr>
                            <a:rPr kumimoji="1" lang="en-US" altLang="zh-CN" sz="1200" b="0" i="1">
                              <a:solidFill>
                                <a:schemeClr val="tx1"/>
                              </a:solidFill>
                              <a:latin typeface="Cambria Math" panose="02040503050406030204" pitchFamily="18" charset="0"/>
                            </a:rPr>
                          </m:ctrlPr>
                        </m:naryPr>
                        <m:sub>
                          <m:r>
                            <m:rPr>
                              <m:brk m:alnAt="25"/>
                            </m:rPr>
                            <a:rPr kumimoji="1" lang="en-US" altLang="zh-CN" sz="1200" b="0" i="1">
                              <a:solidFill>
                                <a:schemeClr val="tx1"/>
                              </a:solidFill>
                              <a:latin typeface="Cambria Math" panose="02040503050406030204" pitchFamily="18" charset="0"/>
                            </a:rPr>
                            <m:t>h</m:t>
                          </m:r>
                          <m:r>
                            <a:rPr kumimoji="1" lang="en-US" altLang="zh-CN" sz="1200" b="0" i="1">
                              <a:solidFill>
                                <a:schemeClr val="tx1"/>
                              </a:solidFill>
                              <a:latin typeface="Cambria Math" panose="02040503050406030204" pitchFamily="18" charset="0"/>
                            </a:rPr>
                            <m:t>=1</m:t>
                          </m:r>
                        </m:sub>
                        <m:sup>
                          <m:r>
                            <a:rPr kumimoji="1" lang="en-US" altLang="zh-CN" sz="1200" b="0" i="1">
                              <a:solidFill>
                                <a:schemeClr val="tx1"/>
                              </a:solidFill>
                              <a:latin typeface="Cambria Math" panose="02040503050406030204" pitchFamily="18" charset="0"/>
                            </a:rPr>
                            <m:t>𝑞</m:t>
                          </m:r>
                        </m:sup>
                        <m:e>
                          <m:sSubSup>
                            <m:sSubSupPr>
                              <m:ctrlPr>
                                <a:rPr kumimoji="1" lang="en-US" altLang="zh-CN" sz="1200" b="0" i="1">
                                  <a:solidFill>
                                    <a:schemeClr val="tx1"/>
                                  </a:solidFill>
                                  <a:latin typeface="Cambria Math" panose="02040503050406030204" pitchFamily="18" charset="0"/>
                                </a:rPr>
                              </m:ctrlPr>
                            </m:sSubSupPr>
                            <m:e>
                              <m:r>
                                <a:rPr kumimoji="1" lang="en-US" altLang="zh-CN" sz="1200" b="0" i="1">
                                  <a:solidFill>
                                    <a:schemeClr val="tx1"/>
                                  </a:solidFill>
                                  <a:latin typeface="Cambria Math" panose="02040503050406030204" pitchFamily="18" charset="0"/>
                                </a:rPr>
                                <m:t>𝑤</m:t>
                              </m:r>
                            </m:e>
                            <m:sub>
                              <m:r>
                                <a:rPr kumimoji="1" lang="en-US" altLang="zh-CN" sz="1200" b="0" i="1">
                                  <a:solidFill>
                                    <a:schemeClr val="tx1"/>
                                  </a:solidFill>
                                  <a:latin typeface="Cambria Math" panose="02040503050406030204" pitchFamily="18" charset="0"/>
                                </a:rPr>
                                <m:t>h𝑗</m:t>
                              </m:r>
                            </m:sub>
                            <m:sup>
                              <m:r>
                                <a:rPr kumimoji="1" lang="en-US" altLang="zh-CN" sz="1200" b="0" i="1">
                                  <a:solidFill>
                                    <a:schemeClr val="tx1"/>
                                  </a:solidFill>
                                  <a:latin typeface="Cambria Math" panose="02040503050406030204" pitchFamily="18" charset="0"/>
                                </a:rPr>
                                <m:t>(2)</m:t>
                              </m:r>
                            </m:sup>
                          </m:sSubSup>
                          <m:sSub>
                            <m:sSubPr>
                              <m:ctrlPr>
                                <a:rPr kumimoji="1" lang="en-US" altLang="zh-CN" sz="1200" b="0" i="1">
                                  <a:solidFill>
                                    <a:schemeClr val="tx1"/>
                                  </a:solidFill>
                                  <a:latin typeface="Cambria Math" panose="02040503050406030204" pitchFamily="18" charset="0"/>
                                </a:rPr>
                              </m:ctrlPr>
                            </m:sSubPr>
                            <m:e>
                              <m:r>
                                <a:rPr kumimoji="1" lang="en-US" altLang="zh-CN" sz="1200" b="0" i="1">
                                  <a:solidFill>
                                    <a:schemeClr val="tx1"/>
                                  </a:solidFill>
                                  <a:latin typeface="Cambria Math" panose="02040503050406030204" pitchFamily="18" charset="0"/>
                                </a:rPr>
                                <m:t>𝑎</m:t>
                              </m:r>
                            </m:e>
                            <m:sub>
                              <m:r>
                                <a:rPr kumimoji="1" lang="en-US" altLang="zh-CN" sz="1200" b="0" i="1">
                                  <a:solidFill>
                                    <a:schemeClr val="tx1"/>
                                  </a:solidFill>
                                  <a:latin typeface="Cambria Math" panose="02040503050406030204" pitchFamily="18" charset="0"/>
                                </a:rPr>
                                <m:t>h</m:t>
                              </m:r>
                            </m:sub>
                          </m:sSub>
                        </m:e>
                      </m:nary>
                    </m:oMath>
                  </m:oMathPara>
                </a14:m>
                <a:endParaRPr lang="zh-CN" altLang="en-US" sz="1200" dirty="0">
                  <a:solidFill>
                    <a:schemeClr val="tx1"/>
                  </a:solidFill>
                </a:endParaRPr>
              </a:p>
            </p:txBody>
          </p:sp>
        </mc:Choice>
        <mc:Fallback xmlns="">
          <p:sp>
            <p:nvSpPr>
              <p:cNvPr id="5" name="文本框 4">
                <a:extLst>
                  <a:ext uri="{FF2B5EF4-FFF2-40B4-BE49-F238E27FC236}">
                    <a16:creationId xmlns:a16="http://schemas.microsoft.com/office/drawing/2014/main" id="{DC32C9D7-9152-7DF2-42F3-75045C806128}"/>
                  </a:ext>
                </a:extLst>
              </p:cNvPr>
              <p:cNvSpPr txBox="1">
                <a:spLocks noRot="1" noChangeAspect="1" noMove="1" noResize="1" noEditPoints="1" noAdjustHandles="1" noChangeArrowheads="1" noChangeShapeType="1" noTextEdit="1"/>
              </p:cNvSpPr>
              <p:nvPr/>
            </p:nvSpPr>
            <p:spPr>
              <a:xfrm>
                <a:off x="4809164" y="1226260"/>
                <a:ext cx="3028047" cy="455125"/>
              </a:xfrm>
              <a:prstGeom prst="rect">
                <a:avLst/>
              </a:prstGeom>
              <a:blipFill>
                <a:blip r:embed="rId22"/>
                <a:stretch>
                  <a:fillRect t="-135135" b="-20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21B42C1-CC37-DC8B-83A2-44FFD04EC962}"/>
                  </a:ext>
                </a:extLst>
              </p:cNvPr>
              <p:cNvSpPr txBox="1"/>
              <p:nvPr/>
            </p:nvSpPr>
            <p:spPr>
              <a:xfrm>
                <a:off x="6778571" y="2201581"/>
                <a:ext cx="316523" cy="3908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𝑗</m:t>
                          </m:r>
                        </m:sub>
                        <m:sup>
                          <m:r>
                            <a:rPr lang="en-US" altLang="zh-CN" sz="1400" b="0" i="1">
                              <a:latin typeface="Cambria Math" panose="02040503050406030204" pitchFamily="18" charset="0"/>
                            </a:rPr>
                            <m:t>(2)</m:t>
                          </m:r>
                        </m:sup>
                      </m:sSubSup>
                    </m:oMath>
                  </m:oMathPara>
                </a14:m>
                <a:endParaRPr lang="zh-CN" altLang="en-US" sz="1400" dirty="0"/>
              </a:p>
            </p:txBody>
          </p:sp>
        </mc:Choice>
        <mc:Fallback xmlns="">
          <p:sp>
            <p:nvSpPr>
              <p:cNvPr id="6" name="文本框 5">
                <a:extLst>
                  <a:ext uri="{FF2B5EF4-FFF2-40B4-BE49-F238E27FC236}">
                    <a16:creationId xmlns:a16="http://schemas.microsoft.com/office/drawing/2014/main" id="{821B42C1-CC37-DC8B-83A2-44FFD04EC962}"/>
                  </a:ext>
                </a:extLst>
              </p:cNvPr>
              <p:cNvSpPr txBox="1">
                <a:spLocks noRot="1" noChangeAspect="1" noMove="1" noResize="1" noEditPoints="1" noAdjustHandles="1" noChangeArrowheads="1" noChangeShapeType="1" noTextEdit="1"/>
              </p:cNvSpPr>
              <p:nvPr/>
            </p:nvSpPr>
            <p:spPr>
              <a:xfrm>
                <a:off x="6778571" y="2201581"/>
                <a:ext cx="316523" cy="390876"/>
              </a:xfrm>
              <a:prstGeom prst="rect">
                <a:avLst/>
              </a:prstGeom>
              <a:blipFill>
                <a:blip r:embed="rId23"/>
                <a:stretch>
                  <a:fillRect r="-34615"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B694557-F4A9-95E8-4115-B13B0531E5FE}"/>
                  </a:ext>
                </a:extLst>
              </p:cNvPr>
              <p:cNvSpPr txBox="1"/>
              <p:nvPr/>
            </p:nvSpPr>
            <p:spPr>
              <a:xfrm>
                <a:off x="6777541" y="2816226"/>
                <a:ext cx="316523" cy="3711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𝑙</m:t>
                          </m:r>
                        </m:sub>
                        <m:sup>
                          <m:r>
                            <a:rPr lang="en-US" altLang="zh-CN" sz="1400" b="0" i="1">
                              <a:latin typeface="Cambria Math" panose="02040503050406030204" pitchFamily="18" charset="0"/>
                            </a:rPr>
                            <m:t>(2)</m:t>
                          </m:r>
                        </m:sup>
                      </m:sSubSup>
                    </m:oMath>
                  </m:oMathPara>
                </a14:m>
                <a:endParaRPr lang="zh-CN" altLang="en-US" sz="1400" dirty="0"/>
              </a:p>
            </p:txBody>
          </p:sp>
        </mc:Choice>
        <mc:Fallback xmlns="">
          <p:sp>
            <p:nvSpPr>
              <p:cNvPr id="14" name="文本框 13">
                <a:extLst>
                  <a:ext uri="{FF2B5EF4-FFF2-40B4-BE49-F238E27FC236}">
                    <a16:creationId xmlns:a16="http://schemas.microsoft.com/office/drawing/2014/main" id="{AB694557-F4A9-95E8-4115-B13B0531E5FE}"/>
                  </a:ext>
                </a:extLst>
              </p:cNvPr>
              <p:cNvSpPr txBox="1">
                <a:spLocks noRot="1" noChangeAspect="1" noMove="1" noResize="1" noEditPoints="1" noAdjustHandles="1" noChangeArrowheads="1" noChangeShapeType="1" noTextEdit="1"/>
              </p:cNvSpPr>
              <p:nvPr/>
            </p:nvSpPr>
            <p:spPr>
              <a:xfrm>
                <a:off x="6777541" y="2816226"/>
                <a:ext cx="316523" cy="371127"/>
              </a:xfrm>
              <a:prstGeom prst="rect">
                <a:avLst/>
              </a:prstGeom>
              <a:blipFill>
                <a:blip r:embed="rId24"/>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C4E3072-888D-01B6-AF6F-73D25873C42E}"/>
                  </a:ext>
                </a:extLst>
              </p:cNvPr>
              <p:cNvSpPr txBox="1"/>
              <p:nvPr/>
            </p:nvSpPr>
            <p:spPr>
              <a:xfrm>
                <a:off x="5107728" y="1585992"/>
                <a:ext cx="316523" cy="361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i="1">
                              <a:latin typeface="Cambria Math" panose="02040503050406030204" pitchFamily="18" charset="0"/>
                            </a:rPr>
                            <m:t>1</m:t>
                          </m:r>
                        </m:sub>
                        <m:sup>
                          <m:r>
                            <a:rPr lang="en-US" altLang="zh-CN" sz="1400" b="0" i="1">
                              <a:latin typeface="Cambria Math" panose="02040503050406030204" pitchFamily="18" charset="0"/>
                            </a:rPr>
                            <m:t>(1)</m:t>
                          </m:r>
                        </m:sup>
                      </m:sSubSup>
                    </m:oMath>
                  </m:oMathPara>
                </a14:m>
                <a:endParaRPr lang="zh-CN" altLang="en-US" sz="1400" dirty="0"/>
              </a:p>
            </p:txBody>
          </p:sp>
        </mc:Choice>
        <mc:Fallback xmlns="">
          <p:sp>
            <p:nvSpPr>
              <p:cNvPr id="15" name="文本框 14">
                <a:extLst>
                  <a:ext uri="{FF2B5EF4-FFF2-40B4-BE49-F238E27FC236}">
                    <a16:creationId xmlns:a16="http://schemas.microsoft.com/office/drawing/2014/main" id="{BC4E3072-888D-01B6-AF6F-73D25873C42E}"/>
                  </a:ext>
                </a:extLst>
              </p:cNvPr>
              <p:cNvSpPr txBox="1">
                <a:spLocks noRot="1" noChangeAspect="1" noMove="1" noResize="1" noEditPoints="1" noAdjustHandles="1" noChangeArrowheads="1" noChangeShapeType="1" noTextEdit="1"/>
              </p:cNvSpPr>
              <p:nvPr/>
            </p:nvSpPr>
            <p:spPr>
              <a:xfrm>
                <a:off x="5107728" y="1585992"/>
                <a:ext cx="316523" cy="361317"/>
              </a:xfrm>
              <a:prstGeom prst="rect">
                <a:avLst/>
              </a:prstGeom>
              <a:blipFill>
                <a:blip r:embed="rId25"/>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164CE27-C2CE-EC56-C657-A4E471E6CDF6}"/>
                  </a:ext>
                </a:extLst>
              </p:cNvPr>
              <p:cNvSpPr txBox="1"/>
              <p:nvPr/>
            </p:nvSpPr>
            <p:spPr>
              <a:xfrm>
                <a:off x="5218181" y="2166499"/>
                <a:ext cx="316523" cy="3711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h</m:t>
                          </m:r>
                        </m:sub>
                        <m:sup>
                          <m:r>
                            <a:rPr lang="en-US" altLang="zh-CN" sz="1400" b="0" i="1">
                              <a:latin typeface="Cambria Math" panose="02040503050406030204" pitchFamily="18" charset="0"/>
                            </a:rPr>
                            <m:t>(1)</m:t>
                          </m:r>
                        </m:sup>
                      </m:sSubSup>
                    </m:oMath>
                  </m:oMathPara>
                </a14:m>
                <a:endParaRPr lang="zh-CN" altLang="en-US" sz="1400" dirty="0"/>
              </a:p>
            </p:txBody>
          </p:sp>
        </mc:Choice>
        <mc:Fallback xmlns="">
          <p:sp>
            <p:nvSpPr>
              <p:cNvPr id="16" name="文本框 15">
                <a:extLst>
                  <a:ext uri="{FF2B5EF4-FFF2-40B4-BE49-F238E27FC236}">
                    <a16:creationId xmlns:a16="http://schemas.microsoft.com/office/drawing/2014/main" id="{D164CE27-C2CE-EC56-C657-A4E471E6CDF6}"/>
                  </a:ext>
                </a:extLst>
              </p:cNvPr>
              <p:cNvSpPr txBox="1">
                <a:spLocks noRot="1" noChangeAspect="1" noMove="1" noResize="1" noEditPoints="1" noAdjustHandles="1" noChangeArrowheads="1" noChangeShapeType="1" noTextEdit="1"/>
              </p:cNvSpPr>
              <p:nvPr/>
            </p:nvSpPr>
            <p:spPr>
              <a:xfrm>
                <a:off x="5218181" y="2166499"/>
                <a:ext cx="316523" cy="371127"/>
              </a:xfrm>
              <a:prstGeom prst="rect">
                <a:avLst/>
              </a:prstGeom>
              <a:blipFill>
                <a:blip r:embed="rId26"/>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348164B5-53A8-9534-351E-C0D8CE9517AE}"/>
                  </a:ext>
                </a:extLst>
              </p:cNvPr>
              <p:cNvSpPr txBox="1"/>
              <p:nvPr/>
            </p:nvSpPr>
            <p:spPr>
              <a:xfrm>
                <a:off x="5265651" y="2812932"/>
                <a:ext cx="316523" cy="3776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a:latin typeface="Cambria Math" panose="02040503050406030204" pitchFamily="18" charset="0"/>
                            </a:rPr>
                          </m:ctrlPr>
                        </m:sSubSupPr>
                        <m:e>
                          <m:r>
                            <a:rPr lang="en-US" altLang="zh-CN" sz="1400" b="0" i="1">
                              <a:latin typeface="Cambria Math" panose="02040503050406030204" pitchFamily="18" charset="0"/>
                            </a:rPr>
                            <m:t>𝑧</m:t>
                          </m:r>
                        </m:e>
                        <m:sub>
                          <m:r>
                            <a:rPr lang="en-US" altLang="zh-CN" sz="1400" b="0" i="1">
                              <a:latin typeface="Cambria Math" panose="02040503050406030204" pitchFamily="18" charset="0"/>
                            </a:rPr>
                            <m:t>𝑞</m:t>
                          </m:r>
                        </m:sub>
                        <m:sup>
                          <m:r>
                            <a:rPr lang="en-US" altLang="zh-CN" sz="1400" b="0" i="1">
                              <a:latin typeface="Cambria Math" panose="02040503050406030204" pitchFamily="18" charset="0"/>
                            </a:rPr>
                            <m:t>(1)</m:t>
                          </m:r>
                        </m:sup>
                      </m:sSubSup>
                    </m:oMath>
                  </m:oMathPara>
                </a14:m>
                <a:endParaRPr lang="zh-CN" altLang="en-US" sz="1400" dirty="0"/>
              </a:p>
            </p:txBody>
          </p:sp>
        </mc:Choice>
        <mc:Fallback xmlns="">
          <p:sp>
            <p:nvSpPr>
              <p:cNvPr id="17" name="文本框 16">
                <a:extLst>
                  <a:ext uri="{FF2B5EF4-FFF2-40B4-BE49-F238E27FC236}">
                    <a16:creationId xmlns:a16="http://schemas.microsoft.com/office/drawing/2014/main" id="{348164B5-53A8-9534-351E-C0D8CE9517AE}"/>
                  </a:ext>
                </a:extLst>
              </p:cNvPr>
              <p:cNvSpPr txBox="1">
                <a:spLocks noRot="1" noChangeAspect="1" noMove="1" noResize="1" noEditPoints="1" noAdjustHandles="1" noChangeArrowheads="1" noChangeShapeType="1" noTextEdit="1"/>
              </p:cNvSpPr>
              <p:nvPr/>
            </p:nvSpPr>
            <p:spPr>
              <a:xfrm>
                <a:off x="5265651" y="2812932"/>
                <a:ext cx="316523" cy="377604"/>
              </a:xfrm>
              <a:prstGeom prst="rect">
                <a:avLst/>
              </a:prstGeom>
              <a:blipFill>
                <a:blip r:embed="rId27"/>
                <a:stretch>
                  <a:fillRect r="-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94DCD07-8A27-450B-7EE2-71E2E9A0CF5C}"/>
                  </a:ext>
                </a:extLst>
              </p:cNvPr>
              <p:cNvSpPr/>
              <p:nvPr/>
            </p:nvSpPr>
            <p:spPr>
              <a:xfrm>
                <a:off x="7239108" y="1160264"/>
                <a:ext cx="1083758" cy="5711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400" i="1">
                          <a:solidFill>
                            <a:srgbClr val="FF0000"/>
                          </a:solidFill>
                          <a:latin typeface="Cambria Math" panose="02040503050406030204" pitchFamily="18" charset="0"/>
                        </a:rPr>
                        <m:t>−</m:t>
                      </m:r>
                      <m:f>
                        <m:fPr>
                          <m:ctrlPr>
                            <a:rPr lang="en-US" altLang="zh-CN" sz="1400" i="1">
                              <a:solidFill>
                                <a:srgbClr val="FF0000"/>
                              </a:solidFill>
                              <a:latin typeface="Cambria Math" panose="02040503050406030204" pitchFamily="18" charset="0"/>
                            </a:rPr>
                          </m:ctrlPr>
                        </m:fPr>
                        <m:num>
                          <m:r>
                            <a:rPr lang="en-US" altLang="zh-CN" sz="1400" i="1">
                              <a:solidFill>
                                <a:srgbClr val="FF0000"/>
                              </a:solidFill>
                              <a:latin typeface="Cambria Math" panose="02040503050406030204" pitchFamily="18" charset="0"/>
                            </a:rPr>
                            <m:t>𝜕</m:t>
                          </m:r>
                          <m:r>
                            <a:rPr lang="en-US" altLang="zh-CN" sz="1400" i="1">
                              <a:solidFill>
                                <a:srgbClr val="FF0000"/>
                              </a:solidFill>
                              <a:latin typeface="Cambria Math" panose="02040503050406030204" pitchFamily="18" charset="0"/>
                            </a:rPr>
                            <m:t>ℒ</m:t>
                          </m:r>
                          <m:d>
                            <m:dPr>
                              <m:ctrlPr>
                                <a:rPr lang="en-US" altLang="zh-CN" sz="1400" i="1">
                                  <a:solidFill>
                                    <a:srgbClr val="FF0000"/>
                                  </a:solidFill>
                                  <a:latin typeface="Cambria Math" panose="02040503050406030204" pitchFamily="18" charset="0"/>
                                </a:rPr>
                              </m:ctrlPr>
                            </m:dPr>
                            <m:e>
                              <m:r>
                                <a:rPr lang="en-US" altLang="zh-CN" sz="1400" b="1" i="1">
                                  <a:solidFill>
                                    <a:srgbClr val="FF0000"/>
                                  </a:solidFill>
                                  <a:latin typeface="Cambria Math" panose="02040503050406030204" pitchFamily="18" charset="0"/>
                                </a:rPr>
                                <m:t>𝒅</m:t>
                              </m:r>
                              <m:r>
                                <a:rPr lang="en-US" altLang="zh-CN" sz="1400" b="1" i="1">
                                  <a:solidFill>
                                    <a:srgbClr val="FF0000"/>
                                  </a:solidFill>
                                  <a:latin typeface="Cambria Math" panose="02040503050406030204" pitchFamily="18" charset="0"/>
                                </a:rPr>
                                <m:t>,</m:t>
                              </m:r>
                              <m:r>
                                <a:rPr lang="en-US" altLang="zh-CN" sz="1400" b="1" i="1">
                                  <a:solidFill>
                                    <a:srgbClr val="FF0000"/>
                                  </a:solidFill>
                                  <a:latin typeface="Cambria Math" panose="02040503050406030204" pitchFamily="18" charset="0"/>
                                </a:rPr>
                                <m:t>𝒚</m:t>
                              </m:r>
                              <m:r>
                                <a:rPr lang="en-US" altLang="zh-CN" sz="1400" i="1">
                                  <a:solidFill>
                                    <a:srgbClr val="FF0000"/>
                                  </a:solidFill>
                                  <a:latin typeface="Cambria Math" panose="02040503050406030204" pitchFamily="18" charset="0"/>
                                </a:rPr>
                                <m:t> </m:t>
                              </m:r>
                            </m:e>
                          </m:d>
                        </m:num>
                        <m:den>
                          <m:r>
                            <a:rPr lang="en-US" altLang="zh-CN" sz="1400" i="1">
                              <a:solidFill>
                                <a:srgbClr val="FF0000"/>
                              </a:solidFill>
                              <a:latin typeface="Cambria Math" panose="02040503050406030204" pitchFamily="18" charset="0"/>
                            </a:rPr>
                            <m:t>𝜕</m:t>
                          </m:r>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𝑦</m:t>
                              </m:r>
                            </m:e>
                            <m:sub>
                              <m:r>
                                <a:rPr lang="en-US" altLang="zh-CN" sz="1400" i="1">
                                  <a:solidFill>
                                    <a:srgbClr val="FF0000"/>
                                  </a:solidFill>
                                  <a:latin typeface="Cambria Math" panose="02040503050406030204" pitchFamily="18" charset="0"/>
                                </a:rPr>
                                <m:t>𝑗</m:t>
                              </m:r>
                            </m:sub>
                          </m:sSub>
                        </m:den>
                      </m:f>
                    </m:oMath>
                  </m:oMathPara>
                </a14:m>
                <a:endParaRPr lang="zh-CN" altLang="en-US" sz="1400" dirty="0">
                  <a:solidFill>
                    <a:srgbClr val="FF0000"/>
                  </a:solidFill>
                </a:endParaRPr>
              </a:p>
            </p:txBody>
          </p:sp>
        </mc:Choice>
        <mc:Fallback xmlns="">
          <p:sp>
            <p:nvSpPr>
              <p:cNvPr id="3" name="矩形 2">
                <a:extLst>
                  <a:ext uri="{FF2B5EF4-FFF2-40B4-BE49-F238E27FC236}">
                    <a16:creationId xmlns:a16="http://schemas.microsoft.com/office/drawing/2014/main" id="{D94DCD07-8A27-450B-7EE2-71E2E9A0CF5C}"/>
                  </a:ext>
                </a:extLst>
              </p:cNvPr>
              <p:cNvSpPr>
                <a:spLocks noRot="1" noChangeAspect="1" noMove="1" noResize="1" noEditPoints="1" noAdjustHandles="1" noChangeArrowheads="1" noChangeShapeType="1" noTextEdit="1"/>
              </p:cNvSpPr>
              <p:nvPr/>
            </p:nvSpPr>
            <p:spPr>
              <a:xfrm>
                <a:off x="7239108" y="1160264"/>
                <a:ext cx="1083758" cy="571182"/>
              </a:xfrm>
              <a:prstGeom prst="rect">
                <a:avLst/>
              </a:prstGeom>
              <a:blipFill>
                <a:blip r:embed="rId28"/>
                <a:stretch>
                  <a:fillRect/>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EE504CA2-5EF8-E989-EE47-671EDC147448}"/>
              </a:ext>
            </a:extLst>
          </p:cNvPr>
          <p:cNvGrpSpPr/>
          <p:nvPr/>
        </p:nvGrpSpPr>
        <p:grpSpPr>
          <a:xfrm>
            <a:off x="7278771" y="2649211"/>
            <a:ext cx="771223" cy="325089"/>
            <a:chOff x="7278771" y="2649211"/>
            <a:chExt cx="771223" cy="325089"/>
          </a:xfrm>
        </p:grpSpPr>
        <p:cxnSp>
          <p:nvCxnSpPr>
            <p:cNvPr id="20" name="直接箭头连接符 75">
              <a:extLst>
                <a:ext uri="{FF2B5EF4-FFF2-40B4-BE49-F238E27FC236}">
                  <a16:creationId xmlns:a16="http://schemas.microsoft.com/office/drawing/2014/main" id="{ABA1A7E5-8247-5937-1DD0-4913A457C901}"/>
                </a:ext>
              </a:extLst>
            </p:cNvPr>
            <p:cNvCxnSpPr/>
            <p:nvPr/>
          </p:nvCxnSpPr>
          <p:spPr>
            <a:xfrm flipH="1">
              <a:off x="7350431" y="2708915"/>
              <a:ext cx="612000" cy="127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3AAA69A9-842E-1F64-A404-7E39D2544B3F}"/>
                    </a:ext>
                  </a:extLst>
                </p:cNvPr>
                <p:cNvSpPr txBox="1"/>
                <p:nvPr/>
              </p:nvSpPr>
              <p:spPr>
                <a:xfrm>
                  <a:off x="7278771" y="2649211"/>
                  <a:ext cx="771223" cy="3250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𝑑</m:t>
                            </m:r>
                          </m:e>
                          <m:sub>
                            <m:r>
                              <a:rPr lang="en-US" altLang="zh-CN" sz="1400" i="1">
                                <a:solidFill>
                                  <a:srgbClr val="FF0000"/>
                                </a:solidFill>
                                <a:latin typeface="Cambria Math" panose="02040503050406030204" pitchFamily="18" charset="0"/>
                              </a:rPr>
                              <m:t>𝑗</m:t>
                            </m:r>
                          </m:sub>
                        </m:sSub>
                        <m:r>
                          <a:rPr lang="en-US" altLang="zh-CN" sz="1400" i="1">
                            <a:solidFill>
                              <a:srgbClr val="FF0000"/>
                            </a:solidFill>
                            <a:latin typeface="Cambria Math" panose="02040503050406030204" pitchFamily="18" charset="0"/>
                          </a:rPr>
                          <m:t>−</m:t>
                        </m:r>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𝑦</m:t>
                            </m:r>
                          </m:e>
                          <m:sub>
                            <m:r>
                              <a:rPr lang="en-US" altLang="zh-CN" sz="1400" i="1">
                                <a:solidFill>
                                  <a:srgbClr val="FF0000"/>
                                </a:solidFill>
                                <a:latin typeface="Cambria Math" panose="02040503050406030204" pitchFamily="18" charset="0"/>
                              </a:rPr>
                              <m:t>𝑗</m:t>
                            </m:r>
                          </m:sub>
                        </m:sSub>
                      </m:oMath>
                    </m:oMathPara>
                  </a14:m>
                  <a:endParaRPr lang="zh-CN" altLang="en-US" sz="1400" dirty="0">
                    <a:solidFill>
                      <a:srgbClr val="FF0000"/>
                    </a:solidFill>
                  </a:endParaRPr>
                </a:p>
              </p:txBody>
            </p:sp>
          </mc:Choice>
          <mc:Fallback xmlns="">
            <p:sp>
              <p:nvSpPr>
                <p:cNvPr id="23" name="文本框 22">
                  <a:extLst>
                    <a:ext uri="{FF2B5EF4-FFF2-40B4-BE49-F238E27FC236}">
                      <a16:creationId xmlns:a16="http://schemas.microsoft.com/office/drawing/2014/main" id="{3AAA69A9-842E-1F64-A404-7E39D2544B3F}"/>
                    </a:ext>
                  </a:extLst>
                </p:cNvPr>
                <p:cNvSpPr txBox="1">
                  <a:spLocks noRot="1" noChangeAspect="1" noMove="1" noResize="1" noEditPoints="1" noAdjustHandles="1" noChangeArrowheads="1" noChangeShapeType="1" noTextEdit="1"/>
                </p:cNvSpPr>
                <p:nvPr/>
              </p:nvSpPr>
              <p:spPr>
                <a:xfrm>
                  <a:off x="7278771" y="2649211"/>
                  <a:ext cx="771223" cy="325089"/>
                </a:xfrm>
                <a:prstGeom prst="rect">
                  <a:avLst/>
                </a:prstGeom>
                <a:blipFill>
                  <a:blip r:embed="rId29"/>
                  <a:stretch>
                    <a:fillRect b="-3774"/>
                  </a:stretch>
                </a:blipFill>
              </p:spPr>
              <p:txBody>
                <a:bodyPr/>
                <a:lstStyle/>
                <a:p>
                  <a:r>
                    <a:rPr lang="zh-CN" altLang="en-US">
                      <a:noFill/>
                    </a:rPr>
                    <a:t> </a:t>
                  </a:r>
                </a:p>
              </p:txBody>
            </p:sp>
          </mc:Fallback>
        </mc:AlternateContent>
      </p:grpSp>
      <p:cxnSp>
        <p:nvCxnSpPr>
          <p:cNvPr id="24" name="直接箭头连接符 83">
            <a:extLst>
              <a:ext uri="{FF2B5EF4-FFF2-40B4-BE49-F238E27FC236}">
                <a16:creationId xmlns:a16="http://schemas.microsoft.com/office/drawing/2014/main" id="{9BF4A8DA-9485-6F63-7CA1-2B613EA4DFB6}"/>
              </a:ext>
            </a:extLst>
          </p:cNvPr>
          <p:cNvCxnSpPr/>
          <p:nvPr/>
        </p:nvCxnSpPr>
        <p:spPr>
          <a:xfrm flipH="1">
            <a:off x="5844013" y="2693676"/>
            <a:ext cx="115200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B9E97309-61FD-55F1-A97A-607417DEC944}"/>
                  </a:ext>
                </a:extLst>
              </p:cNvPr>
              <p:cNvSpPr txBox="1"/>
              <p:nvPr/>
            </p:nvSpPr>
            <p:spPr>
              <a:xfrm>
                <a:off x="5604356" y="3464512"/>
                <a:ext cx="2006176" cy="6444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smtClean="0">
                              <a:solidFill>
                                <a:srgbClr val="FF0000"/>
                              </a:solidFill>
                              <a:latin typeface="Cambria Math" panose="02040503050406030204" pitchFamily="18" charset="0"/>
                            </a:rPr>
                          </m:ctrlPr>
                        </m:sSubSupPr>
                        <m:e>
                          <m:r>
                            <a:rPr lang="en-US" altLang="zh-CN" sz="1400" b="0" i="1">
                              <a:solidFill>
                                <a:srgbClr val="FF0000"/>
                              </a:solidFill>
                              <a:latin typeface="Cambria Math" panose="02040503050406030204" pitchFamily="18" charset="0"/>
                            </a:rPr>
                            <m:t>𝑒</m:t>
                          </m:r>
                        </m:e>
                        <m:sub>
                          <m:r>
                            <a:rPr lang="en-US" altLang="zh-CN" sz="1400" i="1">
                              <a:solidFill>
                                <a:srgbClr val="FF0000"/>
                              </a:solidFill>
                              <a:latin typeface="Cambria Math" panose="02040503050406030204" pitchFamily="18" charset="0"/>
                            </a:rPr>
                            <m:t>𝑗</m:t>
                          </m:r>
                        </m:sub>
                        <m:sup>
                          <m:r>
                            <a:rPr lang="en-US" altLang="zh-CN" sz="1400" b="0" i="1">
                              <a:solidFill>
                                <a:srgbClr val="FF0000"/>
                              </a:solidFill>
                              <a:latin typeface="Cambria Math" panose="02040503050406030204" pitchFamily="18" charset="0"/>
                            </a:rPr>
                            <m:t>(2)</m:t>
                          </m:r>
                        </m:sup>
                      </m:sSubSup>
                      <m:r>
                        <a:rPr lang="en-US" altLang="zh-CN" sz="1400" b="0" i="1" smtClean="0">
                          <a:solidFill>
                            <a:srgbClr val="FF0000"/>
                          </a:solidFill>
                          <a:latin typeface="Cambria Math" panose="02040503050406030204" pitchFamily="18" charset="0"/>
                        </a:rPr>
                        <m:t>=</m:t>
                      </m:r>
                      <m:f>
                        <m:fPr>
                          <m:ctrlPr>
                            <a:rPr lang="en-US" altLang="zh-CN" sz="1400" i="1">
                              <a:solidFill>
                                <a:srgbClr val="FF0000"/>
                              </a:solidFill>
                              <a:latin typeface="Cambria Math" panose="02040503050406030204" pitchFamily="18" charset="0"/>
                            </a:rPr>
                          </m:ctrlPr>
                        </m:fPr>
                        <m:num>
                          <m:r>
                            <a:rPr lang="en-US" altLang="zh-CN" sz="1400" i="1">
                              <a:solidFill>
                                <a:srgbClr val="FF0000"/>
                              </a:solidFill>
                              <a:latin typeface="Cambria Math" panose="02040503050406030204" pitchFamily="18" charset="0"/>
                            </a:rPr>
                            <m:t>𝜕</m:t>
                          </m:r>
                          <m:r>
                            <a:rPr lang="en-US" altLang="zh-CN" sz="1400" i="1">
                              <a:solidFill>
                                <a:srgbClr val="FF0000"/>
                              </a:solidFill>
                              <a:latin typeface="Cambria Math" panose="02040503050406030204" pitchFamily="18" charset="0"/>
                            </a:rPr>
                            <m:t>ℒ</m:t>
                          </m:r>
                          <m:d>
                            <m:dPr>
                              <m:ctrlPr>
                                <a:rPr lang="en-US" altLang="zh-CN" sz="1400" i="1">
                                  <a:solidFill>
                                    <a:srgbClr val="FF0000"/>
                                  </a:solidFill>
                                  <a:latin typeface="Cambria Math" panose="02040503050406030204" pitchFamily="18" charset="0"/>
                                </a:rPr>
                              </m:ctrlPr>
                            </m:dPr>
                            <m:e>
                              <m:r>
                                <a:rPr lang="en-US" altLang="zh-CN" sz="1400" b="1" i="1">
                                  <a:solidFill>
                                    <a:srgbClr val="FF0000"/>
                                  </a:solidFill>
                                  <a:latin typeface="Cambria Math" panose="02040503050406030204" pitchFamily="18" charset="0"/>
                                </a:rPr>
                                <m:t>𝒅</m:t>
                              </m:r>
                              <m:r>
                                <a:rPr lang="en-US" altLang="zh-CN" sz="1400" b="1" i="1">
                                  <a:solidFill>
                                    <a:srgbClr val="FF0000"/>
                                  </a:solidFill>
                                  <a:latin typeface="Cambria Math" panose="02040503050406030204" pitchFamily="18" charset="0"/>
                                </a:rPr>
                                <m:t>,</m:t>
                              </m:r>
                              <m:r>
                                <a:rPr lang="en-US" altLang="zh-CN" sz="1400" b="1" i="1">
                                  <a:solidFill>
                                    <a:srgbClr val="FF0000"/>
                                  </a:solidFill>
                                  <a:latin typeface="Cambria Math" panose="02040503050406030204" pitchFamily="18" charset="0"/>
                                </a:rPr>
                                <m:t>𝒚</m:t>
                              </m:r>
                              <m:r>
                                <a:rPr lang="en-US" altLang="zh-CN" sz="1400" i="1">
                                  <a:solidFill>
                                    <a:srgbClr val="FF0000"/>
                                  </a:solidFill>
                                  <a:latin typeface="Cambria Math" panose="02040503050406030204" pitchFamily="18" charset="0"/>
                                </a:rPr>
                                <m:t> </m:t>
                              </m:r>
                            </m:e>
                          </m:d>
                        </m:num>
                        <m:den>
                          <m:r>
                            <a:rPr lang="en-US" altLang="zh-CN" sz="1400" i="1">
                              <a:solidFill>
                                <a:schemeClr val="accent1"/>
                              </a:solidFill>
                              <a:latin typeface="Cambria Math" panose="02040503050406030204" pitchFamily="18" charset="0"/>
                            </a:rPr>
                            <m:t>𝜕</m:t>
                          </m:r>
                          <m:sSubSup>
                            <m:sSubSupPr>
                              <m:ctrlPr>
                                <a:rPr lang="en-US" altLang="zh-CN" sz="1400" i="1">
                                  <a:solidFill>
                                    <a:schemeClr val="accent1"/>
                                  </a:solidFill>
                                  <a:latin typeface="Cambria Math" panose="02040503050406030204" pitchFamily="18" charset="0"/>
                                </a:rPr>
                              </m:ctrlPr>
                            </m:sSubSupPr>
                            <m:e>
                              <m:r>
                                <a:rPr lang="en-US" altLang="zh-CN" sz="1400" i="1">
                                  <a:solidFill>
                                    <a:schemeClr val="accent1"/>
                                  </a:solidFill>
                                  <a:latin typeface="Cambria Math" panose="02040503050406030204" pitchFamily="18" charset="0"/>
                                </a:rPr>
                                <m:t>𝑧</m:t>
                              </m:r>
                            </m:e>
                            <m:sub>
                              <m:r>
                                <a:rPr lang="en-US" altLang="zh-CN" sz="1400" i="1">
                                  <a:solidFill>
                                    <a:schemeClr val="accent1"/>
                                  </a:solidFill>
                                  <a:latin typeface="Cambria Math" panose="02040503050406030204" pitchFamily="18" charset="0"/>
                                </a:rPr>
                                <m:t>𝑗</m:t>
                              </m:r>
                            </m:sub>
                            <m:sup>
                              <m:r>
                                <a:rPr lang="en-US" altLang="zh-CN" sz="1400" i="1">
                                  <a:solidFill>
                                    <a:schemeClr val="accent1"/>
                                  </a:solidFill>
                                  <a:latin typeface="Cambria Math" panose="02040503050406030204" pitchFamily="18" charset="0"/>
                                </a:rPr>
                                <m:t>(2)</m:t>
                              </m:r>
                            </m:sup>
                          </m:sSubSup>
                        </m:den>
                      </m:f>
                    </m:oMath>
                  </m:oMathPara>
                </a14:m>
                <a:endParaRPr lang="zh-CN" altLang="en-US" sz="1400" dirty="0">
                  <a:solidFill>
                    <a:srgbClr val="FF0000"/>
                  </a:solidFill>
                </a:endParaRPr>
              </a:p>
            </p:txBody>
          </p:sp>
        </mc:Choice>
        <mc:Fallback xmlns="">
          <p:sp>
            <p:nvSpPr>
              <p:cNvPr id="25" name="文本框 24">
                <a:extLst>
                  <a:ext uri="{FF2B5EF4-FFF2-40B4-BE49-F238E27FC236}">
                    <a16:creationId xmlns:a16="http://schemas.microsoft.com/office/drawing/2014/main" id="{B9E97309-61FD-55F1-A97A-607417DEC944}"/>
                  </a:ext>
                </a:extLst>
              </p:cNvPr>
              <p:cNvSpPr txBox="1">
                <a:spLocks noRot="1" noChangeAspect="1" noMove="1" noResize="1" noEditPoints="1" noAdjustHandles="1" noChangeArrowheads="1" noChangeShapeType="1" noTextEdit="1"/>
              </p:cNvSpPr>
              <p:nvPr/>
            </p:nvSpPr>
            <p:spPr>
              <a:xfrm>
                <a:off x="5604356" y="3464512"/>
                <a:ext cx="2006176" cy="644407"/>
              </a:xfrm>
              <a:prstGeom prst="rect">
                <a:avLst/>
              </a:prstGeom>
              <a:blipFill>
                <a:blip r:embed="rId30"/>
                <a:stretch>
                  <a:fillRect b="-943"/>
                </a:stretch>
              </a:blipFill>
            </p:spPr>
            <p:txBody>
              <a:bodyPr/>
              <a:lstStyle/>
              <a:p>
                <a:r>
                  <a:rPr lang="zh-CN" altLang="en-US">
                    <a:noFill/>
                  </a:rPr>
                  <a:t> </a:t>
                </a:r>
              </a:p>
            </p:txBody>
          </p:sp>
        </mc:Fallback>
      </mc:AlternateContent>
      <p:sp>
        <p:nvSpPr>
          <p:cNvPr id="26" name="矩形 25">
            <a:extLst>
              <a:ext uri="{FF2B5EF4-FFF2-40B4-BE49-F238E27FC236}">
                <a16:creationId xmlns:a16="http://schemas.microsoft.com/office/drawing/2014/main" id="{2C659B71-EEED-BCC6-09FE-0DBE0B0DD837}"/>
              </a:ext>
            </a:extLst>
          </p:cNvPr>
          <p:cNvSpPr/>
          <p:nvPr/>
        </p:nvSpPr>
        <p:spPr>
          <a:xfrm>
            <a:off x="2417585" y="3944429"/>
            <a:ext cx="1107996" cy="369332"/>
          </a:xfrm>
          <a:prstGeom prst="rect">
            <a:avLst/>
          </a:prstGeom>
        </p:spPr>
        <p:txBody>
          <a:bodyPr wrap="none">
            <a:spAutoFit/>
          </a:bodyPr>
          <a:lstStyle/>
          <a:p>
            <a:r>
              <a:rPr lang="zh-CN" altLang="en-US" dirty="0"/>
              <a:t>后向传播</a:t>
            </a:r>
          </a:p>
        </p:txBody>
      </p: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7BE1A5E-141D-8F74-1A00-AA47257B3B1E}"/>
                  </a:ext>
                </a:extLst>
              </p:cNvPr>
              <p:cNvSpPr/>
              <p:nvPr/>
            </p:nvSpPr>
            <p:spPr>
              <a:xfrm>
                <a:off x="2193707" y="4628712"/>
                <a:ext cx="2254400" cy="44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a:latin typeface="Cambria Math" panose="02040503050406030204" pitchFamily="18" charset="0"/>
                            </a:rPr>
                          </m:ctrlPr>
                        </m:sSubSupPr>
                        <m:e>
                          <m:r>
                            <a:rPr lang="en-US" altLang="zh-CN" i="1">
                              <a:latin typeface="Cambria Math" panose="02040503050406030204" pitchFamily="18" charset="0"/>
                            </a:rPr>
                            <m:t>𝑤</m:t>
                          </m:r>
                        </m:e>
                        <m:sub>
                          <m:r>
                            <a:rPr lang="en-US" altLang="zh-CN" b="0" i="1">
                              <a:latin typeface="Cambria Math" panose="02040503050406030204" pitchFamily="18" charset="0"/>
                            </a:rPr>
                            <m:t>𝑖h</m:t>
                          </m:r>
                        </m:sub>
                        <m:sup>
                          <m:r>
                            <a:rPr lang="en-US" altLang="zh-CN" b="0" i="1">
                              <a:latin typeface="Cambria Math" panose="02040503050406030204" pitchFamily="18" charset="0"/>
                            </a:rPr>
                            <m:t>(1)</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𝑖h</m:t>
                          </m:r>
                        </m:sub>
                        <m:sup>
                          <m:r>
                            <a:rPr lang="en-US" altLang="zh-CN" i="1">
                              <a:latin typeface="Cambria Math" panose="02040503050406030204" pitchFamily="18" charset="0"/>
                            </a:rPr>
                            <m:t>(1)</m:t>
                          </m:r>
                        </m:sup>
                      </m:sSubSup>
                      <m:r>
                        <a:rPr lang="en-US" altLang="zh-CN" i="1">
                          <a:latin typeface="Cambria Math" panose="02040503050406030204" pitchFamily="18" charset="0"/>
                        </a:rPr>
                        <m:t>+</m:t>
                      </m:r>
                      <m:r>
                        <m:rPr>
                          <m:sty m:val="p"/>
                        </m:rPr>
                        <a:rPr lang="en-US" altLang="zh-CN">
                          <a:latin typeface="Cambria Math" panose="02040503050406030204" pitchFamily="18" charset="0"/>
                        </a:rPr>
                        <m:t>Δ</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𝑖h</m:t>
                          </m:r>
                        </m:sub>
                        <m:sup>
                          <m:r>
                            <a:rPr lang="en-US" altLang="zh-CN" i="1">
                              <a:latin typeface="Cambria Math" panose="02040503050406030204" pitchFamily="18" charset="0"/>
                            </a:rPr>
                            <m:t>(1)</m:t>
                          </m:r>
                        </m:sup>
                      </m:sSubSup>
                    </m:oMath>
                  </m:oMathPara>
                </a14:m>
                <a:endParaRPr lang="zh-CN" altLang="en-US" i="1" dirty="0"/>
              </a:p>
            </p:txBody>
          </p:sp>
        </mc:Choice>
        <mc:Fallback xmlns="">
          <p:sp>
            <p:nvSpPr>
              <p:cNvPr id="27" name="矩形 26">
                <a:extLst>
                  <a:ext uri="{FF2B5EF4-FFF2-40B4-BE49-F238E27FC236}">
                    <a16:creationId xmlns:a16="http://schemas.microsoft.com/office/drawing/2014/main" id="{57BE1A5E-141D-8F74-1A00-AA47257B3B1E}"/>
                  </a:ext>
                </a:extLst>
              </p:cNvPr>
              <p:cNvSpPr>
                <a:spLocks noRot="1" noChangeAspect="1" noMove="1" noResize="1" noEditPoints="1" noAdjustHandles="1" noChangeArrowheads="1" noChangeShapeType="1" noTextEdit="1"/>
              </p:cNvSpPr>
              <p:nvPr/>
            </p:nvSpPr>
            <p:spPr>
              <a:xfrm>
                <a:off x="2193707" y="4628712"/>
                <a:ext cx="2254400" cy="444930"/>
              </a:xfrm>
              <a:prstGeom prst="rect">
                <a:avLst/>
              </a:prstGeom>
              <a:blipFill>
                <a:blip r:embed="rId31"/>
                <a:stretch>
                  <a:fillRect b="-2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1E059AB7-A55E-8EA2-76FB-7F678C23211B}"/>
                  </a:ext>
                </a:extLst>
              </p:cNvPr>
              <p:cNvSpPr/>
              <p:nvPr/>
            </p:nvSpPr>
            <p:spPr>
              <a:xfrm>
                <a:off x="7788938" y="4412466"/>
                <a:ext cx="2776658" cy="9081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rPr>
                        <m:t>ℒ</m:t>
                      </m:r>
                      <m:d>
                        <m:dPr>
                          <m:ctrlPr>
                            <a:rPr lang="en-US" altLang="zh-CN"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𝒅</m:t>
                          </m:r>
                          <m:r>
                            <a:rPr lang="en-US" altLang="zh-CN" b="1" i="1">
                              <a:solidFill>
                                <a:schemeClr val="tx1"/>
                              </a:solidFill>
                              <a:latin typeface="Cambria Math" panose="02040503050406030204" pitchFamily="18" charset="0"/>
                            </a:rPr>
                            <m:t>,</m:t>
                          </m:r>
                          <m:r>
                            <a:rPr lang="en-US" altLang="zh-CN" b="1" i="1">
                              <a:solidFill>
                                <a:schemeClr val="tx1"/>
                              </a:solidFill>
                              <a:latin typeface="Cambria Math" panose="02040503050406030204" pitchFamily="18" charset="0"/>
                            </a:rPr>
                            <m:t>𝒚</m:t>
                          </m:r>
                          <m:r>
                            <a:rPr lang="en-US" altLang="zh-CN" i="1">
                              <a:solidFill>
                                <a:schemeClr val="tx1"/>
                              </a:solidFill>
                              <a:latin typeface="Cambria Math" panose="02040503050406030204" pitchFamily="18" charset="0"/>
                            </a:rPr>
                            <m:t> </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𝑗</m:t>
                          </m:r>
                          <m:r>
                            <a:rPr lang="en-US" altLang="zh-CN" i="1">
                              <a:latin typeface="Cambria Math" panose="02040503050406030204" pitchFamily="18" charset="0"/>
                            </a:rPr>
                            <m:t>=1</m:t>
                          </m:r>
                        </m:sub>
                        <m:sup>
                          <m:r>
                            <a:rPr lang="en-US" altLang="zh-CN" i="1">
                              <a:latin typeface="Cambria Math" panose="02040503050406030204" pitchFamily="18" charset="0"/>
                            </a:rPr>
                            <m:t>𝑙</m:t>
                          </m:r>
                        </m:sup>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𝑗</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𝑑</m:t>
                                      </m:r>
                                    </m:e>
                                    <m:sub>
                                      <m:r>
                                        <a:rPr lang="en-US" altLang="zh-CN" i="1">
                                          <a:latin typeface="Cambria Math" panose="02040503050406030204" pitchFamily="18" charset="0"/>
                                        </a:rPr>
                                        <m:t>𝑗</m:t>
                                      </m:r>
                                    </m:sub>
                                  </m:sSub>
                                </m:e>
                              </m:d>
                            </m:e>
                            <m:sup>
                              <m:r>
                                <a:rPr lang="en-US" altLang="zh-CN" i="1">
                                  <a:latin typeface="Cambria Math" panose="02040503050406030204" pitchFamily="18" charset="0"/>
                                </a:rPr>
                                <m:t>2</m:t>
                              </m:r>
                            </m:sup>
                          </m:sSup>
                        </m:e>
                      </m:nary>
                    </m:oMath>
                  </m:oMathPara>
                </a14:m>
                <a:endParaRPr lang="zh-CN" altLang="en-US" dirty="0"/>
              </a:p>
            </p:txBody>
          </p:sp>
        </mc:Choice>
        <mc:Fallback xmlns="">
          <p:sp>
            <p:nvSpPr>
              <p:cNvPr id="30" name="矩形 29">
                <a:extLst>
                  <a:ext uri="{FF2B5EF4-FFF2-40B4-BE49-F238E27FC236}">
                    <a16:creationId xmlns:a16="http://schemas.microsoft.com/office/drawing/2014/main" id="{1E059AB7-A55E-8EA2-76FB-7F678C23211B}"/>
                  </a:ext>
                </a:extLst>
              </p:cNvPr>
              <p:cNvSpPr>
                <a:spLocks noRot="1" noChangeAspect="1" noMove="1" noResize="1" noEditPoints="1" noAdjustHandles="1" noChangeArrowheads="1" noChangeShapeType="1" noTextEdit="1"/>
              </p:cNvSpPr>
              <p:nvPr/>
            </p:nvSpPr>
            <p:spPr>
              <a:xfrm>
                <a:off x="7788938" y="4412466"/>
                <a:ext cx="2776658" cy="908197"/>
              </a:xfrm>
              <a:prstGeom prst="rect">
                <a:avLst/>
              </a:prstGeom>
              <a:blipFill>
                <a:blip r:embed="rId32"/>
                <a:stretch>
                  <a:fillRect t="-90411" b="-138356"/>
                </a:stretch>
              </a:blipFill>
            </p:spPr>
            <p:txBody>
              <a:bodyPr/>
              <a:lstStyle/>
              <a:p>
                <a:r>
                  <a:rPr lang="zh-CN" altLang="en-US">
                    <a:noFill/>
                  </a:rPr>
                  <a:t> </a:t>
                </a:r>
              </a:p>
            </p:txBody>
          </p:sp>
        </mc:Fallback>
      </mc:AlternateContent>
      <p:cxnSp>
        <p:nvCxnSpPr>
          <p:cNvPr id="31" name="直接箭头连接符 114">
            <a:extLst>
              <a:ext uri="{FF2B5EF4-FFF2-40B4-BE49-F238E27FC236}">
                <a16:creationId xmlns:a16="http://schemas.microsoft.com/office/drawing/2014/main" id="{81686FD8-CC92-96A2-3150-33430704F0AE}"/>
              </a:ext>
            </a:extLst>
          </p:cNvPr>
          <p:cNvCxnSpPr/>
          <p:nvPr/>
        </p:nvCxnSpPr>
        <p:spPr>
          <a:xfrm flipH="1">
            <a:off x="4368357" y="4866174"/>
            <a:ext cx="3420581" cy="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4CD0DF09-75B6-55B3-21DE-09FA11EC6217}"/>
                  </a:ext>
                </a:extLst>
              </p:cNvPr>
              <p:cNvSpPr/>
              <p:nvPr/>
            </p:nvSpPr>
            <p:spPr>
              <a:xfrm>
                <a:off x="4301465" y="4350437"/>
                <a:ext cx="3669915" cy="44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Δ</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𝑖h</m:t>
                          </m:r>
                        </m:sub>
                        <m:sup>
                          <m:r>
                            <a:rPr lang="en-US" altLang="zh-CN" i="1">
                              <a:latin typeface="Cambria Math" panose="02040503050406030204" pitchFamily="18" charset="0"/>
                            </a:rPr>
                            <m:t>(1)</m:t>
                          </m:r>
                        </m:sup>
                      </m:sSubSup>
                      <m:r>
                        <a:rPr lang="en-US" altLang="zh-CN">
                          <a:latin typeface="Cambria Math" panose="02040503050406030204" pitchFamily="18" charset="0"/>
                        </a:rPr>
                        <m:t>=</m:t>
                      </m:r>
                      <m:r>
                        <a:rPr lang="en-US" altLang="zh-CN" i="1">
                          <a:latin typeface="Cambria Math" panose="02040503050406030204" pitchFamily="18" charset="0"/>
                        </a:rPr>
                        <m:t>𝜂</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𝑒</m:t>
                          </m:r>
                        </m:e>
                        <m:sub>
                          <m:r>
                            <a:rPr lang="en-US" altLang="zh-CN" i="1">
                              <a:latin typeface="Cambria Math" panose="02040503050406030204" pitchFamily="18" charset="0"/>
                            </a:rPr>
                            <m:t>h</m:t>
                          </m:r>
                        </m:sub>
                        <m:sup>
                          <m:r>
                            <a:rPr lang="en-US" altLang="zh-CN" i="1">
                              <a:latin typeface="Cambria Math" panose="02040503050406030204" pitchFamily="18" charset="0"/>
                            </a:rPr>
                            <m:t>(1)</m:t>
                          </m:r>
                        </m:sup>
                      </m:sSubSup>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𝜂</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Error</m:t>
                          </m:r>
                        </m:e>
                        <m:sub>
                          <m:r>
                            <a:rPr lang="en-US" altLang="zh-CN" b="0" i="1">
                              <a:solidFill>
                                <a:srgbClr val="FF0000"/>
                              </a:solidFill>
                              <a:latin typeface="Cambria Math" panose="02040503050406030204" pitchFamily="18" charset="0"/>
                            </a:rPr>
                            <m:t>h</m:t>
                          </m:r>
                        </m:sub>
                      </m:s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Output</m:t>
                          </m:r>
                        </m:e>
                        <m:sub>
                          <m:r>
                            <m:rPr>
                              <m:sty m:val="p"/>
                            </m:rPr>
                            <a:rPr lang="en-US" altLang="zh-CN" b="0" i="0">
                              <a:solidFill>
                                <a:srgbClr val="FF0000"/>
                              </a:solidFill>
                              <a:latin typeface="Cambria Math" panose="02040503050406030204" pitchFamily="18" charset="0"/>
                            </a:rPr>
                            <m:t>i</m:t>
                          </m:r>
                        </m:sub>
                      </m:sSub>
                    </m:oMath>
                  </m:oMathPara>
                </a14:m>
                <a:endParaRPr lang="zh-CN" altLang="en-US" dirty="0"/>
              </a:p>
            </p:txBody>
          </p:sp>
        </mc:Choice>
        <mc:Fallback xmlns="">
          <p:sp>
            <p:nvSpPr>
              <p:cNvPr id="33" name="矩形 32">
                <a:extLst>
                  <a:ext uri="{FF2B5EF4-FFF2-40B4-BE49-F238E27FC236}">
                    <a16:creationId xmlns:a16="http://schemas.microsoft.com/office/drawing/2014/main" id="{4CD0DF09-75B6-55B3-21DE-09FA11EC6217}"/>
                  </a:ext>
                </a:extLst>
              </p:cNvPr>
              <p:cNvSpPr>
                <a:spLocks noRot="1" noChangeAspect="1" noMove="1" noResize="1" noEditPoints="1" noAdjustHandles="1" noChangeArrowheads="1" noChangeShapeType="1" noTextEdit="1"/>
              </p:cNvSpPr>
              <p:nvPr/>
            </p:nvSpPr>
            <p:spPr>
              <a:xfrm>
                <a:off x="4301465" y="4350437"/>
                <a:ext cx="3669915" cy="444930"/>
              </a:xfrm>
              <a:prstGeom prst="rect">
                <a:avLst/>
              </a:prstGeom>
              <a:blipFill>
                <a:blip r:embed="rId33"/>
                <a:stretch>
                  <a:fillRect b="-68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AAB5280B-123B-D2A6-87FB-34595A27AD74}"/>
                  </a:ext>
                </a:extLst>
              </p:cNvPr>
              <p:cNvSpPr/>
              <p:nvPr/>
            </p:nvSpPr>
            <p:spPr>
              <a:xfrm>
                <a:off x="1959157" y="5508601"/>
                <a:ext cx="2342308" cy="7709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Δ</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𝑖h</m:t>
                          </m:r>
                        </m:sub>
                        <m:sup>
                          <m:r>
                            <a:rPr lang="en-US" altLang="zh-CN" i="1">
                              <a:latin typeface="Cambria Math" panose="02040503050406030204" pitchFamily="18" charset="0"/>
                            </a:rPr>
                            <m:t>(1)</m:t>
                          </m:r>
                        </m:sup>
                      </m:sSubSup>
                      <m:r>
                        <a:rPr lang="en-US" altLang="zh-CN" i="1">
                          <a:latin typeface="Cambria Math" panose="02040503050406030204" pitchFamily="18" charset="0"/>
                        </a:rPr>
                        <m:t>=−</m:t>
                      </m:r>
                      <m:r>
                        <a:rPr lang="en-US" altLang="zh-CN" i="1">
                          <a:latin typeface="Cambria Math" panose="02040503050406030204" pitchFamily="18" charset="0"/>
                        </a:rPr>
                        <m:t>𝜂</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ℒ</m:t>
                          </m:r>
                          <m:d>
                            <m:dPr>
                              <m:ctrlPr>
                                <a:rPr lang="en-US" altLang="zh-CN" i="1">
                                  <a:latin typeface="Cambria Math" panose="02040503050406030204" pitchFamily="18" charset="0"/>
                                </a:rPr>
                              </m:ctrlPr>
                            </m:dPr>
                            <m:e>
                              <m:r>
                                <a:rPr lang="en-US" altLang="zh-CN" b="1" i="1">
                                  <a:latin typeface="Cambria Math" panose="02040503050406030204" pitchFamily="18" charset="0"/>
                                </a:rPr>
                                <m:t>𝒅</m:t>
                              </m:r>
                              <m:r>
                                <a:rPr lang="en-US" altLang="zh-CN" b="1" i="1">
                                  <a:latin typeface="Cambria Math" panose="02040503050406030204" pitchFamily="18" charset="0"/>
                                </a:rPr>
                                <m:t>,</m:t>
                              </m:r>
                              <m:r>
                                <a:rPr lang="en-US" altLang="zh-CN" b="1" i="1">
                                  <a:latin typeface="Cambria Math" panose="02040503050406030204" pitchFamily="18" charset="0"/>
                                </a:rPr>
                                <m:t>𝒚</m:t>
                              </m:r>
                              <m:r>
                                <a:rPr lang="en-US" altLang="zh-CN" i="1">
                                  <a:latin typeface="Cambria Math" panose="02040503050406030204" pitchFamily="18" charset="0"/>
                                </a:rPr>
                                <m:t> </m:t>
                              </m:r>
                            </m:e>
                          </m:d>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𝑖h</m:t>
                              </m:r>
                            </m:sub>
                            <m:sup>
                              <m:r>
                                <a:rPr lang="en-US" altLang="zh-CN" i="1">
                                  <a:latin typeface="Cambria Math" panose="02040503050406030204" pitchFamily="18" charset="0"/>
                                </a:rPr>
                                <m:t>(1)</m:t>
                              </m:r>
                            </m:sup>
                          </m:sSubSup>
                        </m:den>
                      </m:f>
                    </m:oMath>
                  </m:oMathPara>
                </a14:m>
                <a:endParaRPr lang="zh-CN" altLang="en-US" dirty="0"/>
              </a:p>
            </p:txBody>
          </p:sp>
        </mc:Choice>
        <mc:Fallback xmlns="">
          <p:sp>
            <p:nvSpPr>
              <p:cNvPr id="34" name="矩形 33">
                <a:extLst>
                  <a:ext uri="{FF2B5EF4-FFF2-40B4-BE49-F238E27FC236}">
                    <a16:creationId xmlns:a16="http://schemas.microsoft.com/office/drawing/2014/main" id="{AAB5280B-123B-D2A6-87FB-34595A27AD74}"/>
                  </a:ext>
                </a:extLst>
              </p:cNvPr>
              <p:cNvSpPr>
                <a:spLocks noRot="1" noChangeAspect="1" noMove="1" noResize="1" noEditPoints="1" noAdjustHandles="1" noChangeArrowheads="1" noChangeShapeType="1" noTextEdit="1"/>
              </p:cNvSpPr>
              <p:nvPr/>
            </p:nvSpPr>
            <p:spPr>
              <a:xfrm>
                <a:off x="1959157" y="5508601"/>
                <a:ext cx="2342308" cy="770980"/>
              </a:xfrm>
              <a:prstGeom prst="rect">
                <a:avLst/>
              </a:prstGeom>
              <a:blipFill>
                <a:blip r:embed="rId34"/>
                <a:stretch>
                  <a:fillRect b="-16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9D47FDB8-220B-F6F9-E54E-CC23B78812E7}"/>
                  </a:ext>
                </a:extLst>
              </p:cNvPr>
              <p:cNvSpPr/>
              <p:nvPr/>
            </p:nvSpPr>
            <p:spPr>
              <a:xfrm>
                <a:off x="4079286" y="5426954"/>
                <a:ext cx="2857321" cy="8429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𝜂</m:t>
                      </m:r>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ℒ</m:t>
                          </m:r>
                          <m:d>
                            <m:dPr>
                              <m:ctrlPr>
                                <a:rPr lang="en-US" altLang="zh-CN" i="1">
                                  <a:solidFill>
                                    <a:srgbClr val="FF0000"/>
                                  </a:solidFill>
                                  <a:latin typeface="Cambria Math" panose="02040503050406030204" pitchFamily="18" charset="0"/>
                                </a:rPr>
                              </m:ctrlPr>
                            </m:dPr>
                            <m:e>
                              <m:r>
                                <a:rPr lang="en-US" altLang="zh-CN" b="1" i="1">
                                  <a:solidFill>
                                    <a:srgbClr val="FF0000"/>
                                  </a:solidFill>
                                  <a:latin typeface="Cambria Math" panose="02040503050406030204" pitchFamily="18" charset="0"/>
                                </a:rPr>
                                <m:t>𝒅</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𝒚</m:t>
                              </m:r>
                              <m:r>
                                <a:rPr lang="en-US" altLang="zh-CN" i="1">
                                  <a:solidFill>
                                    <a:srgbClr val="FF0000"/>
                                  </a:solidFill>
                                  <a:latin typeface="Cambria Math" panose="02040503050406030204" pitchFamily="18" charset="0"/>
                                </a:rPr>
                                <m:t> </m:t>
                              </m:r>
                            </m:e>
                          </m:d>
                        </m:num>
                        <m:den>
                          <m:r>
                            <a:rPr lang="en-US" altLang="zh-CN"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b="0" i="1">
                                  <a:solidFill>
                                    <a:srgbClr val="FF0000"/>
                                  </a:solidFill>
                                  <a:latin typeface="Cambria Math" panose="02040503050406030204" pitchFamily="18" charset="0"/>
                                </a:rPr>
                                <m:t>𝑎</m:t>
                              </m:r>
                            </m:e>
                            <m:sub>
                              <m:r>
                                <a:rPr lang="en-US" altLang="zh-CN" b="0" i="1">
                                  <a:solidFill>
                                    <a:srgbClr val="FF0000"/>
                                  </a:solidFill>
                                  <a:latin typeface="Cambria Math" panose="02040503050406030204" pitchFamily="18" charset="0"/>
                                </a:rPr>
                                <m:t>h</m:t>
                              </m:r>
                            </m:sub>
                          </m:sSub>
                        </m:den>
                      </m:f>
                      <m:f>
                        <m:fPr>
                          <m:ctrlPr>
                            <a:rPr lang="en-US" altLang="zh-CN" i="1">
                              <a:solidFill>
                                <a:schemeClr val="accent1"/>
                              </a:solidFill>
                              <a:latin typeface="Cambria Math" panose="02040503050406030204" pitchFamily="18" charset="0"/>
                            </a:rPr>
                          </m:ctrlPr>
                        </m:fPr>
                        <m:num>
                          <m:r>
                            <a:rPr lang="en-US" altLang="zh-CN" i="1">
                              <a:solidFill>
                                <a:schemeClr val="accent1"/>
                              </a:solidFill>
                              <a:latin typeface="Cambria Math" panose="02040503050406030204" pitchFamily="18" charset="0"/>
                            </a:rPr>
                            <m:t>𝜕</m:t>
                          </m:r>
                          <m:sSub>
                            <m:sSubPr>
                              <m:ctrlPr>
                                <a:rPr lang="en-US" altLang="zh-CN" i="1">
                                  <a:solidFill>
                                    <a:schemeClr val="accent1"/>
                                  </a:solidFill>
                                  <a:latin typeface="Cambria Math" panose="02040503050406030204" pitchFamily="18" charset="0"/>
                                </a:rPr>
                              </m:ctrlPr>
                            </m:sSubPr>
                            <m:e>
                              <m:r>
                                <a:rPr lang="en-US" altLang="zh-CN" b="0" i="1">
                                  <a:solidFill>
                                    <a:schemeClr val="accent1"/>
                                  </a:solidFill>
                                  <a:latin typeface="Cambria Math" panose="02040503050406030204" pitchFamily="18" charset="0"/>
                                </a:rPr>
                                <m:t>𝑎</m:t>
                              </m:r>
                            </m:e>
                            <m:sub>
                              <m:r>
                                <a:rPr lang="en-US" altLang="zh-CN" b="0" i="1">
                                  <a:solidFill>
                                    <a:schemeClr val="accent1"/>
                                  </a:solidFill>
                                  <a:latin typeface="Cambria Math" panose="02040503050406030204" pitchFamily="18" charset="0"/>
                                </a:rPr>
                                <m:t>h</m:t>
                              </m:r>
                            </m:sub>
                          </m:sSub>
                        </m:num>
                        <m:den>
                          <m:r>
                            <a:rPr lang="en-US" altLang="zh-CN" i="1">
                              <a:solidFill>
                                <a:schemeClr val="accent1"/>
                              </a:solidFill>
                              <a:latin typeface="Cambria Math" panose="02040503050406030204" pitchFamily="18" charset="0"/>
                            </a:rPr>
                            <m:t>𝜕</m:t>
                          </m:r>
                          <m:sSubSup>
                            <m:sSubSupPr>
                              <m:ctrlPr>
                                <a:rPr lang="en-US" altLang="zh-CN" b="0" i="1">
                                  <a:solidFill>
                                    <a:schemeClr val="accent1"/>
                                  </a:solidFill>
                                  <a:latin typeface="Cambria Math" panose="02040503050406030204" pitchFamily="18" charset="0"/>
                                </a:rPr>
                              </m:ctrlPr>
                            </m:sSubSupPr>
                            <m:e>
                              <m:r>
                                <a:rPr lang="en-US" altLang="zh-CN" b="0" i="1">
                                  <a:solidFill>
                                    <a:schemeClr val="accent1"/>
                                  </a:solidFill>
                                  <a:latin typeface="Cambria Math" panose="02040503050406030204" pitchFamily="18" charset="0"/>
                                </a:rPr>
                                <m:t>𝑧</m:t>
                              </m:r>
                            </m:e>
                            <m:sub>
                              <m:r>
                                <a:rPr lang="en-US" altLang="zh-CN" b="0" i="1">
                                  <a:solidFill>
                                    <a:schemeClr val="accent1"/>
                                  </a:solidFill>
                                  <a:latin typeface="Cambria Math" panose="02040503050406030204" pitchFamily="18" charset="0"/>
                                </a:rPr>
                                <m:t>h</m:t>
                              </m:r>
                            </m:sub>
                            <m:sup>
                              <m:r>
                                <a:rPr lang="en-US" altLang="zh-CN" b="0" i="1">
                                  <a:solidFill>
                                    <a:schemeClr val="accent1"/>
                                  </a:solidFill>
                                  <a:latin typeface="Cambria Math" panose="02040503050406030204" pitchFamily="18" charset="0"/>
                                </a:rPr>
                                <m:t>(1)</m:t>
                              </m:r>
                            </m:sup>
                          </m:sSubSup>
                        </m:den>
                      </m:f>
                      <m:f>
                        <m:fPr>
                          <m:ctrlPr>
                            <a:rPr lang="en-US" altLang="zh-CN" i="1">
                              <a:solidFill>
                                <a:schemeClr val="accent2"/>
                              </a:solidFill>
                              <a:latin typeface="Cambria Math" panose="02040503050406030204" pitchFamily="18" charset="0"/>
                            </a:rPr>
                          </m:ctrlPr>
                        </m:fPr>
                        <m:num>
                          <m:r>
                            <a:rPr lang="en-US" altLang="zh-CN" i="1">
                              <a:solidFill>
                                <a:schemeClr val="accent2"/>
                              </a:solidFill>
                              <a:latin typeface="Cambria Math" panose="02040503050406030204" pitchFamily="18" charset="0"/>
                            </a:rPr>
                            <m:t>𝜕</m:t>
                          </m:r>
                          <m:sSubSup>
                            <m:sSubSupPr>
                              <m:ctrlPr>
                                <a:rPr lang="en-US" altLang="zh-CN" b="0" i="1">
                                  <a:solidFill>
                                    <a:schemeClr val="accent2"/>
                                  </a:solidFill>
                                  <a:latin typeface="Cambria Math" panose="02040503050406030204" pitchFamily="18" charset="0"/>
                                </a:rPr>
                              </m:ctrlPr>
                            </m:sSubSupPr>
                            <m:e>
                              <m:r>
                                <a:rPr lang="en-US" altLang="zh-CN" b="0" i="1">
                                  <a:solidFill>
                                    <a:schemeClr val="accent2"/>
                                  </a:solidFill>
                                  <a:latin typeface="Cambria Math" panose="02040503050406030204" pitchFamily="18" charset="0"/>
                                </a:rPr>
                                <m:t>𝑧</m:t>
                              </m:r>
                            </m:e>
                            <m:sub>
                              <m:r>
                                <a:rPr lang="en-US" altLang="zh-CN" b="0" i="1">
                                  <a:solidFill>
                                    <a:schemeClr val="accent2"/>
                                  </a:solidFill>
                                  <a:latin typeface="Cambria Math" panose="02040503050406030204" pitchFamily="18" charset="0"/>
                                </a:rPr>
                                <m:t>h</m:t>
                              </m:r>
                            </m:sub>
                            <m:sup>
                              <m:r>
                                <a:rPr lang="en-US" altLang="zh-CN" b="0" i="1">
                                  <a:solidFill>
                                    <a:schemeClr val="accent2"/>
                                  </a:solidFill>
                                  <a:latin typeface="Cambria Math" panose="02040503050406030204" pitchFamily="18" charset="0"/>
                                </a:rPr>
                                <m:t>(1)</m:t>
                              </m:r>
                            </m:sup>
                          </m:sSubSup>
                        </m:num>
                        <m:den>
                          <m:r>
                            <a:rPr lang="en-US" altLang="zh-CN" i="1">
                              <a:solidFill>
                                <a:schemeClr val="accent2"/>
                              </a:solidFill>
                              <a:latin typeface="Cambria Math" panose="02040503050406030204" pitchFamily="18" charset="0"/>
                            </a:rPr>
                            <m:t>𝜕</m:t>
                          </m:r>
                          <m:sSubSup>
                            <m:sSubSupPr>
                              <m:ctrlPr>
                                <a:rPr lang="en-US" altLang="zh-CN" b="0" i="1">
                                  <a:solidFill>
                                    <a:schemeClr val="accent2"/>
                                  </a:solidFill>
                                  <a:latin typeface="Cambria Math" panose="02040503050406030204" pitchFamily="18" charset="0"/>
                                </a:rPr>
                              </m:ctrlPr>
                            </m:sSubSupPr>
                            <m:e>
                              <m:r>
                                <a:rPr lang="en-US" altLang="zh-CN" i="1">
                                  <a:solidFill>
                                    <a:schemeClr val="accent2"/>
                                  </a:solidFill>
                                  <a:latin typeface="Cambria Math" panose="02040503050406030204" pitchFamily="18" charset="0"/>
                                </a:rPr>
                                <m:t>𝑤</m:t>
                              </m:r>
                            </m:e>
                            <m:sub>
                              <m:r>
                                <a:rPr lang="en-US" altLang="zh-CN" b="0" i="1">
                                  <a:solidFill>
                                    <a:schemeClr val="accent2"/>
                                  </a:solidFill>
                                  <a:latin typeface="Cambria Math" panose="02040503050406030204" pitchFamily="18" charset="0"/>
                                </a:rPr>
                                <m:t>𝑖h</m:t>
                              </m:r>
                            </m:sub>
                            <m:sup>
                              <m:r>
                                <a:rPr lang="en-US" altLang="zh-CN" b="0" i="1">
                                  <a:solidFill>
                                    <a:schemeClr val="accent2"/>
                                  </a:solidFill>
                                  <a:latin typeface="Cambria Math" panose="02040503050406030204" pitchFamily="18" charset="0"/>
                                </a:rPr>
                                <m:t>(1)</m:t>
                              </m:r>
                            </m:sup>
                          </m:sSubSup>
                        </m:den>
                      </m:f>
                    </m:oMath>
                  </m:oMathPara>
                </a14:m>
                <a:endParaRPr lang="zh-CN" altLang="en-US" dirty="0"/>
              </a:p>
            </p:txBody>
          </p:sp>
        </mc:Choice>
        <mc:Fallback xmlns="">
          <p:sp>
            <p:nvSpPr>
              <p:cNvPr id="36" name="矩形 35">
                <a:extLst>
                  <a:ext uri="{FF2B5EF4-FFF2-40B4-BE49-F238E27FC236}">
                    <a16:creationId xmlns:a16="http://schemas.microsoft.com/office/drawing/2014/main" id="{9D47FDB8-220B-F6F9-E54E-CC23B78812E7}"/>
                  </a:ext>
                </a:extLst>
              </p:cNvPr>
              <p:cNvSpPr>
                <a:spLocks noRot="1" noChangeAspect="1" noMove="1" noResize="1" noEditPoints="1" noAdjustHandles="1" noChangeArrowheads="1" noChangeShapeType="1" noTextEdit="1"/>
              </p:cNvSpPr>
              <p:nvPr/>
            </p:nvSpPr>
            <p:spPr>
              <a:xfrm>
                <a:off x="4079286" y="5426954"/>
                <a:ext cx="2857321" cy="842923"/>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AECB5952-E94E-9722-A57B-F53F04FC3642}"/>
                  </a:ext>
                </a:extLst>
              </p:cNvPr>
              <p:cNvSpPr/>
              <p:nvPr/>
            </p:nvSpPr>
            <p:spPr>
              <a:xfrm>
                <a:off x="6777541" y="5524300"/>
                <a:ext cx="2804999" cy="7958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𝜂</m:t>
                      </m:r>
                      <m:nary>
                        <m:naryPr>
                          <m:chr m:val="∑"/>
                          <m:supHide m:val="on"/>
                          <m:ctrlPr>
                            <a:rPr lang="en-US" altLang="zh-CN" i="1">
                              <a:solidFill>
                                <a:srgbClr val="FF0000"/>
                              </a:solidFill>
                              <a:latin typeface="Cambria Math" panose="02040503050406030204" pitchFamily="18" charset="0"/>
                            </a:rPr>
                          </m:ctrlPr>
                        </m:naryPr>
                        <m:sub>
                          <m:r>
                            <m:rPr>
                              <m:brk m:alnAt="7"/>
                            </m:rPr>
                            <a:rPr lang="en-US" altLang="zh-CN" b="0" i="1">
                              <a:solidFill>
                                <a:srgbClr val="FF0000"/>
                              </a:solidFill>
                              <a:latin typeface="Cambria Math" panose="02040503050406030204" pitchFamily="18" charset="0"/>
                            </a:rPr>
                            <m:t>𝑗</m:t>
                          </m:r>
                        </m:sub>
                        <m:sup/>
                        <m:e>
                          <m:sSubSup>
                            <m:sSubSupPr>
                              <m:ctrlPr>
                                <a:rPr lang="en-US" altLang="zh-CN" b="0" i="1">
                                  <a:solidFill>
                                    <a:srgbClr val="FF0000"/>
                                  </a:solidFill>
                                  <a:latin typeface="Cambria Math" panose="02040503050406030204" pitchFamily="18" charset="0"/>
                                </a:rPr>
                              </m:ctrlPr>
                            </m:sSubSupPr>
                            <m:e>
                              <m:r>
                                <a:rPr lang="en-US" altLang="zh-CN" b="0" i="1">
                                  <a:solidFill>
                                    <a:srgbClr val="FF0000"/>
                                  </a:solidFill>
                                  <a:latin typeface="Cambria Math" panose="02040503050406030204" pitchFamily="18" charset="0"/>
                                </a:rPr>
                                <m:t>𝑒</m:t>
                              </m:r>
                            </m:e>
                            <m:sub>
                              <m:r>
                                <a:rPr lang="en-US" altLang="zh-CN" b="0" i="1">
                                  <a:solidFill>
                                    <a:srgbClr val="FF0000"/>
                                  </a:solidFill>
                                  <a:latin typeface="Cambria Math" panose="02040503050406030204" pitchFamily="18" charset="0"/>
                                </a:rPr>
                                <m:t>𝑗</m:t>
                              </m:r>
                            </m:sub>
                            <m:sup>
                              <m:r>
                                <a:rPr lang="en-US" altLang="zh-CN" b="0" i="1">
                                  <a:solidFill>
                                    <a:srgbClr val="FF0000"/>
                                  </a:solidFill>
                                  <a:latin typeface="Cambria Math" panose="02040503050406030204" pitchFamily="18" charset="0"/>
                                </a:rPr>
                                <m:t>(2)</m:t>
                              </m:r>
                            </m:sup>
                          </m:sSubSup>
                          <m:sSubSup>
                            <m:sSubSupPr>
                              <m:ctrlPr>
                                <a:rPr lang="en-US" altLang="zh-CN" i="1">
                                  <a:solidFill>
                                    <a:srgbClr val="FF0000"/>
                                  </a:solidFill>
                                  <a:latin typeface="Cambria Math" panose="02040503050406030204" pitchFamily="18" charset="0"/>
                                </a:rPr>
                              </m:ctrlPr>
                            </m:sSubSupPr>
                            <m:e>
                              <m:r>
                                <a:rPr lang="en-US" altLang="zh-CN" i="1">
                                  <a:solidFill>
                                    <a:srgbClr val="FF0000"/>
                                  </a:solidFill>
                                  <a:latin typeface="Cambria Math" panose="02040503050406030204" pitchFamily="18" charset="0"/>
                                </a:rPr>
                                <m:t>𝑤</m:t>
                              </m:r>
                            </m:e>
                            <m:sub>
                              <m:r>
                                <a:rPr lang="en-US" altLang="zh-CN" i="1">
                                  <a:solidFill>
                                    <a:srgbClr val="FF0000"/>
                                  </a:solidFill>
                                  <a:latin typeface="Cambria Math" panose="02040503050406030204" pitchFamily="18" charset="0"/>
                                </a:rPr>
                                <m:t>h𝑗</m:t>
                              </m:r>
                            </m:sub>
                            <m:sup>
                              <m:r>
                                <a:rPr lang="en-US" altLang="zh-CN" i="1">
                                  <a:solidFill>
                                    <a:srgbClr val="FF0000"/>
                                  </a:solidFill>
                                  <a:latin typeface="Cambria Math" panose="02040503050406030204" pitchFamily="18" charset="0"/>
                                </a:rPr>
                                <m:t>(2)</m:t>
                              </m:r>
                            </m:sup>
                          </m:sSubSup>
                        </m:e>
                      </m:nary>
                      <m:sSubSup>
                        <m:sSubSupPr>
                          <m:ctrlPr>
                            <a:rPr lang="en-US" altLang="zh-CN" b="0" i="1">
                              <a:solidFill>
                                <a:schemeClr val="accent1"/>
                              </a:solidFill>
                              <a:latin typeface="Cambria Math" panose="02040503050406030204" pitchFamily="18" charset="0"/>
                            </a:rPr>
                          </m:ctrlPr>
                        </m:sSubSupPr>
                        <m:e>
                          <m:r>
                            <a:rPr lang="en-US" altLang="zh-CN" b="0" i="1">
                              <a:solidFill>
                                <a:schemeClr val="accent1"/>
                              </a:solidFill>
                              <a:latin typeface="Cambria Math" panose="02040503050406030204" pitchFamily="18" charset="0"/>
                            </a:rPr>
                            <m:t>𝑓</m:t>
                          </m:r>
                        </m:e>
                        <m:sub>
                          <m:r>
                            <a:rPr lang="en-US" altLang="zh-CN" b="0" i="1">
                              <a:solidFill>
                                <a:schemeClr val="accent1"/>
                              </a:solidFill>
                              <a:latin typeface="Cambria Math" panose="02040503050406030204" pitchFamily="18" charset="0"/>
                            </a:rPr>
                            <m:t>1</m:t>
                          </m:r>
                        </m:sub>
                        <m:sup>
                          <m:r>
                            <a:rPr lang="en-US" altLang="zh-CN" b="0" i="1">
                              <a:solidFill>
                                <a:schemeClr val="accent1"/>
                              </a:solidFill>
                              <a:latin typeface="Cambria Math" panose="02040503050406030204" pitchFamily="18" charset="0"/>
                            </a:rPr>
                            <m:t>′</m:t>
                          </m:r>
                        </m:sup>
                      </m:sSubSup>
                      <m:r>
                        <a:rPr lang="en-US" altLang="zh-CN" b="0" i="1">
                          <a:solidFill>
                            <a:schemeClr val="accent1"/>
                          </a:solidFill>
                          <a:latin typeface="Cambria Math" panose="02040503050406030204" pitchFamily="18" charset="0"/>
                        </a:rPr>
                        <m:t>(</m:t>
                      </m:r>
                      <m:sSubSup>
                        <m:sSubSupPr>
                          <m:ctrlPr>
                            <a:rPr lang="en-US" altLang="zh-CN" b="0" i="1">
                              <a:solidFill>
                                <a:schemeClr val="accent1"/>
                              </a:solidFill>
                              <a:latin typeface="Cambria Math" panose="02040503050406030204" pitchFamily="18" charset="0"/>
                            </a:rPr>
                          </m:ctrlPr>
                        </m:sSubSupPr>
                        <m:e>
                          <m:r>
                            <a:rPr lang="en-US" altLang="zh-CN" b="0" i="1">
                              <a:solidFill>
                                <a:schemeClr val="accent1"/>
                              </a:solidFill>
                              <a:latin typeface="Cambria Math" panose="02040503050406030204" pitchFamily="18" charset="0"/>
                            </a:rPr>
                            <m:t>𝑧</m:t>
                          </m:r>
                        </m:e>
                        <m:sub>
                          <m:r>
                            <a:rPr lang="en-US" altLang="zh-CN" b="0" i="1">
                              <a:solidFill>
                                <a:schemeClr val="accent1"/>
                              </a:solidFill>
                              <a:latin typeface="Cambria Math" panose="02040503050406030204" pitchFamily="18" charset="0"/>
                            </a:rPr>
                            <m:t>h</m:t>
                          </m:r>
                        </m:sub>
                        <m:sup>
                          <m:d>
                            <m:dPr>
                              <m:ctrlPr>
                                <a:rPr lang="en-US" altLang="zh-CN" b="0" i="1">
                                  <a:solidFill>
                                    <a:schemeClr val="accent1"/>
                                  </a:solidFill>
                                  <a:latin typeface="Cambria Math" panose="02040503050406030204" pitchFamily="18" charset="0"/>
                                </a:rPr>
                              </m:ctrlPr>
                            </m:dPr>
                            <m:e>
                              <m:r>
                                <a:rPr lang="en-US" altLang="zh-CN" b="0" i="1">
                                  <a:solidFill>
                                    <a:schemeClr val="accent1"/>
                                  </a:solidFill>
                                  <a:latin typeface="Cambria Math" panose="02040503050406030204" pitchFamily="18" charset="0"/>
                                </a:rPr>
                                <m:t>1</m:t>
                              </m:r>
                            </m:e>
                          </m:d>
                        </m:sup>
                      </m:sSubSup>
                      <m:r>
                        <a:rPr lang="en-US" altLang="zh-CN" b="0" i="1">
                          <a:solidFill>
                            <a:schemeClr val="accent1"/>
                          </a:solidFill>
                          <a:latin typeface="Cambria Math" panose="02040503050406030204" pitchFamily="18" charset="0"/>
                        </a:rPr>
                        <m:t>)</m:t>
                      </m:r>
                      <m:sSub>
                        <m:sSubPr>
                          <m:ctrlPr>
                            <a:rPr lang="en-US" altLang="zh-CN" i="1">
                              <a:solidFill>
                                <a:schemeClr val="accent2"/>
                              </a:solidFill>
                              <a:latin typeface="Cambria Math" panose="02040503050406030204" pitchFamily="18" charset="0"/>
                            </a:rPr>
                          </m:ctrlPr>
                        </m:sSubPr>
                        <m:e>
                          <m:r>
                            <a:rPr lang="en-US" altLang="zh-CN" b="0" i="1">
                              <a:solidFill>
                                <a:schemeClr val="accent2"/>
                              </a:solidFill>
                              <a:latin typeface="Cambria Math" panose="02040503050406030204" pitchFamily="18" charset="0"/>
                            </a:rPr>
                            <m:t>𝑥</m:t>
                          </m:r>
                        </m:e>
                        <m:sub>
                          <m:r>
                            <a:rPr lang="en-US" altLang="zh-CN" b="0" i="1">
                              <a:solidFill>
                                <a:schemeClr val="accent2"/>
                              </a:solidFill>
                              <a:latin typeface="Cambria Math" panose="02040503050406030204" pitchFamily="18" charset="0"/>
                            </a:rPr>
                            <m:t>𝑖</m:t>
                          </m:r>
                        </m:sub>
                      </m:sSub>
                    </m:oMath>
                  </m:oMathPara>
                </a14:m>
                <a:endParaRPr lang="zh-CN" altLang="en-US" dirty="0"/>
              </a:p>
            </p:txBody>
          </p:sp>
        </mc:Choice>
        <mc:Fallback xmlns="">
          <p:sp>
            <p:nvSpPr>
              <p:cNvPr id="37" name="矩形 36">
                <a:extLst>
                  <a:ext uri="{FF2B5EF4-FFF2-40B4-BE49-F238E27FC236}">
                    <a16:creationId xmlns:a16="http://schemas.microsoft.com/office/drawing/2014/main" id="{AECB5952-E94E-9722-A57B-F53F04FC3642}"/>
                  </a:ext>
                </a:extLst>
              </p:cNvPr>
              <p:cNvSpPr>
                <a:spLocks noRot="1" noChangeAspect="1" noMove="1" noResize="1" noEditPoints="1" noAdjustHandles="1" noChangeArrowheads="1" noChangeShapeType="1" noTextEdit="1"/>
              </p:cNvSpPr>
              <p:nvPr/>
            </p:nvSpPr>
            <p:spPr>
              <a:xfrm>
                <a:off x="6777541" y="5524300"/>
                <a:ext cx="2804999" cy="795859"/>
              </a:xfrm>
              <a:prstGeom prst="rect">
                <a:avLst/>
              </a:prstGeom>
              <a:blipFill>
                <a:blip r:embed="rId36"/>
                <a:stretch>
                  <a:fillRect l="-11712" t="-115625" b="-159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28E4A536-379A-1A12-F06B-2569284D7033}"/>
                  </a:ext>
                </a:extLst>
              </p:cNvPr>
              <p:cNvSpPr/>
              <p:nvPr/>
            </p:nvSpPr>
            <p:spPr>
              <a:xfrm>
                <a:off x="9342914" y="5610304"/>
                <a:ext cx="1403752" cy="44287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𝜂</m:t>
                      </m:r>
                      <m:sSub>
                        <m:sSubPr>
                          <m:ctrlPr>
                            <a:rPr lang="en-US" altLang="zh-CN" i="1">
                              <a:solidFill>
                                <a:schemeClr val="tx1"/>
                              </a:solidFill>
                              <a:latin typeface="Cambria Math" panose="02040503050406030204" pitchFamily="18" charset="0"/>
                            </a:rPr>
                          </m:ctrlPr>
                        </m:sSub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𝑒</m:t>
                              </m:r>
                            </m:e>
                            <m:sub>
                              <m:r>
                                <a:rPr lang="en-US" altLang="zh-CN" b="0" i="1">
                                  <a:latin typeface="Cambria Math" panose="02040503050406030204" pitchFamily="18" charset="0"/>
                                </a:rPr>
                                <m:t>h</m:t>
                              </m:r>
                            </m:sub>
                            <m:sup>
                              <m:r>
                                <a:rPr lang="en-US" altLang="zh-CN" i="1">
                                  <a:latin typeface="Cambria Math" panose="02040503050406030204" pitchFamily="18" charset="0"/>
                                </a:rPr>
                                <m:t>(</m:t>
                              </m:r>
                              <m:r>
                                <a:rPr lang="en-US" altLang="zh-CN" b="0" i="1">
                                  <a:latin typeface="Cambria Math" panose="02040503050406030204" pitchFamily="18" charset="0"/>
                                </a:rPr>
                                <m:t>1</m:t>
                              </m:r>
                              <m:r>
                                <a:rPr lang="en-US" altLang="zh-CN" i="1">
                                  <a:latin typeface="Cambria Math" panose="02040503050406030204" pitchFamily="18" charset="0"/>
                                </a:rPr>
                                <m:t>)</m:t>
                              </m:r>
                            </m:sup>
                          </m:sSubSup>
                          <m:r>
                            <a:rPr lang="en-US" altLang="zh-CN" b="0" i="1">
                              <a:latin typeface="Cambria Math" panose="02040503050406030204" pitchFamily="18" charset="0"/>
                            </a:rPr>
                            <m:t>𝑥</m:t>
                          </m:r>
                        </m:e>
                        <m:sub>
                          <m:r>
                            <a:rPr lang="en-US" altLang="zh-CN" b="0" i="1">
                              <a:solidFill>
                                <a:schemeClr val="tx1"/>
                              </a:solidFill>
                              <a:latin typeface="Cambria Math" panose="02040503050406030204" pitchFamily="18" charset="0"/>
                            </a:rPr>
                            <m:t>𝑖</m:t>
                          </m:r>
                        </m:sub>
                      </m:sSub>
                    </m:oMath>
                  </m:oMathPara>
                </a14:m>
                <a:endParaRPr lang="zh-CN" altLang="en-US" dirty="0"/>
              </a:p>
            </p:txBody>
          </p:sp>
        </mc:Choice>
        <mc:Fallback xmlns="">
          <p:sp>
            <p:nvSpPr>
              <p:cNvPr id="39" name="矩形 38">
                <a:extLst>
                  <a:ext uri="{FF2B5EF4-FFF2-40B4-BE49-F238E27FC236}">
                    <a16:creationId xmlns:a16="http://schemas.microsoft.com/office/drawing/2014/main" id="{28E4A536-379A-1A12-F06B-2569284D7033}"/>
                  </a:ext>
                </a:extLst>
              </p:cNvPr>
              <p:cNvSpPr>
                <a:spLocks noRot="1" noChangeAspect="1" noMove="1" noResize="1" noEditPoints="1" noAdjustHandles="1" noChangeArrowheads="1" noChangeShapeType="1" noTextEdit="1"/>
              </p:cNvSpPr>
              <p:nvPr/>
            </p:nvSpPr>
            <p:spPr>
              <a:xfrm>
                <a:off x="9342914" y="5610304"/>
                <a:ext cx="1403752" cy="442878"/>
              </a:xfrm>
              <a:prstGeom prst="rect">
                <a:avLst/>
              </a:prstGeom>
              <a:blipFill>
                <a:blip r:embed="rId37"/>
                <a:stretch>
                  <a:fillRect b="-5556"/>
                </a:stretch>
              </a:blipFill>
            </p:spPr>
            <p:txBody>
              <a:bodyPr/>
              <a:lstStyle/>
              <a:p>
                <a:r>
                  <a:rPr lang="zh-CN" altLang="en-US">
                    <a:noFill/>
                  </a:rPr>
                  <a:t> </a:t>
                </a:r>
              </a:p>
            </p:txBody>
          </p:sp>
        </mc:Fallback>
      </mc:AlternateContent>
      <p:grpSp>
        <p:nvGrpSpPr>
          <p:cNvPr id="43" name="组合 42">
            <a:extLst>
              <a:ext uri="{FF2B5EF4-FFF2-40B4-BE49-F238E27FC236}">
                <a16:creationId xmlns:a16="http://schemas.microsoft.com/office/drawing/2014/main" id="{4BC0DAA0-85B1-B321-868A-2E3227601B88}"/>
              </a:ext>
            </a:extLst>
          </p:cNvPr>
          <p:cNvGrpSpPr/>
          <p:nvPr/>
        </p:nvGrpSpPr>
        <p:grpSpPr>
          <a:xfrm>
            <a:off x="7339270" y="3320181"/>
            <a:ext cx="771223" cy="307777"/>
            <a:chOff x="7339270" y="3320181"/>
            <a:chExt cx="771223" cy="307777"/>
          </a:xfrm>
        </p:grpSpPr>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C33CF42B-10D1-E4CE-2F48-BAB5AF78B39B}"/>
                    </a:ext>
                  </a:extLst>
                </p:cNvPr>
                <p:cNvSpPr txBox="1"/>
                <p:nvPr/>
              </p:nvSpPr>
              <p:spPr>
                <a:xfrm>
                  <a:off x="7339270" y="3320181"/>
                  <a:ext cx="7712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𝑑</m:t>
                            </m:r>
                          </m:e>
                          <m:sub>
                            <m:r>
                              <a:rPr lang="en-US" altLang="zh-CN" sz="1400" i="1">
                                <a:solidFill>
                                  <a:srgbClr val="FF0000"/>
                                </a:solidFill>
                                <a:latin typeface="Cambria Math" panose="02040503050406030204" pitchFamily="18" charset="0"/>
                              </a:rPr>
                              <m:t>𝑙</m:t>
                            </m:r>
                          </m:sub>
                        </m:sSub>
                        <m:r>
                          <a:rPr lang="en-US" altLang="zh-CN" sz="1400" i="1">
                            <a:solidFill>
                              <a:srgbClr val="FF0000"/>
                            </a:solidFill>
                            <a:latin typeface="Cambria Math" panose="02040503050406030204" pitchFamily="18" charset="0"/>
                          </a:rPr>
                          <m:t>−</m:t>
                        </m:r>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𝑦</m:t>
                            </m:r>
                          </m:e>
                          <m:sub>
                            <m:r>
                              <a:rPr lang="en-US" altLang="zh-CN" sz="1400" i="1">
                                <a:solidFill>
                                  <a:srgbClr val="FF0000"/>
                                </a:solidFill>
                                <a:latin typeface="Cambria Math" panose="02040503050406030204" pitchFamily="18" charset="0"/>
                              </a:rPr>
                              <m:t>𝑙</m:t>
                            </m:r>
                          </m:sub>
                        </m:sSub>
                      </m:oMath>
                    </m:oMathPara>
                  </a14:m>
                  <a:endParaRPr lang="zh-CN" altLang="en-US" sz="1400" dirty="0">
                    <a:solidFill>
                      <a:srgbClr val="FF0000"/>
                    </a:solidFill>
                  </a:endParaRPr>
                </a:p>
              </p:txBody>
            </p:sp>
          </mc:Choice>
          <mc:Fallback xmlns="">
            <p:sp>
              <p:nvSpPr>
                <p:cNvPr id="40" name="文本框 39">
                  <a:extLst>
                    <a:ext uri="{FF2B5EF4-FFF2-40B4-BE49-F238E27FC236}">
                      <a16:creationId xmlns:a16="http://schemas.microsoft.com/office/drawing/2014/main" id="{C33CF42B-10D1-E4CE-2F48-BAB5AF78B39B}"/>
                    </a:ext>
                  </a:extLst>
                </p:cNvPr>
                <p:cNvSpPr txBox="1">
                  <a:spLocks noRot="1" noChangeAspect="1" noMove="1" noResize="1" noEditPoints="1" noAdjustHandles="1" noChangeArrowheads="1" noChangeShapeType="1" noTextEdit="1"/>
                </p:cNvSpPr>
                <p:nvPr/>
              </p:nvSpPr>
              <p:spPr>
                <a:xfrm>
                  <a:off x="7339270" y="3320181"/>
                  <a:ext cx="771223" cy="307777"/>
                </a:xfrm>
                <a:prstGeom prst="rect">
                  <a:avLst/>
                </a:prstGeom>
                <a:blipFill>
                  <a:blip r:embed="rId38"/>
                  <a:stretch>
                    <a:fillRect b="-4000"/>
                  </a:stretch>
                </a:blipFill>
              </p:spPr>
              <p:txBody>
                <a:bodyPr/>
                <a:lstStyle/>
                <a:p>
                  <a:r>
                    <a:rPr lang="zh-CN" altLang="en-US">
                      <a:noFill/>
                    </a:rPr>
                    <a:t> </a:t>
                  </a:r>
                </a:p>
              </p:txBody>
            </p:sp>
          </mc:Fallback>
        </mc:AlternateContent>
        <p:cxnSp>
          <p:nvCxnSpPr>
            <p:cNvPr id="49" name="直接箭头连接符 91">
              <a:extLst>
                <a:ext uri="{FF2B5EF4-FFF2-40B4-BE49-F238E27FC236}">
                  <a16:creationId xmlns:a16="http://schemas.microsoft.com/office/drawing/2014/main" id="{FB937ED7-09B9-F71C-850F-7E8023F53EFD}"/>
                </a:ext>
              </a:extLst>
            </p:cNvPr>
            <p:cNvCxnSpPr/>
            <p:nvPr/>
          </p:nvCxnSpPr>
          <p:spPr>
            <a:xfrm flipH="1">
              <a:off x="7350431" y="3374053"/>
              <a:ext cx="612000" cy="127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2D0280E6-8C56-1CF4-4EF8-C05655593B0B}"/>
              </a:ext>
            </a:extLst>
          </p:cNvPr>
          <p:cNvGrpSpPr/>
          <p:nvPr/>
        </p:nvGrpSpPr>
        <p:grpSpPr>
          <a:xfrm>
            <a:off x="7343257" y="1965320"/>
            <a:ext cx="771223" cy="307777"/>
            <a:chOff x="7343257" y="1965320"/>
            <a:chExt cx="771223" cy="307777"/>
          </a:xfrm>
        </p:grpSpPr>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974EE141-95FC-4A84-0ED8-02B26DB1C261}"/>
                    </a:ext>
                  </a:extLst>
                </p:cNvPr>
                <p:cNvSpPr txBox="1"/>
                <p:nvPr/>
              </p:nvSpPr>
              <p:spPr>
                <a:xfrm>
                  <a:off x="7343257" y="1965320"/>
                  <a:ext cx="77122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𝑑</m:t>
                            </m:r>
                          </m:e>
                          <m:sub>
                            <m:r>
                              <a:rPr lang="en-US" altLang="zh-CN" sz="1400" i="1">
                                <a:solidFill>
                                  <a:srgbClr val="FF0000"/>
                                </a:solidFill>
                                <a:latin typeface="Cambria Math" panose="02040503050406030204" pitchFamily="18" charset="0"/>
                              </a:rPr>
                              <m:t>1</m:t>
                            </m:r>
                          </m:sub>
                        </m:sSub>
                        <m:r>
                          <a:rPr lang="en-US" altLang="zh-CN" sz="1400" i="1">
                            <a:solidFill>
                              <a:srgbClr val="FF0000"/>
                            </a:solidFill>
                            <a:latin typeface="Cambria Math" panose="02040503050406030204" pitchFamily="18" charset="0"/>
                          </a:rPr>
                          <m:t>−</m:t>
                        </m:r>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𝑦</m:t>
                            </m:r>
                          </m:e>
                          <m:sub>
                            <m:r>
                              <a:rPr lang="en-US" altLang="zh-CN" sz="1400" i="1">
                                <a:solidFill>
                                  <a:srgbClr val="FF0000"/>
                                </a:solidFill>
                                <a:latin typeface="Cambria Math" panose="02040503050406030204" pitchFamily="18" charset="0"/>
                              </a:rPr>
                              <m:t>1</m:t>
                            </m:r>
                          </m:sub>
                        </m:sSub>
                      </m:oMath>
                    </m:oMathPara>
                  </a14:m>
                  <a:endParaRPr lang="zh-CN" altLang="en-US" sz="1400" dirty="0">
                    <a:solidFill>
                      <a:srgbClr val="FF0000"/>
                    </a:solidFill>
                  </a:endParaRPr>
                </a:p>
              </p:txBody>
            </p:sp>
          </mc:Choice>
          <mc:Fallback xmlns="">
            <p:sp>
              <p:nvSpPr>
                <p:cNvPr id="42" name="文本框 41">
                  <a:extLst>
                    <a:ext uri="{FF2B5EF4-FFF2-40B4-BE49-F238E27FC236}">
                      <a16:creationId xmlns:a16="http://schemas.microsoft.com/office/drawing/2014/main" id="{974EE141-95FC-4A84-0ED8-02B26DB1C261}"/>
                    </a:ext>
                  </a:extLst>
                </p:cNvPr>
                <p:cNvSpPr txBox="1">
                  <a:spLocks noRot="1" noChangeAspect="1" noMove="1" noResize="1" noEditPoints="1" noAdjustHandles="1" noChangeArrowheads="1" noChangeShapeType="1" noTextEdit="1"/>
                </p:cNvSpPr>
                <p:nvPr/>
              </p:nvSpPr>
              <p:spPr>
                <a:xfrm>
                  <a:off x="7343257" y="1965320"/>
                  <a:ext cx="771223" cy="307777"/>
                </a:xfrm>
                <a:prstGeom prst="rect">
                  <a:avLst/>
                </a:prstGeom>
                <a:blipFill>
                  <a:blip r:embed="rId39"/>
                  <a:stretch>
                    <a:fillRect b="-1961"/>
                  </a:stretch>
                </a:blipFill>
              </p:spPr>
              <p:txBody>
                <a:bodyPr/>
                <a:lstStyle/>
                <a:p>
                  <a:r>
                    <a:rPr lang="zh-CN" altLang="en-US">
                      <a:noFill/>
                    </a:rPr>
                    <a:t> </a:t>
                  </a:r>
                </a:p>
              </p:txBody>
            </p:sp>
          </mc:Fallback>
        </mc:AlternateContent>
        <p:cxnSp>
          <p:nvCxnSpPr>
            <p:cNvPr id="51" name="直接箭头连接符 112">
              <a:extLst>
                <a:ext uri="{FF2B5EF4-FFF2-40B4-BE49-F238E27FC236}">
                  <a16:creationId xmlns:a16="http://schemas.microsoft.com/office/drawing/2014/main" id="{AB72305F-0DD0-C6C8-90E4-7A1680DB355B}"/>
                </a:ext>
              </a:extLst>
            </p:cNvPr>
            <p:cNvCxnSpPr/>
            <p:nvPr/>
          </p:nvCxnSpPr>
          <p:spPr>
            <a:xfrm flipH="1">
              <a:off x="7354418" y="2019192"/>
              <a:ext cx="612000" cy="127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2" name="直接箭头连接符 115">
            <a:extLst>
              <a:ext uri="{FF2B5EF4-FFF2-40B4-BE49-F238E27FC236}">
                <a16:creationId xmlns:a16="http://schemas.microsoft.com/office/drawing/2014/main" id="{06E425DF-A2C7-D326-A685-E0DB43953300}"/>
              </a:ext>
            </a:extLst>
          </p:cNvPr>
          <p:cNvCxnSpPr/>
          <p:nvPr/>
        </p:nvCxnSpPr>
        <p:spPr>
          <a:xfrm rot="10800000" flipV="1">
            <a:off x="5895257" y="2023613"/>
            <a:ext cx="1112900" cy="6293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118">
            <a:extLst>
              <a:ext uri="{FF2B5EF4-FFF2-40B4-BE49-F238E27FC236}">
                <a16:creationId xmlns:a16="http://schemas.microsoft.com/office/drawing/2014/main" id="{556D8A93-1D8E-C992-48A2-97A885DD0804}"/>
              </a:ext>
            </a:extLst>
          </p:cNvPr>
          <p:cNvCxnSpPr/>
          <p:nvPr/>
        </p:nvCxnSpPr>
        <p:spPr>
          <a:xfrm rot="10800000">
            <a:off x="5817987" y="2720172"/>
            <a:ext cx="1126973" cy="63170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119">
            <a:extLst>
              <a:ext uri="{FF2B5EF4-FFF2-40B4-BE49-F238E27FC236}">
                <a16:creationId xmlns:a16="http://schemas.microsoft.com/office/drawing/2014/main" id="{FB8A1BCE-3B90-7873-C38E-2815A785C09B}"/>
              </a:ext>
            </a:extLst>
          </p:cNvPr>
          <p:cNvCxnSpPr/>
          <p:nvPr/>
        </p:nvCxnSpPr>
        <p:spPr>
          <a:xfrm flipH="1">
            <a:off x="4301465" y="2707940"/>
            <a:ext cx="115200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EE3437A2-2C0A-BF13-2C9D-159AC673CA26}"/>
                  </a:ext>
                </a:extLst>
              </p:cNvPr>
              <p:cNvSpPr txBox="1"/>
              <p:nvPr/>
            </p:nvSpPr>
            <p:spPr>
              <a:xfrm>
                <a:off x="8761866" y="2070264"/>
                <a:ext cx="3375556" cy="8156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1600" i="1" smtClean="0">
                              <a:solidFill>
                                <a:srgbClr val="FF0000"/>
                              </a:solidFill>
                              <a:latin typeface="Cambria Math" panose="02040503050406030204" pitchFamily="18" charset="0"/>
                            </a:rPr>
                          </m:ctrlPr>
                        </m:fPr>
                        <m:num>
                          <m:r>
                            <a:rPr lang="en-US" altLang="zh-CN" sz="1600" i="1">
                              <a:solidFill>
                                <a:srgbClr val="FF0000"/>
                              </a:solidFill>
                              <a:latin typeface="Cambria Math" panose="02040503050406030204" pitchFamily="18" charset="0"/>
                            </a:rPr>
                            <m:t>𝜕</m:t>
                          </m:r>
                          <m:r>
                            <a:rPr lang="en-US" altLang="zh-CN" sz="1600" i="1">
                              <a:solidFill>
                                <a:srgbClr val="FF0000"/>
                              </a:solidFill>
                              <a:latin typeface="Cambria Math" panose="02040503050406030204" pitchFamily="18" charset="0"/>
                            </a:rPr>
                            <m:t>ℒ</m:t>
                          </m:r>
                          <m:d>
                            <m:dPr>
                              <m:ctrlPr>
                                <a:rPr lang="en-US" altLang="zh-CN" sz="1600" i="1">
                                  <a:solidFill>
                                    <a:srgbClr val="FF0000"/>
                                  </a:solidFill>
                                  <a:latin typeface="Cambria Math" panose="02040503050406030204" pitchFamily="18" charset="0"/>
                                </a:rPr>
                              </m:ctrlPr>
                            </m:dPr>
                            <m:e>
                              <m:r>
                                <a:rPr lang="en-US" altLang="zh-CN" sz="1600" b="1" i="1">
                                  <a:solidFill>
                                    <a:srgbClr val="FF0000"/>
                                  </a:solidFill>
                                  <a:latin typeface="Cambria Math" panose="02040503050406030204" pitchFamily="18" charset="0"/>
                                </a:rPr>
                                <m:t>𝒅</m:t>
                              </m:r>
                              <m:r>
                                <a:rPr lang="en-US" altLang="zh-CN" sz="1600" b="1" i="1">
                                  <a:solidFill>
                                    <a:srgbClr val="FF0000"/>
                                  </a:solidFill>
                                  <a:latin typeface="Cambria Math" panose="02040503050406030204" pitchFamily="18" charset="0"/>
                                </a:rPr>
                                <m:t>,</m:t>
                              </m:r>
                              <m:r>
                                <a:rPr lang="en-US" altLang="zh-CN" sz="1600" b="1" i="1">
                                  <a:solidFill>
                                    <a:srgbClr val="FF0000"/>
                                  </a:solidFill>
                                  <a:latin typeface="Cambria Math" panose="02040503050406030204" pitchFamily="18" charset="0"/>
                                </a:rPr>
                                <m:t>𝒚</m:t>
                              </m:r>
                              <m:r>
                                <a:rPr lang="en-US" altLang="zh-CN" sz="1600" i="1">
                                  <a:solidFill>
                                    <a:srgbClr val="FF0000"/>
                                  </a:solidFill>
                                  <a:latin typeface="Cambria Math" panose="02040503050406030204" pitchFamily="18" charset="0"/>
                                </a:rPr>
                                <m:t> </m:t>
                              </m:r>
                            </m:e>
                          </m:d>
                        </m:num>
                        <m:den>
                          <m:r>
                            <a:rPr lang="en-US" altLang="zh-CN" sz="1600" i="1">
                              <a:solidFill>
                                <a:srgbClr val="FF0000"/>
                              </a:solidFill>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en-US" altLang="zh-CN" sz="1600" b="0" i="1">
                                  <a:solidFill>
                                    <a:srgbClr val="FF0000"/>
                                  </a:solidFill>
                                  <a:latin typeface="Cambria Math" panose="02040503050406030204" pitchFamily="18" charset="0"/>
                                </a:rPr>
                                <m:t>𝑎</m:t>
                              </m:r>
                            </m:e>
                            <m:sub>
                              <m:r>
                                <a:rPr lang="en-US" altLang="zh-CN" sz="1600" b="0" i="1">
                                  <a:solidFill>
                                    <a:srgbClr val="FF0000"/>
                                  </a:solidFill>
                                  <a:latin typeface="Cambria Math" panose="02040503050406030204" pitchFamily="18" charset="0"/>
                                </a:rPr>
                                <m:t>h</m:t>
                              </m:r>
                            </m:sub>
                          </m:sSub>
                        </m:den>
                      </m:f>
                      <m:r>
                        <a:rPr lang="en-US" altLang="zh-CN" sz="1600" i="1">
                          <a:solidFill>
                            <a:srgbClr val="FF0000"/>
                          </a:solidFill>
                          <a:latin typeface="Cambria Math" panose="02040503050406030204" pitchFamily="18" charset="0"/>
                        </a:rPr>
                        <m:t>=</m:t>
                      </m:r>
                      <m:nary>
                        <m:naryPr>
                          <m:chr m:val="∑"/>
                          <m:supHide m:val="on"/>
                          <m:ctrlPr>
                            <a:rPr lang="en-US" altLang="zh-CN" sz="1600" b="0" i="1" smtClean="0">
                              <a:solidFill>
                                <a:srgbClr val="FF0000"/>
                              </a:solidFill>
                              <a:latin typeface="Cambria Math" panose="02040503050406030204" pitchFamily="18" charset="0"/>
                            </a:rPr>
                          </m:ctrlPr>
                        </m:naryPr>
                        <m:sub>
                          <m:r>
                            <a:rPr lang="en-US" altLang="zh-CN" sz="1600" b="0" i="1" smtClean="0">
                              <a:solidFill>
                                <a:srgbClr val="FF0000"/>
                              </a:solidFill>
                              <a:latin typeface="Cambria Math" panose="02040503050406030204" pitchFamily="18" charset="0"/>
                            </a:rPr>
                            <m:t>𝑗</m:t>
                          </m:r>
                        </m:sub>
                        <m:sup/>
                        <m:e>
                          <m:f>
                            <m:fPr>
                              <m:ctrlPr>
                                <a:rPr lang="en-US" altLang="zh-CN" sz="1600" i="1">
                                  <a:solidFill>
                                    <a:srgbClr val="FF0000"/>
                                  </a:solidFill>
                                  <a:latin typeface="Cambria Math" panose="02040503050406030204" pitchFamily="18" charset="0"/>
                                </a:rPr>
                              </m:ctrlPr>
                            </m:fPr>
                            <m:num>
                              <m:r>
                                <a:rPr lang="en-US" altLang="zh-CN" sz="1600" i="1">
                                  <a:solidFill>
                                    <a:srgbClr val="FF0000"/>
                                  </a:solidFill>
                                  <a:latin typeface="Cambria Math" panose="02040503050406030204" pitchFamily="18" charset="0"/>
                                </a:rPr>
                                <m:t>𝜕</m:t>
                              </m:r>
                              <m:r>
                                <a:rPr lang="en-US" altLang="zh-CN" sz="1600" i="1">
                                  <a:solidFill>
                                    <a:srgbClr val="FF0000"/>
                                  </a:solidFill>
                                  <a:latin typeface="Cambria Math" panose="02040503050406030204" pitchFamily="18" charset="0"/>
                                </a:rPr>
                                <m:t>ℒ</m:t>
                              </m:r>
                              <m:d>
                                <m:dPr>
                                  <m:ctrlPr>
                                    <a:rPr lang="en-US" altLang="zh-CN" sz="1600" i="1">
                                      <a:solidFill>
                                        <a:srgbClr val="FF0000"/>
                                      </a:solidFill>
                                      <a:latin typeface="Cambria Math" panose="02040503050406030204" pitchFamily="18" charset="0"/>
                                    </a:rPr>
                                  </m:ctrlPr>
                                </m:dPr>
                                <m:e>
                                  <m:r>
                                    <a:rPr lang="en-US" altLang="zh-CN" sz="1600" b="1" i="1">
                                      <a:solidFill>
                                        <a:srgbClr val="FF0000"/>
                                      </a:solidFill>
                                      <a:latin typeface="Cambria Math" panose="02040503050406030204" pitchFamily="18" charset="0"/>
                                    </a:rPr>
                                    <m:t>𝒅</m:t>
                                  </m:r>
                                  <m:r>
                                    <a:rPr lang="en-US" altLang="zh-CN" sz="1600" b="1" i="1">
                                      <a:solidFill>
                                        <a:srgbClr val="FF0000"/>
                                      </a:solidFill>
                                      <a:latin typeface="Cambria Math" panose="02040503050406030204" pitchFamily="18" charset="0"/>
                                    </a:rPr>
                                    <m:t>,</m:t>
                                  </m:r>
                                  <m:r>
                                    <a:rPr lang="en-US" altLang="zh-CN" sz="1600" b="1" i="1">
                                      <a:solidFill>
                                        <a:srgbClr val="FF0000"/>
                                      </a:solidFill>
                                      <a:latin typeface="Cambria Math" panose="02040503050406030204" pitchFamily="18" charset="0"/>
                                    </a:rPr>
                                    <m:t>𝒚</m:t>
                                  </m:r>
                                  <m:r>
                                    <a:rPr lang="en-US" altLang="zh-CN" sz="1600" i="1">
                                      <a:solidFill>
                                        <a:srgbClr val="FF0000"/>
                                      </a:solidFill>
                                      <a:latin typeface="Cambria Math" panose="02040503050406030204" pitchFamily="18" charset="0"/>
                                    </a:rPr>
                                    <m:t> </m:t>
                                  </m:r>
                                </m:e>
                              </m:d>
                            </m:num>
                            <m:den>
                              <m:r>
                                <a:rPr lang="en-US" altLang="zh-CN" sz="1600" i="1">
                                  <a:solidFill>
                                    <a:srgbClr val="FF0000"/>
                                  </a:solidFill>
                                  <a:latin typeface="Cambria Math" panose="02040503050406030204" pitchFamily="18" charset="0"/>
                                </a:rPr>
                                <m:t>𝜕</m:t>
                              </m:r>
                              <m:sSubSup>
                                <m:sSubSupPr>
                                  <m:ctrlPr>
                                    <a:rPr lang="en-US" altLang="zh-CN" sz="1600" i="1">
                                      <a:solidFill>
                                        <a:srgbClr val="FF0000"/>
                                      </a:solidFill>
                                      <a:latin typeface="Cambria Math" panose="02040503050406030204" pitchFamily="18" charset="0"/>
                                    </a:rPr>
                                  </m:ctrlPr>
                                </m:sSubSupPr>
                                <m:e>
                                  <m:r>
                                    <a:rPr lang="en-US" altLang="zh-CN" sz="1600" i="1">
                                      <a:solidFill>
                                        <a:srgbClr val="FF0000"/>
                                      </a:solidFill>
                                      <a:latin typeface="Cambria Math" panose="02040503050406030204" pitchFamily="18" charset="0"/>
                                    </a:rPr>
                                    <m:t>𝑧</m:t>
                                  </m:r>
                                </m:e>
                                <m:sub>
                                  <m:r>
                                    <a:rPr lang="en-US" altLang="zh-CN" sz="1600" i="1">
                                      <a:solidFill>
                                        <a:srgbClr val="FF0000"/>
                                      </a:solidFill>
                                      <a:latin typeface="Cambria Math" panose="02040503050406030204" pitchFamily="18" charset="0"/>
                                    </a:rPr>
                                    <m:t>𝑗</m:t>
                                  </m:r>
                                </m:sub>
                                <m:sup>
                                  <m:d>
                                    <m:dPr>
                                      <m:ctrlPr>
                                        <a:rPr lang="en-US" altLang="zh-CN" sz="1600" b="0" i="1" smtClean="0">
                                          <a:solidFill>
                                            <a:srgbClr val="FF0000"/>
                                          </a:solidFill>
                                          <a:latin typeface="Cambria Math" panose="02040503050406030204" pitchFamily="18" charset="0"/>
                                        </a:rPr>
                                      </m:ctrlPr>
                                    </m:dPr>
                                    <m:e>
                                      <m:r>
                                        <a:rPr lang="en-US" altLang="zh-CN" sz="1600" i="1">
                                          <a:solidFill>
                                            <a:srgbClr val="FF0000"/>
                                          </a:solidFill>
                                          <a:latin typeface="Cambria Math" panose="02040503050406030204" pitchFamily="18" charset="0"/>
                                        </a:rPr>
                                        <m:t>2</m:t>
                                      </m:r>
                                    </m:e>
                                  </m:d>
                                </m:sup>
                              </m:sSubSup>
                            </m:den>
                          </m:f>
                          <m:f>
                            <m:fPr>
                              <m:ctrlPr>
                                <a:rPr lang="en-US" altLang="zh-CN" sz="1600" i="1">
                                  <a:solidFill>
                                    <a:srgbClr val="FF0000"/>
                                  </a:solidFill>
                                  <a:latin typeface="Cambria Math" panose="02040503050406030204" pitchFamily="18" charset="0"/>
                                </a:rPr>
                              </m:ctrlPr>
                            </m:fPr>
                            <m:num>
                              <m:r>
                                <a:rPr lang="en-US" altLang="zh-CN" sz="1600" i="1">
                                  <a:solidFill>
                                    <a:srgbClr val="FF0000"/>
                                  </a:solidFill>
                                  <a:latin typeface="Cambria Math" panose="02040503050406030204" pitchFamily="18" charset="0"/>
                                </a:rPr>
                                <m:t>𝜕</m:t>
                              </m:r>
                              <m:sSubSup>
                                <m:sSubSupPr>
                                  <m:ctrlPr>
                                    <a:rPr lang="en-US" altLang="zh-CN" sz="1600" i="1">
                                      <a:solidFill>
                                        <a:srgbClr val="FF0000"/>
                                      </a:solidFill>
                                      <a:latin typeface="Cambria Math" panose="02040503050406030204" pitchFamily="18" charset="0"/>
                                    </a:rPr>
                                  </m:ctrlPr>
                                </m:sSubSupPr>
                                <m:e>
                                  <m:r>
                                    <a:rPr lang="en-US" altLang="zh-CN" sz="1600" i="1">
                                      <a:solidFill>
                                        <a:srgbClr val="FF0000"/>
                                      </a:solidFill>
                                      <a:latin typeface="Cambria Math" panose="02040503050406030204" pitchFamily="18" charset="0"/>
                                    </a:rPr>
                                    <m:t>𝑧</m:t>
                                  </m:r>
                                </m:e>
                                <m:sub>
                                  <m:r>
                                    <a:rPr lang="en-US" altLang="zh-CN" sz="1600" i="1">
                                      <a:solidFill>
                                        <a:srgbClr val="FF0000"/>
                                      </a:solidFill>
                                      <a:latin typeface="Cambria Math" panose="02040503050406030204" pitchFamily="18" charset="0"/>
                                    </a:rPr>
                                    <m:t>𝑗</m:t>
                                  </m:r>
                                </m:sub>
                                <m:sup>
                                  <m:d>
                                    <m:dPr>
                                      <m:ctrlPr>
                                        <a:rPr lang="en-US" altLang="zh-CN" sz="1600" b="0" i="1" smtClean="0">
                                          <a:solidFill>
                                            <a:srgbClr val="FF0000"/>
                                          </a:solidFill>
                                          <a:latin typeface="Cambria Math" panose="02040503050406030204" pitchFamily="18" charset="0"/>
                                        </a:rPr>
                                      </m:ctrlPr>
                                    </m:dPr>
                                    <m:e>
                                      <m:r>
                                        <a:rPr lang="en-US" altLang="zh-CN" sz="1600" i="1">
                                          <a:solidFill>
                                            <a:srgbClr val="FF0000"/>
                                          </a:solidFill>
                                          <a:latin typeface="Cambria Math" panose="02040503050406030204" pitchFamily="18" charset="0"/>
                                        </a:rPr>
                                        <m:t>2</m:t>
                                      </m:r>
                                    </m:e>
                                  </m:d>
                                </m:sup>
                              </m:sSubSup>
                            </m:num>
                            <m:den>
                              <m:r>
                                <a:rPr lang="en-US" altLang="zh-CN" sz="1600" i="1">
                                  <a:solidFill>
                                    <a:srgbClr val="FF0000"/>
                                  </a:solidFill>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𝑎</m:t>
                                  </m:r>
                                </m:e>
                                <m:sub>
                                  <m:r>
                                    <a:rPr lang="en-US" altLang="zh-CN" sz="1600" i="1">
                                      <a:solidFill>
                                        <a:srgbClr val="FF0000"/>
                                      </a:solidFill>
                                      <a:latin typeface="Cambria Math" panose="02040503050406030204" pitchFamily="18" charset="0"/>
                                    </a:rPr>
                                    <m:t>h</m:t>
                                  </m:r>
                                </m:sub>
                              </m:sSub>
                            </m:den>
                          </m:f>
                        </m:e>
                      </m:nary>
                    </m:oMath>
                  </m:oMathPara>
                </a14:m>
                <a:endParaRPr lang="zh-CN" altLang="en-US" sz="1600" dirty="0"/>
              </a:p>
            </p:txBody>
          </p:sp>
        </mc:Choice>
        <mc:Fallback xmlns="">
          <p:sp>
            <p:nvSpPr>
              <p:cNvPr id="45" name="文本框 44">
                <a:extLst>
                  <a:ext uri="{FF2B5EF4-FFF2-40B4-BE49-F238E27FC236}">
                    <a16:creationId xmlns:a16="http://schemas.microsoft.com/office/drawing/2014/main" id="{EE3437A2-2C0A-BF13-2C9D-159AC673CA26}"/>
                  </a:ext>
                </a:extLst>
              </p:cNvPr>
              <p:cNvSpPr txBox="1">
                <a:spLocks noRot="1" noChangeAspect="1" noMove="1" noResize="1" noEditPoints="1" noAdjustHandles="1" noChangeArrowheads="1" noChangeShapeType="1" noTextEdit="1"/>
              </p:cNvSpPr>
              <p:nvPr/>
            </p:nvSpPr>
            <p:spPr>
              <a:xfrm>
                <a:off x="8761866" y="2070264"/>
                <a:ext cx="3375556" cy="815673"/>
              </a:xfrm>
              <a:prstGeom prst="rect">
                <a:avLst/>
              </a:prstGeom>
              <a:blipFill>
                <a:blip r:embed="rId4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7A56CB60-7097-54C8-DC38-97AC6DE402A1}"/>
                  </a:ext>
                </a:extLst>
              </p:cNvPr>
              <p:cNvSpPr txBox="1"/>
              <p:nvPr/>
            </p:nvSpPr>
            <p:spPr>
              <a:xfrm>
                <a:off x="9254239" y="2730862"/>
                <a:ext cx="2776658" cy="8124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rgbClr val="FF0000"/>
                          </a:solidFill>
                          <a:latin typeface="Cambria Math" panose="02040503050406030204" pitchFamily="18" charset="0"/>
                        </a:rPr>
                        <m:t>=</m:t>
                      </m:r>
                      <m:nary>
                        <m:naryPr>
                          <m:chr m:val="∑"/>
                          <m:supHide m:val="on"/>
                          <m:ctrlPr>
                            <a:rPr lang="en-US" altLang="zh-CN" sz="1600" b="0" i="1" smtClean="0">
                              <a:solidFill>
                                <a:srgbClr val="FF0000"/>
                              </a:solidFill>
                              <a:latin typeface="Cambria Math" panose="02040503050406030204" pitchFamily="18" charset="0"/>
                            </a:rPr>
                          </m:ctrlPr>
                        </m:naryPr>
                        <m:sub>
                          <m:r>
                            <a:rPr lang="en-US" altLang="zh-CN" sz="1600" b="0" i="1" smtClean="0">
                              <a:solidFill>
                                <a:srgbClr val="FF0000"/>
                              </a:solidFill>
                              <a:latin typeface="Cambria Math" panose="02040503050406030204" pitchFamily="18" charset="0"/>
                            </a:rPr>
                            <m:t>𝑗</m:t>
                          </m:r>
                        </m:sub>
                        <m:sup/>
                        <m:e>
                          <m:sSubSup>
                            <m:sSubSupPr>
                              <m:ctrlPr>
                                <a:rPr lang="en-US" altLang="zh-CN" sz="1600" i="1">
                                  <a:solidFill>
                                    <a:srgbClr val="FF0000"/>
                                  </a:solidFill>
                                  <a:latin typeface="Cambria Math" panose="02040503050406030204" pitchFamily="18" charset="0"/>
                                </a:rPr>
                              </m:ctrlPr>
                            </m:sSubSupPr>
                            <m:e>
                              <m:r>
                                <a:rPr lang="en-US" altLang="zh-CN" sz="1600" i="1">
                                  <a:solidFill>
                                    <a:srgbClr val="FF0000"/>
                                  </a:solidFill>
                                  <a:latin typeface="Cambria Math" panose="02040503050406030204" pitchFamily="18" charset="0"/>
                                </a:rPr>
                                <m:t>𝑒</m:t>
                              </m:r>
                            </m:e>
                            <m:sub>
                              <m:r>
                                <a:rPr lang="en-US" altLang="zh-CN" sz="1600" i="1">
                                  <a:solidFill>
                                    <a:srgbClr val="FF0000"/>
                                  </a:solidFill>
                                  <a:latin typeface="Cambria Math" panose="02040503050406030204" pitchFamily="18" charset="0"/>
                                </a:rPr>
                                <m:t>𝑗</m:t>
                              </m:r>
                            </m:sub>
                            <m:sup>
                              <m:r>
                                <a:rPr lang="en-US" altLang="zh-CN" sz="1600" i="1">
                                  <a:solidFill>
                                    <a:srgbClr val="FF0000"/>
                                  </a:solidFill>
                                  <a:latin typeface="Cambria Math" panose="02040503050406030204" pitchFamily="18" charset="0"/>
                                </a:rPr>
                                <m:t>(2)</m:t>
                              </m:r>
                            </m:sup>
                          </m:sSubSup>
                          <m:f>
                            <m:fPr>
                              <m:ctrlPr>
                                <a:rPr lang="en-US" altLang="zh-CN" sz="1600" i="1">
                                  <a:solidFill>
                                    <a:srgbClr val="FF0000"/>
                                  </a:solidFill>
                                  <a:latin typeface="Cambria Math" panose="02040503050406030204" pitchFamily="18" charset="0"/>
                                </a:rPr>
                              </m:ctrlPr>
                            </m:fPr>
                            <m:num>
                              <m:r>
                                <a:rPr lang="en-US" altLang="zh-CN" sz="1600" i="1">
                                  <a:solidFill>
                                    <a:srgbClr val="FF0000"/>
                                  </a:solidFill>
                                  <a:latin typeface="Cambria Math" panose="02040503050406030204" pitchFamily="18" charset="0"/>
                                </a:rPr>
                                <m:t>𝜕</m:t>
                              </m:r>
                              <m:sSubSup>
                                <m:sSubSupPr>
                                  <m:ctrlPr>
                                    <a:rPr lang="en-US" altLang="zh-CN" sz="1600" i="1">
                                      <a:solidFill>
                                        <a:srgbClr val="FF0000"/>
                                      </a:solidFill>
                                      <a:latin typeface="Cambria Math" panose="02040503050406030204" pitchFamily="18" charset="0"/>
                                    </a:rPr>
                                  </m:ctrlPr>
                                </m:sSubSupPr>
                                <m:e>
                                  <m:r>
                                    <a:rPr lang="en-US" altLang="zh-CN" sz="1600" i="1">
                                      <a:solidFill>
                                        <a:srgbClr val="FF0000"/>
                                      </a:solidFill>
                                      <a:latin typeface="Cambria Math" panose="02040503050406030204" pitchFamily="18" charset="0"/>
                                    </a:rPr>
                                    <m:t>𝑧</m:t>
                                  </m:r>
                                </m:e>
                                <m:sub>
                                  <m:r>
                                    <a:rPr lang="en-US" altLang="zh-CN" sz="1600" i="1">
                                      <a:solidFill>
                                        <a:srgbClr val="FF0000"/>
                                      </a:solidFill>
                                      <a:latin typeface="Cambria Math" panose="02040503050406030204" pitchFamily="18" charset="0"/>
                                    </a:rPr>
                                    <m:t>𝑗</m:t>
                                  </m:r>
                                </m:sub>
                                <m:sup>
                                  <m:d>
                                    <m:dPr>
                                      <m:ctrlPr>
                                        <a:rPr lang="en-US" altLang="zh-CN" sz="1600" b="0" i="1" smtClean="0">
                                          <a:solidFill>
                                            <a:srgbClr val="FF0000"/>
                                          </a:solidFill>
                                          <a:latin typeface="Cambria Math" panose="02040503050406030204" pitchFamily="18" charset="0"/>
                                        </a:rPr>
                                      </m:ctrlPr>
                                    </m:dPr>
                                    <m:e>
                                      <m:r>
                                        <a:rPr lang="en-US" altLang="zh-CN" sz="1600" i="1">
                                          <a:solidFill>
                                            <a:srgbClr val="FF0000"/>
                                          </a:solidFill>
                                          <a:latin typeface="Cambria Math" panose="02040503050406030204" pitchFamily="18" charset="0"/>
                                        </a:rPr>
                                        <m:t>2</m:t>
                                      </m:r>
                                    </m:e>
                                  </m:d>
                                </m:sup>
                              </m:sSubSup>
                            </m:num>
                            <m:den>
                              <m:r>
                                <a:rPr lang="en-US" altLang="zh-CN" sz="1600" i="1">
                                  <a:solidFill>
                                    <a:srgbClr val="FF0000"/>
                                  </a:solidFill>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𝑎</m:t>
                                  </m:r>
                                </m:e>
                                <m:sub>
                                  <m:r>
                                    <a:rPr lang="en-US" altLang="zh-CN" sz="1600" i="1">
                                      <a:solidFill>
                                        <a:srgbClr val="FF0000"/>
                                      </a:solidFill>
                                      <a:latin typeface="Cambria Math" panose="02040503050406030204" pitchFamily="18" charset="0"/>
                                    </a:rPr>
                                    <m:t>h</m:t>
                                  </m:r>
                                </m:sub>
                              </m:sSub>
                            </m:den>
                          </m:f>
                        </m:e>
                      </m:nary>
                    </m:oMath>
                  </m:oMathPara>
                </a14:m>
                <a:endParaRPr lang="zh-CN" altLang="en-US" sz="1600" dirty="0"/>
              </a:p>
            </p:txBody>
          </p:sp>
        </mc:Choice>
        <mc:Fallback xmlns="">
          <p:sp>
            <p:nvSpPr>
              <p:cNvPr id="48" name="文本框 47">
                <a:extLst>
                  <a:ext uri="{FF2B5EF4-FFF2-40B4-BE49-F238E27FC236}">
                    <a16:creationId xmlns:a16="http://schemas.microsoft.com/office/drawing/2014/main" id="{7A56CB60-7097-54C8-DC38-97AC6DE402A1}"/>
                  </a:ext>
                </a:extLst>
              </p:cNvPr>
              <p:cNvSpPr txBox="1">
                <a:spLocks noRot="1" noChangeAspect="1" noMove="1" noResize="1" noEditPoints="1" noAdjustHandles="1" noChangeArrowheads="1" noChangeShapeType="1" noTextEdit="1"/>
              </p:cNvSpPr>
              <p:nvPr/>
            </p:nvSpPr>
            <p:spPr>
              <a:xfrm>
                <a:off x="9254239" y="2730862"/>
                <a:ext cx="2776658" cy="812467"/>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9F15A66F-9AEB-00F5-5D89-120A9668A325}"/>
                  </a:ext>
                </a:extLst>
              </p:cNvPr>
              <p:cNvSpPr txBox="1"/>
              <p:nvPr/>
            </p:nvSpPr>
            <p:spPr>
              <a:xfrm>
                <a:off x="9222894" y="3501015"/>
                <a:ext cx="2776658" cy="7176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rgbClr val="FF0000"/>
                          </a:solidFill>
                          <a:latin typeface="Cambria Math" panose="02040503050406030204" pitchFamily="18" charset="0"/>
                        </a:rPr>
                        <m:t>=</m:t>
                      </m:r>
                      <m:nary>
                        <m:naryPr>
                          <m:chr m:val="∑"/>
                          <m:supHide m:val="on"/>
                          <m:ctrlPr>
                            <a:rPr lang="en-US" altLang="zh-CN" sz="1600" b="0" i="1" smtClean="0">
                              <a:solidFill>
                                <a:srgbClr val="FF0000"/>
                              </a:solidFill>
                              <a:latin typeface="Cambria Math" panose="02040503050406030204" pitchFamily="18" charset="0"/>
                            </a:rPr>
                          </m:ctrlPr>
                        </m:naryPr>
                        <m:sub>
                          <m:r>
                            <a:rPr lang="en-US" altLang="zh-CN" sz="1600" b="0" i="1" smtClean="0">
                              <a:solidFill>
                                <a:srgbClr val="FF0000"/>
                              </a:solidFill>
                              <a:latin typeface="Cambria Math" panose="02040503050406030204" pitchFamily="18" charset="0"/>
                            </a:rPr>
                            <m:t>𝑗</m:t>
                          </m:r>
                        </m:sub>
                        <m:sup/>
                        <m:e>
                          <m:sSubSup>
                            <m:sSubSupPr>
                              <m:ctrlPr>
                                <a:rPr lang="en-US" altLang="zh-CN" sz="1600" i="1">
                                  <a:solidFill>
                                    <a:srgbClr val="FF0000"/>
                                  </a:solidFill>
                                  <a:latin typeface="Cambria Math" panose="02040503050406030204" pitchFamily="18" charset="0"/>
                                </a:rPr>
                              </m:ctrlPr>
                            </m:sSubSupPr>
                            <m:e>
                              <m:r>
                                <a:rPr lang="en-US" altLang="zh-CN" sz="1600" i="1">
                                  <a:solidFill>
                                    <a:srgbClr val="FF0000"/>
                                  </a:solidFill>
                                  <a:latin typeface="Cambria Math" panose="02040503050406030204" pitchFamily="18" charset="0"/>
                                </a:rPr>
                                <m:t>𝑒</m:t>
                              </m:r>
                            </m:e>
                            <m:sub>
                              <m:r>
                                <a:rPr lang="en-US" altLang="zh-CN" sz="1600" i="1">
                                  <a:solidFill>
                                    <a:srgbClr val="FF0000"/>
                                  </a:solidFill>
                                  <a:latin typeface="Cambria Math" panose="02040503050406030204" pitchFamily="18" charset="0"/>
                                </a:rPr>
                                <m:t>𝑗</m:t>
                              </m:r>
                            </m:sub>
                            <m:sup>
                              <m:r>
                                <a:rPr lang="en-US" altLang="zh-CN" sz="1600" i="1">
                                  <a:solidFill>
                                    <a:srgbClr val="FF0000"/>
                                  </a:solidFill>
                                  <a:latin typeface="Cambria Math" panose="02040503050406030204" pitchFamily="18" charset="0"/>
                                </a:rPr>
                                <m:t>(2)</m:t>
                              </m:r>
                            </m:sup>
                          </m:sSubSup>
                          <m:sSubSup>
                            <m:sSubSupPr>
                              <m:ctrlPr>
                                <a:rPr lang="en-US" altLang="zh-CN" sz="1600" i="1">
                                  <a:solidFill>
                                    <a:srgbClr val="FF0000"/>
                                  </a:solidFill>
                                  <a:latin typeface="Cambria Math" panose="02040503050406030204" pitchFamily="18" charset="0"/>
                                </a:rPr>
                              </m:ctrlPr>
                            </m:sSubSupPr>
                            <m:e>
                              <m:r>
                                <a:rPr lang="en-US" altLang="zh-CN" sz="1600" i="1">
                                  <a:solidFill>
                                    <a:srgbClr val="FF0000"/>
                                  </a:solidFill>
                                  <a:latin typeface="Cambria Math" panose="02040503050406030204" pitchFamily="18" charset="0"/>
                                </a:rPr>
                                <m:t>𝑤</m:t>
                              </m:r>
                            </m:e>
                            <m:sub>
                              <m:r>
                                <a:rPr lang="en-US" altLang="zh-CN" sz="1600" i="1">
                                  <a:solidFill>
                                    <a:srgbClr val="FF0000"/>
                                  </a:solidFill>
                                  <a:latin typeface="Cambria Math" panose="02040503050406030204" pitchFamily="18" charset="0"/>
                                </a:rPr>
                                <m:t>h𝑗</m:t>
                              </m:r>
                            </m:sub>
                            <m:sup>
                              <m:r>
                                <a:rPr lang="en-US" altLang="zh-CN" sz="1600" i="1">
                                  <a:solidFill>
                                    <a:srgbClr val="FF0000"/>
                                  </a:solidFill>
                                  <a:latin typeface="Cambria Math" panose="02040503050406030204" pitchFamily="18" charset="0"/>
                                </a:rPr>
                                <m:t>(2)</m:t>
                              </m:r>
                            </m:sup>
                          </m:sSubSup>
                        </m:e>
                      </m:nary>
                    </m:oMath>
                  </m:oMathPara>
                </a14:m>
                <a:endParaRPr lang="zh-CN" altLang="en-US" sz="1600" dirty="0"/>
              </a:p>
            </p:txBody>
          </p:sp>
        </mc:Choice>
        <mc:Fallback xmlns="">
          <p:sp>
            <p:nvSpPr>
              <p:cNvPr id="57" name="文本框 56">
                <a:extLst>
                  <a:ext uri="{FF2B5EF4-FFF2-40B4-BE49-F238E27FC236}">
                    <a16:creationId xmlns:a16="http://schemas.microsoft.com/office/drawing/2014/main" id="{9F15A66F-9AEB-00F5-5D89-120A9668A325}"/>
                  </a:ext>
                </a:extLst>
              </p:cNvPr>
              <p:cNvSpPr txBox="1">
                <a:spLocks noRot="1" noChangeAspect="1" noMove="1" noResize="1" noEditPoints="1" noAdjustHandles="1" noChangeArrowheads="1" noChangeShapeType="1" noTextEdit="1"/>
              </p:cNvSpPr>
              <p:nvPr/>
            </p:nvSpPr>
            <p:spPr>
              <a:xfrm>
                <a:off x="9222894" y="3501015"/>
                <a:ext cx="2776658" cy="717697"/>
              </a:xfrm>
              <a:prstGeom prst="rect">
                <a:avLst/>
              </a:prstGeom>
              <a:blipFill>
                <a:blip r:embed="rId4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2E62BB05-F690-38DE-E2AA-94290E3B6E61}"/>
                  </a:ext>
                </a:extLst>
              </p:cNvPr>
              <p:cNvSpPr txBox="1"/>
              <p:nvPr/>
            </p:nvSpPr>
            <p:spPr>
              <a:xfrm>
                <a:off x="8965095" y="6152875"/>
                <a:ext cx="2958681" cy="6395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i="1">
                              <a:latin typeface="Cambria Math" panose="02040503050406030204" pitchFamily="18" charset="0"/>
                            </a:rPr>
                            <m:t>𝑒</m:t>
                          </m:r>
                        </m:e>
                        <m:sub>
                          <m:r>
                            <a:rPr lang="en-US" altLang="zh-CN" sz="1400" b="0" i="1">
                              <a:latin typeface="Cambria Math" panose="02040503050406030204" pitchFamily="18" charset="0"/>
                            </a:rPr>
                            <m:t>h</m:t>
                          </m:r>
                        </m:sub>
                        <m:sup>
                          <m:r>
                            <a:rPr lang="en-US" altLang="zh-CN" sz="1400" i="1">
                              <a:latin typeface="Cambria Math" panose="02040503050406030204" pitchFamily="18" charset="0"/>
                            </a:rPr>
                            <m:t>(</m:t>
                          </m:r>
                          <m:r>
                            <a:rPr lang="en-US" altLang="zh-CN" sz="1400" b="0" i="1">
                              <a:latin typeface="Cambria Math" panose="02040503050406030204" pitchFamily="18" charset="0"/>
                            </a:rPr>
                            <m:t>1</m:t>
                          </m:r>
                          <m:r>
                            <a:rPr lang="en-US" altLang="zh-CN" sz="1400" i="1">
                              <a:latin typeface="Cambria Math" panose="02040503050406030204" pitchFamily="18" charset="0"/>
                            </a:rPr>
                            <m:t>)</m:t>
                          </m:r>
                        </m:sup>
                      </m:sSubSup>
                      <m:r>
                        <a:rPr lang="en-US" altLang="zh-CN" sz="1400" i="1">
                          <a:latin typeface="Cambria Math" panose="02040503050406030204" pitchFamily="18" charset="0"/>
                        </a:rPr>
                        <m:t>=</m:t>
                      </m:r>
                      <m:sSubSup>
                        <m:sSubSupPr>
                          <m:ctrlPr>
                            <a:rPr lang="en-US" altLang="zh-CN" sz="1400" i="1">
                              <a:solidFill>
                                <a:schemeClr val="accent1"/>
                              </a:solidFill>
                              <a:latin typeface="Cambria Math" panose="02040503050406030204" pitchFamily="18" charset="0"/>
                            </a:rPr>
                          </m:ctrlPr>
                        </m:sSubSupPr>
                        <m:e>
                          <m:r>
                            <a:rPr lang="en-US" altLang="zh-CN" sz="1400" i="1">
                              <a:solidFill>
                                <a:schemeClr val="accent1"/>
                              </a:solidFill>
                              <a:latin typeface="Cambria Math" panose="02040503050406030204" pitchFamily="18" charset="0"/>
                            </a:rPr>
                            <m:t>𝑓</m:t>
                          </m:r>
                        </m:e>
                        <m:sub>
                          <m:r>
                            <a:rPr lang="en-US" altLang="zh-CN" sz="1400" i="1">
                              <a:solidFill>
                                <a:schemeClr val="accent1"/>
                              </a:solidFill>
                              <a:latin typeface="Cambria Math" panose="02040503050406030204" pitchFamily="18" charset="0"/>
                            </a:rPr>
                            <m:t>1</m:t>
                          </m:r>
                        </m:sub>
                        <m:sup>
                          <m:r>
                            <a:rPr lang="en-US" altLang="zh-CN" sz="1400" i="1">
                              <a:solidFill>
                                <a:schemeClr val="accent1"/>
                              </a:solidFill>
                              <a:latin typeface="Cambria Math" panose="02040503050406030204" pitchFamily="18" charset="0"/>
                            </a:rPr>
                            <m:t>′</m:t>
                          </m:r>
                        </m:sup>
                      </m:sSubSup>
                      <m:r>
                        <a:rPr lang="en-US" altLang="zh-CN" sz="1400" i="1">
                          <a:solidFill>
                            <a:schemeClr val="accent1"/>
                          </a:solidFill>
                          <a:latin typeface="Cambria Math" panose="02040503050406030204" pitchFamily="18" charset="0"/>
                        </a:rPr>
                        <m:t>(</m:t>
                      </m:r>
                      <m:sSubSup>
                        <m:sSubSupPr>
                          <m:ctrlPr>
                            <a:rPr lang="en-US" altLang="zh-CN" sz="1400" i="1">
                              <a:solidFill>
                                <a:schemeClr val="accent1"/>
                              </a:solidFill>
                              <a:latin typeface="Cambria Math" panose="02040503050406030204" pitchFamily="18" charset="0"/>
                            </a:rPr>
                          </m:ctrlPr>
                        </m:sSubSupPr>
                        <m:e>
                          <m:r>
                            <a:rPr lang="en-US" altLang="zh-CN" sz="1400" i="1">
                              <a:solidFill>
                                <a:schemeClr val="accent1"/>
                              </a:solidFill>
                              <a:latin typeface="Cambria Math" panose="02040503050406030204" pitchFamily="18" charset="0"/>
                            </a:rPr>
                            <m:t>𝑧</m:t>
                          </m:r>
                        </m:e>
                        <m:sub>
                          <m:r>
                            <a:rPr lang="en-US" altLang="zh-CN" sz="1400" i="1">
                              <a:solidFill>
                                <a:schemeClr val="accent1"/>
                              </a:solidFill>
                              <a:latin typeface="Cambria Math" panose="02040503050406030204" pitchFamily="18" charset="0"/>
                            </a:rPr>
                            <m:t>h</m:t>
                          </m:r>
                        </m:sub>
                        <m:sup>
                          <m:d>
                            <m:dPr>
                              <m:ctrlPr>
                                <a:rPr lang="en-US" altLang="zh-CN" sz="1400" i="1">
                                  <a:solidFill>
                                    <a:schemeClr val="accent1"/>
                                  </a:solidFill>
                                  <a:latin typeface="Cambria Math" panose="02040503050406030204" pitchFamily="18" charset="0"/>
                                </a:rPr>
                              </m:ctrlPr>
                            </m:dPr>
                            <m:e>
                              <m:r>
                                <a:rPr lang="en-US" altLang="zh-CN" sz="1400" i="1">
                                  <a:solidFill>
                                    <a:schemeClr val="accent1"/>
                                  </a:solidFill>
                                  <a:latin typeface="Cambria Math" panose="02040503050406030204" pitchFamily="18" charset="0"/>
                                </a:rPr>
                                <m:t>1</m:t>
                              </m:r>
                            </m:e>
                          </m:d>
                        </m:sup>
                      </m:sSubSup>
                      <m:r>
                        <a:rPr lang="en-US" altLang="zh-CN" sz="1400" i="1">
                          <a:solidFill>
                            <a:schemeClr val="accent1"/>
                          </a:solidFill>
                          <a:latin typeface="Cambria Math" panose="02040503050406030204" pitchFamily="18" charset="0"/>
                        </a:rPr>
                        <m:t>)</m:t>
                      </m:r>
                      <m:nary>
                        <m:naryPr>
                          <m:chr m:val="∑"/>
                          <m:supHide m:val="on"/>
                          <m:ctrlPr>
                            <a:rPr lang="en-US" altLang="zh-CN" sz="1400" i="1">
                              <a:solidFill>
                                <a:srgbClr val="FF0000"/>
                              </a:solidFill>
                              <a:latin typeface="Cambria Math" panose="02040503050406030204" pitchFamily="18" charset="0"/>
                            </a:rPr>
                          </m:ctrlPr>
                        </m:naryPr>
                        <m:sub>
                          <m:r>
                            <m:rPr>
                              <m:brk m:alnAt="7"/>
                            </m:rPr>
                            <a:rPr lang="en-US" altLang="zh-CN" sz="1400" i="1">
                              <a:solidFill>
                                <a:srgbClr val="FF0000"/>
                              </a:solidFill>
                              <a:latin typeface="Cambria Math" panose="02040503050406030204" pitchFamily="18" charset="0"/>
                            </a:rPr>
                            <m:t>𝑗</m:t>
                          </m:r>
                        </m:sub>
                        <m:sup/>
                        <m:e>
                          <m:sSubSup>
                            <m:sSubSupPr>
                              <m:ctrlPr>
                                <a:rPr lang="en-US" altLang="zh-CN" sz="1400" i="1">
                                  <a:solidFill>
                                    <a:srgbClr val="FF0000"/>
                                  </a:solidFill>
                                  <a:latin typeface="Cambria Math" panose="02040503050406030204" pitchFamily="18" charset="0"/>
                                </a:rPr>
                              </m:ctrlPr>
                            </m:sSubSupPr>
                            <m:e>
                              <m:r>
                                <a:rPr lang="en-US" altLang="zh-CN" sz="1400" i="1">
                                  <a:solidFill>
                                    <a:srgbClr val="FF0000"/>
                                  </a:solidFill>
                                  <a:latin typeface="Cambria Math" panose="02040503050406030204" pitchFamily="18" charset="0"/>
                                </a:rPr>
                                <m:t>𝑒</m:t>
                              </m:r>
                            </m:e>
                            <m:sub>
                              <m:r>
                                <a:rPr lang="en-US" altLang="zh-CN" sz="1400" i="1">
                                  <a:solidFill>
                                    <a:srgbClr val="FF0000"/>
                                  </a:solidFill>
                                  <a:latin typeface="Cambria Math" panose="02040503050406030204" pitchFamily="18" charset="0"/>
                                </a:rPr>
                                <m:t>𝑗</m:t>
                              </m:r>
                            </m:sub>
                            <m:sup>
                              <m:r>
                                <a:rPr lang="en-US" altLang="zh-CN" sz="1400" i="1">
                                  <a:solidFill>
                                    <a:srgbClr val="FF0000"/>
                                  </a:solidFill>
                                  <a:latin typeface="Cambria Math" panose="02040503050406030204" pitchFamily="18" charset="0"/>
                                </a:rPr>
                                <m:t>(2)</m:t>
                              </m:r>
                            </m:sup>
                          </m:sSubSup>
                          <m:sSubSup>
                            <m:sSubSupPr>
                              <m:ctrlPr>
                                <a:rPr lang="en-US" altLang="zh-CN" sz="1400" i="1">
                                  <a:solidFill>
                                    <a:srgbClr val="FF0000"/>
                                  </a:solidFill>
                                  <a:latin typeface="Cambria Math" panose="02040503050406030204" pitchFamily="18" charset="0"/>
                                </a:rPr>
                              </m:ctrlPr>
                            </m:sSubSupPr>
                            <m:e>
                              <m:r>
                                <a:rPr lang="en-US" altLang="zh-CN" sz="1400" i="1">
                                  <a:solidFill>
                                    <a:srgbClr val="FF0000"/>
                                  </a:solidFill>
                                  <a:latin typeface="Cambria Math" panose="02040503050406030204" pitchFamily="18" charset="0"/>
                                </a:rPr>
                                <m:t>𝑤</m:t>
                              </m:r>
                            </m:e>
                            <m:sub>
                              <m:r>
                                <a:rPr lang="en-US" altLang="zh-CN" sz="1400" i="1">
                                  <a:solidFill>
                                    <a:srgbClr val="FF0000"/>
                                  </a:solidFill>
                                  <a:latin typeface="Cambria Math" panose="02040503050406030204" pitchFamily="18" charset="0"/>
                                </a:rPr>
                                <m:t>h𝑗</m:t>
                              </m:r>
                            </m:sub>
                            <m:sup>
                              <m:r>
                                <a:rPr lang="en-US" altLang="zh-CN" sz="1400" i="1">
                                  <a:solidFill>
                                    <a:srgbClr val="FF0000"/>
                                  </a:solidFill>
                                  <a:latin typeface="Cambria Math" panose="02040503050406030204" pitchFamily="18" charset="0"/>
                                </a:rPr>
                                <m:t>(2)</m:t>
                              </m:r>
                            </m:sup>
                          </m:sSubSup>
                        </m:e>
                      </m:nary>
                    </m:oMath>
                  </m:oMathPara>
                </a14:m>
                <a:endParaRPr lang="zh-CN" altLang="en-US" sz="1400" dirty="0"/>
              </a:p>
            </p:txBody>
          </p:sp>
        </mc:Choice>
        <mc:Fallback xmlns="">
          <p:sp>
            <p:nvSpPr>
              <p:cNvPr id="61" name="文本框 60">
                <a:extLst>
                  <a:ext uri="{FF2B5EF4-FFF2-40B4-BE49-F238E27FC236}">
                    <a16:creationId xmlns:a16="http://schemas.microsoft.com/office/drawing/2014/main" id="{2E62BB05-F690-38DE-E2AA-94290E3B6E61}"/>
                  </a:ext>
                </a:extLst>
              </p:cNvPr>
              <p:cNvSpPr txBox="1">
                <a:spLocks noRot="1" noChangeAspect="1" noMove="1" noResize="1" noEditPoints="1" noAdjustHandles="1" noChangeArrowheads="1" noChangeShapeType="1" noTextEdit="1"/>
              </p:cNvSpPr>
              <p:nvPr/>
            </p:nvSpPr>
            <p:spPr>
              <a:xfrm>
                <a:off x="8965095" y="6152875"/>
                <a:ext cx="2958681" cy="639534"/>
              </a:xfrm>
              <a:prstGeom prst="rect">
                <a:avLst/>
              </a:prstGeom>
              <a:blipFill>
                <a:blip r:embed="rId43"/>
                <a:stretch>
                  <a:fillRect t="-111429" r="-6804" b="-1561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813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mph" presetSubtype="2" fill="hold" grpId="0" nodeType="clickEffect">
                                  <p:stCondLst>
                                    <p:cond delay="0"/>
                                  </p:stCondLst>
                                  <p:childTnLst>
                                    <p:animClr clrSpc="rgb" dir="cw">
                                      <p:cBhvr override="childStyle">
                                        <p:cTn id="34" dur="2000" fill="hold"/>
                                        <p:tgtEl>
                                          <p:spTgt spid="5"/>
                                        </p:tgtEl>
                                        <p:attrNameLst>
                                          <p:attrName>style.color</p:attrName>
                                        </p:attrNameLst>
                                      </p:cBhvr>
                                      <p:to>
                                        <a:srgbClr val="FF0000"/>
                                      </p:to>
                                    </p:animClr>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7" grpId="0"/>
      <p:bldP spid="30" grpId="0"/>
      <p:bldP spid="33" grpId="0"/>
      <p:bldP spid="34" grpId="0"/>
      <p:bldP spid="36" grpId="0"/>
      <p:bldP spid="37" grpId="0"/>
      <p:bldP spid="39" grpId="0"/>
      <p:bldP spid="45" grpId="0"/>
      <p:bldP spid="48" grpId="0"/>
      <p:bldP spid="57" grpId="0"/>
      <p:bldP spid="6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后向传播算法 </a:t>
            </a:r>
            <a:r>
              <a:rPr lang="en-US" altLang="zh-CN" dirty="0"/>
              <a:t>—</a:t>
            </a:r>
            <a:r>
              <a:rPr lang="zh-CN" altLang="en-US" dirty="0"/>
              <a:t> 一般情形</a:t>
            </a:r>
          </a:p>
        </p:txBody>
      </p:sp>
      <mc:AlternateContent xmlns:mc="http://schemas.openxmlformats.org/markup-compatibility/2006" xmlns:a14="http://schemas.microsoft.com/office/drawing/2010/main">
        <mc:Choice Requires="a14">
          <p:sp>
            <p:nvSpPr>
              <p:cNvPr id="7" name="文本框 6"/>
              <p:cNvSpPr txBox="1"/>
              <p:nvPr/>
            </p:nvSpPr>
            <p:spPr>
              <a:xfrm>
                <a:off x="1872144" y="2401095"/>
                <a:ext cx="5394861" cy="9604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sz="2100" i="1">
                              <a:latin typeface="Cambria Math" panose="02040503050406030204" pitchFamily="18" charset="0"/>
                            </a:rPr>
                          </m:ctrlPr>
                        </m:fPr>
                        <m:num>
                          <m:r>
                            <a:rPr lang="en-US" altLang="zh-CN" sz="2100" i="1">
                              <a:latin typeface="Cambria Math" panose="02040503050406030204" pitchFamily="18" charset="0"/>
                            </a:rPr>
                            <m:t>𝜕</m:t>
                          </m:r>
                          <m:r>
                            <a:rPr lang="en-US" altLang="zh-CN" sz="2100" i="1">
                              <a:latin typeface="Cambria Math" panose="02040503050406030204" pitchFamily="18" charset="0"/>
                            </a:rPr>
                            <m:t>ℒ</m:t>
                          </m:r>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𝒚</m:t>
                              </m:r>
                              <m:r>
                                <a:rPr lang="en-US" altLang="zh-CN" sz="2100" i="1">
                                  <a:latin typeface="Cambria Math" panose="02040503050406030204" pitchFamily="18" charset="0"/>
                                </a:rPr>
                                <m:t>,</m:t>
                              </m:r>
                              <m:acc>
                                <m:accPr>
                                  <m:chr m:val="̂"/>
                                  <m:ctrlPr>
                                    <a:rPr lang="en-US" altLang="zh-CN" sz="2100" i="1">
                                      <a:latin typeface="Cambria Math" panose="02040503050406030204" pitchFamily="18" charset="0"/>
                                    </a:rPr>
                                  </m:ctrlPr>
                                </m:accPr>
                                <m:e>
                                  <m:r>
                                    <a:rPr lang="en-US" altLang="zh-CN" sz="2100" b="1" i="1">
                                      <a:latin typeface="Cambria Math" panose="02040503050406030204" pitchFamily="18" charset="0"/>
                                    </a:rPr>
                                    <m:t>𝒚</m:t>
                                  </m:r>
                                </m:e>
                              </m:acc>
                            </m:e>
                          </m:d>
                        </m:num>
                        <m:den>
                          <m:r>
                            <a:rPr lang="en-US" altLang="zh-CN" sz="2100" i="1">
                              <a:latin typeface="Cambria Math" panose="02040503050406030204" pitchFamily="18" charset="0"/>
                            </a:rPr>
                            <m:t>𝜕</m:t>
                          </m:r>
                          <m:sSubSup>
                            <m:sSubSupPr>
                              <m:ctrlPr>
                                <a:rPr lang="en-US" altLang="zh-CN" sz="2100" i="1">
                                  <a:latin typeface="Cambria Math" panose="02040503050406030204" pitchFamily="18" charset="0"/>
                                </a:rPr>
                              </m:ctrlPr>
                            </m:sSubSupPr>
                            <m:e>
                              <m:r>
                                <a:rPr lang="en-US" altLang="zh-CN" sz="2100" i="1">
                                  <a:latin typeface="Cambria Math" panose="02040503050406030204" pitchFamily="18" charset="0"/>
                                </a:rPr>
                                <m:t>𝑤</m:t>
                              </m:r>
                            </m:e>
                            <m:sub>
                              <m:r>
                                <a:rPr lang="en-US" altLang="zh-CN" sz="2100" i="1">
                                  <a:latin typeface="Cambria Math" panose="02040503050406030204" pitchFamily="18" charset="0"/>
                                </a:rPr>
                                <m:t>𝑖𝑗</m:t>
                              </m:r>
                            </m:sub>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bSup>
                        </m:den>
                      </m:f>
                      <m:r>
                        <a:rPr lang="en-US" altLang="zh-CN" sz="2100" i="1">
                          <a:latin typeface="Cambria Math" panose="02040503050406030204" pitchFamily="18" charset="0"/>
                        </a:rPr>
                        <m:t>=</m:t>
                      </m:r>
                      <m:d>
                        <m:dPr>
                          <m:begChr m:val="〈"/>
                          <m:endChr m:val="〉"/>
                          <m:ctrlPr>
                            <a:rPr lang="en-US" altLang="zh-CN" sz="21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b="1" i="1">
                                  <a:latin typeface="Cambria Math" panose="02040503050406030204" pitchFamily="18" charset="0"/>
                                </a:rPr>
                                <m:t>𝒆</m:t>
                              </m:r>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𝑙</m:t>
                                  </m:r>
                                </m:e>
                              </m:d>
                            </m:sup>
                          </m:sSup>
                          <m:r>
                            <a:rPr lang="en-US" altLang="zh-CN" sz="2100" i="1">
                              <a:latin typeface="Cambria Math" panose="02040503050406030204" pitchFamily="18" charset="0"/>
                            </a:rPr>
                            <m:t>,</m:t>
                          </m:r>
                          <m:f>
                            <m:fPr>
                              <m:ctrlPr>
                                <a:rPr lang="en-US" altLang="zh-CN" sz="2100" i="1">
                                  <a:latin typeface="Cambria Math" panose="02040503050406030204" pitchFamily="18" charset="0"/>
                                </a:rPr>
                              </m:ctrlPr>
                            </m:fPr>
                            <m:num>
                              <m:r>
                                <a:rPr lang="en-US" altLang="zh-CN" sz="2100" i="1">
                                  <a:latin typeface="Cambria Math" panose="02040503050406030204" pitchFamily="18" charset="0"/>
                                </a:rPr>
                                <m:t>𝜕</m:t>
                              </m:r>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𝒛</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num>
                            <m:den>
                              <m:r>
                                <a:rPr lang="en-US" altLang="zh-CN" sz="2100" i="1">
                                  <a:latin typeface="Cambria Math" panose="02040503050406030204" pitchFamily="18" charset="0"/>
                                </a:rPr>
                                <m:t>𝜕</m:t>
                              </m:r>
                              <m:sSubSup>
                                <m:sSubSupPr>
                                  <m:ctrlPr>
                                    <a:rPr lang="en-US" altLang="zh-CN" sz="2100" i="1">
                                      <a:latin typeface="Cambria Math" panose="02040503050406030204" pitchFamily="18" charset="0"/>
                                    </a:rPr>
                                  </m:ctrlPr>
                                </m:sSubSupPr>
                                <m:e>
                                  <m:r>
                                    <a:rPr lang="en-US" altLang="zh-CN" sz="2100" i="1">
                                      <a:latin typeface="Cambria Math" panose="02040503050406030204" pitchFamily="18" charset="0"/>
                                    </a:rPr>
                                    <m:t>𝑤</m:t>
                                  </m:r>
                                </m:e>
                                <m:sub>
                                  <m:r>
                                    <a:rPr lang="en-US" altLang="zh-CN" sz="2100" i="1">
                                      <a:latin typeface="Cambria Math" panose="02040503050406030204" pitchFamily="18" charset="0"/>
                                    </a:rPr>
                                    <m:t>𝑖𝑗</m:t>
                                  </m:r>
                                </m:sub>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bSup>
                            </m:den>
                          </m:f>
                        </m:e>
                      </m:d>
                      <m:r>
                        <a:rPr lang="en-US" altLang="zh-CN" sz="2100" i="1">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𝑒</m:t>
                          </m:r>
                        </m:e>
                        <m:sub>
                          <m:r>
                            <a:rPr lang="en-US" altLang="zh-CN" sz="2400" i="1">
                              <a:latin typeface="Cambria Math" panose="02040503050406030204" pitchFamily="18" charset="0"/>
                            </a:rPr>
                            <m:t>𝑖</m:t>
                          </m:r>
                        </m:sub>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𝑙</m:t>
                              </m:r>
                            </m:e>
                          </m:d>
                        </m:sup>
                      </m:sSubSup>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𝑎</m:t>
                          </m:r>
                        </m:e>
                        <m:sub>
                          <m:r>
                            <a:rPr lang="en-US" altLang="zh-CN" sz="2400" i="1">
                              <a:latin typeface="Cambria Math" panose="02040503050406030204" pitchFamily="18" charset="0"/>
                            </a:rPr>
                            <m:t>𝑗</m:t>
                          </m:r>
                        </m:sub>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𝑙</m:t>
                              </m:r>
                              <m:r>
                                <a:rPr lang="en-US" altLang="zh-CN" sz="2400" i="1">
                                  <a:latin typeface="Cambria Math" panose="02040503050406030204" pitchFamily="18" charset="0"/>
                                </a:rPr>
                                <m:t>−1</m:t>
                              </m:r>
                            </m:e>
                          </m:d>
                        </m:sup>
                      </m:sSubSup>
                    </m:oMath>
                  </m:oMathPara>
                </a14:m>
                <a:endParaRPr lang="zh-CN" altLang="en-US" sz="2100" dirty="0"/>
              </a:p>
            </p:txBody>
          </p:sp>
        </mc:Choice>
        <mc:Fallback xmlns="">
          <p:sp>
            <p:nvSpPr>
              <p:cNvPr id="7" name="文本框 6"/>
              <p:cNvSpPr txBox="1">
                <a:spLocks noRot="1" noChangeAspect="1" noMove="1" noResize="1" noEditPoints="1" noAdjustHandles="1" noChangeArrowheads="1" noChangeShapeType="1" noTextEdit="1"/>
              </p:cNvSpPr>
              <p:nvPr/>
            </p:nvSpPr>
            <p:spPr>
              <a:xfrm>
                <a:off x="1872144" y="2401095"/>
                <a:ext cx="5394861" cy="960456"/>
              </a:xfrm>
              <a:prstGeom prst="rect">
                <a:avLst/>
              </a:prstGeom>
              <a:blipFill>
                <a:blip r:embed="rId2"/>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2092190" y="5489295"/>
                <a:ext cx="4301821" cy="7773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sz="2100" i="1">
                              <a:latin typeface="Cambria Math" panose="02040503050406030204" pitchFamily="18" charset="0"/>
                            </a:rPr>
                          </m:ctrlPr>
                        </m:fPr>
                        <m:num>
                          <m:r>
                            <a:rPr lang="en-US" altLang="zh-CN" sz="2100" i="1">
                              <a:latin typeface="Cambria Math" panose="02040503050406030204" pitchFamily="18" charset="0"/>
                            </a:rPr>
                            <m:t>𝜕</m:t>
                          </m:r>
                          <m:r>
                            <a:rPr lang="en-US" altLang="zh-CN" sz="2100" i="1">
                              <a:latin typeface="Cambria Math" panose="02040503050406030204" pitchFamily="18" charset="0"/>
                            </a:rPr>
                            <m:t>ℒ</m:t>
                          </m:r>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𝒚</m:t>
                              </m:r>
                              <m:r>
                                <a:rPr lang="en-US" altLang="zh-CN" sz="2100" i="1">
                                  <a:latin typeface="Cambria Math" panose="02040503050406030204" pitchFamily="18" charset="0"/>
                                </a:rPr>
                                <m:t>,</m:t>
                              </m:r>
                              <m:acc>
                                <m:accPr>
                                  <m:chr m:val="̂"/>
                                  <m:ctrlPr>
                                    <a:rPr lang="en-US" altLang="zh-CN" sz="2100" i="1">
                                      <a:latin typeface="Cambria Math" panose="02040503050406030204" pitchFamily="18" charset="0"/>
                                    </a:rPr>
                                  </m:ctrlPr>
                                </m:accPr>
                                <m:e>
                                  <m:r>
                                    <a:rPr lang="en-US" altLang="zh-CN" sz="2100" b="1" i="1">
                                      <a:latin typeface="Cambria Math" panose="02040503050406030204" pitchFamily="18" charset="0"/>
                                    </a:rPr>
                                    <m:t>𝒚</m:t>
                                  </m:r>
                                </m:e>
                              </m:acc>
                            </m:e>
                          </m:d>
                        </m:num>
                        <m:den>
                          <m:r>
                            <a:rPr lang="en-US" altLang="zh-CN" sz="2100" i="1">
                              <a:latin typeface="Cambria Math" panose="02040503050406030204" pitchFamily="18" charset="0"/>
                            </a:rPr>
                            <m:t>𝜕</m:t>
                          </m:r>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𝒃</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den>
                      </m:f>
                      <m:r>
                        <a:rPr lang="en-US" altLang="zh-CN" sz="2100" i="1">
                          <a:latin typeface="Cambria Math" panose="02040503050406030204" pitchFamily="18" charset="0"/>
                        </a:rPr>
                        <m:t>=</m:t>
                      </m:r>
                      <m:d>
                        <m:dPr>
                          <m:begChr m:val="〈"/>
                          <m:endChr m:val="〉"/>
                          <m:ctrlPr>
                            <a:rPr lang="en-US" altLang="zh-CN" sz="21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b="1" i="1">
                                  <a:latin typeface="Cambria Math" panose="02040503050406030204" pitchFamily="18" charset="0"/>
                                </a:rPr>
                                <m:t>𝒆</m:t>
                              </m:r>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𝑙</m:t>
                                  </m:r>
                                </m:e>
                              </m:d>
                            </m:sup>
                          </m:sSup>
                          <m:r>
                            <a:rPr lang="en-US" altLang="zh-CN" sz="2100" i="1">
                              <a:latin typeface="Cambria Math" panose="02040503050406030204" pitchFamily="18" charset="0"/>
                            </a:rPr>
                            <m:t>,</m:t>
                          </m:r>
                          <m:f>
                            <m:fPr>
                              <m:ctrlPr>
                                <a:rPr lang="en-US" altLang="zh-CN" sz="2100" i="1">
                                  <a:latin typeface="Cambria Math" panose="02040503050406030204" pitchFamily="18" charset="0"/>
                                </a:rPr>
                              </m:ctrlPr>
                            </m:fPr>
                            <m:num>
                              <m:r>
                                <a:rPr lang="en-US" altLang="zh-CN" sz="2100" i="1">
                                  <a:latin typeface="Cambria Math" panose="02040503050406030204" pitchFamily="18" charset="0"/>
                                </a:rPr>
                                <m:t>𝜕</m:t>
                              </m:r>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𝒛</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num>
                            <m:den>
                              <m:r>
                                <a:rPr lang="en-US" altLang="zh-CN" sz="2100" i="1">
                                  <a:latin typeface="Cambria Math" panose="02040503050406030204" pitchFamily="18" charset="0"/>
                                </a:rPr>
                                <m:t>𝜕</m:t>
                              </m:r>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𝒃</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den>
                          </m:f>
                        </m:e>
                      </m:d>
                      <m:r>
                        <a:rPr lang="en-US" altLang="zh-CN" sz="2100" i="1">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b="1" i="1">
                              <a:latin typeface="Cambria Math" panose="02040503050406030204" pitchFamily="18" charset="0"/>
                            </a:rPr>
                            <m:t>𝒆</m:t>
                          </m:r>
                        </m:e>
                        <m:sup>
                          <m:d>
                            <m:dPr>
                              <m:ctrlPr>
                                <a:rPr lang="en-US" altLang="zh-CN" sz="2000" i="1">
                                  <a:latin typeface="Cambria Math" panose="02040503050406030204" pitchFamily="18" charset="0"/>
                                </a:rPr>
                              </m:ctrlPr>
                            </m:dPr>
                            <m:e>
                              <m:r>
                                <a:rPr lang="en-US" altLang="zh-CN" sz="2000" i="1">
                                  <a:latin typeface="Cambria Math" panose="02040503050406030204" pitchFamily="18" charset="0"/>
                                </a:rPr>
                                <m:t>𝑙</m:t>
                              </m:r>
                            </m:e>
                          </m:d>
                        </m:sup>
                      </m:sSup>
                    </m:oMath>
                  </m:oMathPara>
                </a14:m>
                <a:endParaRPr lang="zh-CN" altLang="en-US" sz="2100" dirty="0"/>
              </a:p>
            </p:txBody>
          </p:sp>
        </mc:Choice>
        <mc:Fallback xmlns="">
          <p:sp>
            <p:nvSpPr>
              <p:cNvPr id="8" name="文本框 7"/>
              <p:cNvSpPr txBox="1">
                <a:spLocks noRot="1" noChangeAspect="1" noMove="1" noResize="1" noEditPoints="1" noAdjustHandles="1" noChangeArrowheads="1" noChangeShapeType="1" noTextEdit="1"/>
              </p:cNvSpPr>
              <p:nvPr/>
            </p:nvSpPr>
            <p:spPr>
              <a:xfrm>
                <a:off x="2092190" y="5489295"/>
                <a:ext cx="4301821" cy="777392"/>
              </a:xfrm>
              <a:prstGeom prst="rect">
                <a:avLst/>
              </a:prstGeom>
              <a:blipFill>
                <a:blip r:embed="rId3"/>
                <a:stretch>
                  <a:fillRect b="-48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434836" y="1256272"/>
                <a:ext cx="2874890" cy="10014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100" i="1">
                              <a:latin typeface="Cambria Math" panose="02040503050406030204" pitchFamily="18" charset="0"/>
                            </a:rPr>
                          </m:ctrlPr>
                        </m:fPr>
                        <m:num>
                          <m:r>
                            <a:rPr lang="en-US" altLang="zh-CN" sz="2100" i="1">
                              <a:latin typeface="Cambria Math" panose="02040503050406030204" pitchFamily="18" charset="0"/>
                            </a:rPr>
                            <m:t>𝜕</m:t>
                          </m:r>
                          <m:sSubSup>
                            <m:sSubSupPr>
                              <m:ctrlPr>
                                <a:rPr lang="en-US" altLang="zh-CN" sz="2100" b="1" i="1">
                                  <a:latin typeface="Cambria Math" panose="02040503050406030204" pitchFamily="18" charset="0"/>
                                </a:rPr>
                              </m:ctrlPr>
                            </m:sSubSupPr>
                            <m:e>
                              <m:r>
                                <a:rPr lang="en-US" altLang="zh-CN" sz="2100" i="1">
                                  <a:latin typeface="Cambria Math" panose="02040503050406030204" pitchFamily="18" charset="0"/>
                                </a:rPr>
                                <m:t>𝑧</m:t>
                              </m:r>
                            </m:e>
                            <m:sub>
                              <m:r>
                                <a:rPr lang="en-US" altLang="zh-CN" sz="2100" i="1">
                                  <a:latin typeface="Cambria Math" panose="02040503050406030204" pitchFamily="18" charset="0"/>
                                </a:rPr>
                                <m:t>𝑘</m:t>
                              </m:r>
                            </m:sub>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bSup>
                        </m:num>
                        <m:den>
                          <m:r>
                            <a:rPr lang="en-US" altLang="zh-CN" sz="2100" i="1">
                              <a:latin typeface="Cambria Math" panose="02040503050406030204" pitchFamily="18" charset="0"/>
                            </a:rPr>
                            <m:t>𝜕</m:t>
                          </m:r>
                          <m:sSubSup>
                            <m:sSubSupPr>
                              <m:ctrlPr>
                                <a:rPr lang="en-US" altLang="zh-CN" sz="2100" i="1">
                                  <a:latin typeface="Cambria Math" panose="02040503050406030204" pitchFamily="18" charset="0"/>
                                </a:rPr>
                              </m:ctrlPr>
                            </m:sSubSupPr>
                            <m:e>
                              <m:r>
                                <a:rPr lang="en-US" altLang="zh-CN" sz="2100" i="1">
                                  <a:latin typeface="Cambria Math" panose="02040503050406030204" pitchFamily="18" charset="0"/>
                                </a:rPr>
                                <m:t>𝑤</m:t>
                              </m:r>
                            </m:e>
                            <m:sub>
                              <m:r>
                                <a:rPr lang="en-US" altLang="zh-CN" sz="2100" i="1">
                                  <a:latin typeface="Cambria Math" panose="02040503050406030204" pitchFamily="18" charset="0"/>
                                </a:rPr>
                                <m:t>𝑖𝑗</m:t>
                              </m:r>
                            </m:sub>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bSup>
                        </m:den>
                      </m:f>
                      <m:r>
                        <a:rPr lang="en-US" altLang="zh-CN" sz="2100" i="1">
                          <a:latin typeface="Cambria Math" panose="02040503050406030204" pitchFamily="18" charset="0"/>
                        </a:rPr>
                        <m:t>=</m:t>
                      </m:r>
                      <m:r>
                        <a:rPr lang="en-US" altLang="zh-CN" sz="2100" i="1">
                          <a:latin typeface="Cambria Math" panose="02040503050406030204" pitchFamily="18" charset="0"/>
                        </a:rPr>
                        <m:t>𝛿</m:t>
                      </m:r>
                      <m:d>
                        <m:dPr>
                          <m:ctrlPr>
                            <a:rPr lang="en-US" altLang="zh-CN" sz="2100" i="1">
                              <a:latin typeface="Cambria Math" panose="02040503050406030204" pitchFamily="18" charset="0"/>
                            </a:rPr>
                          </m:ctrlPr>
                        </m:dPr>
                        <m:e>
                          <m:r>
                            <a:rPr lang="en-US" altLang="zh-CN" sz="2100" i="1">
                              <a:latin typeface="Cambria Math" panose="02040503050406030204" pitchFamily="18" charset="0"/>
                            </a:rPr>
                            <m:t>𝑘</m:t>
                          </m:r>
                          <m:r>
                            <a:rPr lang="en-US" altLang="zh-CN" sz="2100" i="1">
                              <a:latin typeface="Cambria Math" panose="02040503050406030204" pitchFamily="18" charset="0"/>
                            </a:rPr>
                            <m:t>=</m:t>
                          </m:r>
                          <m:r>
                            <a:rPr lang="en-US" altLang="zh-CN" sz="2100" i="1">
                              <a:latin typeface="Cambria Math" panose="02040503050406030204" pitchFamily="18" charset="0"/>
                            </a:rPr>
                            <m:t>𝑖</m:t>
                          </m:r>
                        </m:e>
                      </m:d>
                      <m:sSubSup>
                        <m:sSubSupPr>
                          <m:ctrlPr>
                            <a:rPr lang="en-US" altLang="zh-CN" sz="2100" i="1">
                              <a:latin typeface="Cambria Math" panose="02040503050406030204" pitchFamily="18" charset="0"/>
                            </a:rPr>
                          </m:ctrlPr>
                        </m:sSubSupPr>
                        <m:e>
                          <m:r>
                            <a:rPr lang="en-US" altLang="zh-CN" sz="2100" i="1">
                              <a:latin typeface="Cambria Math" panose="02040503050406030204" pitchFamily="18" charset="0"/>
                            </a:rPr>
                            <m:t>𝑎</m:t>
                          </m:r>
                        </m:e>
                        <m:sub>
                          <m:r>
                            <a:rPr lang="en-US" altLang="zh-CN" sz="2100" i="1">
                              <a:latin typeface="Cambria Math" panose="02040503050406030204" pitchFamily="18" charset="0"/>
                            </a:rPr>
                            <m:t>𝑗</m:t>
                          </m:r>
                        </m:sub>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r>
                                <a:rPr lang="en-US" altLang="zh-CN" sz="2100" i="1">
                                  <a:latin typeface="Cambria Math" panose="02040503050406030204" pitchFamily="18" charset="0"/>
                                </a:rPr>
                                <m:t>−1</m:t>
                              </m:r>
                            </m:e>
                          </m:d>
                        </m:sup>
                      </m:sSubSup>
                    </m:oMath>
                  </m:oMathPara>
                </a14:m>
                <a:endParaRPr lang="zh-CN" altLang="en-US" sz="2100" dirty="0"/>
              </a:p>
            </p:txBody>
          </p:sp>
        </mc:Choice>
        <mc:Fallback xmlns="">
          <p:sp>
            <p:nvSpPr>
              <p:cNvPr id="11" name="矩形 10"/>
              <p:cNvSpPr>
                <a:spLocks noRot="1" noChangeAspect="1" noMove="1" noResize="1" noEditPoints="1" noAdjustHandles="1" noChangeArrowheads="1" noChangeShapeType="1" noTextEdit="1"/>
              </p:cNvSpPr>
              <p:nvPr/>
            </p:nvSpPr>
            <p:spPr>
              <a:xfrm>
                <a:off x="2434836" y="1256272"/>
                <a:ext cx="2874890" cy="1001428"/>
              </a:xfrm>
              <a:prstGeom prst="rect">
                <a:avLst/>
              </a:prstGeom>
              <a:blipFill>
                <a:blip r:embed="rId4"/>
                <a:stretch>
                  <a:fillRect b="-2500"/>
                </a:stretch>
              </a:blipFill>
            </p:spPr>
            <p:txBody>
              <a:bodyPr/>
              <a:lstStyle/>
              <a:p>
                <a:r>
                  <a:rPr lang="zh-CN" altLang="en-US">
                    <a:noFill/>
                  </a:rPr>
                  <a:t> </a:t>
                </a:r>
              </a:p>
            </p:txBody>
          </p:sp>
        </mc:Fallback>
      </mc:AlternateContent>
      <p:sp>
        <p:nvSpPr>
          <p:cNvPr id="14" name="下箭头 13"/>
          <p:cNvSpPr/>
          <p:nvPr/>
        </p:nvSpPr>
        <p:spPr>
          <a:xfrm>
            <a:off x="3653989" y="2125346"/>
            <a:ext cx="175846" cy="2647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矩形 14"/>
              <p:cNvSpPr/>
              <p:nvPr/>
            </p:nvSpPr>
            <p:spPr>
              <a:xfrm>
                <a:off x="7490650" y="2514652"/>
                <a:ext cx="3025252" cy="7333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100" i="1">
                              <a:latin typeface="Cambria Math" panose="02040503050406030204" pitchFamily="18" charset="0"/>
                            </a:rPr>
                          </m:ctrlPr>
                        </m:fPr>
                        <m:num>
                          <m:r>
                            <a:rPr lang="en-US" altLang="zh-CN" sz="2100" i="1">
                              <a:latin typeface="Cambria Math" panose="02040503050406030204" pitchFamily="18" charset="0"/>
                            </a:rPr>
                            <m:t>𝜕</m:t>
                          </m:r>
                          <m:r>
                            <a:rPr lang="en-US" altLang="zh-CN" sz="2100" i="1">
                              <a:latin typeface="Cambria Math" panose="02040503050406030204" pitchFamily="18" charset="0"/>
                            </a:rPr>
                            <m:t>ℒ</m:t>
                          </m:r>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𝒚</m:t>
                              </m:r>
                              <m:r>
                                <a:rPr lang="en-US" altLang="zh-CN" sz="2100" i="1">
                                  <a:latin typeface="Cambria Math" panose="02040503050406030204" pitchFamily="18" charset="0"/>
                                </a:rPr>
                                <m:t>,</m:t>
                              </m:r>
                              <m:acc>
                                <m:accPr>
                                  <m:chr m:val="̂"/>
                                  <m:ctrlPr>
                                    <a:rPr lang="en-US" altLang="zh-CN" sz="2100" i="1">
                                      <a:latin typeface="Cambria Math" panose="02040503050406030204" pitchFamily="18" charset="0"/>
                                    </a:rPr>
                                  </m:ctrlPr>
                                </m:accPr>
                                <m:e>
                                  <m:r>
                                    <a:rPr lang="en-US" altLang="zh-CN" sz="2100" b="1" i="1">
                                      <a:latin typeface="Cambria Math" panose="02040503050406030204" pitchFamily="18" charset="0"/>
                                    </a:rPr>
                                    <m:t>𝒚</m:t>
                                  </m:r>
                                </m:e>
                              </m:acc>
                            </m:e>
                          </m:d>
                        </m:num>
                        <m:den>
                          <m:r>
                            <a:rPr lang="en-US" altLang="zh-CN" sz="2100" i="1">
                              <a:latin typeface="Cambria Math" panose="02040503050406030204" pitchFamily="18" charset="0"/>
                            </a:rPr>
                            <m:t>𝜕</m:t>
                          </m:r>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𝑾</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den>
                      </m:f>
                      <m:r>
                        <a:rPr lang="en-US" altLang="zh-CN" sz="2100" i="1">
                          <a:latin typeface="Cambria Math" panose="02040503050406030204" pitchFamily="18" charset="0"/>
                        </a:rPr>
                        <m:t>=</m:t>
                      </m:r>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𝒆</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sSup>
                        <m:sSupPr>
                          <m:ctrlPr>
                            <a:rPr lang="en-US" altLang="zh-CN" sz="2100" i="1">
                              <a:latin typeface="Cambria Math" panose="02040503050406030204" pitchFamily="18" charset="0"/>
                            </a:rPr>
                          </m:ctrlPr>
                        </m:sSupPr>
                        <m:e>
                          <m:d>
                            <m:dPr>
                              <m:ctrlPr>
                                <a:rPr lang="en-US" altLang="zh-CN" sz="2100" i="1">
                                  <a:latin typeface="Cambria Math" panose="02040503050406030204" pitchFamily="18" charset="0"/>
                                </a:rPr>
                              </m:ctrlPr>
                            </m:dPr>
                            <m:e>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𝒂</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r>
                                        <a:rPr lang="en-US" altLang="zh-CN" sz="2100" i="1">
                                          <a:latin typeface="Cambria Math" panose="02040503050406030204" pitchFamily="18" charset="0"/>
                                        </a:rPr>
                                        <m:t>−1</m:t>
                                      </m:r>
                                    </m:e>
                                  </m:d>
                                </m:sup>
                              </m:sSup>
                            </m:e>
                          </m:d>
                        </m:e>
                        <m:sup>
                          <m:r>
                            <a:rPr lang="en-US" altLang="zh-CN" sz="2100" i="1">
                              <a:latin typeface="Cambria Math" panose="02040503050406030204" pitchFamily="18" charset="0"/>
                            </a:rPr>
                            <m:t>⊤</m:t>
                          </m:r>
                        </m:sup>
                      </m:sSup>
                    </m:oMath>
                  </m:oMathPara>
                </a14:m>
                <a:endParaRPr lang="zh-CN" altLang="en-US" sz="2100" dirty="0"/>
              </a:p>
            </p:txBody>
          </p:sp>
        </mc:Choice>
        <mc:Fallback xmlns="">
          <p:sp>
            <p:nvSpPr>
              <p:cNvPr id="15" name="矩形 14"/>
              <p:cNvSpPr>
                <a:spLocks noRot="1" noChangeAspect="1" noMove="1" noResize="1" noEditPoints="1" noAdjustHandles="1" noChangeArrowheads="1" noChangeShapeType="1" noTextEdit="1"/>
              </p:cNvSpPr>
              <p:nvPr/>
            </p:nvSpPr>
            <p:spPr>
              <a:xfrm>
                <a:off x="7490650" y="2514652"/>
                <a:ext cx="3025252" cy="733342"/>
              </a:xfrm>
              <a:prstGeom prst="rect">
                <a:avLst/>
              </a:prstGeom>
              <a:blipFill>
                <a:blip r:embed="rId5"/>
                <a:stretch>
                  <a:fillRect t="-5172" b="-6897"/>
                </a:stretch>
              </a:blipFill>
            </p:spPr>
            <p:txBody>
              <a:bodyPr/>
              <a:lstStyle/>
              <a:p>
                <a:r>
                  <a:rPr lang="zh-CN" altLang="en-US">
                    <a:noFill/>
                  </a:rPr>
                  <a:t> </a:t>
                </a:r>
              </a:p>
            </p:txBody>
          </p:sp>
        </mc:Fallback>
      </mc:AlternateContent>
      <p:sp>
        <p:nvSpPr>
          <p:cNvPr id="16" name="右箭头 15"/>
          <p:cNvSpPr/>
          <p:nvPr/>
        </p:nvSpPr>
        <p:spPr>
          <a:xfrm>
            <a:off x="6887993" y="2762627"/>
            <a:ext cx="325315" cy="2373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文本框 16"/>
              <p:cNvSpPr txBox="1"/>
              <p:nvPr/>
            </p:nvSpPr>
            <p:spPr>
              <a:xfrm>
                <a:off x="2434836" y="4039508"/>
                <a:ext cx="3902972" cy="4632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𝒆</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r>
                        <a:rPr lang="en-US" altLang="zh-CN" sz="2100" i="1">
                          <a:latin typeface="Cambria Math" panose="02040503050406030204" pitchFamily="18" charset="0"/>
                        </a:rPr>
                        <m:t>=</m:t>
                      </m:r>
                      <m:r>
                        <a:rPr lang="en-US" altLang="zh-CN" sz="2100">
                          <a:latin typeface="Cambria Math" panose="02040503050406030204" pitchFamily="18" charset="0"/>
                        </a:rPr>
                        <m:t>𝛻</m:t>
                      </m:r>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𝑓</m:t>
                          </m:r>
                        </m:e>
                        <m:sub>
                          <m:r>
                            <a:rPr lang="en-US" altLang="zh-CN" sz="2100" i="1">
                              <a:latin typeface="Cambria Math" panose="02040503050406030204" pitchFamily="18" charset="0"/>
                            </a:rPr>
                            <m:t>𝑙</m:t>
                          </m:r>
                        </m:sub>
                      </m:sSub>
                      <m:d>
                        <m:dPr>
                          <m:ctrlPr>
                            <a:rPr lang="en-US" altLang="zh-CN" sz="2100" i="1">
                              <a:latin typeface="Cambria Math" panose="02040503050406030204" pitchFamily="18" charset="0"/>
                            </a:rPr>
                          </m:ctrlPr>
                        </m:dPr>
                        <m:e>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𝒛</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e>
                      </m:d>
                      <m:r>
                        <a:rPr lang="en-US" altLang="zh-CN" sz="2100">
                          <a:latin typeface="Cambria Math" panose="02040503050406030204" pitchFamily="18" charset="0"/>
                          <a:ea typeface="Cambria Math" panose="02040503050406030204" pitchFamily="18" charset="0"/>
                        </a:rPr>
                        <m:t>⨀</m:t>
                      </m:r>
                      <m:d>
                        <m:dPr>
                          <m:ctrlPr>
                            <a:rPr lang="en-US" altLang="zh-CN" sz="2100" i="1">
                              <a:latin typeface="Cambria Math" panose="02040503050406030204" pitchFamily="18" charset="0"/>
                              <a:ea typeface="Cambria Math" panose="02040503050406030204" pitchFamily="18" charset="0"/>
                            </a:rPr>
                          </m:ctrlPr>
                        </m:dPr>
                        <m:e>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𝒆</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r>
                                    <a:rPr lang="en-US" altLang="zh-CN" sz="2100" i="1">
                                      <a:latin typeface="Cambria Math" panose="02040503050406030204" pitchFamily="18" charset="0"/>
                                    </a:rPr>
                                    <m:t>+1</m:t>
                                  </m:r>
                                </m:e>
                              </m:d>
                            </m:sup>
                          </m:sSup>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𝑾</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r>
                                    <a:rPr lang="en-US" altLang="zh-CN" sz="2100" i="1">
                                      <a:latin typeface="Cambria Math" panose="02040503050406030204" pitchFamily="18" charset="0"/>
                                    </a:rPr>
                                    <m:t>+1</m:t>
                                  </m:r>
                                </m:e>
                              </m:d>
                            </m:sup>
                          </m:sSup>
                        </m:e>
                      </m:d>
                    </m:oMath>
                  </m:oMathPara>
                </a14:m>
                <a:endParaRPr lang="zh-CN" altLang="en-US" sz="2100" dirty="0"/>
              </a:p>
            </p:txBody>
          </p:sp>
        </mc:Choice>
        <mc:Fallback xmlns="">
          <p:sp>
            <p:nvSpPr>
              <p:cNvPr id="17" name="文本框 16"/>
              <p:cNvSpPr txBox="1">
                <a:spLocks noRot="1" noChangeAspect="1" noMove="1" noResize="1" noEditPoints="1" noAdjustHandles="1" noChangeArrowheads="1" noChangeShapeType="1" noTextEdit="1"/>
              </p:cNvSpPr>
              <p:nvPr/>
            </p:nvSpPr>
            <p:spPr>
              <a:xfrm>
                <a:off x="2434836" y="4039508"/>
                <a:ext cx="3902972" cy="463204"/>
              </a:xfrm>
              <a:prstGeom prst="rect">
                <a:avLst/>
              </a:prstGeom>
              <a:blipFill>
                <a:blip r:embed="rId6"/>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B29390E-1A0A-3BE4-DFC7-3073D6DBB58E}"/>
                  </a:ext>
                </a:extLst>
              </p:cNvPr>
              <p:cNvSpPr/>
              <p:nvPr/>
            </p:nvSpPr>
            <p:spPr>
              <a:xfrm>
                <a:off x="2434836" y="4642396"/>
                <a:ext cx="3025252" cy="7333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100" i="1">
                              <a:latin typeface="Cambria Math" panose="02040503050406030204" pitchFamily="18" charset="0"/>
                            </a:rPr>
                          </m:ctrlPr>
                        </m:fPr>
                        <m:num>
                          <m:r>
                            <a:rPr lang="en-US" altLang="zh-CN" sz="2100" i="1">
                              <a:latin typeface="Cambria Math" panose="02040503050406030204" pitchFamily="18" charset="0"/>
                            </a:rPr>
                            <m:t>𝜕</m:t>
                          </m:r>
                          <m:r>
                            <a:rPr lang="en-US" altLang="zh-CN" sz="2100" i="1">
                              <a:latin typeface="Cambria Math" panose="02040503050406030204" pitchFamily="18" charset="0"/>
                            </a:rPr>
                            <m:t>ℒ</m:t>
                          </m:r>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𝒚</m:t>
                              </m:r>
                              <m:r>
                                <a:rPr lang="en-US" altLang="zh-CN" sz="2100" i="1">
                                  <a:latin typeface="Cambria Math" panose="02040503050406030204" pitchFamily="18" charset="0"/>
                                </a:rPr>
                                <m:t>,</m:t>
                              </m:r>
                              <m:acc>
                                <m:accPr>
                                  <m:chr m:val="̂"/>
                                  <m:ctrlPr>
                                    <a:rPr lang="en-US" altLang="zh-CN" sz="2100" i="1">
                                      <a:latin typeface="Cambria Math" panose="02040503050406030204" pitchFamily="18" charset="0"/>
                                    </a:rPr>
                                  </m:ctrlPr>
                                </m:accPr>
                                <m:e>
                                  <m:r>
                                    <a:rPr lang="en-US" altLang="zh-CN" sz="2100" b="1" i="1">
                                      <a:latin typeface="Cambria Math" panose="02040503050406030204" pitchFamily="18" charset="0"/>
                                    </a:rPr>
                                    <m:t>𝒚</m:t>
                                  </m:r>
                                </m:e>
                              </m:acc>
                            </m:e>
                          </m:d>
                        </m:num>
                        <m:den>
                          <m:r>
                            <a:rPr lang="en-US" altLang="zh-CN" sz="2100" i="1">
                              <a:latin typeface="Cambria Math" panose="02040503050406030204" pitchFamily="18" charset="0"/>
                            </a:rPr>
                            <m:t>𝜕</m:t>
                          </m:r>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𝑾</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den>
                      </m:f>
                      <m:r>
                        <a:rPr lang="en-US" altLang="zh-CN" sz="2100" i="1">
                          <a:latin typeface="Cambria Math" panose="02040503050406030204" pitchFamily="18" charset="0"/>
                        </a:rPr>
                        <m:t>=</m:t>
                      </m:r>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𝒆</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sSup>
                        <m:sSupPr>
                          <m:ctrlPr>
                            <a:rPr lang="en-US" altLang="zh-CN" sz="2100" i="1">
                              <a:latin typeface="Cambria Math" panose="02040503050406030204" pitchFamily="18" charset="0"/>
                            </a:rPr>
                          </m:ctrlPr>
                        </m:sSupPr>
                        <m:e>
                          <m:d>
                            <m:dPr>
                              <m:ctrlPr>
                                <a:rPr lang="en-US" altLang="zh-CN" sz="2100" i="1">
                                  <a:latin typeface="Cambria Math" panose="02040503050406030204" pitchFamily="18" charset="0"/>
                                </a:rPr>
                              </m:ctrlPr>
                            </m:dPr>
                            <m:e>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𝒂</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r>
                                        <a:rPr lang="en-US" altLang="zh-CN" sz="2100" i="1">
                                          <a:latin typeface="Cambria Math" panose="02040503050406030204" pitchFamily="18" charset="0"/>
                                        </a:rPr>
                                        <m:t>−1</m:t>
                                      </m:r>
                                    </m:e>
                                  </m:d>
                                </m:sup>
                              </m:sSup>
                            </m:e>
                          </m:d>
                        </m:e>
                        <m:sup>
                          <m:r>
                            <a:rPr lang="en-US" altLang="zh-CN" sz="2100" i="1">
                              <a:latin typeface="Cambria Math" panose="02040503050406030204" pitchFamily="18" charset="0"/>
                            </a:rPr>
                            <m:t>⊤</m:t>
                          </m:r>
                        </m:sup>
                      </m:sSup>
                    </m:oMath>
                  </m:oMathPara>
                </a14:m>
                <a:endParaRPr lang="zh-CN" altLang="en-US" sz="2100" dirty="0"/>
              </a:p>
            </p:txBody>
          </p:sp>
        </mc:Choice>
        <mc:Fallback xmlns="">
          <p:sp>
            <p:nvSpPr>
              <p:cNvPr id="9" name="矩形 8">
                <a:extLst>
                  <a:ext uri="{FF2B5EF4-FFF2-40B4-BE49-F238E27FC236}">
                    <a16:creationId xmlns:a16="http://schemas.microsoft.com/office/drawing/2014/main" id="{7B29390E-1A0A-3BE4-DFC7-3073D6DBB58E}"/>
                  </a:ext>
                </a:extLst>
              </p:cNvPr>
              <p:cNvSpPr>
                <a:spLocks noRot="1" noChangeAspect="1" noMove="1" noResize="1" noEditPoints="1" noAdjustHandles="1" noChangeArrowheads="1" noChangeShapeType="1" noTextEdit="1"/>
              </p:cNvSpPr>
              <p:nvPr/>
            </p:nvSpPr>
            <p:spPr>
              <a:xfrm>
                <a:off x="2434836" y="4642396"/>
                <a:ext cx="3025252" cy="733342"/>
              </a:xfrm>
              <a:prstGeom prst="rect">
                <a:avLst/>
              </a:prstGeom>
              <a:blipFill>
                <a:blip r:embed="rId7"/>
                <a:stretch>
                  <a:fillRect t="-5085" b="-6780"/>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39A4A501-5AAC-1F37-D02B-8CDE082F4A3B}"/>
              </a:ext>
            </a:extLst>
          </p:cNvPr>
          <p:cNvSpPr txBox="1"/>
          <p:nvPr/>
        </p:nvSpPr>
        <p:spPr>
          <a:xfrm>
            <a:off x="2118232" y="3465832"/>
            <a:ext cx="4376791" cy="369332"/>
          </a:xfrm>
          <a:prstGeom prst="rect">
            <a:avLst/>
          </a:prstGeom>
          <a:noFill/>
        </p:spPr>
        <p:txBody>
          <a:bodyPr wrap="square" rtlCol="0">
            <a:spAutoFit/>
          </a:bodyPr>
          <a:lstStyle/>
          <a:p>
            <a:r>
              <a:rPr kumimoji="1" lang="zh-CN" altLang="en-US" b="1"/>
              <a:t>后向传播算法计算参数梯度的核心公式组</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3E4DC66-B251-B14B-A898-3D896FF0E8D9}"/>
                  </a:ext>
                </a:extLst>
              </p:cNvPr>
              <p:cNvSpPr txBox="1"/>
              <p:nvPr/>
            </p:nvSpPr>
            <p:spPr>
              <a:xfrm>
                <a:off x="6394011" y="4757904"/>
                <a:ext cx="3239773" cy="387927"/>
              </a:xfrm>
              <a:prstGeom prst="rect">
                <a:avLst/>
              </a:prstGeom>
              <a:noFill/>
            </p:spPr>
            <p:txBody>
              <a:bodyPr wrap="square" rtlCol="0">
                <a:spAutoFit/>
              </a:bodyPr>
              <a:lstStyle/>
              <a:p>
                <a:r>
                  <a:rPr lang="zh-CN" altLang="en-US" b="1">
                    <a:solidFill>
                      <a:srgbClr val="FF0000"/>
                    </a:solidFill>
                  </a:rPr>
                  <a:t>观察：</a:t>
                </a:r>
                <a14:m>
                  <m:oMath xmlns:m="http://schemas.openxmlformats.org/officeDocument/2006/math">
                    <m:sSup>
                      <m:sSupPr>
                        <m:ctrlPr>
                          <a:rPr lang="en-US" altLang="zh-CN" b="1" i="1">
                            <a:solidFill>
                              <a:srgbClr val="FF0000"/>
                            </a:solidFill>
                            <a:latin typeface="Cambria Math" panose="02040503050406030204" pitchFamily="18" charset="0"/>
                          </a:rPr>
                        </m:ctrlPr>
                      </m:sSupPr>
                      <m:e>
                        <m:r>
                          <a:rPr lang="en-US" altLang="zh-CN" b="1" i="1">
                            <a:solidFill>
                              <a:srgbClr val="FF0000"/>
                            </a:solidFill>
                            <a:latin typeface="Cambria Math" panose="02040503050406030204" pitchFamily="18" charset="0"/>
                          </a:rPr>
                          <m:t>𝒆</m:t>
                        </m:r>
                      </m:e>
                      <m:sup>
                        <m:d>
                          <m:dPr>
                            <m:ctrlPr>
                              <a:rPr lang="en-US" altLang="zh-CN" b="1" i="1">
                                <a:solidFill>
                                  <a:srgbClr val="FF0000"/>
                                </a:solidFill>
                                <a:latin typeface="Cambria Math" panose="02040503050406030204" pitchFamily="18" charset="0"/>
                              </a:rPr>
                            </m:ctrlPr>
                          </m:dPr>
                          <m:e>
                            <m:r>
                              <a:rPr lang="en-US" altLang="zh-CN" b="1" i="1">
                                <a:solidFill>
                                  <a:srgbClr val="FF0000"/>
                                </a:solidFill>
                                <a:latin typeface="Cambria Math" panose="02040503050406030204" pitchFamily="18" charset="0"/>
                              </a:rPr>
                              <m:t>𝒍</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𝟏</m:t>
                            </m:r>
                          </m:e>
                        </m:d>
                      </m:sup>
                    </m:sSup>
                  </m:oMath>
                </a14:m>
                <a:r>
                  <a:rPr kumimoji="1" lang="zh-CN" altLang="en-US" b="1">
                    <a:solidFill>
                      <a:srgbClr val="FF0000"/>
                    </a:solidFill>
                  </a:rPr>
                  <a:t>可以用来计算</a:t>
                </a:r>
                <a14:m>
                  <m:oMath xmlns:m="http://schemas.openxmlformats.org/officeDocument/2006/math">
                    <m:sSup>
                      <m:sSupPr>
                        <m:ctrlPr>
                          <a:rPr lang="en-US" altLang="zh-CN" b="1" i="1">
                            <a:solidFill>
                              <a:srgbClr val="FF0000"/>
                            </a:solidFill>
                            <a:latin typeface="Cambria Math" panose="02040503050406030204" pitchFamily="18" charset="0"/>
                          </a:rPr>
                        </m:ctrlPr>
                      </m:sSupPr>
                      <m:e>
                        <m:r>
                          <a:rPr lang="en-US" altLang="zh-CN" b="1" i="1">
                            <a:solidFill>
                              <a:srgbClr val="FF0000"/>
                            </a:solidFill>
                            <a:latin typeface="Cambria Math" panose="02040503050406030204" pitchFamily="18" charset="0"/>
                          </a:rPr>
                          <m:t>𝒆</m:t>
                        </m:r>
                      </m:e>
                      <m:sup>
                        <m:d>
                          <m:dPr>
                            <m:ctrlPr>
                              <a:rPr lang="en-US" altLang="zh-CN" b="1" i="1">
                                <a:solidFill>
                                  <a:srgbClr val="FF0000"/>
                                </a:solidFill>
                                <a:latin typeface="Cambria Math" panose="02040503050406030204" pitchFamily="18" charset="0"/>
                              </a:rPr>
                            </m:ctrlPr>
                          </m:dPr>
                          <m:e>
                            <m:r>
                              <a:rPr lang="en-US" altLang="zh-CN" b="1" i="1">
                                <a:solidFill>
                                  <a:srgbClr val="FF0000"/>
                                </a:solidFill>
                                <a:latin typeface="Cambria Math" panose="02040503050406030204" pitchFamily="18" charset="0"/>
                              </a:rPr>
                              <m:t>𝒍</m:t>
                            </m:r>
                          </m:e>
                        </m:d>
                      </m:sup>
                    </m:sSup>
                  </m:oMath>
                </a14:m>
                <a:endParaRPr kumimoji="1" lang="zh-CN" altLang="en-US" b="1">
                  <a:solidFill>
                    <a:srgbClr val="FF0000"/>
                  </a:solidFill>
                </a:endParaRPr>
              </a:p>
            </p:txBody>
          </p:sp>
        </mc:Choice>
        <mc:Fallback xmlns="">
          <p:sp>
            <p:nvSpPr>
              <p:cNvPr id="12" name="文本框 11">
                <a:extLst>
                  <a:ext uri="{FF2B5EF4-FFF2-40B4-BE49-F238E27FC236}">
                    <a16:creationId xmlns:a16="http://schemas.microsoft.com/office/drawing/2014/main" id="{43E4DC66-B251-B14B-A898-3D896FF0E8D9}"/>
                  </a:ext>
                </a:extLst>
              </p:cNvPr>
              <p:cNvSpPr txBox="1">
                <a:spLocks noRot="1" noChangeAspect="1" noMove="1" noResize="1" noEditPoints="1" noAdjustHandles="1" noChangeArrowheads="1" noChangeShapeType="1" noTextEdit="1"/>
              </p:cNvSpPr>
              <p:nvPr/>
            </p:nvSpPr>
            <p:spPr>
              <a:xfrm>
                <a:off x="6394011" y="4757904"/>
                <a:ext cx="3239773" cy="387927"/>
              </a:xfrm>
              <a:prstGeom prst="rect">
                <a:avLst/>
              </a:prstGeom>
              <a:blipFill>
                <a:blip r:embed="rId8"/>
                <a:stretch>
                  <a:fillRect l="-1563" b="-21875"/>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15AED91B-F76C-972A-0D7C-269855DB000D}"/>
              </a:ext>
            </a:extLst>
          </p:cNvPr>
          <p:cNvSpPr txBox="1"/>
          <p:nvPr/>
        </p:nvSpPr>
        <p:spPr>
          <a:xfrm>
            <a:off x="2118232" y="876808"/>
            <a:ext cx="2034283" cy="369332"/>
          </a:xfrm>
          <a:prstGeom prst="rect">
            <a:avLst/>
          </a:prstGeom>
          <a:noFill/>
        </p:spPr>
        <p:txBody>
          <a:bodyPr wrap="square" rtlCol="0">
            <a:spAutoFit/>
          </a:bodyPr>
          <a:lstStyle/>
          <a:p>
            <a:r>
              <a:rPr kumimoji="1" lang="zh-CN" altLang="en-US" b="1"/>
              <a:t>回过头来</a:t>
            </a:r>
          </a:p>
        </p:txBody>
      </p:sp>
    </p:spTree>
    <p:extLst>
      <p:ext uri="{BB962C8B-B14F-4D97-AF65-F5344CB8AC3E}">
        <p14:creationId xmlns:p14="http://schemas.microsoft.com/office/powerpoint/2010/main" val="2682692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4" grpId="0" animBg="1"/>
      <p:bldP spid="15" grpId="0"/>
      <p:bldP spid="16" grpId="0" animBg="1"/>
      <p:bldP spid="17" grpId="0"/>
      <p:bldP spid="9" grpId="0"/>
      <p:bldP spid="10"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正则化 </a:t>
            </a:r>
            <a:r>
              <a:rPr lang="en-US" altLang="zh-CN" dirty="0"/>
              <a:t>(Regularization)</a:t>
            </a:r>
            <a:endParaRPr lang="zh-CN" altLang="en-US" dirty="0"/>
          </a:p>
        </p:txBody>
      </p:sp>
      <p:sp>
        <p:nvSpPr>
          <p:cNvPr id="3" name="内容占位符 2"/>
          <p:cNvSpPr>
            <a:spLocks noGrp="1"/>
          </p:cNvSpPr>
          <p:nvPr>
            <p:ph idx="1"/>
          </p:nvPr>
        </p:nvSpPr>
        <p:spPr/>
        <p:txBody>
          <a:bodyPr/>
          <a:lstStyle/>
          <a:p>
            <a:r>
              <a:rPr lang="zh-CN" altLang="en-US" dirty="0"/>
              <a:t>新优化目标：不仅最小化损失，而且要让权重尽可能小</a:t>
            </a:r>
            <a:endParaRPr lang="en-US" altLang="zh-CN" dirty="0"/>
          </a:p>
          <a:p>
            <a:endParaRPr lang="en-US" altLang="zh-CN" dirty="0"/>
          </a:p>
          <a:p>
            <a:endParaRPr lang="zh-CN" altLang="en-US" dirty="0"/>
          </a:p>
        </p:txBody>
      </p:sp>
      <mc:AlternateContent xmlns:mc="http://schemas.openxmlformats.org/markup-compatibility/2006" xmlns:a14="http://schemas.microsoft.com/office/drawing/2010/main">
        <mc:Choice Requires="a14">
          <p:sp>
            <p:nvSpPr>
              <p:cNvPr id="7" name="矩形 6"/>
              <p:cNvSpPr/>
              <p:nvPr/>
            </p:nvSpPr>
            <p:spPr>
              <a:xfrm>
                <a:off x="2627696" y="2227420"/>
                <a:ext cx="3047116" cy="6973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sz="2100" i="1">
                              <a:latin typeface="Cambria Math" panose="02040503050406030204" pitchFamily="18" charset="0"/>
                            </a:rPr>
                          </m:ctrlPr>
                        </m:sSupPr>
                        <m:e>
                          <m:r>
                            <a:rPr lang="en-US" altLang="zh-CN" sz="2100" i="1">
                              <a:latin typeface="Cambria Math" panose="02040503050406030204" pitchFamily="18" charset="0"/>
                            </a:rPr>
                            <m:t>ℒ</m:t>
                          </m:r>
                        </m:e>
                        <m:sup>
                          <m:r>
                            <a:rPr lang="en-US" altLang="zh-CN" sz="2100" i="1">
                              <a:latin typeface="Cambria Math" panose="02040503050406030204" pitchFamily="18" charset="0"/>
                            </a:rPr>
                            <m:t>′</m:t>
                          </m:r>
                        </m:sup>
                      </m:sSup>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𝜽</m:t>
                          </m:r>
                        </m:e>
                      </m:d>
                      <m:r>
                        <a:rPr lang="en-US" altLang="zh-CN" sz="2100" i="1">
                          <a:latin typeface="Cambria Math" panose="02040503050406030204" pitchFamily="18" charset="0"/>
                        </a:rPr>
                        <m:t>=</m:t>
                      </m:r>
                      <m:r>
                        <a:rPr lang="en-US" altLang="zh-CN" sz="2100" i="1">
                          <a:latin typeface="Cambria Math" panose="02040503050406030204" pitchFamily="18" charset="0"/>
                        </a:rPr>
                        <m:t>ℒ</m:t>
                      </m:r>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𝜽</m:t>
                          </m:r>
                        </m:e>
                      </m:d>
                      <m:r>
                        <a:rPr lang="en-US" altLang="zh-CN" sz="2100" i="1">
                          <a:latin typeface="Cambria Math" panose="02040503050406030204" pitchFamily="18" charset="0"/>
                        </a:rPr>
                        <m:t>+</m:t>
                      </m:r>
                      <m:f>
                        <m:fPr>
                          <m:ctrlPr>
                            <a:rPr lang="en-US" altLang="zh-CN" sz="2100" i="1">
                              <a:latin typeface="Cambria Math" panose="02040503050406030204" pitchFamily="18" charset="0"/>
                            </a:rPr>
                          </m:ctrlPr>
                        </m:fPr>
                        <m:num>
                          <m:r>
                            <a:rPr lang="en-US" altLang="zh-CN" sz="2100" i="1">
                              <a:latin typeface="Cambria Math" panose="02040503050406030204" pitchFamily="18" charset="0"/>
                            </a:rPr>
                            <m:t>1</m:t>
                          </m:r>
                        </m:num>
                        <m:den>
                          <m:r>
                            <a:rPr lang="en-US" altLang="zh-CN" sz="2100" i="1">
                              <a:latin typeface="Cambria Math" panose="02040503050406030204" pitchFamily="18" charset="0"/>
                            </a:rPr>
                            <m:t>2</m:t>
                          </m:r>
                        </m:den>
                      </m:f>
                      <m:r>
                        <a:rPr lang="en-US" altLang="zh-CN" sz="2100" i="1">
                          <a:latin typeface="Cambria Math" panose="02040503050406030204" pitchFamily="18" charset="0"/>
                        </a:rPr>
                        <m:t>𝜆</m:t>
                      </m:r>
                      <m:sSubSup>
                        <m:sSubSupPr>
                          <m:ctrlPr>
                            <a:rPr lang="en-US" altLang="zh-CN" sz="2100" i="1">
                              <a:latin typeface="Cambria Math" panose="02040503050406030204" pitchFamily="18" charset="0"/>
                            </a:rPr>
                          </m:ctrlPr>
                        </m:sSubSupPr>
                        <m:e>
                          <m:d>
                            <m:dPr>
                              <m:begChr m:val="‖"/>
                              <m:endChr m:val="‖"/>
                              <m:ctrlPr>
                                <a:rPr lang="en-US" altLang="zh-CN" sz="2100" i="1">
                                  <a:latin typeface="Cambria Math" panose="02040503050406030204" pitchFamily="18" charset="0"/>
                                </a:rPr>
                              </m:ctrlPr>
                            </m:dPr>
                            <m:e>
                              <m:r>
                                <a:rPr lang="en-US" altLang="zh-CN" sz="2100" b="1" i="1">
                                  <a:latin typeface="Cambria Math" panose="02040503050406030204" pitchFamily="18" charset="0"/>
                                </a:rPr>
                                <m:t>𝜽</m:t>
                              </m:r>
                            </m:e>
                          </m:d>
                        </m:e>
                        <m:sub>
                          <m:r>
                            <a:rPr lang="en-US" altLang="zh-CN" sz="2100" i="1">
                              <a:latin typeface="Cambria Math" panose="02040503050406030204" pitchFamily="18" charset="0"/>
                            </a:rPr>
                            <m:t>2</m:t>
                          </m:r>
                        </m:sub>
                        <m:sup>
                          <m:r>
                            <a:rPr lang="en-US" altLang="zh-CN" sz="2100" i="1">
                              <a:latin typeface="Cambria Math" panose="02040503050406030204" pitchFamily="18" charset="0"/>
                            </a:rPr>
                            <m:t>2</m:t>
                          </m:r>
                        </m:sup>
                      </m:sSubSup>
                    </m:oMath>
                  </m:oMathPara>
                </a14:m>
                <a:endParaRPr lang="zh-CN" altLang="en-US" sz="2100" dirty="0"/>
              </a:p>
            </p:txBody>
          </p:sp>
        </mc:Choice>
        <mc:Fallback xmlns="">
          <p:sp>
            <p:nvSpPr>
              <p:cNvPr id="7" name="矩形 6"/>
              <p:cNvSpPr>
                <a:spLocks noRot="1" noChangeAspect="1" noMove="1" noResize="1" noEditPoints="1" noAdjustHandles="1" noChangeArrowheads="1" noChangeShapeType="1" noTextEdit="1"/>
              </p:cNvSpPr>
              <p:nvPr/>
            </p:nvSpPr>
            <p:spPr>
              <a:xfrm>
                <a:off x="2627696" y="2227420"/>
                <a:ext cx="3047116" cy="697370"/>
              </a:xfrm>
              <a:prstGeom prst="rect">
                <a:avLst/>
              </a:prstGeom>
              <a:blipFill>
                <a:blip r:embed="rId2"/>
                <a:stretch>
                  <a:fillRect b="-5357"/>
                </a:stretch>
              </a:blipFill>
            </p:spPr>
            <p:txBody>
              <a:bodyPr/>
              <a:lstStyle/>
              <a:p>
                <a:r>
                  <a:rPr lang="zh-CN" altLang="en-US">
                    <a:noFill/>
                  </a:rPr>
                  <a:t> </a:t>
                </a:r>
              </a:p>
            </p:txBody>
          </p:sp>
        </mc:Fallback>
      </mc:AlternateContent>
      <p:sp>
        <p:nvSpPr>
          <p:cNvPr id="8" name="文字方塊 4"/>
          <p:cNvSpPr txBox="1"/>
          <p:nvPr/>
        </p:nvSpPr>
        <p:spPr>
          <a:xfrm>
            <a:off x="2662744" y="3976974"/>
            <a:ext cx="2637636" cy="738664"/>
          </a:xfrm>
          <a:prstGeom prst="rect">
            <a:avLst/>
          </a:prstGeom>
          <a:noFill/>
        </p:spPr>
        <p:txBody>
          <a:bodyPr wrap="square" rtlCol="0">
            <a:spAutoFit/>
          </a:bodyPr>
          <a:lstStyle/>
          <a:p>
            <a:r>
              <a:rPr lang="zh-CN" altLang="en-US" sz="2100" dirty="0"/>
              <a:t>损失，比如平方损失，交叉熵损失等等</a:t>
            </a:r>
            <a:endParaRPr lang="en-US" altLang="zh-TW" sz="2100" dirty="0"/>
          </a:p>
        </p:txBody>
      </p:sp>
      <p:cxnSp>
        <p:nvCxnSpPr>
          <p:cNvPr id="9" name="直線單箭頭接點 6"/>
          <p:cNvCxnSpPr/>
          <p:nvPr/>
        </p:nvCxnSpPr>
        <p:spPr>
          <a:xfrm>
            <a:off x="3946495" y="2880330"/>
            <a:ext cx="0" cy="1005204"/>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接點 16"/>
          <p:cNvCxnSpPr/>
          <p:nvPr/>
        </p:nvCxnSpPr>
        <p:spPr>
          <a:xfrm>
            <a:off x="3443776" y="2879905"/>
            <a:ext cx="9183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字方塊 13"/>
          <p:cNvSpPr txBox="1"/>
          <p:nvPr/>
        </p:nvSpPr>
        <p:spPr>
          <a:xfrm>
            <a:off x="6149858" y="2344868"/>
            <a:ext cx="1582918" cy="415498"/>
          </a:xfrm>
          <a:prstGeom prst="rect">
            <a:avLst/>
          </a:prstGeom>
          <a:noFill/>
        </p:spPr>
        <p:txBody>
          <a:bodyPr wrap="square" rtlCol="0">
            <a:spAutoFit/>
          </a:bodyPr>
          <a:lstStyle/>
          <a:p>
            <a:r>
              <a:rPr lang="zh-CN" altLang="en-US" sz="2100" dirty="0"/>
              <a:t>正则化项目</a:t>
            </a:r>
            <a:endParaRPr lang="zh-TW" altLang="en-US" sz="2100" dirty="0"/>
          </a:p>
        </p:txBody>
      </p:sp>
      <p:cxnSp>
        <p:nvCxnSpPr>
          <p:cNvPr id="12" name="直線接點 17"/>
          <p:cNvCxnSpPr/>
          <p:nvPr/>
        </p:nvCxnSpPr>
        <p:spPr>
          <a:xfrm>
            <a:off x="4944995" y="2868060"/>
            <a:ext cx="554679"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線單箭頭接點 19"/>
          <p:cNvCxnSpPr/>
          <p:nvPr/>
        </p:nvCxnSpPr>
        <p:spPr>
          <a:xfrm>
            <a:off x="5710748" y="2552618"/>
            <a:ext cx="392812" cy="1149"/>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矩形 13"/>
              <p:cNvSpPr/>
              <p:nvPr/>
            </p:nvSpPr>
            <p:spPr>
              <a:xfrm>
                <a:off x="5968156" y="3740623"/>
                <a:ext cx="2049535" cy="4154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100" b="1" i="1">
                          <a:latin typeface="Cambria Math" panose="02040503050406030204" pitchFamily="18" charset="0"/>
                        </a:rPr>
                        <m:t>𝜽</m:t>
                      </m:r>
                      <m:r>
                        <a:rPr lang="en-US" altLang="zh-CN" sz="2100" b="1" i="1">
                          <a:latin typeface="Cambria Math" panose="02040503050406030204" pitchFamily="18" charset="0"/>
                        </a:rPr>
                        <m:t>=</m:t>
                      </m:r>
                      <m:d>
                        <m:dPr>
                          <m:begChr m:val="{"/>
                          <m:endChr m:val="}"/>
                          <m:ctrlPr>
                            <a:rPr lang="en-US" altLang="zh-CN" sz="2100" b="1" i="1">
                              <a:latin typeface="Cambria Math" panose="02040503050406030204" pitchFamily="18" charset="0"/>
                            </a:rPr>
                          </m:ctrlPr>
                        </m:dPr>
                        <m:e>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1</m:t>
                              </m:r>
                            </m:sub>
                          </m:sSub>
                          <m:r>
                            <a:rPr lang="en-US" altLang="zh-CN" sz="2100" i="1">
                              <a:latin typeface="Cambria Math" panose="02040503050406030204" pitchFamily="18" charset="0"/>
                            </a:rPr>
                            <m:t>,</m:t>
                          </m:r>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2</m:t>
                              </m:r>
                            </m:sub>
                          </m:sSub>
                          <m:r>
                            <a:rPr lang="en-US" altLang="zh-CN" sz="2100" b="1" i="1">
                              <a:latin typeface="Cambria Math" panose="02040503050406030204" pitchFamily="18" charset="0"/>
                            </a:rPr>
                            <m:t>,…</m:t>
                          </m:r>
                        </m:e>
                      </m:d>
                    </m:oMath>
                  </m:oMathPara>
                </a14:m>
                <a:endParaRPr lang="zh-CN" altLang="en-US" sz="2100" dirty="0"/>
              </a:p>
            </p:txBody>
          </p:sp>
        </mc:Choice>
        <mc:Fallback xmlns="">
          <p:sp>
            <p:nvSpPr>
              <p:cNvPr id="14" name="矩形 13"/>
              <p:cNvSpPr>
                <a:spLocks noRot="1" noChangeAspect="1" noMove="1" noResize="1" noEditPoints="1" noAdjustHandles="1" noChangeArrowheads="1" noChangeShapeType="1" noTextEdit="1"/>
              </p:cNvSpPr>
              <p:nvPr/>
            </p:nvSpPr>
            <p:spPr>
              <a:xfrm>
                <a:off x="5968156" y="3740623"/>
                <a:ext cx="2049535" cy="41549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5902678" y="4715638"/>
                <a:ext cx="3379450" cy="4280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sz="2100" b="1" i="1">
                              <a:latin typeface="Cambria Math" panose="02040503050406030204" pitchFamily="18" charset="0"/>
                            </a:rPr>
                          </m:ctrlPr>
                        </m:sSubSupPr>
                        <m:e>
                          <m:d>
                            <m:dPr>
                              <m:begChr m:val="‖"/>
                              <m:endChr m:val="‖"/>
                              <m:ctrlPr>
                                <a:rPr lang="en-US" altLang="zh-CN" sz="2100" i="1">
                                  <a:latin typeface="Cambria Math" panose="02040503050406030204" pitchFamily="18" charset="0"/>
                                </a:rPr>
                              </m:ctrlPr>
                            </m:dPr>
                            <m:e>
                              <m:r>
                                <a:rPr lang="en-US" altLang="zh-CN" sz="2100" b="1" i="1">
                                  <a:latin typeface="Cambria Math" panose="02040503050406030204" pitchFamily="18" charset="0"/>
                                </a:rPr>
                                <m:t>𝜽</m:t>
                              </m:r>
                            </m:e>
                          </m:d>
                        </m:e>
                        <m:sub>
                          <m:r>
                            <a:rPr lang="en-US" altLang="zh-CN" sz="2100" i="1">
                              <a:latin typeface="Cambria Math" panose="02040503050406030204" pitchFamily="18" charset="0"/>
                            </a:rPr>
                            <m:t>2</m:t>
                          </m:r>
                        </m:sub>
                        <m:sup>
                          <m:r>
                            <a:rPr lang="en-US" altLang="zh-CN" sz="2100" i="1">
                              <a:latin typeface="Cambria Math" panose="02040503050406030204" pitchFamily="18" charset="0"/>
                            </a:rPr>
                            <m:t>2</m:t>
                          </m:r>
                        </m:sup>
                      </m:sSubSup>
                      <m:r>
                        <a:rPr lang="en-US" altLang="zh-CN" sz="2100" b="1" i="1">
                          <a:latin typeface="Cambria Math" panose="02040503050406030204" pitchFamily="18" charset="0"/>
                        </a:rPr>
                        <m:t>=</m:t>
                      </m:r>
                      <m:sSup>
                        <m:sSupPr>
                          <m:ctrlPr>
                            <a:rPr lang="en-US" altLang="zh-CN" sz="2100" i="1">
                              <a:latin typeface="Cambria Math" panose="02040503050406030204" pitchFamily="18" charset="0"/>
                            </a:rPr>
                          </m:ctrlPr>
                        </m:sSupPr>
                        <m:e>
                          <m:d>
                            <m:dPr>
                              <m:ctrlPr>
                                <a:rPr lang="en-US" altLang="zh-CN" sz="2100" i="1">
                                  <a:latin typeface="Cambria Math" panose="02040503050406030204" pitchFamily="18" charset="0"/>
                                </a:rPr>
                              </m:ctrlPr>
                            </m:dPr>
                            <m:e>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1</m:t>
                                  </m:r>
                                </m:sub>
                              </m:sSub>
                            </m:e>
                          </m:d>
                        </m:e>
                        <m:sup>
                          <m:r>
                            <a:rPr lang="en-US" altLang="zh-CN" sz="2100" i="1">
                              <a:latin typeface="Cambria Math" panose="02040503050406030204" pitchFamily="18" charset="0"/>
                            </a:rPr>
                            <m:t>2</m:t>
                          </m:r>
                        </m:sup>
                      </m:sSup>
                      <m:r>
                        <a:rPr lang="en-US" altLang="zh-CN" sz="2100" i="1">
                          <a:latin typeface="Cambria Math" panose="02040503050406030204" pitchFamily="18" charset="0"/>
                        </a:rPr>
                        <m:t>+</m:t>
                      </m:r>
                      <m:sSup>
                        <m:sSupPr>
                          <m:ctrlPr>
                            <a:rPr lang="en-US" altLang="zh-CN" sz="2100" i="1">
                              <a:latin typeface="Cambria Math" panose="02040503050406030204" pitchFamily="18" charset="0"/>
                            </a:rPr>
                          </m:ctrlPr>
                        </m:sSupPr>
                        <m:e>
                          <m:d>
                            <m:dPr>
                              <m:ctrlPr>
                                <a:rPr lang="en-US" altLang="zh-CN" sz="2100" i="1">
                                  <a:latin typeface="Cambria Math" panose="02040503050406030204" pitchFamily="18" charset="0"/>
                                </a:rPr>
                              </m:ctrlPr>
                            </m:dPr>
                            <m:e>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2</m:t>
                                  </m:r>
                                </m:sub>
                              </m:sSub>
                            </m:e>
                          </m:d>
                        </m:e>
                        <m:sup>
                          <m:r>
                            <a:rPr lang="en-US" altLang="zh-CN" sz="2100" i="1">
                              <a:latin typeface="Cambria Math" panose="02040503050406030204" pitchFamily="18" charset="0"/>
                            </a:rPr>
                            <m:t>2</m:t>
                          </m:r>
                        </m:sup>
                      </m:sSup>
                      <m:r>
                        <a:rPr lang="en-US" altLang="zh-CN" sz="2100" i="1">
                          <a:latin typeface="Cambria Math" panose="02040503050406030204" pitchFamily="18" charset="0"/>
                        </a:rPr>
                        <m:t>+⋯</m:t>
                      </m:r>
                    </m:oMath>
                  </m:oMathPara>
                </a14:m>
                <a:endParaRPr lang="zh-CN" altLang="en-US" sz="2100" dirty="0"/>
              </a:p>
            </p:txBody>
          </p:sp>
        </mc:Choice>
        <mc:Fallback xmlns="">
          <p:sp>
            <p:nvSpPr>
              <p:cNvPr id="15" name="矩形 14"/>
              <p:cNvSpPr>
                <a:spLocks noRot="1" noChangeAspect="1" noMove="1" noResize="1" noEditPoints="1" noAdjustHandles="1" noChangeArrowheads="1" noChangeShapeType="1" noTextEdit="1"/>
              </p:cNvSpPr>
              <p:nvPr/>
            </p:nvSpPr>
            <p:spPr>
              <a:xfrm>
                <a:off x="5902678" y="4715638"/>
                <a:ext cx="3379450" cy="428066"/>
              </a:xfrm>
              <a:prstGeom prst="rect">
                <a:avLst/>
              </a:prstGeom>
              <a:blipFill>
                <a:blip r:embed="rId4"/>
                <a:stretch>
                  <a:fillRect/>
                </a:stretch>
              </a:blipFill>
            </p:spPr>
            <p:txBody>
              <a:bodyPr/>
              <a:lstStyle/>
              <a:p>
                <a:r>
                  <a:rPr lang="zh-CN" altLang="en-US">
                    <a:noFill/>
                  </a:rPr>
                  <a:t> </a:t>
                </a:r>
              </a:p>
            </p:txBody>
          </p:sp>
        </mc:Fallback>
      </mc:AlternateContent>
      <p:sp>
        <p:nvSpPr>
          <p:cNvPr id="16" name="文字方塊 14"/>
          <p:cNvSpPr txBox="1"/>
          <p:nvPr/>
        </p:nvSpPr>
        <p:spPr>
          <a:xfrm>
            <a:off x="5968155" y="4300140"/>
            <a:ext cx="1290602" cy="415498"/>
          </a:xfrm>
          <a:prstGeom prst="rect">
            <a:avLst/>
          </a:prstGeom>
          <a:noFill/>
        </p:spPr>
        <p:txBody>
          <a:bodyPr wrap="square" rtlCol="0">
            <a:spAutoFit/>
          </a:bodyPr>
          <a:lstStyle/>
          <a:p>
            <a:r>
              <a:rPr lang="en-US" altLang="zh-TW" sz="2100" dirty="0">
                <a:solidFill>
                  <a:srgbClr val="0000FF"/>
                </a:solidFill>
              </a:rPr>
              <a:t>L2 </a:t>
            </a:r>
            <a:r>
              <a:rPr lang="zh-CN" altLang="en-US" sz="2100" dirty="0">
                <a:solidFill>
                  <a:srgbClr val="0000FF"/>
                </a:solidFill>
              </a:rPr>
              <a:t>正则</a:t>
            </a:r>
            <a:r>
              <a:rPr lang="en-US" altLang="zh-TW" sz="2100" dirty="0">
                <a:solidFill>
                  <a:srgbClr val="0000FF"/>
                </a:solidFill>
              </a:rPr>
              <a:t>:</a:t>
            </a:r>
            <a:endParaRPr lang="zh-TW" altLang="en-US" sz="2100" dirty="0">
              <a:solidFill>
                <a:srgbClr val="0000FF"/>
              </a:solidFill>
            </a:endParaRPr>
          </a:p>
        </p:txBody>
      </p:sp>
      <p:sp>
        <p:nvSpPr>
          <p:cNvPr id="17" name="文字方塊 14"/>
          <p:cNvSpPr txBox="1"/>
          <p:nvPr/>
        </p:nvSpPr>
        <p:spPr>
          <a:xfrm>
            <a:off x="3343412" y="5347374"/>
            <a:ext cx="2240280" cy="415498"/>
          </a:xfrm>
          <a:prstGeom prst="rect">
            <a:avLst/>
          </a:prstGeom>
          <a:noFill/>
        </p:spPr>
        <p:txBody>
          <a:bodyPr wrap="square" rtlCol="0">
            <a:spAutoFit/>
          </a:bodyPr>
          <a:lstStyle/>
          <a:p>
            <a:r>
              <a:rPr lang="zh-CN" altLang="en-US" sz="2100" dirty="0">
                <a:solidFill>
                  <a:srgbClr val="FF0000"/>
                </a:solidFill>
              </a:rPr>
              <a:t>一般不考虑</a:t>
            </a:r>
            <a:r>
              <a:rPr lang="en-US" altLang="zh-CN" sz="2100" dirty="0">
                <a:solidFill>
                  <a:srgbClr val="FF0000"/>
                </a:solidFill>
              </a:rPr>
              <a:t>bias</a:t>
            </a:r>
            <a:endParaRPr lang="zh-TW" altLang="en-US" sz="2100" dirty="0">
              <a:solidFill>
                <a:srgbClr val="FF0000"/>
              </a:solidFill>
            </a:endParaRPr>
          </a:p>
        </p:txBody>
      </p:sp>
      <mc:AlternateContent xmlns:mc="http://schemas.openxmlformats.org/markup-compatibility/2006" xmlns:a14="http://schemas.microsoft.com/office/drawing/2010/main">
        <mc:Choice Requires="a14">
          <p:sp>
            <p:nvSpPr>
              <p:cNvPr id="18" name="矩形 17"/>
              <p:cNvSpPr/>
              <p:nvPr/>
            </p:nvSpPr>
            <p:spPr>
              <a:xfrm>
                <a:off x="5902678" y="5923203"/>
                <a:ext cx="3013902" cy="4154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100" b="1" i="1">
                              <a:latin typeface="Cambria Math" panose="02040503050406030204" pitchFamily="18" charset="0"/>
                            </a:rPr>
                          </m:ctrlPr>
                        </m:sSubPr>
                        <m:e>
                          <m:d>
                            <m:dPr>
                              <m:begChr m:val="‖"/>
                              <m:endChr m:val="‖"/>
                              <m:ctrlPr>
                                <a:rPr lang="en-US" altLang="zh-CN" sz="2100" i="1">
                                  <a:latin typeface="Cambria Math" panose="02040503050406030204" pitchFamily="18" charset="0"/>
                                </a:rPr>
                              </m:ctrlPr>
                            </m:dPr>
                            <m:e>
                              <m:r>
                                <a:rPr lang="en-US" altLang="zh-CN" sz="2100" b="1" i="1">
                                  <a:latin typeface="Cambria Math" panose="02040503050406030204" pitchFamily="18" charset="0"/>
                                </a:rPr>
                                <m:t>𝜽</m:t>
                              </m:r>
                            </m:e>
                          </m:d>
                        </m:e>
                        <m:sub>
                          <m:r>
                            <a:rPr lang="en-US" altLang="zh-CN" sz="2100" i="1">
                              <a:latin typeface="Cambria Math" panose="02040503050406030204" pitchFamily="18" charset="0"/>
                            </a:rPr>
                            <m:t>1</m:t>
                          </m:r>
                        </m:sub>
                      </m:sSub>
                      <m:r>
                        <a:rPr lang="en-US" altLang="zh-CN" sz="2100" b="1" i="1">
                          <a:latin typeface="Cambria Math" panose="02040503050406030204" pitchFamily="18" charset="0"/>
                        </a:rPr>
                        <m:t>=</m:t>
                      </m:r>
                      <m:d>
                        <m:dPr>
                          <m:begChr m:val="|"/>
                          <m:endChr m:val="|"/>
                          <m:ctrlPr>
                            <a:rPr lang="en-US" altLang="zh-CN" sz="2100" b="1" i="1">
                              <a:latin typeface="Cambria Math" panose="02040503050406030204" pitchFamily="18" charset="0"/>
                            </a:rPr>
                          </m:ctrlPr>
                        </m:dPr>
                        <m:e>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1</m:t>
                              </m:r>
                            </m:sub>
                          </m:sSub>
                        </m:e>
                      </m:d>
                      <m:r>
                        <a:rPr lang="en-US" altLang="zh-CN" sz="2100" i="1">
                          <a:latin typeface="Cambria Math" panose="02040503050406030204" pitchFamily="18" charset="0"/>
                        </a:rPr>
                        <m:t>+</m:t>
                      </m:r>
                      <m:d>
                        <m:dPr>
                          <m:begChr m:val="|"/>
                          <m:endChr m:val="|"/>
                          <m:ctrlPr>
                            <a:rPr lang="en-US" altLang="zh-CN" sz="2100" i="1">
                              <a:latin typeface="Cambria Math" panose="02040503050406030204" pitchFamily="18" charset="0"/>
                            </a:rPr>
                          </m:ctrlPr>
                        </m:dPr>
                        <m:e>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2</m:t>
                              </m:r>
                            </m:sub>
                          </m:sSub>
                        </m:e>
                      </m:d>
                      <m:r>
                        <a:rPr lang="en-US" altLang="zh-CN" sz="2100" i="1">
                          <a:latin typeface="Cambria Math" panose="02040503050406030204" pitchFamily="18" charset="0"/>
                        </a:rPr>
                        <m:t>+⋯</m:t>
                      </m:r>
                    </m:oMath>
                  </m:oMathPara>
                </a14:m>
                <a:endParaRPr lang="zh-CN" altLang="en-US" sz="2100" dirty="0"/>
              </a:p>
            </p:txBody>
          </p:sp>
        </mc:Choice>
        <mc:Fallback xmlns="">
          <p:sp>
            <p:nvSpPr>
              <p:cNvPr id="18" name="矩形 17"/>
              <p:cNvSpPr>
                <a:spLocks noRot="1" noChangeAspect="1" noMove="1" noResize="1" noEditPoints="1" noAdjustHandles="1" noChangeArrowheads="1" noChangeShapeType="1" noTextEdit="1"/>
              </p:cNvSpPr>
              <p:nvPr/>
            </p:nvSpPr>
            <p:spPr>
              <a:xfrm>
                <a:off x="5902678" y="5923203"/>
                <a:ext cx="3013902" cy="415498"/>
              </a:xfrm>
              <a:prstGeom prst="rect">
                <a:avLst/>
              </a:prstGeom>
              <a:blipFill>
                <a:blip r:embed="rId5"/>
                <a:stretch>
                  <a:fillRect/>
                </a:stretch>
              </a:blipFill>
            </p:spPr>
            <p:txBody>
              <a:bodyPr/>
              <a:lstStyle/>
              <a:p>
                <a:r>
                  <a:rPr lang="zh-CN" altLang="en-US">
                    <a:noFill/>
                  </a:rPr>
                  <a:t> </a:t>
                </a:r>
              </a:p>
            </p:txBody>
          </p:sp>
        </mc:Fallback>
      </mc:AlternateContent>
      <p:sp>
        <p:nvSpPr>
          <p:cNvPr id="19" name="文字方塊 14"/>
          <p:cNvSpPr txBox="1"/>
          <p:nvPr/>
        </p:nvSpPr>
        <p:spPr>
          <a:xfrm>
            <a:off x="5968155" y="5507705"/>
            <a:ext cx="1290602" cy="415498"/>
          </a:xfrm>
          <a:prstGeom prst="rect">
            <a:avLst/>
          </a:prstGeom>
          <a:noFill/>
        </p:spPr>
        <p:txBody>
          <a:bodyPr wrap="square" rtlCol="0">
            <a:spAutoFit/>
          </a:bodyPr>
          <a:lstStyle/>
          <a:p>
            <a:r>
              <a:rPr lang="en-US" altLang="zh-TW" sz="2100" dirty="0">
                <a:solidFill>
                  <a:srgbClr val="0000FF"/>
                </a:solidFill>
              </a:rPr>
              <a:t>L1 </a:t>
            </a:r>
            <a:r>
              <a:rPr lang="zh-CN" altLang="en-US" sz="2100" dirty="0">
                <a:solidFill>
                  <a:srgbClr val="0000FF"/>
                </a:solidFill>
              </a:rPr>
              <a:t>正则</a:t>
            </a:r>
            <a:r>
              <a:rPr lang="en-US" altLang="zh-TW" sz="2100" dirty="0">
                <a:solidFill>
                  <a:srgbClr val="0000FF"/>
                </a:solidFill>
              </a:rPr>
              <a:t>:</a:t>
            </a:r>
            <a:endParaRPr lang="zh-TW" altLang="en-US" sz="2100" dirty="0">
              <a:solidFill>
                <a:srgbClr val="0000FF"/>
              </a:solidFill>
            </a:endParaRPr>
          </a:p>
        </p:txBody>
      </p:sp>
    </p:spTree>
    <p:extLst>
      <p:ext uri="{BB962C8B-B14F-4D97-AF65-F5344CB8AC3E}">
        <p14:creationId xmlns:p14="http://schemas.microsoft.com/office/powerpoint/2010/main" val="1009137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P spid="15" grpId="0"/>
      <p:bldP spid="16" grpId="0"/>
      <p:bldP spid="17"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Dropout</a:t>
            </a:r>
            <a:r>
              <a:rPr lang="zh-CN" altLang="en-US" dirty="0"/>
              <a:t>动机</a:t>
            </a:r>
          </a:p>
        </p:txBody>
      </p:sp>
      <p:grpSp>
        <p:nvGrpSpPr>
          <p:cNvPr id="7" name="Group 14"/>
          <p:cNvGrpSpPr/>
          <p:nvPr/>
        </p:nvGrpSpPr>
        <p:grpSpPr>
          <a:xfrm>
            <a:off x="3262319" y="3187346"/>
            <a:ext cx="5672511" cy="2891723"/>
            <a:chOff x="5909888" y="2399945"/>
            <a:chExt cx="5672511" cy="2891723"/>
          </a:xfrm>
        </p:grpSpPr>
        <p:pic>
          <p:nvPicPr>
            <p:cNvPr id="8" name="Picture 5"/>
            <p:cNvPicPr>
              <a:picLocks noChangeAspect="1"/>
            </p:cNvPicPr>
            <p:nvPr/>
          </p:nvPicPr>
          <p:blipFill>
            <a:blip r:embed="rId2"/>
            <a:stretch>
              <a:fillRect/>
            </a:stretch>
          </p:blipFill>
          <p:spPr>
            <a:xfrm>
              <a:off x="5909888" y="2399945"/>
              <a:ext cx="1810676" cy="2866321"/>
            </a:xfrm>
            <a:prstGeom prst="rect">
              <a:avLst/>
            </a:prstGeom>
          </p:spPr>
        </p:pic>
        <p:pic>
          <p:nvPicPr>
            <p:cNvPr id="9" name="Picture 7"/>
            <p:cNvPicPr>
              <a:picLocks noChangeAspect="1"/>
            </p:cNvPicPr>
            <p:nvPr/>
          </p:nvPicPr>
          <p:blipFill rotWithShape="1">
            <a:blip r:embed="rId3"/>
            <a:srcRect r="24949"/>
            <a:stretch/>
          </p:blipFill>
          <p:spPr>
            <a:xfrm>
              <a:off x="8477911" y="2425347"/>
              <a:ext cx="2308622" cy="2866321"/>
            </a:xfrm>
            <a:prstGeom prst="rect">
              <a:avLst/>
            </a:prstGeom>
          </p:spPr>
        </p:pic>
        <p:sp>
          <p:nvSpPr>
            <p:cNvPr id="10" name="TextBox 8"/>
            <p:cNvSpPr txBox="1"/>
            <p:nvPr/>
          </p:nvSpPr>
          <p:spPr>
            <a:xfrm>
              <a:off x="7636932" y="2540000"/>
              <a:ext cx="934115" cy="369332"/>
            </a:xfrm>
            <a:prstGeom prst="rect">
              <a:avLst/>
            </a:prstGeom>
            <a:noFill/>
          </p:spPr>
          <p:txBody>
            <a:bodyPr wrap="square" rtlCol="0">
              <a:spAutoFit/>
            </a:bodyPr>
            <a:lstStyle/>
            <a:p>
              <a:r>
                <a:rPr lang="zh-CN" altLang="en-US" dirty="0"/>
                <a:t>有耳朵</a:t>
              </a:r>
            </a:p>
          </p:txBody>
        </p:sp>
        <p:sp>
          <p:nvSpPr>
            <p:cNvPr id="11" name="TextBox 9"/>
            <p:cNvSpPr txBox="1"/>
            <p:nvPr/>
          </p:nvSpPr>
          <p:spPr>
            <a:xfrm>
              <a:off x="7636932" y="3115733"/>
              <a:ext cx="934115" cy="369332"/>
            </a:xfrm>
            <a:prstGeom prst="rect">
              <a:avLst/>
            </a:prstGeom>
            <a:noFill/>
          </p:spPr>
          <p:txBody>
            <a:bodyPr wrap="square" rtlCol="0">
              <a:spAutoFit/>
            </a:bodyPr>
            <a:lstStyle/>
            <a:p>
              <a:r>
                <a:rPr lang="zh-CN" altLang="en-US" dirty="0"/>
                <a:t>有尾巴</a:t>
              </a:r>
            </a:p>
          </p:txBody>
        </p:sp>
        <p:sp>
          <p:nvSpPr>
            <p:cNvPr id="12" name="TextBox 10"/>
            <p:cNvSpPr txBox="1"/>
            <p:nvPr/>
          </p:nvSpPr>
          <p:spPr>
            <a:xfrm>
              <a:off x="7636932" y="3648439"/>
              <a:ext cx="934115" cy="369332"/>
            </a:xfrm>
            <a:prstGeom prst="rect">
              <a:avLst/>
            </a:prstGeom>
            <a:noFill/>
          </p:spPr>
          <p:txBody>
            <a:bodyPr wrap="square" rtlCol="0">
              <a:spAutoFit/>
            </a:bodyPr>
            <a:lstStyle/>
            <a:p>
              <a:r>
                <a:rPr lang="zh-CN" altLang="en-US" dirty="0"/>
                <a:t>毛茸茸</a:t>
              </a:r>
            </a:p>
          </p:txBody>
        </p:sp>
        <p:sp>
          <p:nvSpPr>
            <p:cNvPr id="13" name="TextBox 11"/>
            <p:cNvSpPr txBox="1"/>
            <p:nvPr/>
          </p:nvSpPr>
          <p:spPr>
            <a:xfrm>
              <a:off x="7636932" y="4224172"/>
              <a:ext cx="934115" cy="369332"/>
            </a:xfrm>
            <a:prstGeom prst="rect">
              <a:avLst/>
            </a:prstGeom>
            <a:noFill/>
          </p:spPr>
          <p:txBody>
            <a:bodyPr wrap="square" rtlCol="0">
              <a:spAutoFit/>
            </a:bodyPr>
            <a:lstStyle/>
            <a:p>
              <a:r>
                <a:rPr lang="zh-CN" altLang="en-US" dirty="0"/>
                <a:t>有爪子</a:t>
              </a:r>
            </a:p>
          </p:txBody>
        </p:sp>
        <p:sp>
          <p:nvSpPr>
            <p:cNvPr id="14" name="TextBox 12"/>
            <p:cNvSpPr txBox="1"/>
            <p:nvPr/>
          </p:nvSpPr>
          <p:spPr>
            <a:xfrm>
              <a:off x="7636932" y="4778382"/>
              <a:ext cx="934115" cy="369332"/>
            </a:xfrm>
            <a:prstGeom prst="rect">
              <a:avLst/>
            </a:prstGeom>
            <a:noFill/>
          </p:spPr>
          <p:txBody>
            <a:bodyPr wrap="square" rtlCol="0">
              <a:spAutoFit/>
            </a:bodyPr>
            <a:lstStyle/>
            <a:p>
              <a:r>
                <a:rPr lang="zh-CN" altLang="en-US" dirty="0"/>
                <a:t>可爱样</a:t>
              </a:r>
            </a:p>
          </p:txBody>
        </p:sp>
        <p:sp>
          <p:nvSpPr>
            <p:cNvPr id="15" name="TextBox 13"/>
            <p:cNvSpPr txBox="1"/>
            <p:nvPr/>
          </p:nvSpPr>
          <p:spPr>
            <a:xfrm>
              <a:off x="10871199" y="3648439"/>
              <a:ext cx="711200" cy="646331"/>
            </a:xfrm>
            <a:prstGeom prst="rect">
              <a:avLst/>
            </a:prstGeom>
            <a:noFill/>
          </p:spPr>
          <p:txBody>
            <a:bodyPr wrap="square" rtlCol="0">
              <a:spAutoFit/>
            </a:bodyPr>
            <a:lstStyle/>
            <a:p>
              <a:r>
                <a:rPr lang="zh-CN" altLang="en-US" dirty="0"/>
                <a:t>猫的概率</a:t>
              </a:r>
            </a:p>
          </p:txBody>
        </p:sp>
      </p:grpSp>
      <p:sp>
        <p:nvSpPr>
          <p:cNvPr id="16" name="矩形 15"/>
          <p:cNvSpPr/>
          <p:nvPr/>
        </p:nvSpPr>
        <p:spPr>
          <a:xfrm>
            <a:off x="2736585" y="1783037"/>
            <a:ext cx="2723823" cy="369332"/>
          </a:xfrm>
          <a:prstGeom prst="rect">
            <a:avLst/>
          </a:prstGeom>
          <a:solidFill>
            <a:schemeClr val="accent6"/>
          </a:solidFill>
        </p:spPr>
        <p:txBody>
          <a:bodyPr wrap="none">
            <a:spAutoFit/>
          </a:bodyPr>
          <a:lstStyle/>
          <a:p>
            <a:r>
              <a:rPr lang="zh-CN" altLang="en-US" dirty="0"/>
              <a:t>强制网络有冗余特征表示</a:t>
            </a:r>
            <a:endParaRPr lang="en-US" altLang="zh-CN" dirty="0"/>
          </a:p>
        </p:txBody>
      </p:sp>
      <p:sp>
        <p:nvSpPr>
          <p:cNvPr id="17" name="矩形 16"/>
          <p:cNvSpPr/>
          <p:nvPr/>
        </p:nvSpPr>
        <p:spPr>
          <a:xfrm>
            <a:off x="6420933" y="2152369"/>
            <a:ext cx="3628188" cy="923330"/>
          </a:xfrm>
          <a:prstGeom prst="rect">
            <a:avLst/>
          </a:prstGeom>
          <a:solidFill>
            <a:schemeClr val="accent6">
              <a:lumMod val="20000"/>
              <a:lumOff val="80000"/>
            </a:schemeClr>
          </a:solidFill>
        </p:spPr>
        <p:txBody>
          <a:bodyPr wrap="square">
            <a:spAutoFit/>
          </a:bodyPr>
          <a:lstStyle/>
          <a:p>
            <a:r>
              <a:rPr lang="en-US" altLang="zh-CN" dirty="0"/>
              <a:t>co-adaptation: </a:t>
            </a:r>
            <a:r>
              <a:rPr lang="en-US" altLang="zh-CN" dirty="0">
                <a:solidFill>
                  <a:srgbClr val="2F2F2F"/>
                </a:solidFill>
                <a:latin typeface="Times New Roman" panose="02020603050405020304" pitchFamily="18" charset="0"/>
                <a:ea typeface="微软雅黑" panose="020B0503020204020204" pitchFamily="34" charset="-122"/>
              </a:rPr>
              <a:t>feature detectors</a:t>
            </a:r>
            <a:r>
              <a:rPr lang="zh-CN" altLang="en-US" dirty="0">
                <a:solidFill>
                  <a:srgbClr val="2F2F2F"/>
                </a:solidFill>
                <a:latin typeface="Times New Roman" panose="02020603050405020304" pitchFamily="18" charset="0"/>
                <a:ea typeface="微软雅黑" panose="020B0503020204020204" pitchFamily="34" charset="-122"/>
              </a:rPr>
              <a:t>只有在一些其它特定的</a:t>
            </a:r>
            <a:r>
              <a:rPr lang="en-US" altLang="zh-CN" dirty="0">
                <a:solidFill>
                  <a:srgbClr val="2F2F2F"/>
                </a:solidFill>
                <a:latin typeface="Times New Roman" panose="02020603050405020304" pitchFamily="18" charset="0"/>
                <a:ea typeface="微软雅黑" panose="020B0503020204020204" pitchFamily="34" charset="-122"/>
              </a:rPr>
              <a:t>feature detectors</a:t>
            </a:r>
            <a:r>
              <a:rPr lang="zh-CN" altLang="en-US" dirty="0">
                <a:solidFill>
                  <a:srgbClr val="2F2F2F"/>
                </a:solidFill>
                <a:latin typeface="Times New Roman" panose="02020603050405020304" pitchFamily="18" charset="0"/>
                <a:ea typeface="微软雅黑" panose="020B0503020204020204" pitchFamily="34" charset="-122"/>
              </a:rPr>
              <a:t>存在时才能发挥作用的情况</a:t>
            </a:r>
            <a:endParaRPr lang="zh-CN" altLang="en-US" dirty="0">
              <a:latin typeface="Times New Roman" panose="02020603050405020304" pitchFamily="18" charset="0"/>
              <a:ea typeface="微软雅黑" panose="020B0503020204020204" pitchFamily="34" charset="-122"/>
            </a:endParaRPr>
          </a:p>
        </p:txBody>
      </p:sp>
      <p:sp>
        <p:nvSpPr>
          <p:cNvPr id="18" name="矩形 17"/>
          <p:cNvSpPr/>
          <p:nvPr/>
        </p:nvSpPr>
        <p:spPr>
          <a:xfrm>
            <a:off x="6420933" y="1773893"/>
            <a:ext cx="3618417" cy="369332"/>
          </a:xfrm>
          <a:prstGeom prst="rect">
            <a:avLst/>
          </a:prstGeom>
          <a:solidFill>
            <a:schemeClr val="accent6"/>
          </a:solidFill>
        </p:spPr>
        <p:txBody>
          <a:bodyPr wrap="square">
            <a:spAutoFit/>
          </a:bodyPr>
          <a:lstStyle/>
          <a:p>
            <a:r>
              <a:rPr lang="zh-CN" altLang="en-US" dirty="0"/>
              <a:t>防止特征的</a:t>
            </a:r>
            <a:r>
              <a:rPr lang="en-US" altLang="zh-CN" dirty="0"/>
              <a:t>co-adaptation</a:t>
            </a:r>
            <a:endParaRPr lang="zh-CN" altLang="en-US" dirty="0"/>
          </a:p>
        </p:txBody>
      </p:sp>
      <p:sp>
        <p:nvSpPr>
          <p:cNvPr id="19" name="椭圆 18"/>
          <p:cNvSpPr/>
          <p:nvPr/>
        </p:nvSpPr>
        <p:spPr>
          <a:xfrm>
            <a:off x="2264664" y="1766825"/>
            <a:ext cx="396000" cy="39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20" name="椭圆 19"/>
          <p:cNvSpPr/>
          <p:nvPr/>
        </p:nvSpPr>
        <p:spPr>
          <a:xfrm>
            <a:off x="5923477" y="1740846"/>
            <a:ext cx="396000" cy="39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Tree>
    <p:extLst>
      <p:ext uri="{BB962C8B-B14F-4D97-AF65-F5344CB8AC3E}">
        <p14:creationId xmlns:p14="http://schemas.microsoft.com/office/powerpoint/2010/main" val="3842216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深度模型训练的困境</a:t>
            </a:r>
          </a:p>
        </p:txBody>
      </p:sp>
      <p:sp>
        <p:nvSpPr>
          <p:cNvPr id="3" name="内容占位符 2"/>
          <p:cNvSpPr>
            <a:spLocks noGrp="1"/>
          </p:cNvSpPr>
          <p:nvPr>
            <p:ph idx="1"/>
          </p:nvPr>
        </p:nvSpPr>
        <p:spPr/>
        <p:txBody>
          <a:bodyPr/>
          <a:lstStyle/>
          <a:p>
            <a:r>
              <a:rPr lang="zh-CN" altLang="en-US" dirty="0"/>
              <a:t>在卷积神经网络上不断加深网络，训练集的错误率会上升</a:t>
            </a:r>
            <a:endParaRPr lang="en-US" altLang="zh-CN" dirty="0"/>
          </a:p>
          <a:p>
            <a:endParaRPr lang="zh-CN" altLang="en-US" dirty="0"/>
          </a:p>
        </p:txBody>
      </p:sp>
      <p:pic>
        <p:nvPicPr>
          <p:cNvPr id="7" name="图片 6"/>
          <p:cNvPicPr>
            <a:picLocks noChangeAspect="1"/>
          </p:cNvPicPr>
          <p:nvPr/>
        </p:nvPicPr>
        <p:blipFill>
          <a:blip r:embed="rId2"/>
          <a:stretch>
            <a:fillRect/>
          </a:stretch>
        </p:blipFill>
        <p:spPr>
          <a:xfrm>
            <a:off x="1978528" y="2245959"/>
            <a:ext cx="8541189" cy="2552831"/>
          </a:xfrm>
          <a:prstGeom prst="rect">
            <a:avLst/>
          </a:prstGeom>
        </p:spPr>
      </p:pic>
      <p:sp>
        <p:nvSpPr>
          <p:cNvPr id="8" name="矩形 7"/>
          <p:cNvSpPr/>
          <p:nvPr/>
        </p:nvSpPr>
        <p:spPr>
          <a:xfrm>
            <a:off x="4438889" y="5067519"/>
            <a:ext cx="3307116" cy="369332"/>
          </a:xfrm>
          <a:prstGeom prst="rect">
            <a:avLst/>
          </a:prstGeom>
        </p:spPr>
        <p:txBody>
          <a:bodyPr wrap="square">
            <a:spAutoFit/>
          </a:bodyPr>
          <a:lstStyle/>
          <a:p>
            <a:r>
              <a:rPr lang="zh-CN" altLang="en-US" b="1" dirty="0">
                <a:solidFill>
                  <a:srgbClr val="FF0000"/>
                </a:solidFill>
              </a:rPr>
              <a:t>不是过拟合导致</a:t>
            </a:r>
            <a:r>
              <a:rPr lang="en-US" altLang="zh-CN" b="1" dirty="0">
                <a:solidFill>
                  <a:srgbClr val="FF0000"/>
                </a:solidFill>
              </a:rPr>
              <a:t>,</a:t>
            </a:r>
            <a:r>
              <a:rPr lang="zh-CN" altLang="en-US" b="1" dirty="0">
                <a:solidFill>
                  <a:srgbClr val="FF0000"/>
                </a:solidFill>
              </a:rPr>
              <a:t> 而是欠拟合</a:t>
            </a:r>
          </a:p>
        </p:txBody>
      </p:sp>
      <p:sp>
        <p:nvSpPr>
          <p:cNvPr id="4" name="内容占位符 2">
            <a:extLst>
              <a:ext uri="{FF2B5EF4-FFF2-40B4-BE49-F238E27FC236}">
                <a16:creationId xmlns:a16="http://schemas.microsoft.com/office/drawing/2014/main" id="{0F2AD8AA-2EEA-418F-0992-8CCDF92D07DB}"/>
              </a:ext>
            </a:extLst>
          </p:cNvPr>
          <p:cNvSpPr txBox="1">
            <a:spLocks/>
          </p:cNvSpPr>
          <p:nvPr/>
        </p:nvSpPr>
        <p:spPr>
          <a:xfrm>
            <a:off x="833463" y="5715618"/>
            <a:ext cx="10515600" cy="511697"/>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Wingdings" pitchFamily="2" charset="2"/>
              <a:buChar char="p"/>
              <a:defRPr sz="2100" b="1" i="0" kern="1200" baseline="0">
                <a:solidFill>
                  <a:schemeClr val="tx1"/>
                </a:solidFill>
                <a:latin typeface="Times New Roman" panose="02020603050405020304" pitchFamily="18" charset="0"/>
                <a:ea typeface="微软雅黑" panose="020B0503020204020204" pitchFamily="34" charset="-122"/>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tx1"/>
                </a:solidFill>
                <a:latin typeface="Times New Roman" panose="02020603050405020304" pitchFamily="18" charset="0"/>
                <a:ea typeface="微软雅黑" panose="020B0503020204020204" pitchFamily="34" charset="-122"/>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tx1"/>
                </a:solidFill>
                <a:latin typeface="Times New Roman" panose="02020603050405020304" pitchFamily="18" charset="0"/>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tx1"/>
                </a:solidFill>
                <a:latin typeface="Times New Roman" panose="02020603050405020304" pitchFamily="18" charset="0"/>
                <a:ea typeface="微软雅黑" panose="020B0503020204020204" pitchFamily="34" charset="-122"/>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tx1"/>
                </a:solidFill>
                <a:latin typeface="Times New Roman" panose="02020603050405020304" pitchFamily="18"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dirty="0"/>
              <a:t>这种现象背后的问题是优化问题，越深的模型越难训练</a:t>
            </a:r>
            <a:endParaRPr lang="en-US" altLang="zh-CN" dirty="0"/>
          </a:p>
          <a:p>
            <a:endParaRPr lang="en-US" altLang="zh-CN" dirty="0"/>
          </a:p>
        </p:txBody>
      </p:sp>
    </p:spTree>
    <p:extLst>
      <p:ext uri="{BB962C8B-B14F-4D97-AF65-F5344CB8AC3E}">
        <p14:creationId xmlns:p14="http://schemas.microsoft.com/office/powerpoint/2010/main" val="249487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BBE4A7AD-D5CD-2C70-DD45-E583AEA78BF6}"/>
              </a:ext>
            </a:extLst>
          </p:cNvPr>
          <p:cNvSpPr/>
          <p:nvPr/>
        </p:nvSpPr>
        <p:spPr>
          <a:xfrm>
            <a:off x="1541516" y="1321946"/>
            <a:ext cx="8264531" cy="80218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90841F23-BB13-6F99-A275-73ADE8EDEEC1}"/>
              </a:ext>
            </a:extLst>
          </p:cNvPr>
          <p:cNvSpPr>
            <a:spLocks noGrp="1"/>
          </p:cNvSpPr>
          <p:nvPr>
            <p:ph type="title"/>
          </p:nvPr>
        </p:nvSpPr>
        <p:spPr/>
        <p:txBody>
          <a:bodyPr/>
          <a:lstStyle/>
          <a:p>
            <a:r>
              <a:rPr kumimoji="1" lang="zh-CN" altLang="en-US"/>
              <a:t>梯度消失 </a:t>
            </a:r>
            <a:r>
              <a:rPr kumimoji="1" lang="en-US" altLang="zh-CN"/>
              <a:t>Gradient</a:t>
            </a:r>
            <a:r>
              <a:rPr kumimoji="1" lang="zh-CN" altLang="en-US"/>
              <a:t> </a:t>
            </a:r>
            <a:r>
              <a:rPr kumimoji="1" lang="en-US" altLang="zh-CN"/>
              <a:t>Vanishing</a:t>
            </a:r>
            <a:endParaRPr kumimoji="1" lang="zh-CN" altLang="en-US"/>
          </a:p>
        </p:txBody>
      </p:sp>
      <p:sp>
        <p:nvSpPr>
          <p:cNvPr id="3" name="内容占位符 2">
            <a:extLst>
              <a:ext uri="{FF2B5EF4-FFF2-40B4-BE49-F238E27FC236}">
                <a16:creationId xmlns:a16="http://schemas.microsoft.com/office/drawing/2014/main" id="{0364797D-7DF5-32D3-57EF-46DF93088A4E}"/>
              </a:ext>
            </a:extLst>
          </p:cNvPr>
          <p:cNvSpPr>
            <a:spLocks noGrp="1"/>
          </p:cNvSpPr>
          <p:nvPr>
            <p:ph idx="1"/>
          </p:nvPr>
        </p:nvSpPr>
        <p:spPr>
          <a:xfrm>
            <a:off x="675807" y="904211"/>
            <a:ext cx="10515600" cy="5192110"/>
          </a:xfrm>
        </p:spPr>
        <p:txBody>
          <a:bodyPr>
            <a:normAutofit/>
          </a:bodyPr>
          <a:lstStyle/>
          <a:p>
            <a:r>
              <a:rPr kumimoji="1" lang="zh-CN" altLang="en-US" dirty="0"/>
              <a:t> 回忆前馈神经网络反向传播梯度公式：</a:t>
            </a:r>
            <a:endParaRPr kumimoji="1" lang="en-US" altLang="zh-CN" dirty="0"/>
          </a:p>
          <a:p>
            <a:pPr marL="0" indent="0">
              <a:buNone/>
            </a:pPr>
            <a:endParaRPr kumimoji="1" lang="en-US" altLang="zh-CN" dirty="0"/>
          </a:p>
          <a:p>
            <a:pPr marL="0" indent="0">
              <a:buNone/>
            </a:pPr>
            <a:endParaRPr kumimoji="1" lang="en-US" altLang="zh-CN" dirty="0"/>
          </a:p>
          <a:p>
            <a:pPr marL="0" indent="0">
              <a:buNone/>
            </a:pPr>
            <a:r>
              <a:rPr kumimoji="1" lang="zh-CN" altLang="en-US" dirty="0"/>
              <a:t>  </a:t>
            </a:r>
            <a:endParaRPr kumimoji="1" lang="en-US" altLang="zh-CN"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9D8FE1F-20F2-D66F-413B-A152489AC1FB}"/>
                  </a:ext>
                </a:extLst>
              </p:cNvPr>
              <p:cNvSpPr txBox="1"/>
              <p:nvPr/>
            </p:nvSpPr>
            <p:spPr>
              <a:xfrm>
                <a:off x="3101293" y="2318134"/>
                <a:ext cx="5555022" cy="4632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100" i="1" smtClean="0">
                              <a:solidFill>
                                <a:srgbClr val="FF0000"/>
                              </a:solidFill>
                              <a:latin typeface="Cambria Math" panose="02040503050406030204" pitchFamily="18" charset="0"/>
                            </a:rPr>
                          </m:ctrlPr>
                        </m:sSupPr>
                        <m:e>
                          <m:r>
                            <a:rPr lang="en-US" altLang="zh-CN" sz="2100" b="1" i="1">
                              <a:solidFill>
                                <a:srgbClr val="FF0000"/>
                              </a:solidFill>
                              <a:latin typeface="Cambria Math" panose="02040503050406030204" pitchFamily="18" charset="0"/>
                            </a:rPr>
                            <m:t>𝒆</m:t>
                          </m:r>
                        </m:e>
                        <m:sup>
                          <m:d>
                            <m:dPr>
                              <m:ctrlPr>
                                <a:rPr lang="en-US" altLang="zh-CN" sz="2100" i="1">
                                  <a:solidFill>
                                    <a:srgbClr val="FF0000"/>
                                  </a:solidFill>
                                  <a:latin typeface="Cambria Math" panose="02040503050406030204" pitchFamily="18" charset="0"/>
                                </a:rPr>
                              </m:ctrlPr>
                            </m:dPr>
                            <m:e>
                              <m:r>
                                <a:rPr lang="en-US" altLang="zh-CN" sz="2100" i="1">
                                  <a:solidFill>
                                    <a:srgbClr val="FF0000"/>
                                  </a:solidFill>
                                  <a:latin typeface="Cambria Math" panose="02040503050406030204" pitchFamily="18" charset="0"/>
                                </a:rPr>
                                <m:t>𝑙</m:t>
                              </m:r>
                            </m:e>
                          </m:d>
                        </m:sup>
                      </m:sSup>
                      <m:r>
                        <a:rPr lang="en-US" altLang="zh-CN" sz="2100" b="0" i="1" smtClean="0">
                          <a:latin typeface="Cambria Math" panose="02040503050406030204" pitchFamily="18" charset="0"/>
                        </a:rPr>
                        <m:t>=</m:t>
                      </m:r>
                      <m:r>
                        <a:rPr lang="en-US" altLang="zh-CN" sz="2100" smtClean="0">
                          <a:latin typeface="Cambria Math" panose="02040503050406030204" pitchFamily="18" charset="0"/>
                        </a:rPr>
                        <m:t>𝛻</m:t>
                      </m:r>
                      <m:r>
                        <a:rPr lang="en-US" altLang="zh-CN" sz="2100" b="0" i="1" smtClean="0">
                          <a:latin typeface="Cambria Math" panose="02040503050406030204" pitchFamily="18" charset="0"/>
                        </a:rPr>
                        <m:t>𝑓</m:t>
                      </m:r>
                      <m:d>
                        <m:dPr>
                          <m:ctrlPr>
                            <a:rPr lang="en-US" altLang="zh-CN" sz="2100" i="1">
                              <a:latin typeface="Cambria Math" panose="02040503050406030204" pitchFamily="18" charset="0"/>
                            </a:rPr>
                          </m:ctrlPr>
                        </m:dPr>
                        <m:e>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𝒛</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e>
                      </m:d>
                      <m:r>
                        <a:rPr lang="en-US" altLang="zh-CN" sz="2100">
                          <a:latin typeface="Cambria Math" panose="02040503050406030204" pitchFamily="18" charset="0"/>
                          <a:ea typeface="Cambria Math" panose="02040503050406030204" pitchFamily="18" charset="0"/>
                        </a:rPr>
                        <m:t>⨀</m:t>
                      </m:r>
                      <m:d>
                        <m:dPr>
                          <m:ctrlPr>
                            <a:rPr lang="en-US" altLang="zh-CN" sz="2100" b="0" i="1" smtClean="0">
                              <a:latin typeface="Cambria Math" panose="02040503050406030204" pitchFamily="18" charset="0"/>
                              <a:ea typeface="Cambria Math" panose="02040503050406030204" pitchFamily="18" charset="0"/>
                            </a:rPr>
                          </m:ctrlPr>
                        </m:dPr>
                        <m:e>
                          <m:sSup>
                            <m:sSupPr>
                              <m:ctrlPr>
                                <a:rPr lang="en-US" altLang="zh-CN" sz="2100" i="1">
                                  <a:solidFill>
                                    <a:srgbClr val="FF0000"/>
                                  </a:solidFill>
                                  <a:latin typeface="Cambria Math" panose="02040503050406030204" pitchFamily="18" charset="0"/>
                                </a:rPr>
                              </m:ctrlPr>
                            </m:sSupPr>
                            <m:e>
                              <m:r>
                                <a:rPr lang="en-US" altLang="zh-CN" sz="2100" b="1" i="1">
                                  <a:solidFill>
                                    <a:srgbClr val="FF0000"/>
                                  </a:solidFill>
                                  <a:latin typeface="Cambria Math" panose="02040503050406030204" pitchFamily="18" charset="0"/>
                                </a:rPr>
                                <m:t>𝒆</m:t>
                              </m:r>
                            </m:e>
                            <m:sup>
                              <m:d>
                                <m:dPr>
                                  <m:ctrlPr>
                                    <a:rPr lang="en-US" altLang="zh-CN" sz="2100" i="1">
                                      <a:solidFill>
                                        <a:srgbClr val="FF0000"/>
                                      </a:solidFill>
                                      <a:latin typeface="Cambria Math" panose="02040503050406030204" pitchFamily="18" charset="0"/>
                                    </a:rPr>
                                  </m:ctrlPr>
                                </m:dPr>
                                <m:e>
                                  <m:r>
                                    <a:rPr lang="en-US" altLang="zh-CN" sz="2100" i="1">
                                      <a:solidFill>
                                        <a:srgbClr val="FF0000"/>
                                      </a:solidFill>
                                      <a:latin typeface="Cambria Math" panose="02040503050406030204" pitchFamily="18" charset="0"/>
                                    </a:rPr>
                                    <m:t>𝑙</m:t>
                                  </m:r>
                                  <m:r>
                                    <a:rPr lang="en-US" altLang="zh-CN" sz="2100" b="0" i="1" smtClean="0">
                                      <a:solidFill>
                                        <a:srgbClr val="FF0000"/>
                                      </a:solidFill>
                                      <a:latin typeface="Cambria Math" panose="02040503050406030204" pitchFamily="18" charset="0"/>
                                    </a:rPr>
                                    <m:t>+1</m:t>
                                  </m:r>
                                </m:e>
                              </m:d>
                            </m:sup>
                          </m:sSup>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𝑾</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r>
                                    <a:rPr lang="en-US" altLang="zh-CN" sz="2100" i="1">
                                      <a:latin typeface="Cambria Math" panose="02040503050406030204" pitchFamily="18" charset="0"/>
                                    </a:rPr>
                                    <m:t>+1</m:t>
                                  </m:r>
                                </m:e>
                              </m:d>
                            </m:sup>
                          </m:sSup>
                        </m:e>
                      </m:d>
                    </m:oMath>
                  </m:oMathPara>
                </a14:m>
                <a:endParaRPr lang="en-US" altLang="zh-CN" sz="2100" i="1" dirty="0">
                  <a:latin typeface="Cambria Math" panose="02040503050406030204" pitchFamily="18" charset="0"/>
                </a:endParaRPr>
              </a:p>
            </p:txBody>
          </p:sp>
        </mc:Choice>
        <mc:Fallback xmlns="">
          <p:sp>
            <p:nvSpPr>
              <p:cNvPr id="5" name="文本框 4">
                <a:extLst>
                  <a:ext uri="{FF2B5EF4-FFF2-40B4-BE49-F238E27FC236}">
                    <a16:creationId xmlns:a16="http://schemas.microsoft.com/office/drawing/2014/main" id="{99D8FE1F-20F2-D66F-413B-A152489AC1FB}"/>
                  </a:ext>
                </a:extLst>
              </p:cNvPr>
              <p:cNvSpPr txBox="1">
                <a:spLocks noRot="1" noChangeAspect="1" noMove="1" noResize="1" noEditPoints="1" noAdjustHandles="1" noChangeArrowheads="1" noChangeShapeType="1" noTextEdit="1"/>
              </p:cNvSpPr>
              <p:nvPr/>
            </p:nvSpPr>
            <p:spPr>
              <a:xfrm>
                <a:off x="3101293" y="2318134"/>
                <a:ext cx="5555022" cy="463204"/>
              </a:xfrm>
              <a:prstGeom prst="rect">
                <a:avLst/>
              </a:prstGeom>
              <a:blipFill>
                <a:blip r:embed="rId2"/>
                <a:stretch>
                  <a:fillRect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B83352F-3745-C8BD-455D-EFD6FBD1752A}"/>
                  </a:ext>
                </a:extLst>
              </p:cNvPr>
              <p:cNvSpPr/>
              <p:nvPr/>
            </p:nvSpPr>
            <p:spPr>
              <a:xfrm>
                <a:off x="715413" y="2135546"/>
                <a:ext cx="3025252" cy="7333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100" i="1" smtClean="0">
                              <a:latin typeface="Cambria Math" panose="02040503050406030204" pitchFamily="18" charset="0"/>
                            </a:rPr>
                          </m:ctrlPr>
                        </m:fPr>
                        <m:num>
                          <m:r>
                            <a:rPr lang="en-US" altLang="zh-CN" sz="2100" i="1">
                              <a:latin typeface="Cambria Math" panose="02040503050406030204" pitchFamily="18" charset="0"/>
                            </a:rPr>
                            <m:t>𝜕</m:t>
                          </m:r>
                          <m:r>
                            <a:rPr lang="en-US" altLang="zh-CN" sz="2100" i="1">
                              <a:latin typeface="Cambria Math" panose="02040503050406030204" pitchFamily="18" charset="0"/>
                            </a:rPr>
                            <m:t>ℒ</m:t>
                          </m:r>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𝒚</m:t>
                              </m:r>
                              <m:r>
                                <a:rPr lang="en-US" altLang="zh-CN" sz="2100" i="1">
                                  <a:latin typeface="Cambria Math" panose="02040503050406030204" pitchFamily="18" charset="0"/>
                                </a:rPr>
                                <m:t>,</m:t>
                              </m:r>
                              <m:acc>
                                <m:accPr>
                                  <m:chr m:val="̂"/>
                                  <m:ctrlPr>
                                    <a:rPr lang="en-US" altLang="zh-CN" sz="2100" i="1">
                                      <a:latin typeface="Cambria Math" panose="02040503050406030204" pitchFamily="18" charset="0"/>
                                    </a:rPr>
                                  </m:ctrlPr>
                                </m:accPr>
                                <m:e>
                                  <m:r>
                                    <a:rPr lang="en-US" altLang="zh-CN" sz="2100" b="1" i="1">
                                      <a:latin typeface="Cambria Math" panose="02040503050406030204" pitchFamily="18" charset="0"/>
                                    </a:rPr>
                                    <m:t>𝒚</m:t>
                                  </m:r>
                                </m:e>
                              </m:acc>
                            </m:e>
                          </m:d>
                        </m:num>
                        <m:den>
                          <m:r>
                            <a:rPr lang="en-US" altLang="zh-CN" sz="2100" i="1">
                              <a:latin typeface="Cambria Math" panose="02040503050406030204" pitchFamily="18" charset="0"/>
                            </a:rPr>
                            <m:t>𝜕</m:t>
                          </m:r>
                          <m:sSup>
                            <m:sSupPr>
                              <m:ctrlPr>
                                <a:rPr lang="en-US" altLang="zh-CN" sz="2100" b="0" i="1" smtClean="0">
                                  <a:latin typeface="Cambria Math" panose="02040503050406030204" pitchFamily="18" charset="0"/>
                                </a:rPr>
                              </m:ctrlPr>
                            </m:sSupPr>
                            <m:e>
                              <m:r>
                                <a:rPr lang="en-US" altLang="zh-CN" sz="2100" b="1" i="1" smtClean="0">
                                  <a:latin typeface="Cambria Math" panose="02040503050406030204" pitchFamily="18" charset="0"/>
                                </a:rPr>
                                <m:t>𝑾</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e>
                              </m:d>
                            </m:sup>
                          </m:sSup>
                        </m:den>
                      </m:f>
                      <m:r>
                        <a:rPr lang="en-US" altLang="zh-CN" sz="2100" b="0" i="1" smtClean="0">
                          <a:latin typeface="Cambria Math" panose="02040503050406030204" pitchFamily="18" charset="0"/>
                        </a:rPr>
                        <m:t>=</m:t>
                      </m:r>
                      <m:sSup>
                        <m:sSupPr>
                          <m:ctrlPr>
                            <a:rPr lang="en-US" altLang="zh-CN" sz="2100" i="1">
                              <a:solidFill>
                                <a:srgbClr val="FF0000"/>
                              </a:solidFill>
                              <a:latin typeface="Cambria Math" panose="02040503050406030204" pitchFamily="18" charset="0"/>
                            </a:rPr>
                          </m:ctrlPr>
                        </m:sSupPr>
                        <m:e>
                          <m:r>
                            <a:rPr lang="en-US" altLang="zh-CN" sz="2100" b="1" i="1">
                              <a:solidFill>
                                <a:srgbClr val="FF0000"/>
                              </a:solidFill>
                              <a:latin typeface="Cambria Math" panose="02040503050406030204" pitchFamily="18" charset="0"/>
                            </a:rPr>
                            <m:t>𝒆</m:t>
                          </m:r>
                        </m:e>
                        <m:sup>
                          <m:d>
                            <m:dPr>
                              <m:ctrlPr>
                                <a:rPr lang="en-US" altLang="zh-CN" sz="2100" i="1">
                                  <a:solidFill>
                                    <a:srgbClr val="FF0000"/>
                                  </a:solidFill>
                                  <a:latin typeface="Cambria Math" panose="02040503050406030204" pitchFamily="18" charset="0"/>
                                </a:rPr>
                              </m:ctrlPr>
                            </m:dPr>
                            <m:e>
                              <m:r>
                                <a:rPr lang="en-US" altLang="zh-CN" sz="2100" i="1">
                                  <a:solidFill>
                                    <a:srgbClr val="FF0000"/>
                                  </a:solidFill>
                                  <a:latin typeface="Cambria Math" panose="02040503050406030204" pitchFamily="18" charset="0"/>
                                </a:rPr>
                                <m:t>𝑙</m:t>
                              </m:r>
                            </m:e>
                          </m:d>
                        </m:sup>
                      </m:sSup>
                      <m:sSup>
                        <m:sSupPr>
                          <m:ctrlPr>
                            <a:rPr lang="en-US" altLang="zh-CN" sz="2100" b="0" i="1" smtClean="0">
                              <a:latin typeface="Cambria Math" panose="02040503050406030204" pitchFamily="18" charset="0"/>
                            </a:rPr>
                          </m:ctrlPr>
                        </m:sSupPr>
                        <m:e>
                          <m:d>
                            <m:dPr>
                              <m:ctrlPr>
                                <a:rPr lang="en-US" altLang="zh-CN" sz="2100" b="0" i="1" smtClean="0">
                                  <a:latin typeface="Cambria Math" panose="02040503050406030204" pitchFamily="18" charset="0"/>
                                </a:rPr>
                              </m:ctrlPr>
                            </m:dPr>
                            <m:e>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𝒂</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r>
                                        <a:rPr lang="en-US" altLang="zh-CN" sz="2100" i="1">
                                          <a:latin typeface="Cambria Math" panose="02040503050406030204" pitchFamily="18" charset="0"/>
                                        </a:rPr>
                                        <m:t>−1</m:t>
                                      </m:r>
                                    </m:e>
                                  </m:d>
                                </m:sup>
                              </m:sSup>
                            </m:e>
                          </m:d>
                        </m:e>
                        <m:sup>
                          <m:r>
                            <a:rPr lang="en-US" altLang="zh-CN" sz="2100" b="0" i="1" smtClean="0">
                              <a:latin typeface="Cambria Math" panose="02040503050406030204" pitchFamily="18" charset="0"/>
                            </a:rPr>
                            <m:t>⊤</m:t>
                          </m:r>
                        </m:sup>
                      </m:sSup>
                    </m:oMath>
                  </m:oMathPara>
                </a14:m>
                <a:endParaRPr lang="zh-CN" altLang="en-US" sz="2100" dirty="0"/>
              </a:p>
            </p:txBody>
          </p:sp>
        </mc:Choice>
        <mc:Fallback xmlns="">
          <p:sp>
            <p:nvSpPr>
              <p:cNvPr id="6" name="矩形 5">
                <a:extLst>
                  <a:ext uri="{FF2B5EF4-FFF2-40B4-BE49-F238E27FC236}">
                    <a16:creationId xmlns:a16="http://schemas.microsoft.com/office/drawing/2014/main" id="{1B83352F-3745-C8BD-455D-EFD6FBD1752A}"/>
                  </a:ext>
                </a:extLst>
              </p:cNvPr>
              <p:cNvSpPr>
                <a:spLocks noRot="1" noChangeAspect="1" noMove="1" noResize="1" noEditPoints="1" noAdjustHandles="1" noChangeArrowheads="1" noChangeShapeType="1" noTextEdit="1"/>
              </p:cNvSpPr>
              <p:nvPr/>
            </p:nvSpPr>
            <p:spPr>
              <a:xfrm>
                <a:off x="715413" y="2135546"/>
                <a:ext cx="3025252" cy="73334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36026D3-F6DC-7DF8-AE49-A78B95006104}"/>
                  </a:ext>
                </a:extLst>
              </p:cNvPr>
              <p:cNvSpPr/>
              <p:nvPr/>
            </p:nvSpPr>
            <p:spPr>
              <a:xfrm>
                <a:off x="3428604" y="4177911"/>
                <a:ext cx="6313745" cy="100014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100" i="1" smtClean="0">
                              <a:latin typeface="Cambria Math" panose="02040503050406030204" pitchFamily="18" charset="0"/>
                            </a:rPr>
                          </m:ctrlPr>
                        </m:sSubPr>
                        <m:e>
                          <m:d>
                            <m:dPr>
                              <m:begChr m:val="‖"/>
                              <m:endChr m:val="‖"/>
                              <m:ctrlPr>
                                <a:rPr lang="en-US" altLang="zh-CN" sz="2100" i="1">
                                  <a:latin typeface="Cambria Math" panose="02040503050406030204" pitchFamily="18" charset="0"/>
                                </a:rPr>
                              </m:ctrlPr>
                            </m:dPr>
                            <m:e>
                              <m:sSup>
                                <m:sSupPr>
                                  <m:ctrlPr>
                                    <a:rPr lang="en-US" altLang="zh-CN" sz="2100" i="1">
                                      <a:solidFill>
                                        <a:srgbClr val="FF0000"/>
                                      </a:solidFill>
                                      <a:latin typeface="Cambria Math" panose="02040503050406030204" pitchFamily="18" charset="0"/>
                                    </a:rPr>
                                  </m:ctrlPr>
                                </m:sSupPr>
                                <m:e>
                                  <m:r>
                                    <a:rPr lang="en-US" altLang="zh-CN" sz="2100" b="1" i="1">
                                      <a:solidFill>
                                        <a:srgbClr val="FF0000"/>
                                      </a:solidFill>
                                      <a:latin typeface="Cambria Math" panose="02040503050406030204" pitchFamily="18" charset="0"/>
                                    </a:rPr>
                                    <m:t>𝒆</m:t>
                                  </m:r>
                                </m:e>
                                <m:sup>
                                  <m:d>
                                    <m:dPr>
                                      <m:ctrlPr>
                                        <a:rPr lang="en-US" altLang="zh-CN" sz="2100" i="1">
                                          <a:solidFill>
                                            <a:srgbClr val="FF0000"/>
                                          </a:solidFill>
                                          <a:latin typeface="Cambria Math" panose="02040503050406030204" pitchFamily="18" charset="0"/>
                                        </a:rPr>
                                      </m:ctrlPr>
                                    </m:dPr>
                                    <m:e>
                                      <m:r>
                                        <a:rPr lang="en-US" altLang="zh-CN" sz="2100" i="1">
                                          <a:solidFill>
                                            <a:srgbClr val="FF0000"/>
                                          </a:solidFill>
                                          <a:latin typeface="Cambria Math" panose="02040503050406030204" pitchFamily="18" charset="0"/>
                                        </a:rPr>
                                        <m:t>𝑙</m:t>
                                      </m:r>
                                    </m:e>
                                  </m:d>
                                </m:sup>
                              </m:sSup>
                            </m:e>
                          </m:d>
                        </m:e>
                        <m:sub>
                          <m:r>
                            <a:rPr lang="en-US" altLang="zh-CN" sz="2100" i="1">
                              <a:latin typeface="Cambria Math" panose="02040503050406030204" pitchFamily="18" charset="0"/>
                            </a:rPr>
                            <m:t>2</m:t>
                          </m:r>
                        </m:sub>
                      </m:sSub>
                      <m:r>
                        <a:rPr lang="en-US" altLang="zh-CN" sz="2100" b="0" i="1">
                          <a:latin typeface="Cambria Math" panose="02040503050406030204" pitchFamily="18" charset="0"/>
                        </a:rPr>
                        <m:t>≤</m:t>
                      </m:r>
                      <m:nary>
                        <m:naryPr>
                          <m:chr m:val="∏"/>
                          <m:ctrlPr>
                            <a:rPr lang="en-US" altLang="zh-CN" sz="2100" b="0" i="1" smtClean="0">
                              <a:latin typeface="Cambria Math" panose="02040503050406030204" pitchFamily="18" charset="0"/>
                            </a:rPr>
                          </m:ctrlPr>
                        </m:naryPr>
                        <m:sub>
                          <m:r>
                            <a:rPr lang="en-US" altLang="zh-CN" sz="2100" b="0" i="1" smtClean="0">
                              <a:latin typeface="Cambria Math" panose="02040503050406030204" pitchFamily="18" charset="0"/>
                            </a:rPr>
                            <m:t>𝑖</m:t>
                          </m:r>
                          <m:r>
                            <a:rPr lang="en-US" altLang="zh-CN" sz="2100" b="0" i="1" smtClean="0">
                              <a:latin typeface="Cambria Math" panose="02040503050406030204" pitchFamily="18" charset="0"/>
                            </a:rPr>
                            <m:t>=</m:t>
                          </m:r>
                          <m:r>
                            <a:rPr lang="en-US" altLang="zh-CN" sz="2100" b="0" i="1" smtClean="0">
                              <a:latin typeface="Cambria Math" panose="02040503050406030204" pitchFamily="18" charset="0"/>
                            </a:rPr>
                            <m:t>𝑙</m:t>
                          </m:r>
                        </m:sub>
                        <m:sup>
                          <m:r>
                            <a:rPr lang="en-US" altLang="zh-CN" sz="2100" b="0" i="1" smtClean="0">
                              <a:latin typeface="Cambria Math" panose="02040503050406030204" pitchFamily="18" charset="0"/>
                            </a:rPr>
                            <m:t>𝐿</m:t>
                          </m:r>
                          <m:r>
                            <a:rPr lang="en-US" altLang="zh-CN" sz="2100" b="0" i="1" smtClean="0">
                              <a:latin typeface="Cambria Math" panose="02040503050406030204" pitchFamily="18" charset="0"/>
                            </a:rPr>
                            <m:t>−1</m:t>
                          </m:r>
                        </m:sup>
                        <m:e>
                          <m:d>
                            <m:dPr>
                              <m:ctrlPr>
                                <a:rPr lang="en-US" altLang="zh-CN" sz="2100" b="0" i="1" smtClean="0">
                                  <a:latin typeface="Cambria Math" panose="02040503050406030204" pitchFamily="18" charset="0"/>
                                  <a:ea typeface="Cambria Math" panose="02040503050406030204" pitchFamily="18" charset="0"/>
                                </a:rPr>
                              </m:ctrlPr>
                            </m:dPr>
                            <m:e>
                              <m:sSub>
                                <m:sSubPr>
                                  <m:ctrlPr>
                                    <a:rPr lang="en-US" altLang="zh-CN" sz="2100" b="0" i="1" smtClean="0">
                                      <a:latin typeface="Cambria Math" panose="02040503050406030204" pitchFamily="18" charset="0"/>
                                      <a:ea typeface="Cambria Math" panose="02040503050406030204" pitchFamily="18" charset="0"/>
                                    </a:rPr>
                                  </m:ctrlPr>
                                </m:sSubPr>
                                <m:e>
                                  <m:d>
                                    <m:dPr>
                                      <m:begChr m:val="‖"/>
                                      <m:endChr m:val="‖"/>
                                      <m:ctrlPr>
                                        <a:rPr lang="en-US" altLang="zh-CN" sz="2100" i="1">
                                          <a:latin typeface="Cambria Math" panose="02040503050406030204" pitchFamily="18" charset="0"/>
                                          <a:ea typeface="Cambria Math" panose="02040503050406030204" pitchFamily="18" charset="0"/>
                                        </a:rPr>
                                      </m:ctrlPr>
                                    </m:dPr>
                                    <m:e>
                                      <m:r>
                                        <a:rPr lang="en-US" altLang="zh-CN" sz="2100">
                                          <a:latin typeface="Cambria Math" panose="02040503050406030204" pitchFamily="18" charset="0"/>
                                        </a:rPr>
                                        <m:t>𝛻</m:t>
                                      </m:r>
                                      <m:r>
                                        <a:rPr lang="en-US" altLang="zh-CN" sz="2100" b="0" i="1" smtClean="0">
                                          <a:latin typeface="Cambria Math" panose="02040503050406030204" pitchFamily="18" charset="0"/>
                                        </a:rPr>
                                        <m:t>𝑓</m:t>
                                      </m:r>
                                      <m:d>
                                        <m:dPr>
                                          <m:ctrlPr>
                                            <a:rPr lang="en-US" altLang="zh-CN" sz="2100" i="1">
                                              <a:latin typeface="Cambria Math" panose="02040503050406030204" pitchFamily="18" charset="0"/>
                                            </a:rPr>
                                          </m:ctrlPr>
                                        </m:dPr>
                                        <m:e>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𝒛</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𝑖</m:t>
                                                  </m:r>
                                                </m:e>
                                              </m:d>
                                            </m:sup>
                                          </m:sSup>
                                        </m:e>
                                      </m:d>
                                    </m:e>
                                  </m:d>
                                </m:e>
                                <m:sub>
                                  <m:r>
                                    <a:rPr lang="en-US" altLang="zh-CN" sz="2100" b="0" i="1" smtClean="0">
                                      <a:latin typeface="Cambria Math" panose="02040503050406030204" pitchFamily="18" charset="0"/>
                                    </a:rPr>
                                    <m:t>2</m:t>
                                  </m:r>
                                </m:sub>
                              </m:sSub>
                              <m:r>
                                <a:rPr lang="en-US" altLang="zh-CN" sz="2100" i="1">
                                  <a:latin typeface="Cambria Math" panose="02040503050406030204" pitchFamily="18" charset="0"/>
                                  <a:ea typeface="Cambria Math" panose="02040503050406030204" pitchFamily="18" charset="0"/>
                                </a:rPr>
                                <m:t>⋅</m:t>
                              </m:r>
                              <m:sSub>
                                <m:sSubPr>
                                  <m:ctrlPr>
                                    <a:rPr lang="en-US" altLang="zh-CN" sz="2100" i="1">
                                      <a:latin typeface="Cambria Math" panose="02040503050406030204" pitchFamily="18" charset="0"/>
                                      <a:ea typeface="Cambria Math" panose="02040503050406030204" pitchFamily="18" charset="0"/>
                                    </a:rPr>
                                  </m:ctrlPr>
                                </m:sSubPr>
                                <m:e>
                                  <m:d>
                                    <m:dPr>
                                      <m:begChr m:val="‖"/>
                                      <m:endChr m:val="‖"/>
                                      <m:ctrlPr>
                                        <a:rPr lang="en-US" altLang="zh-CN" sz="2100" i="1">
                                          <a:latin typeface="Cambria Math" panose="02040503050406030204" pitchFamily="18" charset="0"/>
                                          <a:ea typeface="Cambria Math" panose="02040503050406030204" pitchFamily="18" charset="0"/>
                                        </a:rPr>
                                      </m:ctrlPr>
                                    </m:dPr>
                                    <m:e>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𝑾</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𝑖</m:t>
                                              </m:r>
                                              <m:r>
                                                <a:rPr lang="en-US" altLang="zh-CN" sz="2100" i="1">
                                                  <a:latin typeface="Cambria Math" panose="02040503050406030204" pitchFamily="18" charset="0"/>
                                                </a:rPr>
                                                <m:t>+1</m:t>
                                              </m:r>
                                            </m:e>
                                          </m:d>
                                        </m:sup>
                                      </m:sSup>
                                    </m:e>
                                  </m:d>
                                </m:e>
                                <m:sub>
                                  <m:r>
                                    <a:rPr lang="en-US" altLang="zh-CN" sz="2100" i="1">
                                      <a:latin typeface="Cambria Math" panose="02040503050406030204" pitchFamily="18" charset="0"/>
                                      <a:ea typeface="Cambria Math" panose="02040503050406030204" pitchFamily="18" charset="0"/>
                                    </a:rPr>
                                    <m:t>2</m:t>
                                  </m:r>
                                </m:sub>
                              </m:sSub>
                            </m:e>
                          </m:d>
                        </m:e>
                      </m:nary>
                      <m:r>
                        <a:rPr lang="en-US" altLang="zh-CN" sz="2100" b="0" i="1" smtClean="0">
                          <a:latin typeface="Cambria Math" panose="02040503050406030204" pitchFamily="18" charset="0"/>
                          <a:ea typeface="Cambria Math" panose="02040503050406030204" pitchFamily="18" charset="0"/>
                        </a:rPr>
                        <m:t> </m:t>
                      </m:r>
                      <m:r>
                        <a:rPr lang="en-US" altLang="zh-CN" sz="2100" i="1">
                          <a:latin typeface="Cambria Math" panose="02040503050406030204" pitchFamily="18" charset="0"/>
                          <a:ea typeface="Cambria Math" panose="02040503050406030204" pitchFamily="18" charset="0"/>
                        </a:rPr>
                        <m:t>⋅</m:t>
                      </m:r>
                      <m:sSub>
                        <m:sSubPr>
                          <m:ctrlPr>
                            <a:rPr lang="en-US" altLang="zh-CN" sz="2100" i="1">
                              <a:latin typeface="Cambria Math" panose="02040503050406030204" pitchFamily="18" charset="0"/>
                              <a:ea typeface="Cambria Math" panose="02040503050406030204" pitchFamily="18" charset="0"/>
                            </a:rPr>
                          </m:ctrlPr>
                        </m:sSubPr>
                        <m:e>
                          <m:d>
                            <m:dPr>
                              <m:begChr m:val="‖"/>
                              <m:endChr m:val="‖"/>
                              <m:ctrlPr>
                                <a:rPr lang="en-US" altLang="zh-CN" sz="2100" i="1">
                                  <a:latin typeface="Cambria Math" panose="02040503050406030204" pitchFamily="18" charset="0"/>
                                  <a:ea typeface="Cambria Math" panose="02040503050406030204" pitchFamily="18" charset="0"/>
                                </a:rPr>
                              </m:ctrlPr>
                            </m:dPr>
                            <m:e>
                              <m:sSup>
                                <m:sSupPr>
                                  <m:ctrlPr>
                                    <a:rPr lang="en-US" altLang="zh-CN" sz="2100" i="1">
                                      <a:solidFill>
                                        <a:srgbClr val="FF0000"/>
                                      </a:solidFill>
                                      <a:latin typeface="Cambria Math" panose="02040503050406030204" pitchFamily="18" charset="0"/>
                                      <a:ea typeface="Cambria Math" panose="02040503050406030204" pitchFamily="18" charset="0"/>
                                    </a:rPr>
                                  </m:ctrlPr>
                                </m:sSupPr>
                                <m:e>
                                  <m:r>
                                    <a:rPr lang="en-US" altLang="zh-CN" sz="2100" i="1">
                                      <a:solidFill>
                                        <a:srgbClr val="FF0000"/>
                                      </a:solidFill>
                                      <a:latin typeface="Cambria Math" panose="02040503050406030204" pitchFamily="18" charset="0"/>
                                      <a:ea typeface="Cambria Math" panose="02040503050406030204" pitchFamily="18" charset="0"/>
                                    </a:rPr>
                                    <m:t>𝑒</m:t>
                                  </m:r>
                                </m:e>
                                <m:sup>
                                  <m:d>
                                    <m:dPr>
                                      <m:ctrlPr>
                                        <a:rPr lang="en-US" altLang="zh-CN" sz="2100" b="0" i="1">
                                          <a:solidFill>
                                            <a:srgbClr val="FF0000"/>
                                          </a:solidFill>
                                          <a:latin typeface="Cambria Math" panose="02040503050406030204" pitchFamily="18" charset="0"/>
                                          <a:ea typeface="Cambria Math" panose="02040503050406030204" pitchFamily="18" charset="0"/>
                                        </a:rPr>
                                      </m:ctrlPr>
                                    </m:dPr>
                                    <m:e>
                                      <m:r>
                                        <a:rPr lang="en-US" altLang="zh-CN" sz="2100" b="0" i="1" smtClean="0">
                                          <a:solidFill>
                                            <a:srgbClr val="FF0000"/>
                                          </a:solidFill>
                                          <a:latin typeface="Cambria Math" panose="02040503050406030204" pitchFamily="18" charset="0"/>
                                          <a:ea typeface="Cambria Math" panose="02040503050406030204" pitchFamily="18" charset="0"/>
                                        </a:rPr>
                                        <m:t>𝐿</m:t>
                                      </m:r>
                                    </m:e>
                                  </m:d>
                                </m:sup>
                              </m:sSup>
                            </m:e>
                          </m:d>
                        </m:e>
                        <m:sub>
                          <m:r>
                            <a:rPr lang="en-US" altLang="zh-CN" sz="2100" i="1">
                              <a:latin typeface="Cambria Math" panose="02040503050406030204" pitchFamily="18" charset="0"/>
                              <a:ea typeface="Cambria Math" panose="02040503050406030204" pitchFamily="18" charset="0"/>
                            </a:rPr>
                            <m:t>2</m:t>
                          </m:r>
                        </m:sub>
                      </m:sSub>
                    </m:oMath>
                  </m:oMathPara>
                </a14:m>
                <a:endParaRPr lang="en-US" altLang="zh-CN" sz="2100" dirty="0">
                  <a:ea typeface="Cambria Math" panose="02040503050406030204" pitchFamily="18" charset="0"/>
                </a:endParaRPr>
              </a:p>
            </p:txBody>
          </p:sp>
        </mc:Choice>
        <mc:Fallback xmlns="">
          <p:sp>
            <p:nvSpPr>
              <p:cNvPr id="7" name="矩形 6">
                <a:extLst>
                  <a:ext uri="{FF2B5EF4-FFF2-40B4-BE49-F238E27FC236}">
                    <a16:creationId xmlns:a16="http://schemas.microsoft.com/office/drawing/2014/main" id="{936026D3-F6DC-7DF8-AE49-A78B95006104}"/>
                  </a:ext>
                </a:extLst>
              </p:cNvPr>
              <p:cNvSpPr>
                <a:spLocks noRot="1" noChangeAspect="1" noMove="1" noResize="1" noEditPoints="1" noAdjustHandles="1" noChangeArrowheads="1" noChangeShapeType="1" noTextEdit="1"/>
              </p:cNvSpPr>
              <p:nvPr/>
            </p:nvSpPr>
            <p:spPr>
              <a:xfrm>
                <a:off x="3428604" y="4177911"/>
                <a:ext cx="6313745" cy="1000146"/>
              </a:xfrm>
              <a:prstGeom prst="rect">
                <a:avLst/>
              </a:prstGeom>
              <a:blipFill>
                <a:blip r:embed="rId4"/>
                <a:stretch>
                  <a:fillRect/>
                </a:stretch>
              </a:blipFill>
            </p:spPr>
            <p:txBody>
              <a:bodyPr/>
              <a:lstStyle/>
              <a:p>
                <a:r>
                  <a:rPr lang="zh-CN" altLang="en-US">
                    <a:noFill/>
                  </a:rPr>
                  <a:t> </a:t>
                </a:r>
              </a:p>
            </p:txBody>
          </p:sp>
        </mc:Fallback>
      </mc:AlternateContent>
      <p:sp>
        <p:nvSpPr>
          <p:cNvPr id="8" name="右箭头 7">
            <a:extLst>
              <a:ext uri="{FF2B5EF4-FFF2-40B4-BE49-F238E27FC236}">
                <a16:creationId xmlns:a16="http://schemas.microsoft.com/office/drawing/2014/main" id="{9B14E3D6-6143-3D65-612E-91784D3577D3}"/>
              </a:ext>
            </a:extLst>
          </p:cNvPr>
          <p:cNvSpPr/>
          <p:nvPr/>
        </p:nvSpPr>
        <p:spPr>
          <a:xfrm>
            <a:off x="3322528" y="5633681"/>
            <a:ext cx="651642" cy="2732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FC446A6-FCC5-692C-4D8C-3892494DC5F6}"/>
                  </a:ext>
                </a:extLst>
              </p:cNvPr>
              <p:cNvSpPr txBox="1"/>
              <p:nvPr/>
            </p:nvSpPr>
            <p:spPr>
              <a:xfrm>
                <a:off x="3154363" y="2994416"/>
                <a:ext cx="5555022" cy="5052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b="0" i="1" smtClean="0">
                              <a:solidFill>
                                <a:schemeClr val="tx1"/>
                              </a:solidFill>
                              <a:latin typeface="Cambria Math" panose="02040503050406030204" pitchFamily="18" charset="0"/>
                            </a:rPr>
                          </m:ctrlPr>
                        </m:sSubPr>
                        <m:e>
                          <m:d>
                            <m:dPr>
                              <m:begChr m:val="‖"/>
                              <m:endChr m:val="‖"/>
                              <m:ctrlPr>
                                <a:rPr lang="en-US" altLang="zh-CN" sz="2100" i="1">
                                  <a:solidFill>
                                    <a:schemeClr val="tx1"/>
                                  </a:solidFill>
                                  <a:latin typeface="Cambria Math" panose="02040503050406030204" pitchFamily="18" charset="0"/>
                                </a:rPr>
                              </m:ctrlPr>
                            </m:dPr>
                            <m:e>
                              <m:sSup>
                                <m:sSupPr>
                                  <m:ctrlPr>
                                    <a:rPr lang="en-US" altLang="zh-CN" sz="2100" i="1">
                                      <a:solidFill>
                                        <a:srgbClr val="FF0000"/>
                                      </a:solidFill>
                                      <a:latin typeface="Cambria Math" panose="02040503050406030204" pitchFamily="18" charset="0"/>
                                    </a:rPr>
                                  </m:ctrlPr>
                                </m:sSupPr>
                                <m:e>
                                  <m:r>
                                    <a:rPr lang="en-US" altLang="zh-CN" sz="2100" b="1" i="1">
                                      <a:solidFill>
                                        <a:srgbClr val="FF0000"/>
                                      </a:solidFill>
                                      <a:latin typeface="Cambria Math" panose="02040503050406030204" pitchFamily="18" charset="0"/>
                                    </a:rPr>
                                    <m:t>𝒆</m:t>
                                  </m:r>
                                </m:e>
                                <m:sup>
                                  <m:d>
                                    <m:dPr>
                                      <m:ctrlPr>
                                        <a:rPr lang="en-US" altLang="zh-CN" sz="2100" i="1">
                                          <a:solidFill>
                                            <a:srgbClr val="FF0000"/>
                                          </a:solidFill>
                                          <a:latin typeface="Cambria Math" panose="02040503050406030204" pitchFamily="18" charset="0"/>
                                        </a:rPr>
                                      </m:ctrlPr>
                                    </m:dPr>
                                    <m:e>
                                      <m:r>
                                        <a:rPr lang="en-US" altLang="zh-CN" sz="2100" i="1">
                                          <a:solidFill>
                                            <a:srgbClr val="FF0000"/>
                                          </a:solidFill>
                                          <a:latin typeface="Cambria Math" panose="02040503050406030204" pitchFamily="18" charset="0"/>
                                        </a:rPr>
                                        <m:t>𝑙</m:t>
                                      </m:r>
                                    </m:e>
                                  </m:d>
                                </m:sup>
                              </m:sSup>
                            </m:e>
                          </m:d>
                        </m:e>
                        <m:sub>
                          <m:r>
                            <a:rPr lang="en-US" altLang="zh-CN" sz="2100" b="0" i="1">
                              <a:solidFill>
                                <a:schemeClr val="tx1"/>
                              </a:solidFill>
                              <a:latin typeface="Cambria Math" panose="02040503050406030204" pitchFamily="18" charset="0"/>
                            </a:rPr>
                            <m:t>2</m:t>
                          </m:r>
                        </m:sub>
                      </m:sSub>
                      <m:r>
                        <a:rPr lang="en-US" altLang="zh-CN" sz="2100" i="1">
                          <a:solidFill>
                            <a:schemeClr val="tx1"/>
                          </a:solidFill>
                          <a:latin typeface="Cambria Math" panose="02040503050406030204" pitchFamily="18" charset="0"/>
                          <a:ea typeface="Cambria Math" panose="02040503050406030204" pitchFamily="18" charset="0"/>
                        </a:rPr>
                        <m:t>≤</m:t>
                      </m:r>
                      <m:sSub>
                        <m:sSubPr>
                          <m:ctrlPr>
                            <a:rPr lang="en-US" altLang="zh-CN" sz="2100" b="0" i="1">
                              <a:solidFill>
                                <a:schemeClr val="tx1"/>
                              </a:solidFill>
                              <a:latin typeface="Cambria Math" panose="02040503050406030204" pitchFamily="18" charset="0"/>
                              <a:ea typeface="Cambria Math" panose="02040503050406030204" pitchFamily="18" charset="0"/>
                            </a:rPr>
                          </m:ctrlPr>
                        </m:sSubPr>
                        <m:e>
                          <m:d>
                            <m:dPr>
                              <m:begChr m:val="‖"/>
                              <m:endChr m:val="‖"/>
                              <m:ctrlPr>
                                <a:rPr lang="en-US" altLang="zh-CN" sz="2100" i="1">
                                  <a:solidFill>
                                    <a:schemeClr val="tx1"/>
                                  </a:solidFill>
                                  <a:latin typeface="Cambria Math" panose="02040503050406030204" pitchFamily="18" charset="0"/>
                                  <a:ea typeface="Cambria Math" panose="02040503050406030204" pitchFamily="18" charset="0"/>
                                </a:rPr>
                              </m:ctrlPr>
                            </m:dPr>
                            <m:e>
                              <m:r>
                                <a:rPr lang="en-US" altLang="zh-CN" sz="2100">
                                  <a:solidFill>
                                    <a:schemeClr val="tx1"/>
                                  </a:solidFill>
                                  <a:latin typeface="Cambria Math" panose="02040503050406030204" pitchFamily="18" charset="0"/>
                                </a:rPr>
                                <m:t>𝛻</m:t>
                              </m:r>
                              <m:r>
                                <a:rPr lang="en-US" altLang="zh-CN" sz="2100" b="0" i="1" smtClean="0">
                                  <a:solidFill>
                                    <a:schemeClr val="tx1"/>
                                  </a:solidFill>
                                  <a:latin typeface="Cambria Math" panose="02040503050406030204" pitchFamily="18" charset="0"/>
                                </a:rPr>
                                <m:t>𝑓</m:t>
                              </m:r>
                              <m:d>
                                <m:dPr>
                                  <m:ctrlPr>
                                    <a:rPr lang="en-US" altLang="zh-CN" sz="2100" i="1">
                                      <a:solidFill>
                                        <a:schemeClr val="tx1"/>
                                      </a:solidFill>
                                      <a:latin typeface="Cambria Math" panose="02040503050406030204" pitchFamily="18" charset="0"/>
                                    </a:rPr>
                                  </m:ctrlPr>
                                </m:dPr>
                                <m:e>
                                  <m:sSup>
                                    <m:sSupPr>
                                      <m:ctrlPr>
                                        <a:rPr lang="en-US" altLang="zh-CN" sz="2100" i="1">
                                          <a:solidFill>
                                            <a:schemeClr val="tx1"/>
                                          </a:solidFill>
                                          <a:latin typeface="Cambria Math" panose="02040503050406030204" pitchFamily="18" charset="0"/>
                                        </a:rPr>
                                      </m:ctrlPr>
                                    </m:sSupPr>
                                    <m:e>
                                      <m:r>
                                        <a:rPr lang="en-US" altLang="zh-CN" sz="2100" b="1" i="1">
                                          <a:solidFill>
                                            <a:schemeClr val="tx1"/>
                                          </a:solidFill>
                                          <a:latin typeface="Cambria Math" panose="02040503050406030204" pitchFamily="18" charset="0"/>
                                        </a:rPr>
                                        <m:t>𝒛</m:t>
                                      </m:r>
                                    </m:e>
                                    <m:sup>
                                      <m:d>
                                        <m:dPr>
                                          <m:ctrlPr>
                                            <a:rPr lang="en-US" altLang="zh-CN" sz="2100" i="1">
                                              <a:solidFill>
                                                <a:schemeClr val="tx1"/>
                                              </a:solidFill>
                                              <a:latin typeface="Cambria Math" panose="02040503050406030204" pitchFamily="18" charset="0"/>
                                            </a:rPr>
                                          </m:ctrlPr>
                                        </m:dPr>
                                        <m:e>
                                          <m:r>
                                            <a:rPr lang="en-US" altLang="zh-CN" sz="2100" i="1">
                                              <a:solidFill>
                                                <a:schemeClr val="tx1"/>
                                              </a:solidFill>
                                              <a:latin typeface="Cambria Math" panose="02040503050406030204" pitchFamily="18" charset="0"/>
                                            </a:rPr>
                                            <m:t>𝑙</m:t>
                                          </m:r>
                                        </m:e>
                                      </m:d>
                                    </m:sup>
                                  </m:sSup>
                                </m:e>
                              </m:d>
                            </m:e>
                          </m:d>
                        </m:e>
                        <m:sub>
                          <m:r>
                            <a:rPr lang="en-US" altLang="zh-CN" sz="2100" b="0" i="1">
                              <a:solidFill>
                                <a:schemeClr val="tx1"/>
                              </a:solidFill>
                              <a:latin typeface="Cambria Math" panose="02040503050406030204" pitchFamily="18" charset="0"/>
                              <a:ea typeface="Cambria Math" panose="02040503050406030204" pitchFamily="18" charset="0"/>
                            </a:rPr>
                            <m:t>2</m:t>
                          </m:r>
                        </m:sub>
                      </m:sSub>
                      <m:r>
                        <a:rPr lang="en-US" altLang="zh-CN" sz="2100" b="0" i="1">
                          <a:solidFill>
                            <a:schemeClr val="tx1"/>
                          </a:solidFill>
                          <a:latin typeface="Cambria Math" panose="02040503050406030204" pitchFamily="18" charset="0"/>
                          <a:ea typeface="Cambria Math" panose="02040503050406030204" pitchFamily="18" charset="0"/>
                        </a:rPr>
                        <m:t>⋅</m:t>
                      </m:r>
                      <m:sSub>
                        <m:sSubPr>
                          <m:ctrlPr>
                            <a:rPr lang="en-US" altLang="zh-CN" sz="2100" b="0" i="1">
                              <a:solidFill>
                                <a:srgbClr val="FF0000"/>
                              </a:solidFill>
                              <a:latin typeface="Cambria Math" panose="02040503050406030204" pitchFamily="18" charset="0"/>
                              <a:ea typeface="Cambria Math" panose="02040503050406030204" pitchFamily="18" charset="0"/>
                            </a:rPr>
                          </m:ctrlPr>
                        </m:sSubPr>
                        <m:e>
                          <m:d>
                            <m:dPr>
                              <m:begChr m:val="‖"/>
                              <m:endChr m:val="‖"/>
                              <m:ctrlPr>
                                <a:rPr lang="en-US" altLang="zh-CN" sz="2100" i="1">
                                  <a:latin typeface="Cambria Math" panose="02040503050406030204" pitchFamily="18" charset="0"/>
                                  <a:ea typeface="Cambria Math" panose="02040503050406030204" pitchFamily="18" charset="0"/>
                                </a:rPr>
                              </m:ctrlPr>
                            </m:dPr>
                            <m:e>
                              <m:sSup>
                                <m:sSupPr>
                                  <m:ctrlPr>
                                    <a:rPr lang="en-US" altLang="zh-CN" sz="2100" i="1">
                                      <a:solidFill>
                                        <a:srgbClr val="FF0000"/>
                                      </a:solidFill>
                                      <a:latin typeface="Cambria Math" panose="02040503050406030204" pitchFamily="18" charset="0"/>
                                    </a:rPr>
                                  </m:ctrlPr>
                                </m:sSupPr>
                                <m:e>
                                  <m:r>
                                    <a:rPr lang="en-US" altLang="zh-CN" sz="2100" b="1" i="1">
                                      <a:solidFill>
                                        <a:srgbClr val="FF0000"/>
                                      </a:solidFill>
                                      <a:latin typeface="Cambria Math" panose="02040503050406030204" pitchFamily="18" charset="0"/>
                                    </a:rPr>
                                    <m:t>𝒆</m:t>
                                  </m:r>
                                </m:e>
                                <m:sup>
                                  <m:d>
                                    <m:dPr>
                                      <m:ctrlPr>
                                        <a:rPr lang="en-US" altLang="zh-CN" sz="2100" i="1">
                                          <a:solidFill>
                                            <a:srgbClr val="FF0000"/>
                                          </a:solidFill>
                                          <a:latin typeface="Cambria Math" panose="02040503050406030204" pitchFamily="18" charset="0"/>
                                        </a:rPr>
                                      </m:ctrlPr>
                                    </m:dPr>
                                    <m:e>
                                      <m:r>
                                        <a:rPr lang="en-US" altLang="zh-CN" sz="2100" i="1">
                                          <a:solidFill>
                                            <a:srgbClr val="FF0000"/>
                                          </a:solidFill>
                                          <a:latin typeface="Cambria Math" panose="02040503050406030204" pitchFamily="18" charset="0"/>
                                        </a:rPr>
                                        <m:t>𝑙</m:t>
                                      </m:r>
                                      <m:r>
                                        <a:rPr lang="en-US" altLang="zh-CN" sz="2100" i="1">
                                          <a:solidFill>
                                            <a:srgbClr val="FF0000"/>
                                          </a:solidFill>
                                          <a:latin typeface="Cambria Math" panose="02040503050406030204" pitchFamily="18" charset="0"/>
                                        </a:rPr>
                                        <m:t>+1</m:t>
                                      </m:r>
                                    </m:e>
                                  </m:d>
                                </m:sup>
                              </m:sSup>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𝑾</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𝑙</m:t>
                                      </m:r>
                                      <m:r>
                                        <a:rPr lang="en-US" altLang="zh-CN" sz="2100" i="1">
                                          <a:latin typeface="Cambria Math" panose="02040503050406030204" pitchFamily="18" charset="0"/>
                                        </a:rPr>
                                        <m:t>+1</m:t>
                                      </m:r>
                                    </m:e>
                                  </m:d>
                                </m:sup>
                              </m:sSup>
                            </m:e>
                          </m:d>
                        </m:e>
                        <m:sub>
                          <m:r>
                            <a:rPr lang="en-US" altLang="zh-CN" sz="2100" b="0" i="1">
                              <a:latin typeface="Cambria Math" panose="02040503050406030204" pitchFamily="18" charset="0"/>
                              <a:ea typeface="Cambria Math" panose="02040503050406030204" pitchFamily="18" charset="0"/>
                            </a:rPr>
                            <m:t>2</m:t>
                          </m:r>
                        </m:sub>
                      </m:sSub>
                    </m:oMath>
                  </m:oMathPara>
                </a14:m>
                <a:endParaRPr lang="en-US" altLang="zh-CN" sz="2100" i="1" dirty="0">
                  <a:latin typeface="Cambria Math" panose="02040503050406030204" pitchFamily="18" charset="0"/>
                </a:endParaRPr>
              </a:p>
            </p:txBody>
          </p:sp>
        </mc:Choice>
        <mc:Fallback xmlns="">
          <p:sp>
            <p:nvSpPr>
              <p:cNvPr id="4" name="文本框 3">
                <a:extLst>
                  <a:ext uri="{FF2B5EF4-FFF2-40B4-BE49-F238E27FC236}">
                    <a16:creationId xmlns:a16="http://schemas.microsoft.com/office/drawing/2014/main" id="{3FC446A6-FCC5-692C-4D8C-3892494DC5F6}"/>
                  </a:ext>
                </a:extLst>
              </p:cNvPr>
              <p:cNvSpPr txBox="1">
                <a:spLocks noRot="1" noChangeAspect="1" noMove="1" noResize="1" noEditPoints="1" noAdjustHandles="1" noChangeArrowheads="1" noChangeShapeType="1" noTextEdit="1"/>
              </p:cNvSpPr>
              <p:nvPr/>
            </p:nvSpPr>
            <p:spPr>
              <a:xfrm>
                <a:off x="3154363" y="2994416"/>
                <a:ext cx="5555022" cy="505267"/>
              </a:xfrm>
              <a:prstGeom prst="rect">
                <a:avLst/>
              </a:prstGeom>
              <a:blipFill>
                <a:blip r:embed="rId5"/>
                <a:stretch>
                  <a:fillRect b="-2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A7D4838-338C-3997-A8FE-841A6064EFF4}"/>
                  </a:ext>
                </a:extLst>
              </p:cNvPr>
              <p:cNvSpPr txBox="1"/>
              <p:nvPr/>
            </p:nvSpPr>
            <p:spPr>
              <a:xfrm>
                <a:off x="3974170" y="3584033"/>
                <a:ext cx="5449917" cy="51110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100" i="1" smtClean="0">
                          <a:solidFill>
                            <a:schemeClr val="tx1"/>
                          </a:solidFill>
                          <a:latin typeface="Cambria Math" panose="02040503050406030204" pitchFamily="18" charset="0"/>
                          <a:ea typeface="Cambria Math" panose="02040503050406030204" pitchFamily="18" charset="0"/>
                        </a:rPr>
                        <m:t>≤</m:t>
                      </m:r>
                      <m:sSub>
                        <m:sSubPr>
                          <m:ctrlPr>
                            <a:rPr lang="en-US" altLang="zh-CN" sz="2100" b="0" i="1">
                              <a:solidFill>
                                <a:schemeClr val="tx1"/>
                              </a:solidFill>
                              <a:latin typeface="Cambria Math" panose="02040503050406030204" pitchFamily="18" charset="0"/>
                              <a:ea typeface="Cambria Math" panose="02040503050406030204" pitchFamily="18" charset="0"/>
                            </a:rPr>
                          </m:ctrlPr>
                        </m:sSubPr>
                        <m:e>
                          <m:d>
                            <m:dPr>
                              <m:begChr m:val="‖"/>
                              <m:endChr m:val="‖"/>
                              <m:ctrlPr>
                                <a:rPr lang="en-US" altLang="zh-CN" sz="2100" i="1">
                                  <a:solidFill>
                                    <a:schemeClr val="tx1"/>
                                  </a:solidFill>
                                  <a:latin typeface="Cambria Math" panose="02040503050406030204" pitchFamily="18" charset="0"/>
                                  <a:ea typeface="Cambria Math" panose="02040503050406030204" pitchFamily="18" charset="0"/>
                                </a:rPr>
                              </m:ctrlPr>
                            </m:dPr>
                            <m:e>
                              <m:r>
                                <a:rPr lang="en-US" altLang="zh-CN" sz="2100">
                                  <a:solidFill>
                                    <a:schemeClr val="tx1"/>
                                  </a:solidFill>
                                  <a:latin typeface="Cambria Math" panose="02040503050406030204" pitchFamily="18" charset="0"/>
                                </a:rPr>
                                <m:t>𝛻</m:t>
                              </m:r>
                              <m:r>
                                <a:rPr lang="en-US" altLang="zh-CN" sz="2100" b="0" i="1" smtClean="0">
                                  <a:solidFill>
                                    <a:schemeClr val="tx1"/>
                                  </a:solidFill>
                                  <a:latin typeface="Cambria Math" panose="02040503050406030204" pitchFamily="18" charset="0"/>
                                </a:rPr>
                                <m:t>𝑓</m:t>
                              </m:r>
                              <m:d>
                                <m:dPr>
                                  <m:ctrlPr>
                                    <a:rPr lang="en-US" altLang="zh-CN" sz="2100" i="1">
                                      <a:solidFill>
                                        <a:schemeClr val="tx1"/>
                                      </a:solidFill>
                                      <a:latin typeface="Cambria Math" panose="02040503050406030204" pitchFamily="18" charset="0"/>
                                    </a:rPr>
                                  </m:ctrlPr>
                                </m:dPr>
                                <m:e>
                                  <m:sSup>
                                    <m:sSupPr>
                                      <m:ctrlPr>
                                        <a:rPr lang="en-US" altLang="zh-CN" sz="2100" i="1">
                                          <a:solidFill>
                                            <a:schemeClr val="tx1"/>
                                          </a:solidFill>
                                          <a:latin typeface="Cambria Math" panose="02040503050406030204" pitchFamily="18" charset="0"/>
                                        </a:rPr>
                                      </m:ctrlPr>
                                    </m:sSupPr>
                                    <m:e>
                                      <m:r>
                                        <a:rPr lang="en-US" altLang="zh-CN" sz="2100" b="1" i="1">
                                          <a:solidFill>
                                            <a:schemeClr val="tx1"/>
                                          </a:solidFill>
                                          <a:latin typeface="Cambria Math" panose="02040503050406030204" pitchFamily="18" charset="0"/>
                                        </a:rPr>
                                        <m:t>𝒛</m:t>
                                      </m:r>
                                    </m:e>
                                    <m:sup>
                                      <m:d>
                                        <m:dPr>
                                          <m:ctrlPr>
                                            <a:rPr lang="en-US" altLang="zh-CN" sz="2100" i="1">
                                              <a:solidFill>
                                                <a:schemeClr val="tx1"/>
                                              </a:solidFill>
                                              <a:latin typeface="Cambria Math" panose="02040503050406030204" pitchFamily="18" charset="0"/>
                                            </a:rPr>
                                          </m:ctrlPr>
                                        </m:dPr>
                                        <m:e>
                                          <m:r>
                                            <a:rPr lang="en-US" altLang="zh-CN" sz="2100" i="1">
                                              <a:solidFill>
                                                <a:schemeClr val="tx1"/>
                                              </a:solidFill>
                                              <a:latin typeface="Cambria Math" panose="02040503050406030204" pitchFamily="18" charset="0"/>
                                            </a:rPr>
                                            <m:t>𝑙</m:t>
                                          </m:r>
                                        </m:e>
                                      </m:d>
                                    </m:sup>
                                  </m:sSup>
                                </m:e>
                              </m:d>
                            </m:e>
                          </m:d>
                        </m:e>
                        <m:sub>
                          <m:r>
                            <a:rPr lang="en-US" altLang="zh-CN" sz="2100" b="0" i="1">
                              <a:solidFill>
                                <a:schemeClr val="tx1"/>
                              </a:solidFill>
                              <a:latin typeface="Cambria Math" panose="02040503050406030204" pitchFamily="18" charset="0"/>
                              <a:ea typeface="Cambria Math" panose="02040503050406030204" pitchFamily="18" charset="0"/>
                            </a:rPr>
                            <m:t>2</m:t>
                          </m:r>
                        </m:sub>
                      </m:sSub>
                      <m:r>
                        <a:rPr lang="en-US" altLang="zh-CN" sz="2100" b="0" i="1">
                          <a:solidFill>
                            <a:schemeClr val="tx1"/>
                          </a:solidFill>
                          <a:latin typeface="Cambria Math" panose="02040503050406030204" pitchFamily="18" charset="0"/>
                          <a:ea typeface="Cambria Math" panose="02040503050406030204" pitchFamily="18" charset="0"/>
                        </a:rPr>
                        <m:t>⋅</m:t>
                      </m:r>
                      <m:sSub>
                        <m:sSubPr>
                          <m:ctrlPr>
                            <a:rPr lang="en-US" altLang="zh-CN" sz="2100" b="0" i="1">
                              <a:solidFill>
                                <a:schemeClr val="tx1"/>
                              </a:solidFill>
                              <a:latin typeface="Cambria Math" panose="02040503050406030204" pitchFamily="18" charset="0"/>
                              <a:ea typeface="Cambria Math" panose="02040503050406030204" pitchFamily="18" charset="0"/>
                            </a:rPr>
                          </m:ctrlPr>
                        </m:sSubPr>
                        <m:e>
                          <m:d>
                            <m:dPr>
                              <m:begChr m:val="‖"/>
                              <m:endChr m:val="‖"/>
                              <m:ctrlPr>
                                <a:rPr lang="en-US" altLang="zh-CN" sz="2100" i="1">
                                  <a:solidFill>
                                    <a:schemeClr val="tx1"/>
                                  </a:solidFill>
                                  <a:latin typeface="Cambria Math" panose="02040503050406030204" pitchFamily="18" charset="0"/>
                                  <a:ea typeface="Cambria Math" panose="02040503050406030204" pitchFamily="18" charset="0"/>
                                </a:rPr>
                              </m:ctrlPr>
                            </m:dPr>
                            <m:e>
                              <m:sSup>
                                <m:sSupPr>
                                  <m:ctrlPr>
                                    <a:rPr lang="en-US" altLang="zh-CN" sz="2100" i="1">
                                      <a:solidFill>
                                        <a:schemeClr val="tx1"/>
                                      </a:solidFill>
                                      <a:latin typeface="Cambria Math" panose="02040503050406030204" pitchFamily="18" charset="0"/>
                                    </a:rPr>
                                  </m:ctrlPr>
                                </m:sSupPr>
                                <m:e>
                                  <m:r>
                                    <a:rPr lang="en-US" altLang="zh-CN" sz="2100" b="1" i="1">
                                      <a:solidFill>
                                        <a:schemeClr val="tx1"/>
                                      </a:solidFill>
                                      <a:latin typeface="Cambria Math" panose="02040503050406030204" pitchFamily="18" charset="0"/>
                                    </a:rPr>
                                    <m:t>𝑾</m:t>
                                  </m:r>
                                </m:e>
                                <m:sup>
                                  <m:d>
                                    <m:dPr>
                                      <m:ctrlPr>
                                        <a:rPr lang="en-US" altLang="zh-CN" sz="2100" i="1">
                                          <a:solidFill>
                                            <a:schemeClr val="tx1"/>
                                          </a:solidFill>
                                          <a:latin typeface="Cambria Math" panose="02040503050406030204" pitchFamily="18" charset="0"/>
                                        </a:rPr>
                                      </m:ctrlPr>
                                    </m:dPr>
                                    <m:e>
                                      <m:r>
                                        <a:rPr lang="en-US" altLang="zh-CN" sz="2100" i="1">
                                          <a:solidFill>
                                            <a:schemeClr val="tx1"/>
                                          </a:solidFill>
                                          <a:latin typeface="Cambria Math" panose="02040503050406030204" pitchFamily="18" charset="0"/>
                                        </a:rPr>
                                        <m:t>𝑙</m:t>
                                      </m:r>
                                      <m:r>
                                        <a:rPr lang="en-US" altLang="zh-CN" sz="2100" i="1">
                                          <a:solidFill>
                                            <a:schemeClr val="tx1"/>
                                          </a:solidFill>
                                          <a:latin typeface="Cambria Math" panose="02040503050406030204" pitchFamily="18" charset="0"/>
                                        </a:rPr>
                                        <m:t>+1</m:t>
                                      </m:r>
                                    </m:e>
                                  </m:d>
                                </m:sup>
                              </m:sSup>
                            </m:e>
                          </m:d>
                        </m:e>
                        <m:sub>
                          <m:r>
                            <a:rPr lang="en-US" altLang="zh-CN" sz="2100" b="0" i="1">
                              <a:solidFill>
                                <a:schemeClr val="tx1"/>
                              </a:solidFill>
                              <a:latin typeface="Cambria Math" panose="02040503050406030204" pitchFamily="18" charset="0"/>
                              <a:ea typeface="Cambria Math" panose="02040503050406030204" pitchFamily="18" charset="0"/>
                            </a:rPr>
                            <m:t>2</m:t>
                          </m:r>
                        </m:sub>
                      </m:sSub>
                      <m:r>
                        <a:rPr lang="en-US" altLang="zh-CN" sz="2100" b="0" i="1">
                          <a:latin typeface="Cambria Math" panose="02040503050406030204" pitchFamily="18" charset="0"/>
                          <a:ea typeface="Cambria Math" panose="02040503050406030204" pitchFamily="18" charset="0"/>
                        </a:rPr>
                        <m:t>⋅</m:t>
                      </m:r>
                      <m:sSub>
                        <m:sSubPr>
                          <m:ctrlPr>
                            <a:rPr lang="en-US" altLang="zh-CN" sz="2100" b="0" i="1">
                              <a:latin typeface="Cambria Math" panose="02040503050406030204" pitchFamily="18" charset="0"/>
                              <a:ea typeface="Cambria Math" panose="02040503050406030204" pitchFamily="18" charset="0"/>
                            </a:rPr>
                          </m:ctrlPr>
                        </m:sSubPr>
                        <m:e>
                          <m:d>
                            <m:dPr>
                              <m:begChr m:val="‖"/>
                              <m:endChr m:val="‖"/>
                              <m:ctrlPr>
                                <a:rPr lang="en-US" altLang="zh-CN" sz="2100" b="0" i="1">
                                  <a:latin typeface="Cambria Math" panose="02040503050406030204" pitchFamily="18" charset="0"/>
                                  <a:ea typeface="Cambria Math" panose="02040503050406030204" pitchFamily="18" charset="0"/>
                                </a:rPr>
                              </m:ctrlPr>
                            </m:dPr>
                            <m:e>
                              <m:sSup>
                                <m:sSupPr>
                                  <m:ctrlPr>
                                    <a:rPr lang="en-US" altLang="zh-CN" sz="2100" b="0" i="1">
                                      <a:solidFill>
                                        <a:srgbClr val="FF0000"/>
                                      </a:solidFill>
                                      <a:latin typeface="Cambria Math" panose="02040503050406030204" pitchFamily="18" charset="0"/>
                                      <a:ea typeface="Cambria Math" panose="02040503050406030204" pitchFamily="18" charset="0"/>
                                    </a:rPr>
                                  </m:ctrlPr>
                                </m:sSupPr>
                                <m:e>
                                  <m:r>
                                    <a:rPr lang="en-US" altLang="zh-CN" sz="2100" b="0" i="1">
                                      <a:solidFill>
                                        <a:srgbClr val="FF0000"/>
                                      </a:solidFill>
                                      <a:latin typeface="Cambria Math" panose="02040503050406030204" pitchFamily="18" charset="0"/>
                                      <a:ea typeface="Cambria Math" panose="02040503050406030204" pitchFamily="18" charset="0"/>
                                    </a:rPr>
                                    <m:t>𝑒</m:t>
                                  </m:r>
                                </m:e>
                                <m:sup>
                                  <m:r>
                                    <a:rPr lang="en-US" altLang="zh-CN" sz="2100" b="0" i="1">
                                      <a:solidFill>
                                        <a:srgbClr val="FF0000"/>
                                      </a:solidFill>
                                      <a:latin typeface="Cambria Math" panose="02040503050406030204" pitchFamily="18" charset="0"/>
                                      <a:ea typeface="Cambria Math" panose="02040503050406030204" pitchFamily="18" charset="0"/>
                                    </a:rPr>
                                    <m:t>(</m:t>
                                  </m:r>
                                  <m:r>
                                    <a:rPr lang="en-US" altLang="zh-CN" sz="2100" b="0" i="1">
                                      <a:solidFill>
                                        <a:srgbClr val="FF0000"/>
                                      </a:solidFill>
                                      <a:latin typeface="Cambria Math" panose="02040503050406030204" pitchFamily="18" charset="0"/>
                                      <a:ea typeface="Cambria Math" panose="02040503050406030204" pitchFamily="18" charset="0"/>
                                    </a:rPr>
                                    <m:t>𝑙</m:t>
                                  </m:r>
                                  <m:r>
                                    <a:rPr lang="en-US" altLang="zh-CN" sz="2100" b="0" i="1">
                                      <a:solidFill>
                                        <a:srgbClr val="FF0000"/>
                                      </a:solidFill>
                                      <a:latin typeface="Cambria Math" panose="02040503050406030204" pitchFamily="18" charset="0"/>
                                      <a:ea typeface="Cambria Math" panose="02040503050406030204" pitchFamily="18" charset="0"/>
                                    </a:rPr>
                                    <m:t>+1)</m:t>
                                  </m:r>
                                </m:sup>
                              </m:sSup>
                            </m:e>
                          </m:d>
                        </m:e>
                        <m:sub>
                          <m:r>
                            <a:rPr lang="en-US" altLang="zh-CN" sz="2100" b="0" i="1">
                              <a:latin typeface="Cambria Math" panose="02040503050406030204" pitchFamily="18" charset="0"/>
                              <a:ea typeface="Cambria Math" panose="02040503050406030204" pitchFamily="18" charset="0"/>
                            </a:rPr>
                            <m:t>2</m:t>
                          </m:r>
                        </m:sub>
                      </m:sSub>
                    </m:oMath>
                  </m:oMathPara>
                </a14:m>
                <a:endParaRPr lang="en-US" altLang="zh-CN" sz="2100" i="1" dirty="0">
                  <a:latin typeface="Cambria Math" panose="02040503050406030204" pitchFamily="18" charset="0"/>
                </a:endParaRPr>
              </a:p>
            </p:txBody>
          </p:sp>
        </mc:Choice>
        <mc:Fallback xmlns="">
          <p:sp>
            <p:nvSpPr>
              <p:cNvPr id="9" name="文本框 8">
                <a:extLst>
                  <a:ext uri="{FF2B5EF4-FFF2-40B4-BE49-F238E27FC236}">
                    <a16:creationId xmlns:a16="http://schemas.microsoft.com/office/drawing/2014/main" id="{CA7D4838-338C-3997-A8FE-841A6064EFF4}"/>
                  </a:ext>
                </a:extLst>
              </p:cNvPr>
              <p:cNvSpPr txBox="1">
                <a:spLocks noRot="1" noChangeAspect="1" noMove="1" noResize="1" noEditPoints="1" noAdjustHandles="1" noChangeArrowheads="1" noChangeShapeType="1" noTextEdit="1"/>
              </p:cNvSpPr>
              <p:nvPr/>
            </p:nvSpPr>
            <p:spPr>
              <a:xfrm>
                <a:off x="3974170" y="3584033"/>
                <a:ext cx="5449917" cy="511102"/>
              </a:xfrm>
              <a:prstGeom prst="rect">
                <a:avLst/>
              </a:prstGeom>
              <a:blipFill>
                <a:blip r:embed="rId6"/>
                <a:stretch>
                  <a:fillRect b="-1190"/>
                </a:stretch>
              </a:blipFill>
            </p:spPr>
            <p:txBody>
              <a:bodyPr/>
              <a:lstStyle/>
              <a:p>
                <a:r>
                  <a:rPr lang="zh-CN" altLang="en-US">
                    <a:noFill/>
                  </a:rPr>
                  <a:t> </a:t>
                </a:r>
              </a:p>
            </p:txBody>
          </p:sp>
        </mc:Fallback>
      </mc:AlternateContent>
      <p:sp>
        <p:nvSpPr>
          <p:cNvPr id="12" name="左大括号 11">
            <a:extLst>
              <a:ext uri="{FF2B5EF4-FFF2-40B4-BE49-F238E27FC236}">
                <a16:creationId xmlns:a16="http://schemas.microsoft.com/office/drawing/2014/main" id="{19D8C33B-EE9A-2B24-F2C9-DC141C867879}"/>
              </a:ext>
            </a:extLst>
          </p:cNvPr>
          <p:cNvSpPr/>
          <p:nvPr/>
        </p:nvSpPr>
        <p:spPr>
          <a:xfrm rot="16200000">
            <a:off x="6652087" y="4930285"/>
            <a:ext cx="368300" cy="241727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5EB3B14-0E82-B730-9C1B-4C36CEC80A86}"/>
              </a:ext>
            </a:extLst>
          </p:cNvPr>
          <p:cNvSpPr txBox="1"/>
          <p:nvPr/>
        </p:nvSpPr>
        <p:spPr>
          <a:xfrm>
            <a:off x="4830413" y="6276891"/>
            <a:ext cx="4666877" cy="369332"/>
          </a:xfrm>
          <a:prstGeom prst="rect">
            <a:avLst/>
          </a:prstGeom>
          <a:noFill/>
        </p:spPr>
        <p:txBody>
          <a:bodyPr wrap="square" rtlCol="0">
            <a:spAutoFit/>
          </a:bodyPr>
          <a:lstStyle/>
          <a:p>
            <a:r>
              <a:rPr kumimoji="1" lang="zh-CN" altLang="en-US"/>
              <a:t>当这一项小于</a:t>
            </a:r>
            <a:r>
              <a:rPr kumimoji="1" lang="en-US" altLang="zh-CN"/>
              <a:t>1</a:t>
            </a:r>
            <a:r>
              <a:rPr kumimoji="1" lang="zh-CN" altLang="en-US"/>
              <a:t>时，多层连乘趋近于</a:t>
            </a:r>
            <a:r>
              <a:rPr kumimoji="1" lang="en-US" altLang="zh-CN"/>
              <a:t>0</a:t>
            </a:r>
            <a:endParaRPr kumimoji="1"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5CEB1A7F-EE61-7444-0638-1EBB1D45531E}"/>
                  </a:ext>
                </a:extLst>
              </p:cNvPr>
              <p:cNvSpPr txBox="1"/>
              <p:nvPr/>
            </p:nvSpPr>
            <p:spPr>
              <a:xfrm>
                <a:off x="4219761" y="5194381"/>
                <a:ext cx="6109854" cy="10001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100" i="1" smtClean="0">
                          <a:latin typeface="Cambria Math" panose="02040503050406030204" pitchFamily="18" charset="0"/>
                        </a:rPr>
                        <m:t>=</m:t>
                      </m:r>
                      <m:nary>
                        <m:naryPr>
                          <m:chr m:val="∏"/>
                          <m:ctrlPr>
                            <a:rPr lang="en-US" altLang="zh-CN" sz="2100" i="1">
                              <a:latin typeface="Cambria Math" panose="02040503050406030204" pitchFamily="18" charset="0"/>
                            </a:rPr>
                          </m:ctrlPr>
                        </m:naryPr>
                        <m:sub>
                          <m:r>
                            <a:rPr lang="en-US" altLang="zh-CN" sz="2100" i="1">
                              <a:latin typeface="Cambria Math" panose="02040503050406030204" pitchFamily="18" charset="0"/>
                            </a:rPr>
                            <m:t>𝑖</m:t>
                          </m:r>
                          <m:r>
                            <a:rPr lang="en-US" altLang="zh-CN" sz="2100" i="1">
                              <a:latin typeface="Cambria Math" panose="02040503050406030204" pitchFamily="18" charset="0"/>
                            </a:rPr>
                            <m:t>=</m:t>
                          </m:r>
                          <m:r>
                            <a:rPr lang="en-US" altLang="zh-CN" sz="2100" i="1">
                              <a:latin typeface="Cambria Math" panose="02040503050406030204" pitchFamily="18" charset="0"/>
                            </a:rPr>
                            <m:t>𝑙</m:t>
                          </m:r>
                        </m:sub>
                        <m:sup>
                          <m:r>
                            <a:rPr lang="en-US" altLang="zh-CN" sz="2100" b="0" i="1" smtClean="0">
                              <a:latin typeface="Cambria Math" panose="02040503050406030204" pitchFamily="18" charset="0"/>
                            </a:rPr>
                            <m:t>𝐿</m:t>
                          </m:r>
                          <m:r>
                            <a:rPr lang="en-US" altLang="zh-CN" sz="2100" i="1">
                              <a:latin typeface="Cambria Math" panose="02040503050406030204" pitchFamily="18" charset="0"/>
                            </a:rPr>
                            <m:t>−1</m:t>
                          </m:r>
                        </m:sup>
                        <m:e>
                          <m:d>
                            <m:dPr>
                              <m:ctrlPr>
                                <a:rPr lang="en-US" altLang="zh-CN" sz="2100" i="1">
                                  <a:latin typeface="Cambria Math" panose="02040503050406030204" pitchFamily="18" charset="0"/>
                                  <a:ea typeface="Cambria Math" panose="02040503050406030204" pitchFamily="18" charset="0"/>
                                </a:rPr>
                              </m:ctrlPr>
                            </m:dPr>
                            <m:e>
                              <m:sSub>
                                <m:sSubPr>
                                  <m:ctrlPr>
                                    <a:rPr lang="en-US" altLang="zh-CN" sz="2100" i="1">
                                      <a:latin typeface="Cambria Math" panose="02040503050406030204" pitchFamily="18" charset="0"/>
                                      <a:ea typeface="Cambria Math" panose="02040503050406030204" pitchFamily="18" charset="0"/>
                                    </a:rPr>
                                  </m:ctrlPr>
                                </m:sSubPr>
                                <m:e>
                                  <m:d>
                                    <m:dPr>
                                      <m:begChr m:val="‖"/>
                                      <m:endChr m:val="‖"/>
                                      <m:ctrlPr>
                                        <a:rPr lang="en-US" altLang="zh-CN" sz="2100" i="1">
                                          <a:latin typeface="Cambria Math" panose="02040503050406030204" pitchFamily="18" charset="0"/>
                                          <a:ea typeface="Cambria Math" panose="02040503050406030204" pitchFamily="18" charset="0"/>
                                        </a:rPr>
                                      </m:ctrlPr>
                                    </m:dPr>
                                    <m:e>
                                      <m:r>
                                        <a:rPr lang="en-US" altLang="zh-CN" sz="2100">
                                          <a:latin typeface="Cambria Math" panose="02040503050406030204" pitchFamily="18" charset="0"/>
                                        </a:rPr>
                                        <m:t>𝛻</m:t>
                                      </m:r>
                                      <m:r>
                                        <a:rPr lang="en-US" altLang="zh-CN" sz="2100" i="1">
                                          <a:latin typeface="Cambria Math" panose="02040503050406030204" pitchFamily="18" charset="0"/>
                                        </a:rPr>
                                        <m:t>𝑓</m:t>
                                      </m:r>
                                      <m:d>
                                        <m:dPr>
                                          <m:ctrlPr>
                                            <a:rPr lang="en-US" altLang="zh-CN" sz="2100" i="1">
                                              <a:latin typeface="Cambria Math" panose="02040503050406030204" pitchFamily="18" charset="0"/>
                                            </a:rPr>
                                          </m:ctrlPr>
                                        </m:dPr>
                                        <m:e>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𝒛</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𝑖</m:t>
                                                  </m:r>
                                                </m:e>
                                              </m:d>
                                            </m:sup>
                                          </m:sSup>
                                        </m:e>
                                      </m:d>
                                    </m:e>
                                  </m:d>
                                </m:e>
                                <m:sub>
                                  <m:r>
                                    <a:rPr lang="en-US" altLang="zh-CN" sz="2100" i="1">
                                      <a:latin typeface="Cambria Math" panose="02040503050406030204" pitchFamily="18" charset="0"/>
                                    </a:rPr>
                                    <m:t>2</m:t>
                                  </m:r>
                                </m:sub>
                              </m:sSub>
                              <m:r>
                                <a:rPr lang="en-US" altLang="zh-CN" sz="2100" i="1">
                                  <a:latin typeface="Cambria Math" panose="02040503050406030204" pitchFamily="18" charset="0"/>
                                  <a:ea typeface="Cambria Math" panose="02040503050406030204" pitchFamily="18" charset="0"/>
                                </a:rPr>
                                <m:t>⋅</m:t>
                              </m:r>
                              <m:sSub>
                                <m:sSubPr>
                                  <m:ctrlPr>
                                    <a:rPr lang="en-US" altLang="zh-CN" sz="2100" i="1">
                                      <a:latin typeface="Cambria Math" panose="02040503050406030204" pitchFamily="18" charset="0"/>
                                      <a:ea typeface="Cambria Math" panose="02040503050406030204" pitchFamily="18" charset="0"/>
                                    </a:rPr>
                                  </m:ctrlPr>
                                </m:sSubPr>
                                <m:e>
                                  <m:d>
                                    <m:dPr>
                                      <m:begChr m:val="‖"/>
                                      <m:endChr m:val="‖"/>
                                      <m:ctrlPr>
                                        <a:rPr lang="en-US" altLang="zh-CN" sz="2100" i="1">
                                          <a:latin typeface="Cambria Math" panose="02040503050406030204" pitchFamily="18" charset="0"/>
                                          <a:ea typeface="Cambria Math" panose="02040503050406030204" pitchFamily="18" charset="0"/>
                                        </a:rPr>
                                      </m:ctrlPr>
                                    </m:dPr>
                                    <m:e>
                                      <m:sSup>
                                        <m:sSupPr>
                                          <m:ctrlPr>
                                            <a:rPr lang="en-US" altLang="zh-CN" sz="2100" i="1">
                                              <a:latin typeface="Cambria Math" panose="02040503050406030204" pitchFamily="18" charset="0"/>
                                            </a:rPr>
                                          </m:ctrlPr>
                                        </m:sSupPr>
                                        <m:e>
                                          <m:r>
                                            <a:rPr lang="en-US" altLang="zh-CN" sz="2100" b="1" i="1">
                                              <a:latin typeface="Cambria Math" panose="02040503050406030204" pitchFamily="18" charset="0"/>
                                            </a:rPr>
                                            <m:t>𝑾</m:t>
                                          </m:r>
                                        </m:e>
                                        <m:sup>
                                          <m:d>
                                            <m:dPr>
                                              <m:ctrlPr>
                                                <a:rPr lang="en-US" altLang="zh-CN" sz="2100" i="1">
                                                  <a:latin typeface="Cambria Math" panose="02040503050406030204" pitchFamily="18" charset="0"/>
                                                </a:rPr>
                                              </m:ctrlPr>
                                            </m:dPr>
                                            <m:e>
                                              <m:r>
                                                <a:rPr lang="en-US" altLang="zh-CN" sz="2100" i="1">
                                                  <a:latin typeface="Cambria Math" panose="02040503050406030204" pitchFamily="18" charset="0"/>
                                                </a:rPr>
                                                <m:t>𝑖</m:t>
                                              </m:r>
                                              <m:r>
                                                <a:rPr lang="en-US" altLang="zh-CN" sz="2100" i="1">
                                                  <a:latin typeface="Cambria Math" panose="02040503050406030204" pitchFamily="18" charset="0"/>
                                                </a:rPr>
                                                <m:t>+1</m:t>
                                              </m:r>
                                            </m:e>
                                          </m:d>
                                        </m:sup>
                                      </m:sSup>
                                    </m:e>
                                  </m:d>
                                </m:e>
                                <m:sub>
                                  <m:r>
                                    <a:rPr lang="en-US" altLang="zh-CN" sz="2100" i="1">
                                      <a:latin typeface="Cambria Math" panose="02040503050406030204" pitchFamily="18" charset="0"/>
                                      <a:ea typeface="Cambria Math" panose="02040503050406030204" pitchFamily="18" charset="0"/>
                                    </a:rPr>
                                    <m:t>2</m:t>
                                  </m:r>
                                </m:sub>
                              </m:sSub>
                            </m:e>
                          </m:d>
                        </m:e>
                      </m:nary>
                      <m:r>
                        <a:rPr lang="en-US" altLang="zh-CN" sz="2100" i="1">
                          <a:latin typeface="Cambria Math" panose="02040503050406030204" pitchFamily="18" charset="0"/>
                          <a:ea typeface="Cambria Math" panose="02040503050406030204" pitchFamily="18" charset="0"/>
                        </a:rPr>
                        <m:t>⋅</m:t>
                      </m:r>
                      <m:sSub>
                        <m:sSubPr>
                          <m:ctrlPr>
                            <a:rPr lang="en-US" altLang="zh-CN" sz="2100" i="1">
                              <a:latin typeface="Cambria Math" panose="02040503050406030204" pitchFamily="18" charset="0"/>
                              <a:ea typeface="Cambria Math" panose="02040503050406030204" pitchFamily="18" charset="0"/>
                            </a:rPr>
                          </m:ctrlPr>
                        </m:sSubPr>
                        <m:e>
                          <m:d>
                            <m:dPr>
                              <m:begChr m:val="‖"/>
                              <m:endChr m:val="‖"/>
                              <m:ctrlPr>
                                <a:rPr lang="en-US" altLang="zh-CN" sz="2100" i="1">
                                  <a:latin typeface="Cambria Math" panose="02040503050406030204" pitchFamily="18" charset="0"/>
                                  <a:ea typeface="Cambria Math" panose="02040503050406030204" pitchFamily="18" charset="0"/>
                                </a:rPr>
                              </m:ctrlPr>
                            </m:dPr>
                            <m:e>
                              <m:f>
                                <m:fPr>
                                  <m:ctrlPr>
                                    <a:rPr lang="en-US" altLang="zh-CN" sz="2100" i="1">
                                      <a:latin typeface="Cambria Math" panose="02040503050406030204" pitchFamily="18" charset="0"/>
                                      <a:ea typeface="Cambria Math" panose="02040503050406030204" pitchFamily="18" charset="0"/>
                                    </a:rPr>
                                  </m:ctrlPr>
                                </m:fPr>
                                <m:num>
                                  <m:r>
                                    <a:rPr lang="en-US" altLang="zh-CN" sz="2100" i="1">
                                      <a:latin typeface="Cambria Math" panose="02040503050406030204" pitchFamily="18" charset="0"/>
                                      <a:ea typeface="Cambria Math" panose="02040503050406030204" pitchFamily="18" charset="0"/>
                                    </a:rPr>
                                    <m:t>𝜕</m:t>
                                  </m:r>
                                  <m:r>
                                    <a:rPr lang="en-US" altLang="zh-CN" sz="2100" b="0" i="1">
                                      <a:latin typeface="Cambria Math" panose="02040503050406030204" pitchFamily="18" charset="0"/>
                                      <a:ea typeface="Cambria Math" panose="02040503050406030204" pitchFamily="18" charset="0"/>
                                    </a:rPr>
                                    <m:t>ℒ</m:t>
                                  </m:r>
                                  <m:r>
                                    <a:rPr lang="en-US" altLang="zh-CN" sz="2100" b="0" i="1">
                                      <a:latin typeface="Cambria Math" panose="02040503050406030204" pitchFamily="18" charset="0"/>
                                      <a:ea typeface="Cambria Math" panose="02040503050406030204" pitchFamily="18" charset="0"/>
                                    </a:rPr>
                                    <m:t>(</m:t>
                                  </m:r>
                                  <m:r>
                                    <a:rPr lang="en-US" altLang="zh-CN" sz="2100" b="1" i="1">
                                      <a:latin typeface="Cambria Math" panose="02040503050406030204" pitchFamily="18" charset="0"/>
                                      <a:ea typeface="Cambria Math" panose="02040503050406030204" pitchFamily="18" charset="0"/>
                                    </a:rPr>
                                    <m:t>𝒚</m:t>
                                  </m:r>
                                  <m:r>
                                    <a:rPr lang="en-US" altLang="zh-CN" sz="2100" b="0" i="1">
                                      <a:latin typeface="Cambria Math" panose="02040503050406030204" pitchFamily="18" charset="0"/>
                                      <a:ea typeface="Cambria Math" panose="02040503050406030204" pitchFamily="18" charset="0"/>
                                    </a:rPr>
                                    <m:t>,</m:t>
                                  </m:r>
                                  <m:acc>
                                    <m:accPr>
                                      <m:chr m:val="̂"/>
                                      <m:ctrlPr>
                                        <a:rPr lang="en-US" altLang="zh-CN" sz="2100" b="1" i="1">
                                          <a:latin typeface="Cambria Math" panose="02040503050406030204" pitchFamily="18" charset="0"/>
                                          <a:ea typeface="Cambria Math" panose="02040503050406030204" pitchFamily="18" charset="0"/>
                                        </a:rPr>
                                      </m:ctrlPr>
                                    </m:accPr>
                                    <m:e>
                                      <m:r>
                                        <a:rPr lang="en-US" altLang="zh-CN" sz="2100" b="1" i="1">
                                          <a:latin typeface="Cambria Math" panose="02040503050406030204" pitchFamily="18" charset="0"/>
                                          <a:ea typeface="Cambria Math" panose="02040503050406030204" pitchFamily="18" charset="0"/>
                                        </a:rPr>
                                        <m:t>𝒚</m:t>
                                      </m:r>
                                    </m:e>
                                  </m:acc>
                                  <m:r>
                                    <a:rPr lang="en-US" altLang="zh-CN" sz="2100" b="0" i="1">
                                      <a:latin typeface="Cambria Math" panose="02040503050406030204" pitchFamily="18" charset="0"/>
                                      <a:ea typeface="Cambria Math" panose="02040503050406030204" pitchFamily="18" charset="0"/>
                                    </a:rPr>
                                    <m:t>)</m:t>
                                  </m:r>
                                </m:num>
                                <m:den>
                                  <m:r>
                                    <a:rPr lang="en-US" altLang="zh-CN" sz="2100" i="1">
                                      <a:latin typeface="Cambria Math" panose="02040503050406030204" pitchFamily="18" charset="0"/>
                                      <a:ea typeface="Cambria Math" panose="02040503050406030204" pitchFamily="18" charset="0"/>
                                    </a:rPr>
                                    <m:t>𝜕</m:t>
                                  </m:r>
                                  <m:sSup>
                                    <m:sSupPr>
                                      <m:ctrlPr>
                                        <a:rPr lang="en-US" altLang="zh-CN" sz="2100" b="1" i="1">
                                          <a:latin typeface="Cambria Math" panose="02040503050406030204" pitchFamily="18" charset="0"/>
                                          <a:ea typeface="Cambria Math" panose="02040503050406030204" pitchFamily="18" charset="0"/>
                                        </a:rPr>
                                      </m:ctrlPr>
                                    </m:sSupPr>
                                    <m:e>
                                      <m:r>
                                        <a:rPr lang="en-US" altLang="zh-CN" sz="2100" b="1" i="1">
                                          <a:latin typeface="Cambria Math" panose="02040503050406030204" pitchFamily="18" charset="0"/>
                                          <a:ea typeface="Cambria Math" panose="02040503050406030204" pitchFamily="18" charset="0"/>
                                        </a:rPr>
                                        <m:t>𝒛</m:t>
                                      </m:r>
                                    </m:e>
                                    <m:sup>
                                      <m:r>
                                        <a:rPr lang="en-US" altLang="zh-CN" sz="2100" b="1" i="1">
                                          <a:latin typeface="Cambria Math" panose="02040503050406030204" pitchFamily="18" charset="0"/>
                                          <a:ea typeface="Cambria Math" panose="02040503050406030204" pitchFamily="18" charset="0"/>
                                        </a:rPr>
                                        <m:t>(</m:t>
                                      </m:r>
                                      <m:r>
                                        <a:rPr lang="en-US" altLang="zh-CN" sz="2100" b="1" i="1" smtClean="0">
                                          <a:latin typeface="Cambria Math" panose="02040503050406030204" pitchFamily="18" charset="0"/>
                                          <a:ea typeface="Cambria Math" panose="02040503050406030204" pitchFamily="18" charset="0"/>
                                        </a:rPr>
                                        <m:t>𝑳</m:t>
                                      </m:r>
                                      <m:r>
                                        <a:rPr lang="en-US" altLang="zh-CN" sz="2100" b="1" i="1">
                                          <a:latin typeface="Cambria Math" panose="02040503050406030204" pitchFamily="18" charset="0"/>
                                          <a:ea typeface="Cambria Math" panose="02040503050406030204" pitchFamily="18" charset="0"/>
                                        </a:rPr>
                                        <m:t>)</m:t>
                                      </m:r>
                                    </m:sup>
                                  </m:sSup>
                                </m:den>
                              </m:f>
                            </m:e>
                          </m:d>
                        </m:e>
                        <m:sub>
                          <m:r>
                            <a:rPr lang="en-US" altLang="zh-CN" sz="2100" i="1">
                              <a:latin typeface="Cambria Math" panose="02040503050406030204" pitchFamily="18" charset="0"/>
                              <a:ea typeface="Cambria Math" panose="02040503050406030204" pitchFamily="18" charset="0"/>
                            </a:rPr>
                            <m:t>2</m:t>
                          </m:r>
                        </m:sub>
                      </m:sSub>
                    </m:oMath>
                  </m:oMathPara>
                </a14:m>
                <a:endParaRPr lang="zh-CN" altLang="en-US" sz="2100" dirty="0"/>
              </a:p>
            </p:txBody>
          </p:sp>
        </mc:Choice>
        <mc:Fallback xmlns="">
          <p:sp>
            <p:nvSpPr>
              <p:cNvPr id="11" name="文本框 10">
                <a:extLst>
                  <a:ext uri="{FF2B5EF4-FFF2-40B4-BE49-F238E27FC236}">
                    <a16:creationId xmlns:a16="http://schemas.microsoft.com/office/drawing/2014/main" id="{5CEB1A7F-EE61-7444-0638-1EBB1D45531E}"/>
                  </a:ext>
                </a:extLst>
              </p:cNvPr>
              <p:cNvSpPr txBox="1">
                <a:spLocks noRot="1" noChangeAspect="1" noMove="1" noResize="1" noEditPoints="1" noAdjustHandles="1" noChangeArrowheads="1" noChangeShapeType="1" noTextEdit="1"/>
              </p:cNvSpPr>
              <p:nvPr/>
            </p:nvSpPr>
            <p:spPr>
              <a:xfrm>
                <a:off x="4219761" y="5194381"/>
                <a:ext cx="6109854" cy="1000146"/>
              </a:xfrm>
              <a:prstGeom prst="rect">
                <a:avLst/>
              </a:prstGeom>
              <a:blipFill>
                <a:blip r:embed="rId7"/>
                <a:stretch>
                  <a:fillRect/>
                </a:stretch>
              </a:blipFill>
            </p:spPr>
            <p:txBody>
              <a:bodyPr/>
              <a:lstStyle/>
              <a:p>
                <a:r>
                  <a:rPr lang="zh-CN" altLang="en-US">
                    <a:noFill/>
                  </a:rPr>
                  <a:t> </a:t>
                </a:r>
              </a:p>
            </p:txBody>
          </p:sp>
        </mc:Fallback>
      </mc:AlternateContent>
      <p:grpSp>
        <p:nvGrpSpPr>
          <p:cNvPr id="14" name="组合 13">
            <a:extLst>
              <a:ext uri="{FF2B5EF4-FFF2-40B4-BE49-F238E27FC236}">
                <a16:creationId xmlns:a16="http://schemas.microsoft.com/office/drawing/2014/main" id="{C37A1043-5089-3481-9A06-A87917A4C484}"/>
              </a:ext>
            </a:extLst>
          </p:cNvPr>
          <p:cNvGrpSpPr/>
          <p:nvPr/>
        </p:nvGrpSpPr>
        <p:grpSpPr>
          <a:xfrm>
            <a:off x="985815" y="1379622"/>
            <a:ext cx="2704866" cy="735642"/>
            <a:chOff x="-248281" y="953834"/>
            <a:chExt cx="2704866" cy="735642"/>
          </a:xfrm>
        </p:grpSpPr>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8167CF2F-4201-797B-8A9C-0F888CADCE9F}"/>
                    </a:ext>
                  </a:extLst>
                </p:cNvPr>
                <p:cNvSpPr/>
                <p:nvPr/>
              </p:nvSpPr>
              <p:spPr>
                <a:xfrm>
                  <a:off x="-248281" y="1268463"/>
                  <a:ext cx="2704866" cy="42101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𝒙</m:t>
                        </m:r>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b="1" i="1">
                                <a:latin typeface="Cambria Math" panose="02040503050406030204" pitchFamily="18" charset="0"/>
                              </a:rPr>
                              <m:t>𝒂</m:t>
                            </m:r>
                          </m:e>
                          <m:sup>
                            <m:d>
                              <m:dPr>
                                <m:ctrlPr>
                                  <a:rPr lang="en-US" altLang="zh-CN" sz="2000" i="1">
                                    <a:latin typeface="Cambria Math" panose="02040503050406030204" pitchFamily="18" charset="0"/>
                                  </a:rPr>
                                </m:ctrlPr>
                              </m:dPr>
                              <m:e>
                                <m:r>
                                  <a:rPr lang="en-US" altLang="zh-CN" sz="2000" i="1">
                                    <a:latin typeface="Cambria Math" panose="02040503050406030204" pitchFamily="18" charset="0"/>
                                  </a:rPr>
                                  <m:t>0</m:t>
                                </m:r>
                              </m:e>
                            </m:d>
                          </m:sup>
                        </m:sSup>
                      </m:oMath>
                    </m:oMathPara>
                  </a14:m>
                  <a:endParaRPr lang="zh-CN" altLang="en-US" sz="2000" dirty="0"/>
                </a:p>
              </p:txBody>
            </p:sp>
          </mc:Choice>
          <mc:Fallback xmlns="">
            <p:sp>
              <p:nvSpPr>
                <p:cNvPr id="15" name="矩形 14"/>
                <p:cNvSpPr>
                  <a:spLocks noRot="1" noChangeAspect="1" noMove="1" noResize="1" noEditPoints="1" noAdjustHandles="1" noChangeArrowheads="1" noChangeShapeType="1" noTextEdit="1"/>
                </p:cNvSpPr>
                <p:nvPr/>
              </p:nvSpPr>
              <p:spPr>
                <a:xfrm>
                  <a:off x="-248281" y="1268463"/>
                  <a:ext cx="2704866" cy="421013"/>
                </a:xfrm>
                <a:prstGeom prst="rect">
                  <a:avLst/>
                </a:prstGeom>
                <a:blipFill>
                  <a:blip r:embed="rId8"/>
                  <a:stretch>
                    <a:fillRect/>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F462BA9A-316A-13BB-C2BA-ECA36038673C}"/>
                </a:ext>
              </a:extLst>
            </p:cNvPr>
            <p:cNvSpPr txBox="1"/>
            <p:nvPr/>
          </p:nvSpPr>
          <p:spPr>
            <a:xfrm>
              <a:off x="721434" y="953834"/>
              <a:ext cx="786226" cy="369332"/>
            </a:xfrm>
            <a:prstGeom prst="rect">
              <a:avLst/>
            </a:prstGeom>
            <a:noFill/>
          </p:spPr>
          <p:txBody>
            <a:bodyPr wrap="square" rtlCol="0">
              <a:spAutoFit/>
            </a:bodyPr>
            <a:lstStyle/>
            <a:p>
              <a:r>
                <a:rPr kumimoji="1" lang="zh-CN" altLang="en-US"/>
                <a:t>输入</a:t>
              </a:r>
            </a:p>
          </p:txBody>
        </p:sp>
      </p:grpSp>
      <p:grpSp>
        <p:nvGrpSpPr>
          <p:cNvPr id="17" name="组合 16">
            <a:extLst>
              <a:ext uri="{FF2B5EF4-FFF2-40B4-BE49-F238E27FC236}">
                <a16:creationId xmlns:a16="http://schemas.microsoft.com/office/drawing/2014/main" id="{C4014B00-EB3B-1892-BBA8-E701893A1703}"/>
              </a:ext>
            </a:extLst>
          </p:cNvPr>
          <p:cNvGrpSpPr/>
          <p:nvPr/>
        </p:nvGrpSpPr>
        <p:grpSpPr>
          <a:xfrm>
            <a:off x="2914562" y="1379623"/>
            <a:ext cx="1680507" cy="719099"/>
            <a:chOff x="1680465" y="953834"/>
            <a:chExt cx="1680507" cy="719099"/>
          </a:xfrm>
        </p:grpSpPr>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1E4E404-F259-C85B-AB75-F17329D6DF00}"/>
                    </a:ext>
                  </a:extLst>
                </p:cNvPr>
                <p:cNvSpPr txBox="1"/>
                <p:nvPr/>
              </p:nvSpPr>
              <p:spPr>
                <a:xfrm>
                  <a:off x="1680465" y="1285006"/>
                  <a:ext cx="1680507" cy="387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1" i="1">
                                <a:latin typeface="Cambria Math" panose="02040503050406030204" pitchFamily="18" charset="0"/>
                              </a:rPr>
                              <m:t>𝒛</m:t>
                            </m:r>
                          </m:e>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1" i="1">
                                <a:latin typeface="Cambria Math" panose="02040503050406030204" pitchFamily="18" charset="0"/>
                              </a:rPr>
                              <m:t>𝒂</m:t>
                            </m:r>
                          </m:e>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p>
                      </m:oMath>
                    </m:oMathPara>
                  </a14:m>
                  <a:endParaRPr lang="zh-CN" altLang="en-US"/>
                </a:p>
              </p:txBody>
            </p:sp>
          </mc:Choice>
          <mc:Fallback xmlns="">
            <p:sp>
              <p:nvSpPr>
                <p:cNvPr id="23" name="文本框 22">
                  <a:extLst>
                    <a:ext uri="{FF2B5EF4-FFF2-40B4-BE49-F238E27FC236}">
                      <a16:creationId xmlns:a16="http://schemas.microsoft.com/office/drawing/2014/main" id="{55530814-94ED-65F7-CCF0-A71201C64E5A}"/>
                    </a:ext>
                  </a:extLst>
                </p:cNvPr>
                <p:cNvSpPr txBox="1">
                  <a:spLocks noRot="1" noChangeAspect="1" noMove="1" noResize="1" noEditPoints="1" noAdjustHandles="1" noChangeArrowheads="1" noChangeShapeType="1" noTextEdit="1"/>
                </p:cNvSpPr>
                <p:nvPr/>
              </p:nvSpPr>
              <p:spPr>
                <a:xfrm>
                  <a:off x="1680465" y="1285006"/>
                  <a:ext cx="1680507" cy="387927"/>
                </a:xfrm>
                <a:prstGeom prst="rect">
                  <a:avLst/>
                </a:prstGeom>
                <a:blipFill>
                  <a:blip r:embed="rId9"/>
                  <a:stretch>
                    <a:fillRect/>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D2A62923-E092-A77E-2A8B-E6F39E3E3FC0}"/>
                </a:ext>
              </a:extLst>
            </p:cNvPr>
            <p:cNvSpPr txBox="1"/>
            <p:nvPr/>
          </p:nvSpPr>
          <p:spPr>
            <a:xfrm>
              <a:off x="2149875" y="953834"/>
              <a:ext cx="910908" cy="369332"/>
            </a:xfrm>
            <a:prstGeom prst="rect">
              <a:avLst/>
            </a:prstGeom>
            <a:noFill/>
          </p:spPr>
          <p:txBody>
            <a:bodyPr wrap="square" rtlCol="0">
              <a:spAutoFit/>
            </a:bodyPr>
            <a:lstStyle/>
            <a:p>
              <a:r>
                <a:rPr kumimoji="1" lang="zh-CN" altLang="en-US">
                  <a:latin typeface="+mn-ea"/>
                </a:rPr>
                <a:t>第</a:t>
              </a:r>
              <a:r>
                <a:rPr kumimoji="1" lang="en-US" altLang="zh-CN">
                  <a:latin typeface="+mn-ea"/>
                </a:rPr>
                <a:t> </a:t>
              </a:r>
              <a:r>
                <a:rPr kumimoji="1" lang="en-US" altLang="zh-CN">
                  <a:latin typeface="Times New Roman" panose="02020603050405020304" pitchFamily="18" charset="0"/>
                  <a:cs typeface="Times New Roman" panose="02020603050405020304" pitchFamily="18" charset="0"/>
                </a:rPr>
                <a:t>1</a:t>
              </a:r>
              <a:r>
                <a:rPr kumimoji="1" lang="en-US" altLang="zh-CN">
                  <a:latin typeface="+mn-ea"/>
                </a:rPr>
                <a:t> </a:t>
              </a:r>
              <a:r>
                <a:rPr kumimoji="1" lang="zh-CN" altLang="en-US">
                  <a:latin typeface="+mn-ea"/>
                </a:rPr>
                <a:t>层</a:t>
              </a:r>
            </a:p>
          </p:txBody>
        </p:sp>
      </p:grpSp>
      <p:grpSp>
        <p:nvGrpSpPr>
          <p:cNvPr id="20" name="组合 19">
            <a:extLst>
              <a:ext uri="{FF2B5EF4-FFF2-40B4-BE49-F238E27FC236}">
                <a16:creationId xmlns:a16="http://schemas.microsoft.com/office/drawing/2014/main" id="{E46E00C9-BD4A-3744-848F-D109D6B47910}"/>
              </a:ext>
            </a:extLst>
          </p:cNvPr>
          <p:cNvGrpSpPr/>
          <p:nvPr/>
        </p:nvGrpSpPr>
        <p:grpSpPr>
          <a:xfrm>
            <a:off x="4620114" y="1366949"/>
            <a:ext cx="1596083" cy="731772"/>
            <a:chOff x="3386017" y="941161"/>
            <a:chExt cx="1596083" cy="731772"/>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1818A1C6-C3F8-B78A-7E6F-138EFF2231BD}"/>
                    </a:ext>
                  </a:extLst>
                </p:cNvPr>
                <p:cNvSpPr txBox="1"/>
                <p:nvPr/>
              </p:nvSpPr>
              <p:spPr>
                <a:xfrm>
                  <a:off x="3386017" y="1285006"/>
                  <a:ext cx="1596083" cy="387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1" i="1">
                                <a:latin typeface="Cambria Math" panose="02040503050406030204" pitchFamily="18" charset="0"/>
                              </a:rPr>
                              <m:t>𝒛</m:t>
                            </m:r>
                          </m:e>
                          <m:sup>
                            <m:d>
                              <m:dPr>
                                <m:ctrlPr>
                                  <a:rPr lang="en-US" altLang="zh-CN" i="1">
                                    <a:latin typeface="Cambria Math" panose="02040503050406030204" pitchFamily="18" charset="0"/>
                                  </a:rPr>
                                </m:ctrlPr>
                              </m:dPr>
                              <m:e>
                                <m:r>
                                  <a:rPr lang="en-US" altLang="zh-CN" i="1">
                                    <a:latin typeface="Cambria Math" panose="02040503050406030204" pitchFamily="18" charset="0"/>
                                  </a:rPr>
                                  <m:t>2</m:t>
                                </m:r>
                              </m:e>
                            </m:d>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1" i="1">
                                <a:latin typeface="Cambria Math" panose="02040503050406030204" pitchFamily="18" charset="0"/>
                              </a:rPr>
                              <m:t>𝒂</m:t>
                            </m:r>
                          </m:e>
                          <m:sup>
                            <m:d>
                              <m:dPr>
                                <m:ctrlPr>
                                  <a:rPr lang="en-US" altLang="zh-CN" i="1">
                                    <a:latin typeface="Cambria Math" panose="02040503050406030204" pitchFamily="18" charset="0"/>
                                  </a:rPr>
                                </m:ctrlPr>
                              </m:dPr>
                              <m:e>
                                <m:r>
                                  <a:rPr lang="en-US" altLang="zh-CN" i="1">
                                    <a:latin typeface="Cambria Math" panose="02040503050406030204" pitchFamily="18" charset="0"/>
                                  </a:rPr>
                                  <m:t>2</m:t>
                                </m:r>
                              </m:e>
                            </m:d>
                          </m:sup>
                        </m:sSup>
                      </m:oMath>
                    </m:oMathPara>
                  </a14:m>
                  <a:endParaRPr lang="zh-CN" altLang="en-US"/>
                </a:p>
              </p:txBody>
            </p:sp>
          </mc:Choice>
          <mc:Fallback xmlns="">
            <p:sp>
              <p:nvSpPr>
                <p:cNvPr id="9" name="文本框 8">
                  <a:extLst>
                    <a:ext uri="{FF2B5EF4-FFF2-40B4-BE49-F238E27FC236}">
                      <a16:creationId xmlns:a16="http://schemas.microsoft.com/office/drawing/2014/main" id="{EA38BF5B-FA8B-CBA4-27F6-F19162D2480F}"/>
                    </a:ext>
                  </a:extLst>
                </p:cNvPr>
                <p:cNvSpPr txBox="1">
                  <a:spLocks noRot="1" noChangeAspect="1" noMove="1" noResize="1" noEditPoints="1" noAdjustHandles="1" noChangeArrowheads="1" noChangeShapeType="1" noTextEdit="1"/>
                </p:cNvSpPr>
                <p:nvPr/>
              </p:nvSpPr>
              <p:spPr>
                <a:xfrm>
                  <a:off x="3386017" y="1285006"/>
                  <a:ext cx="1596083" cy="387927"/>
                </a:xfrm>
                <a:prstGeom prst="rect">
                  <a:avLst/>
                </a:prstGeom>
                <a:blipFill>
                  <a:blip r:embed="rId10"/>
                  <a:stretch>
                    <a:fillRect/>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5C473B41-2591-F9C5-D13D-F38CE0A5C5E6}"/>
                </a:ext>
              </a:extLst>
            </p:cNvPr>
            <p:cNvSpPr txBox="1"/>
            <p:nvPr/>
          </p:nvSpPr>
          <p:spPr>
            <a:xfrm>
              <a:off x="3702104" y="941161"/>
              <a:ext cx="933356" cy="369332"/>
            </a:xfrm>
            <a:prstGeom prst="rect">
              <a:avLst/>
            </a:prstGeom>
            <a:noFill/>
          </p:spPr>
          <p:txBody>
            <a:bodyPr wrap="square" rtlCol="0">
              <a:spAutoFit/>
            </a:bodyPr>
            <a:lstStyle/>
            <a:p>
              <a:r>
                <a:rPr kumimoji="1" lang="zh-CN" altLang="en-US">
                  <a:latin typeface="+mn-ea"/>
                </a:rPr>
                <a:t>第</a:t>
              </a:r>
              <a:r>
                <a:rPr kumimoji="1" lang="en-US" altLang="zh-CN">
                  <a:latin typeface="+mn-ea"/>
                </a:rPr>
                <a:t> </a:t>
              </a:r>
              <a:r>
                <a:rPr kumimoji="1" lang="en-US" altLang="zh-CN">
                  <a:latin typeface="Times New Roman" panose="02020603050405020304" pitchFamily="18" charset="0"/>
                  <a:cs typeface="Times New Roman" panose="02020603050405020304" pitchFamily="18" charset="0"/>
                </a:rPr>
                <a:t>2</a:t>
              </a:r>
              <a:r>
                <a:rPr kumimoji="1" lang="en-US" altLang="zh-CN">
                  <a:latin typeface="+mn-ea"/>
                </a:rPr>
                <a:t> </a:t>
              </a:r>
              <a:r>
                <a:rPr kumimoji="1" lang="zh-CN" altLang="en-US">
                  <a:latin typeface="+mn-ea"/>
                </a:rPr>
                <a:t>层</a:t>
              </a:r>
            </a:p>
          </p:txBody>
        </p:sp>
      </p:grpSp>
      <p:grpSp>
        <p:nvGrpSpPr>
          <p:cNvPr id="23" name="组合 22">
            <a:extLst>
              <a:ext uri="{FF2B5EF4-FFF2-40B4-BE49-F238E27FC236}">
                <a16:creationId xmlns:a16="http://schemas.microsoft.com/office/drawing/2014/main" id="{51B54AB8-80B7-ECB8-FD0B-E2F3DE57EB39}"/>
              </a:ext>
            </a:extLst>
          </p:cNvPr>
          <p:cNvGrpSpPr/>
          <p:nvPr/>
        </p:nvGrpSpPr>
        <p:grpSpPr>
          <a:xfrm>
            <a:off x="6109229" y="1366949"/>
            <a:ext cx="1858241" cy="731772"/>
            <a:chOff x="4875132" y="941161"/>
            <a:chExt cx="1858241" cy="731772"/>
          </a:xfrm>
        </p:grpSpPr>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5BDE020D-A09F-9CB2-08B7-CD35D9AC394B}"/>
                    </a:ext>
                  </a:extLst>
                </p:cNvPr>
                <p:cNvSpPr txBox="1"/>
                <p:nvPr/>
              </p:nvSpPr>
              <p:spPr>
                <a:xfrm>
                  <a:off x="4875132" y="1285006"/>
                  <a:ext cx="1858241" cy="387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1" i="1">
                                <a:latin typeface="Cambria Math" panose="02040503050406030204" pitchFamily="18" charset="0"/>
                              </a:rPr>
                              <m:t>𝒂</m:t>
                            </m:r>
                          </m:e>
                          <m:sup>
                            <m:d>
                              <m:dPr>
                                <m:ctrlPr>
                                  <a:rPr lang="en-US" altLang="zh-CN" i="1">
                                    <a:latin typeface="Cambria Math" panose="02040503050406030204" pitchFamily="18" charset="0"/>
                                  </a:rPr>
                                </m:ctrlPr>
                              </m:dPr>
                              <m:e>
                                <m:r>
                                  <a:rPr lang="en-US" altLang="zh-CN" i="1">
                                    <a:latin typeface="Cambria Math" panose="02040503050406030204" pitchFamily="18" charset="0"/>
                                  </a:rPr>
                                  <m:t>𝐿</m:t>
                                </m:r>
                                <m:r>
                                  <a:rPr lang="en-US" altLang="zh-CN" i="1">
                                    <a:latin typeface="Cambria Math" panose="02040503050406030204" pitchFamily="18" charset="0"/>
                                  </a:rPr>
                                  <m:t>−1</m:t>
                                </m:r>
                              </m:e>
                            </m:d>
                          </m:sup>
                        </m:sSup>
                      </m:oMath>
                    </m:oMathPara>
                  </a14:m>
                  <a:endParaRPr lang="zh-CN" altLang="en-US"/>
                </a:p>
              </p:txBody>
            </p:sp>
          </mc:Choice>
          <mc:Fallback xmlns="">
            <p:sp>
              <p:nvSpPr>
                <p:cNvPr id="11" name="文本框 10">
                  <a:extLst>
                    <a:ext uri="{FF2B5EF4-FFF2-40B4-BE49-F238E27FC236}">
                      <a16:creationId xmlns:a16="http://schemas.microsoft.com/office/drawing/2014/main" id="{24479444-B8BC-CC54-685F-AD4C7AB92CC5}"/>
                    </a:ext>
                  </a:extLst>
                </p:cNvPr>
                <p:cNvSpPr txBox="1">
                  <a:spLocks noRot="1" noChangeAspect="1" noMove="1" noResize="1" noEditPoints="1" noAdjustHandles="1" noChangeArrowheads="1" noChangeShapeType="1" noTextEdit="1"/>
                </p:cNvSpPr>
                <p:nvPr/>
              </p:nvSpPr>
              <p:spPr>
                <a:xfrm>
                  <a:off x="4875132" y="1285006"/>
                  <a:ext cx="1858241" cy="387927"/>
                </a:xfrm>
                <a:prstGeom prst="rect">
                  <a:avLst/>
                </a:prstGeom>
                <a:blipFill>
                  <a:blip r:embed="rId11"/>
                  <a:stretch>
                    <a:fillRect/>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E09438E9-4FD0-A3E4-44F4-8BC46C5690C3}"/>
                </a:ext>
              </a:extLst>
            </p:cNvPr>
            <p:cNvSpPr txBox="1"/>
            <p:nvPr/>
          </p:nvSpPr>
          <p:spPr>
            <a:xfrm>
              <a:off x="5296079" y="941161"/>
              <a:ext cx="1236142" cy="369332"/>
            </a:xfrm>
            <a:prstGeom prst="rect">
              <a:avLst/>
            </a:prstGeom>
            <a:noFill/>
          </p:spPr>
          <p:txBody>
            <a:bodyPr wrap="square" rtlCol="0">
              <a:spAutoFit/>
            </a:bodyPr>
            <a:lstStyle/>
            <a:p>
              <a:r>
                <a:rPr kumimoji="1" lang="zh-CN" altLang="en-US" dirty="0">
                  <a:latin typeface="+mn-ea"/>
                </a:rPr>
                <a:t>第</a:t>
              </a:r>
              <a:r>
                <a:rPr kumimoji="1" lang="en-US" altLang="zh-CN" dirty="0">
                  <a:latin typeface="+mn-ea"/>
                </a:rPr>
                <a:t> </a:t>
              </a:r>
              <a:r>
                <a:rPr kumimoji="1" lang="en-US" altLang="zh-CN" dirty="0">
                  <a:latin typeface="Times New Roman" panose="02020603050405020304" pitchFamily="18" charset="0"/>
                  <a:cs typeface="Times New Roman" panose="02020603050405020304" pitchFamily="18" charset="0"/>
                </a:rPr>
                <a:t>L-1</a:t>
              </a:r>
              <a:r>
                <a:rPr kumimoji="1" lang="en-US" altLang="zh-CN" dirty="0">
                  <a:latin typeface="+mn-ea"/>
                </a:rPr>
                <a:t> </a:t>
              </a:r>
              <a:r>
                <a:rPr kumimoji="1" lang="zh-CN" altLang="en-US" dirty="0">
                  <a:latin typeface="+mn-ea"/>
                </a:rPr>
                <a:t>层</a:t>
              </a:r>
            </a:p>
          </p:txBody>
        </p:sp>
      </p:grpSp>
      <p:grpSp>
        <p:nvGrpSpPr>
          <p:cNvPr id="26" name="组合 25">
            <a:extLst>
              <a:ext uri="{FF2B5EF4-FFF2-40B4-BE49-F238E27FC236}">
                <a16:creationId xmlns:a16="http://schemas.microsoft.com/office/drawing/2014/main" id="{A29CED21-EBE8-A63A-C158-0B9BEC4AEC2C}"/>
              </a:ext>
            </a:extLst>
          </p:cNvPr>
          <p:cNvGrpSpPr/>
          <p:nvPr/>
        </p:nvGrpSpPr>
        <p:grpSpPr>
          <a:xfrm>
            <a:off x="7851640" y="1372729"/>
            <a:ext cx="1566207" cy="725993"/>
            <a:chOff x="6617543" y="946940"/>
            <a:chExt cx="1566207" cy="725993"/>
          </a:xfrm>
        </p:grpSpPr>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5654CC09-4665-BF77-40B7-2B97E84C6A9F}"/>
                    </a:ext>
                  </a:extLst>
                </p:cNvPr>
                <p:cNvSpPr txBox="1"/>
                <p:nvPr/>
              </p:nvSpPr>
              <p:spPr>
                <a:xfrm>
                  <a:off x="6617543" y="1285006"/>
                  <a:ext cx="1566207" cy="387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1" i="1">
                                <a:latin typeface="Cambria Math" panose="02040503050406030204" pitchFamily="18" charset="0"/>
                              </a:rPr>
                              <m:t>𝒛</m:t>
                            </m:r>
                          </m:e>
                          <m:sup>
                            <m:d>
                              <m:dPr>
                                <m:ctrlPr>
                                  <a:rPr lang="en-US" altLang="zh-CN" i="1">
                                    <a:latin typeface="Cambria Math" panose="02040503050406030204" pitchFamily="18" charset="0"/>
                                  </a:rPr>
                                </m:ctrlPr>
                              </m:dPr>
                              <m:e>
                                <m:r>
                                  <a:rPr lang="en-US" altLang="zh-CN" i="1">
                                    <a:latin typeface="Cambria Math" panose="02040503050406030204" pitchFamily="18" charset="0"/>
                                  </a:rPr>
                                  <m:t>𝐿</m:t>
                                </m:r>
                              </m:e>
                            </m:d>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1" i="1">
                                <a:latin typeface="Cambria Math" panose="02040503050406030204" pitchFamily="18" charset="0"/>
                              </a:rPr>
                              <m:t>𝒂</m:t>
                            </m:r>
                          </m:e>
                          <m:sup>
                            <m:d>
                              <m:dPr>
                                <m:ctrlPr>
                                  <a:rPr lang="en-US" altLang="zh-CN" i="1">
                                    <a:latin typeface="Cambria Math" panose="02040503050406030204" pitchFamily="18" charset="0"/>
                                  </a:rPr>
                                </m:ctrlPr>
                              </m:dPr>
                              <m:e>
                                <m:r>
                                  <a:rPr lang="en-US" altLang="zh-CN" i="1">
                                    <a:latin typeface="Cambria Math" panose="02040503050406030204" pitchFamily="18" charset="0"/>
                                  </a:rPr>
                                  <m:t>𝐿</m:t>
                                </m:r>
                              </m:e>
                            </m:d>
                          </m:sup>
                        </m:sSup>
                      </m:oMath>
                    </m:oMathPara>
                  </a14:m>
                  <a:endParaRPr lang="zh-CN" altLang="en-US"/>
                </a:p>
              </p:txBody>
            </p:sp>
          </mc:Choice>
          <mc:Fallback xmlns="">
            <p:sp>
              <p:nvSpPr>
                <p:cNvPr id="18" name="文本框 17">
                  <a:extLst>
                    <a:ext uri="{FF2B5EF4-FFF2-40B4-BE49-F238E27FC236}">
                      <a16:creationId xmlns:a16="http://schemas.microsoft.com/office/drawing/2014/main" id="{FD188651-9CB9-B534-4ABF-8B5C74B4F1CF}"/>
                    </a:ext>
                  </a:extLst>
                </p:cNvPr>
                <p:cNvSpPr txBox="1">
                  <a:spLocks noRot="1" noChangeAspect="1" noMove="1" noResize="1" noEditPoints="1" noAdjustHandles="1" noChangeArrowheads="1" noChangeShapeType="1" noTextEdit="1"/>
                </p:cNvSpPr>
                <p:nvPr/>
              </p:nvSpPr>
              <p:spPr>
                <a:xfrm>
                  <a:off x="6617543" y="1285006"/>
                  <a:ext cx="1566207" cy="387927"/>
                </a:xfrm>
                <a:prstGeom prst="rect">
                  <a:avLst/>
                </a:prstGeom>
                <a:blipFill>
                  <a:blip r:embed="rId12"/>
                  <a:stretch>
                    <a:fillRect/>
                  </a:stretch>
                </a:blipFill>
              </p:spPr>
              <p:txBody>
                <a:bodyPr/>
                <a:lstStyle/>
                <a:p>
                  <a:r>
                    <a:rPr lang="zh-CN" altLang="en-US">
                      <a:noFill/>
                    </a:rPr>
                    <a:t> </a:t>
                  </a:r>
                </a:p>
              </p:txBody>
            </p:sp>
          </mc:Fallback>
        </mc:AlternateContent>
        <p:sp>
          <p:nvSpPr>
            <p:cNvPr id="28" name="文本框 27">
              <a:extLst>
                <a:ext uri="{FF2B5EF4-FFF2-40B4-BE49-F238E27FC236}">
                  <a16:creationId xmlns:a16="http://schemas.microsoft.com/office/drawing/2014/main" id="{EAFCE9A4-A37B-267E-535C-CE399E1CE59B}"/>
                </a:ext>
              </a:extLst>
            </p:cNvPr>
            <p:cNvSpPr txBox="1"/>
            <p:nvPr/>
          </p:nvSpPr>
          <p:spPr>
            <a:xfrm>
              <a:off x="6996569" y="946940"/>
              <a:ext cx="986893" cy="369332"/>
            </a:xfrm>
            <a:prstGeom prst="rect">
              <a:avLst/>
            </a:prstGeom>
            <a:noFill/>
          </p:spPr>
          <p:txBody>
            <a:bodyPr wrap="square" rtlCol="0">
              <a:spAutoFit/>
            </a:bodyPr>
            <a:lstStyle/>
            <a:p>
              <a:r>
                <a:rPr kumimoji="1" lang="zh-CN" altLang="en-US">
                  <a:latin typeface="+mn-ea"/>
                </a:rPr>
                <a:t>第</a:t>
              </a:r>
              <a:r>
                <a:rPr kumimoji="1" lang="en-US" altLang="zh-CN">
                  <a:latin typeface="+mn-ea"/>
                </a:rPr>
                <a:t> </a:t>
              </a:r>
              <a:r>
                <a:rPr kumimoji="1" lang="en-US" altLang="zh-CN">
                  <a:latin typeface="Times New Roman" panose="02020603050405020304" pitchFamily="18" charset="0"/>
                  <a:cs typeface="Times New Roman" panose="02020603050405020304" pitchFamily="18" charset="0"/>
                </a:rPr>
                <a:t>L</a:t>
              </a:r>
              <a:r>
                <a:rPr kumimoji="1" lang="en-US" altLang="zh-CN">
                  <a:latin typeface="+mn-ea"/>
                </a:rPr>
                <a:t> </a:t>
              </a:r>
              <a:r>
                <a:rPr kumimoji="1" lang="zh-CN" altLang="en-US">
                  <a:latin typeface="+mn-ea"/>
                </a:rPr>
                <a:t>层</a:t>
              </a:r>
            </a:p>
          </p:txBody>
        </p:sp>
      </p:gr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371DB96C-C6A8-22C6-E6C7-ADD594334946}"/>
                  </a:ext>
                </a:extLst>
              </p:cNvPr>
              <p:cNvSpPr txBox="1"/>
              <p:nvPr/>
            </p:nvSpPr>
            <p:spPr>
              <a:xfrm>
                <a:off x="184537" y="3109131"/>
                <a:ext cx="3666837" cy="2585323"/>
              </a:xfrm>
              <a:prstGeom prst="rect">
                <a:avLst/>
              </a:prstGeom>
              <a:noFill/>
            </p:spPr>
            <p:txBody>
              <a:bodyPr wrap="square">
                <a:spAutoFit/>
              </a:bodyPr>
              <a:lstStyle/>
              <a:p>
                <a:r>
                  <a:rPr kumimoji="1" lang="zh-CN" altLang="en-US" dirty="0">
                    <a:solidFill>
                      <a:srgbClr val="FF0000"/>
                    </a:solidFill>
                  </a:rPr>
                  <a:t>梯度消失</a:t>
                </a:r>
                <a:r>
                  <a:rPr kumimoji="1" lang="zh-CN" altLang="en-US" dirty="0"/>
                  <a:t>：神经网络层数过多时，由于链式法则导致反向传播过程中浅层参数的导数趋近于</a:t>
                </a:r>
                <a:r>
                  <a:rPr kumimoji="1" lang="en-US" altLang="zh-CN" dirty="0"/>
                  <a:t>0</a:t>
                </a:r>
                <a:r>
                  <a:rPr kumimoji="1" lang="zh-CN" altLang="en-US" dirty="0"/>
                  <a:t>，无法有效更新和学习。</a:t>
                </a:r>
                <a:endParaRPr kumimoji="1" lang="en-US" altLang="zh-CN" dirty="0"/>
              </a:p>
              <a:p>
                <a:endParaRPr kumimoji="1" lang="en-US" altLang="zh-CN" dirty="0"/>
              </a:p>
              <a:p>
                <a:r>
                  <a:rPr kumimoji="1" lang="zh-CN" altLang="en-US" dirty="0"/>
                  <a:t>例：假设每一层神经元对上一层输出的偏导数乘上权重的绝对值都小于</a:t>
                </a:r>
                <a:r>
                  <a:rPr kumimoji="1" lang="en-US" altLang="zh-CN" dirty="0"/>
                  <a:t>1</a:t>
                </a:r>
                <a:r>
                  <a:rPr kumimoji="1" lang="zh-CN" altLang="en-US" dirty="0"/>
                  <a:t>（假设为</a:t>
                </a:r>
                <a:r>
                  <a:rPr kumimoji="1" lang="en-US" altLang="zh-CN" dirty="0"/>
                  <a:t>0.9</a:t>
                </a:r>
                <a:r>
                  <a:rPr kumimoji="1" lang="zh-CN" altLang="en-US" dirty="0"/>
                  <a:t>），那么经过</a:t>
                </a:r>
                <a:r>
                  <a:rPr kumimoji="1" lang="en-US" altLang="zh-CN" dirty="0"/>
                  <a:t>30</a:t>
                </a:r>
                <a:r>
                  <a:rPr kumimoji="1" lang="zh-CN" altLang="en-US" dirty="0"/>
                  <a:t>层传播后</a:t>
                </a:r>
                <a14:m>
                  <m:oMath xmlns:m="http://schemas.openxmlformats.org/officeDocument/2006/math">
                    <m:sSup>
                      <m:sSupPr>
                        <m:ctrlPr>
                          <a:rPr kumimoji="1" lang="en-US" altLang="zh-CN" b="0" i="1">
                            <a:latin typeface="Cambria Math" panose="02040503050406030204" pitchFamily="18" charset="0"/>
                          </a:rPr>
                        </m:ctrlPr>
                      </m:sSupPr>
                      <m:e>
                        <m:r>
                          <a:rPr kumimoji="1" lang="en-US" altLang="zh-CN" b="0" i="1">
                            <a:latin typeface="Cambria Math" panose="02040503050406030204" pitchFamily="18" charset="0"/>
                          </a:rPr>
                          <m:t>0.9</m:t>
                        </m:r>
                      </m:e>
                      <m:sup>
                        <m:r>
                          <a:rPr kumimoji="1" lang="en-US" altLang="zh-CN" b="0" i="1">
                            <a:latin typeface="Cambria Math" panose="02040503050406030204" pitchFamily="18" charset="0"/>
                          </a:rPr>
                          <m:t>30</m:t>
                        </m:r>
                      </m:sup>
                    </m:sSup>
                    <m:r>
                      <a:rPr kumimoji="1" lang="en-US" altLang="zh-CN" b="0" i="1">
                        <a:latin typeface="Cambria Math" panose="02040503050406030204" pitchFamily="18" charset="0"/>
                      </a:rPr>
                      <m:t>=0.0424</m:t>
                    </m:r>
                    <m:r>
                      <a:rPr kumimoji="1" lang="zh-CN" altLang="en-US" i="1">
                        <a:latin typeface="Cambria Math" panose="02040503050406030204" pitchFamily="18" charset="0"/>
                      </a:rPr>
                      <m:t>≈</m:t>
                    </m:r>
                    <m:r>
                      <a:rPr kumimoji="1" lang="en-US" altLang="zh-CN" b="0" i="1">
                        <a:latin typeface="Cambria Math" panose="02040503050406030204" pitchFamily="18" charset="0"/>
                      </a:rPr>
                      <m:t>0</m:t>
                    </m:r>
                  </m:oMath>
                </a14:m>
                <a:r>
                  <a:rPr kumimoji="1" lang="en-US" altLang="zh-CN" dirty="0"/>
                  <a:t>.</a:t>
                </a:r>
              </a:p>
            </p:txBody>
          </p:sp>
        </mc:Choice>
        <mc:Fallback xmlns="">
          <p:sp>
            <p:nvSpPr>
              <p:cNvPr id="29" name="文本框 28">
                <a:extLst>
                  <a:ext uri="{FF2B5EF4-FFF2-40B4-BE49-F238E27FC236}">
                    <a16:creationId xmlns:a16="http://schemas.microsoft.com/office/drawing/2014/main" id="{371DB96C-C6A8-22C6-E6C7-ADD594334946}"/>
                  </a:ext>
                </a:extLst>
              </p:cNvPr>
              <p:cNvSpPr txBox="1">
                <a:spLocks noRot="1" noChangeAspect="1" noMove="1" noResize="1" noEditPoints="1" noAdjustHandles="1" noChangeArrowheads="1" noChangeShapeType="1" noTextEdit="1"/>
              </p:cNvSpPr>
              <p:nvPr/>
            </p:nvSpPr>
            <p:spPr>
              <a:xfrm>
                <a:off x="184537" y="3109131"/>
                <a:ext cx="3666837" cy="2585323"/>
              </a:xfrm>
              <a:prstGeom prst="rect">
                <a:avLst/>
              </a:prstGeom>
              <a:blipFill>
                <a:blip r:embed="rId13"/>
                <a:stretch>
                  <a:fillRect l="-1329" t="-1179" r="-332" b="-28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5184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vertical)">
                                      <p:cBhvr>
                                        <p:cTn id="7" dur="500"/>
                                        <p:tgtEl>
                                          <p:spTgt spid="1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childTnLst>
                                </p:cTn>
                              </p:par>
                            </p:childTnLst>
                          </p:cTn>
                        </p:par>
                        <p:par>
                          <p:cTn id="10" fill="hold">
                            <p:stCondLst>
                              <p:cond delay="500"/>
                            </p:stCondLst>
                            <p:childTnLst>
                              <p:par>
                                <p:cTn id="11" presetID="3" presetClass="entr" presetSubtype="5"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linds(vertical)">
                                      <p:cBhvr>
                                        <p:cTn id="13" dur="500"/>
                                        <p:tgtEl>
                                          <p:spTgt spid="17"/>
                                        </p:tgtEl>
                                      </p:cBhvr>
                                    </p:animEffect>
                                  </p:childTnLst>
                                </p:cTn>
                              </p:par>
                            </p:childTnLst>
                          </p:cTn>
                        </p:par>
                        <p:par>
                          <p:cTn id="14" fill="hold">
                            <p:stCondLst>
                              <p:cond delay="1000"/>
                            </p:stCondLst>
                            <p:childTnLst>
                              <p:par>
                                <p:cTn id="15" presetID="3" presetClass="entr" presetSubtype="5" fill="hold"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vertical)">
                                      <p:cBhvr>
                                        <p:cTn id="17" dur="500"/>
                                        <p:tgtEl>
                                          <p:spTgt spid="20"/>
                                        </p:tgtEl>
                                      </p:cBhvr>
                                    </p:animEffect>
                                  </p:childTnLst>
                                </p:cTn>
                              </p:par>
                            </p:childTnLst>
                          </p:cTn>
                        </p:par>
                        <p:par>
                          <p:cTn id="18" fill="hold">
                            <p:stCondLst>
                              <p:cond delay="1500"/>
                            </p:stCondLst>
                            <p:childTnLst>
                              <p:par>
                                <p:cTn id="19" presetID="3" presetClass="entr" presetSubtype="5"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blinds(vertical)">
                                      <p:cBhvr>
                                        <p:cTn id="21" dur="500"/>
                                        <p:tgtEl>
                                          <p:spTgt spid="23"/>
                                        </p:tgtEl>
                                      </p:cBhvr>
                                    </p:animEffect>
                                  </p:childTnLst>
                                </p:cTn>
                              </p:par>
                            </p:childTnLst>
                          </p:cTn>
                        </p:par>
                        <p:par>
                          <p:cTn id="22" fill="hold">
                            <p:stCondLst>
                              <p:cond delay="2000"/>
                            </p:stCondLst>
                            <p:childTnLst>
                              <p:par>
                                <p:cTn id="23" presetID="3" presetClass="entr" presetSubtype="5"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vertical)">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5" grpId="0"/>
      <p:bldP spid="6" grpId="0"/>
      <p:bldP spid="7" grpId="0"/>
      <p:bldP spid="8" grpId="0" animBg="1"/>
      <p:bldP spid="4" grpId="0"/>
      <p:bldP spid="9" grpId="0"/>
      <p:bldP spid="12" grpId="0" animBg="1"/>
      <p:bldP spid="13" grpId="0"/>
      <p:bldP spid="11"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E771A-A67D-17F1-54D9-1BB3CEA6967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44425C4-A627-721F-B9E9-EF61BF54126D}"/>
              </a:ext>
            </a:extLst>
          </p:cNvPr>
          <p:cNvSpPr>
            <a:spLocks noGrp="1"/>
          </p:cNvSpPr>
          <p:nvPr>
            <p:ph type="title"/>
          </p:nvPr>
        </p:nvSpPr>
        <p:spPr/>
        <p:txBody>
          <a:bodyPr/>
          <a:lstStyle/>
          <a:p>
            <a:r>
              <a:rPr kumimoji="1" lang="zh-CN" altLang="en-US"/>
              <a:t>梯度消失 </a:t>
            </a:r>
            <a:r>
              <a:rPr kumimoji="1" lang="en-US" altLang="zh-CN"/>
              <a:t>Gradient</a:t>
            </a:r>
            <a:r>
              <a:rPr kumimoji="1" lang="zh-CN" altLang="en-US"/>
              <a:t> </a:t>
            </a:r>
            <a:r>
              <a:rPr kumimoji="1" lang="en-US" altLang="zh-CN"/>
              <a:t>Vanishing</a:t>
            </a:r>
            <a:endParaRPr kumimoji="1"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A6B8E80-5976-AA08-0AD7-0493B99A6C9B}"/>
                  </a:ext>
                </a:extLst>
              </p:cNvPr>
              <p:cNvSpPr>
                <a:spLocks noGrp="1"/>
              </p:cNvSpPr>
              <p:nvPr>
                <p:ph idx="1"/>
              </p:nvPr>
            </p:nvSpPr>
            <p:spPr>
              <a:xfrm>
                <a:off x="539174" y="1387365"/>
                <a:ext cx="10515600" cy="5192110"/>
              </a:xfrm>
            </p:spPr>
            <p:txBody>
              <a:bodyPr>
                <a:normAutofit/>
              </a:bodyPr>
              <a:lstStyle/>
              <a:p>
                <a:r>
                  <a:rPr kumimoji="1" lang="zh-CN" altLang="en-US" dirty="0"/>
                  <a:t> </a:t>
                </a:r>
                <a:r>
                  <a:rPr kumimoji="1" lang="zh-CN" altLang="en-US" dirty="0">
                    <a:solidFill>
                      <a:srgbClr val="FF0000"/>
                    </a:solidFill>
                  </a:rPr>
                  <a:t>梯度消失</a:t>
                </a:r>
                <a:r>
                  <a:rPr kumimoji="1" lang="zh-CN" altLang="en-US" dirty="0"/>
                  <a:t>：神经网络层数过多时，由于链式法则导致反向传播过程中浅层参数的导数趋近于</a:t>
                </a:r>
                <a:r>
                  <a:rPr kumimoji="1" lang="en-US" altLang="zh-CN" dirty="0"/>
                  <a:t>0</a:t>
                </a:r>
                <a:r>
                  <a:rPr kumimoji="1" lang="zh-CN" altLang="en-US" dirty="0"/>
                  <a:t>，无法有效更新和学习。</a:t>
                </a:r>
                <a:endParaRPr kumimoji="1" lang="en-US" altLang="zh-CN" dirty="0"/>
              </a:p>
              <a:p>
                <a:pPr lvl="1"/>
                <a:r>
                  <a:rPr kumimoji="1" lang="zh-CN" altLang="en-US" dirty="0"/>
                  <a:t>例：假设每一层神经元对上一层输出的偏导数乘上权重的绝对值都小于</a:t>
                </a:r>
                <a:r>
                  <a:rPr kumimoji="1" lang="en-US" altLang="zh-CN" dirty="0"/>
                  <a:t>1</a:t>
                </a:r>
                <a:r>
                  <a:rPr kumimoji="1" lang="zh-CN" altLang="en-US" dirty="0"/>
                  <a:t>（假设为</a:t>
                </a:r>
                <a:r>
                  <a:rPr kumimoji="1" lang="en-US" altLang="zh-CN" dirty="0"/>
                  <a:t>0.9</a:t>
                </a:r>
                <a:r>
                  <a:rPr kumimoji="1" lang="zh-CN" altLang="en-US" dirty="0"/>
                  <a:t>），那么经过</a:t>
                </a:r>
                <a:r>
                  <a:rPr kumimoji="1" lang="en-US" altLang="zh-CN" dirty="0"/>
                  <a:t>30</a:t>
                </a:r>
                <a:r>
                  <a:rPr kumimoji="1" lang="zh-CN" altLang="en-US" dirty="0"/>
                  <a:t>层传播后</a:t>
                </a:r>
                <a14:m>
                  <m:oMath xmlns:m="http://schemas.openxmlformats.org/officeDocument/2006/math">
                    <m:sSup>
                      <m:sSupPr>
                        <m:ctrlPr>
                          <a:rPr kumimoji="1" lang="en-US" altLang="zh-CN" b="0" i="1">
                            <a:latin typeface="Cambria Math" panose="02040503050406030204" pitchFamily="18" charset="0"/>
                          </a:rPr>
                        </m:ctrlPr>
                      </m:sSupPr>
                      <m:e>
                        <m:r>
                          <a:rPr kumimoji="1" lang="en-US" altLang="zh-CN" b="0" i="1">
                            <a:latin typeface="Cambria Math" panose="02040503050406030204" pitchFamily="18" charset="0"/>
                          </a:rPr>
                          <m:t>0.9</m:t>
                        </m:r>
                      </m:e>
                      <m:sup>
                        <m:r>
                          <a:rPr kumimoji="1" lang="en-US" altLang="zh-CN" b="0" i="1">
                            <a:latin typeface="Cambria Math" panose="02040503050406030204" pitchFamily="18" charset="0"/>
                          </a:rPr>
                          <m:t>30</m:t>
                        </m:r>
                      </m:sup>
                    </m:sSup>
                    <m:r>
                      <a:rPr kumimoji="1" lang="en-US" altLang="zh-CN" b="0" i="1">
                        <a:latin typeface="Cambria Math" panose="02040503050406030204" pitchFamily="18" charset="0"/>
                      </a:rPr>
                      <m:t>=0.0424</m:t>
                    </m:r>
                    <m:r>
                      <a:rPr kumimoji="1" lang="zh-CN" altLang="en-US" i="1">
                        <a:latin typeface="Cambria Math" panose="02040503050406030204" pitchFamily="18" charset="0"/>
                      </a:rPr>
                      <m:t>≈</m:t>
                    </m:r>
                    <m:r>
                      <a:rPr kumimoji="1" lang="en-US" altLang="zh-CN" b="0" i="1">
                        <a:latin typeface="Cambria Math" panose="02040503050406030204" pitchFamily="18" charset="0"/>
                      </a:rPr>
                      <m:t>0</m:t>
                    </m:r>
                  </m:oMath>
                </a14:m>
                <a:r>
                  <a:rPr kumimoji="1" lang="en-US" altLang="zh-CN" dirty="0"/>
                  <a:t>.</a:t>
                </a:r>
              </a:p>
              <a:p>
                <a:endParaRPr kumimoji="1" lang="en-US" altLang="zh-CN" dirty="0"/>
              </a:p>
              <a:p>
                <a:r>
                  <a:rPr kumimoji="1" lang="zh-CN" altLang="en-US" dirty="0"/>
                  <a:t> 缓解梯度消失</a:t>
                </a:r>
                <a:endParaRPr kumimoji="1" lang="en-US" altLang="zh-CN" dirty="0"/>
              </a:p>
              <a:p>
                <a:pPr lvl="1"/>
                <a:r>
                  <a:rPr kumimoji="1" lang="zh-CN" altLang="en-US" dirty="0"/>
                  <a:t>更换激活函数：</a:t>
                </a:r>
                <a:r>
                  <a:rPr kumimoji="1" lang="en-US" altLang="zh-CN" dirty="0"/>
                  <a:t>sigmoid </a:t>
                </a:r>
                <a:r>
                  <a:rPr kumimoji="1" lang="zh-CN" altLang="en-US" dirty="0"/>
                  <a:t>和 </a:t>
                </a:r>
                <a:r>
                  <a:rPr kumimoji="1" lang="en-US" altLang="zh-CN" dirty="0"/>
                  <a:t>tanh</a:t>
                </a:r>
                <a:r>
                  <a:rPr kumimoji="1" lang="zh-CN" altLang="en-US" dirty="0"/>
                  <a:t> 激活函数的导数都在</a:t>
                </a:r>
                <a14:m>
                  <m:oMath xmlns:m="http://schemas.openxmlformats.org/officeDocument/2006/math">
                    <m:d>
                      <m:dPr>
                        <m:begChr m:val="["/>
                        <m:endChr m:val="]"/>
                        <m:ctrlPr>
                          <a:rPr kumimoji="1" lang="en-US" altLang="zh-CN" b="0" i="1">
                            <a:latin typeface="Cambria Math" panose="02040503050406030204" pitchFamily="18" charset="0"/>
                          </a:rPr>
                        </m:ctrlPr>
                      </m:dPr>
                      <m:e>
                        <m:r>
                          <a:rPr kumimoji="1" lang="en-US" altLang="zh-CN" b="0" i="1">
                            <a:latin typeface="Cambria Math" panose="02040503050406030204" pitchFamily="18" charset="0"/>
                          </a:rPr>
                          <m:t>0,1</m:t>
                        </m:r>
                      </m:e>
                    </m:d>
                  </m:oMath>
                </a14:m>
                <a:r>
                  <a:rPr kumimoji="1" lang="zh-CN" altLang="en-US" dirty="0"/>
                  <a:t>区间内，更换激活函数为 </a:t>
                </a:r>
                <a:r>
                  <a:rPr kumimoji="1" lang="en-US" altLang="zh-CN" dirty="0" err="1"/>
                  <a:t>ReLU</a:t>
                </a:r>
                <a:r>
                  <a:rPr kumimoji="1" lang="zh-CN" altLang="en-US" dirty="0"/>
                  <a:t> 函数 或 </a:t>
                </a:r>
                <a:r>
                  <a:rPr kumimoji="1" lang="en-US" altLang="zh-CN" dirty="0"/>
                  <a:t>Leaky</a:t>
                </a:r>
                <a:r>
                  <a:rPr kumimoji="1" lang="zh-CN" altLang="en-US" dirty="0"/>
                  <a:t> </a:t>
                </a:r>
                <a:r>
                  <a:rPr kumimoji="1" lang="en-US" altLang="zh-CN" dirty="0" err="1"/>
                  <a:t>ReLU</a:t>
                </a:r>
                <a:r>
                  <a:rPr kumimoji="1" lang="zh-CN" altLang="en-US" dirty="0"/>
                  <a:t> 函数可以有效缓解梯度消失。</a:t>
                </a:r>
                <a:endParaRPr kumimoji="1" lang="en-US" altLang="zh-CN" dirty="0"/>
              </a:p>
              <a:p>
                <a:pPr lvl="1"/>
                <a:r>
                  <a:rPr kumimoji="1" lang="zh-CN" altLang="en-US" b="1" dirty="0">
                    <a:solidFill>
                      <a:srgbClr val="FF0000"/>
                    </a:solidFill>
                  </a:rPr>
                  <a:t>使用 残差连接 </a:t>
                </a:r>
                <a:r>
                  <a:rPr kumimoji="1" lang="en-US" altLang="zh-CN" b="1" dirty="0">
                    <a:solidFill>
                      <a:srgbClr val="FF0000"/>
                    </a:solidFill>
                  </a:rPr>
                  <a:t>(Residual Connection): </a:t>
                </a:r>
                <a:r>
                  <a:rPr kumimoji="1" lang="en-US" altLang="zh-CN" b="1" dirty="0" err="1">
                    <a:solidFill>
                      <a:srgbClr val="FF0000"/>
                    </a:solidFill>
                  </a:rPr>
                  <a:t>ResNet</a:t>
                </a:r>
                <a:r>
                  <a:rPr kumimoji="1" lang="en-US" altLang="zh-CN" b="1" dirty="0">
                    <a:solidFill>
                      <a:srgbClr val="FF0000"/>
                    </a:solidFill>
                  </a:rPr>
                  <a:t> (He et al., 2016)</a:t>
                </a:r>
                <a:r>
                  <a:rPr kumimoji="1" lang="zh-CN" altLang="en-US" b="1" dirty="0">
                    <a:solidFill>
                      <a:srgbClr val="FF0000"/>
                    </a:solidFill>
                  </a:rPr>
                  <a:t>。</a:t>
                </a:r>
                <a:endParaRPr kumimoji="1" lang="en-US" altLang="zh-CN" dirty="0"/>
              </a:p>
              <a:p>
                <a:pPr lvl="1"/>
                <a:r>
                  <a:rPr kumimoji="1" lang="zh-CN" altLang="en-US" dirty="0"/>
                  <a:t>使用归一化 </a:t>
                </a:r>
                <a:r>
                  <a:rPr kumimoji="1" lang="en-US" altLang="zh-CN" dirty="0"/>
                  <a:t>(Normalization) </a:t>
                </a:r>
                <a:r>
                  <a:rPr kumimoji="1" lang="zh-CN" altLang="en-US" dirty="0"/>
                  <a:t>策略，随后讨论。</a:t>
                </a:r>
                <a:endParaRPr kumimoji="1" lang="en-US" altLang="zh-CN" dirty="0"/>
              </a:p>
              <a:p>
                <a:pPr lvl="1"/>
                <a:r>
                  <a:rPr kumimoji="1" lang="zh-CN" altLang="en-US" dirty="0"/>
                  <a:t>使用合适的 初始化 策略，随后讨论。</a:t>
                </a:r>
                <a:endParaRPr kumimoji="1" lang="en-US" altLang="zh-CN" dirty="0"/>
              </a:p>
            </p:txBody>
          </p:sp>
        </mc:Choice>
        <mc:Fallback xmlns="">
          <p:sp>
            <p:nvSpPr>
              <p:cNvPr id="3" name="内容占位符 2">
                <a:extLst>
                  <a:ext uri="{FF2B5EF4-FFF2-40B4-BE49-F238E27FC236}">
                    <a16:creationId xmlns:a16="http://schemas.microsoft.com/office/drawing/2014/main" id="{0A6B8E80-5976-AA08-0AD7-0493B99A6C9B}"/>
                  </a:ext>
                </a:extLst>
              </p:cNvPr>
              <p:cNvSpPr>
                <a:spLocks noGrp="1" noRot="1" noChangeAspect="1" noMove="1" noResize="1" noEditPoints="1" noAdjustHandles="1" noChangeArrowheads="1" noChangeShapeType="1" noTextEdit="1"/>
              </p:cNvSpPr>
              <p:nvPr>
                <p:ph idx="1"/>
              </p:nvPr>
            </p:nvSpPr>
            <p:spPr>
              <a:xfrm>
                <a:off x="539174" y="1387365"/>
                <a:ext cx="10515600" cy="5192110"/>
              </a:xfrm>
              <a:blipFill>
                <a:blip r:embed="rId2"/>
                <a:stretch>
                  <a:fillRect l="-603" t="-12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863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stretch>
            <a:fillRect/>
          </a:stretch>
        </p:blipFill>
        <p:spPr>
          <a:xfrm>
            <a:off x="5188758" y="2486490"/>
            <a:ext cx="5336438" cy="2344378"/>
          </a:xfrm>
          <a:prstGeom prst="rect">
            <a:avLst/>
          </a:prstGeom>
        </p:spPr>
      </p:pic>
      <p:sp>
        <p:nvSpPr>
          <p:cNvPr id="2" name="标题 1"/>
          <p:cNvSpPr>
            <a:spLocks noGrp="1"/>
          </p:cNvSpPr>
          <p:nvPr>
            <p:ph type="title"/>
          </p:nvPr>
        </p:nvSpPr>
        <p:spPr/>
        <p:txBody>
          <a:bodyPr/>
          <a:lstStyle/>
          <a:p>
            <a:r>
              <a:rPr lang="zh-CN" altLang="en-US" dirty="0"/>
              <a:t>典型的卷积网络</a:t>
            </a:r>
            <a:r>
              <a:rPr lang="en-US" altLang="zh-CN" dirty="0"/>
              <a:t>—</a:t>
            </a:r>
            <a:r>
              <a:rPr lang="en-US" altLang="zh-CN" dirty="0" err="1"/>
              <a:t>ResNet</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3463" y="786782"/>
                <a:ext cx="10515600" cy="4932533"/>
              </a:xfrm>
            </p:spPr>
            <p:txBody>
              <a:bodyPr>
                <a:normAutofit/>
              </a:bodyPr>
              <a:lstStyle/>
              <a:p>
                <a:r>
                  <a:rPr lang="zh-CN" altLang="en-US" sz="2400" dirty="0"/>
                  <a:t>残差网络（</a:t>
                </a:r>
                <a:r>
                  <a:rPr lang="en-US" altLang="zh-CN" sz="2400" dirty="0"/>
                  <a:t>Residual Network</a:t>
                </a:r>
                <a:r>
                  <a:rPr lang="zh-CN" altLang="en-US" sz="2400" dirty="0"/>
                  <a:t>，</a:t>
                </a:r>
                <a:r>
                  <a:rPr lang="en-US" altLang="zh-CN" sz="2400" dirty="0" err="1"/>
                  <a:t>ResNet</a:t>
                </a:r>
                <a:r>
                  <a:rPr lang="zh-CN" altLang="en-US" sz="2400" dirty="0"/>
                  <a:t>）是通过给非线性的卷积层增加</a:t>
                </a:r>
                <a:r>
                  <a:rPr lang="zh-CN" altLang="en-US" sz="2400" dirty="0">
                    <a:solidFill>
                      <a:srgbClr val="FF0000"/>
                    </a:solidFill>
                  </a:rPr>
                  <a:t>直连边</a:t>
                </a:r>
                <a:r>
                  <a:rPr lang="zh-CN" altLang="en-US" sz="2400" dirty="0"/>
                  <a:t>的方式来提高信息的传播效率。</a:t>
                </a:r>
                <a:endParaRPr lang="en-US" altLang="zh-CN" sz="2400" dirty="0"/>
              </a:p>
              <a:p>
                <a:pPr lvl="1"/>
                <a:r>
                  <a:rPr lang="zh-CN" altLang="en-US" sz="2100" dirty="0"/>
                  <a:t>假设在一个深度网络中，我们期望一个非线性单元（可以为一层或多层的卷积层）</a:t>
                </a:r>
                <a14:m>
                  <m:oMath xmlns:m="http://schemas.openxmlformats.org/officeDocument/2006/math">
                    <m:r>
                      <a:rPr lang="en-US" altLang="zh-CN" sz="2100" i="1" dirty="0">
                        <a:latin typeface="Cambria Math" panose="02040503050406030204" pitchFamily="18" charset="0"/>
                      </a:rPr>
                      <m:t>𝐹</m:t>
                    </m:r>
                    <m:d>
                      <m:dPr>
                        <m:ctrlPr>
                          <a:rPr lang="en-US" altLang="zh-CN" sz="2100" i="1" dirty="0">
                            <a:latin typeface="Cambria Math" panose="02040503050406030204" pitchFamily="18" charset="0"/>
                          </a:rPr>
                        </m:ctrlPr>
                      </m:dPr>
                      <m:e>
                        <m:r>
                          <a:rPr lang="en-US" altLang="zh-CN" sz="2100" i="1" dirty="0">
                            <a:latin typeface="Cambria Math" panose="02040503050406030204" pitchFamily="18" charset="0"/>
                          </a:rPr>
                          <m:t>𝑥</m:t>
                        </m:r>
                        <m:r>
                          <a:rPr lang="en-US" altLang="zh-CN" sz="2100" i="1" dirty="0">
                            <a:latin typeface="Cambria Math" panose="02040503050406030204" pitchFamily="18" charset="0"/>
                          </a:rPr>
                          <m:t>,</m:t>
                        </m:r>
                        <m:r>
                          <a:rPr lang="en-US" altLang="zh-CN" sz="2100" i="1" dirty="0">
                            <a:latin typeface="Cambria Math" panose="02040503050406030204" pitchFamily="18" charset="0"/>
                          </a:rPr>
                          <m:t>𝜃</m:t>
                        </m:r>
                      </m:e>
                    </m:d>
                  </m:oMath>
                </a14:m>
                <a:r>
                  <a:rPr lang="zh-CN" altLang="en-US" sz="2100" dirty="0"/>
                  <a:t>去逼近一个目标函数为</a:t>
                </a:r>
                <a14:m>
                  <m:oMath xmlns:m="http://schemas.openxmlformats.org/officeDocument/2006/math">
                    <m:r>
                      <a:rPr lang="en-US" altLang="zh-CN" sz="2100" i="1" dirty="0">
                        <a:latin typeface="Cambria Math" panose="02040503050406030204" pitchFamily="18" charset="0"/>
                      </a:rPr>
                      <m:t>h</m:t>
                    </m:r>
                    <m:r>
                      <a:rPr lang="en-US" altLang="zh-CN" sz="2100" i="1" dirty="0">
                        <a:latin typeface="Cambria Math" panose="02040503050406030204" pitchFamily="18" charset="0"/>
                      </a:rPr>
                      <m:t>(</m:t>
                    </m:r>
                    <m:r>
                      <a:rPr lang="en-US" altLang="zh-CN" sz="2100" i="1" dirty="0">
                        <a:latin typeface="Cambria Math" panose="02040503050406030204" pitchFamily="18" charset="0"/>
                      </a:rPr>
                      <m:t>𝑥</m:t>
                    </m:r>
                    <m:r>
                      <a:rPr lang="en-US" altLang="zh-CN" sz="2100" i="1" dirty="0">
                        <a:latin typeface="Cambria Math" panose="02040503050406030204" pitchFamily="18" charset="0"/>
                      </a:rPr>
                      <m:t>)</m:t>
                    </m:r>
                  </m:oMath>
                </a14:m>
                <a:r>
                  <a:rPr lang="zh-CN" altLang="en-US" sz="2100" dirty="0"/>
                  <a:t>。</a:t>
                </a:r>
                <a:endParaRPr lang="en-US" altLang="zh-CN" sz="2100" dirty="0"/>
              </a:p>
              <a:p>
                <a:pPr lvl="1"/>
                <a:r>
                  <a:rPr lang="zh-CN" altLang="en-US" sz="2100" dirty="0"/>
                  <a:t>将目标函数拆分成两部分：</a:t>
                </a:r>
                <a:r>
                  <a:rPr lang="zh-CN" altLang="en-US" sz="2100" dirty="0">
                    <a:solidFill>
                      <a:srgbClr val="FF0000"/>
                    </a:solidFill>
                  </a:rPr>
                  <a:t>恒等函数</a:t>
                </a:r>
                <a:r>
                  <a:rPr lang="zh-CN" altLang="en-US" sz="2100" dirty="0"/>
                  <a:t>和</a:t>
                </a:r>
                <a:r>
                  <a:rPr lang="zh-CN" altLang="en-US" sz="2100" dirty="0">
                    <a:solidFill>
                      <a:srgbClr val="FF0000"/>
                    </a:solidFill>
                  </a:rPr>
                  <a:t>残差函数</a:t>
                </a:r>
                <a:endParaRPr lang="en-US" altLang="zh-CN" sz="2100" dirty="0">
                  <a:solidFill>
                    <a:srgbClr val="FF0000"/>
                  </a:solidFill>
                </a:endParaRPr>
              </a:p>
              <a:p>
                <a:pPr lvl="1"/>
                <a:endParaRPr lang="en-US" altLang="zh-CN" sz="2100" dirty="0">
                  <a:solidFill>
                    <a:srgbClr val="FF0000"/>
                  </a:solidFill>
                </a:endParaRPr>
              </a:p>
              <a:p>
                <a:pPr lvl="1"/>
                <a:endParaRPr lang="zh-CN" altLang="en-US" sz="2100"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33463" y="786782"/>
                <a:ext cx="10515600" cy="4932533"/>
              </a:xfrm>
              <a:blipFill>
                <a:blip r:embed="rId4"/>
                <a:stretch>
                  <a:fillRect l="-724" t="-1538" r="-2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1906363" y="2838026"/>
                <a:ext cx="2846805" cy="4154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100" i="1">
                          <a:latin typeface="Cambria Math" panose="02040503050406030204" pitchFamily="18" charset="0"/>
                        </a:rPr>
                        <m:t>h</m:t>
                      </m:r>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𝒙</m:t>
                          </m:r>
                        </m:e>
                      </m:d>
                      <m:r>
                        <a:rPr lang="en-US" altLang="zh-CN" sz="2100" i="1">
                          <a:latin typeface="Cambria Math" panose="02040503050406030204" pitchFamily="18" charset="0"/>
                        </a:rPr>
                        <m:t>=</m:t>
                      </m:r>
                      <m:r>
                        <a:rPr lang="en-US" altLang="zh-CN" sz="2100" b="1" i="1">
                          <a:latin typeface="Cambria Math" panose="02040503050406030204" pitchFamily="18" charset="0"/>
                        </a:rPr>
                        <m:t>𝒙</m:t>
                      </m:r>
                      <m:r>
                        <a:rPr lang="en-US" altLang="zh-CN" sz="2100" i="1">
                          <a:latin typeface="Cambria Math" panose="02040503050406030204" pitchFamily="18" charset="0"/>
                        </a:rPr>
                        <m:t>+</m:t>
                      </m:r>
                      <m:d>
                        <m:dPr>
                          <m:ctrlPr>
                            <a:rPr lang="en-US" altLang="zh-CN" sz="2100" i="1">
                              <a:latin typeface="Cambria Math" panose="02040503050406030204" pitchFamily="18" charset="0"/>
                            </a:rPr>
                          </m:ctrlPr>
                        </m:dPr>
                        <m:e>
                          <m:r>
                            <a:rPr lang="en-US" altLang="zh-CN" sz="2100" i="1">
                              <a:latin typeface="Cambria Math" panose="02040503050406030204" pitchFamily="18" charset="0"/>
                            </a:rPr>
                            <m:t>h</m:t>
                          </m:r>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𝒙</m:t>
                              </m:r>
                            </m:e>
                          </m:d>
                          <m:r>
                            <a:rPr lang="en-US" altLang="zh-CN" sz="2100" i="1">
                              <a:latin typeface="Cambria Math" panose="02040503050406030204" pitchFamily="18" charset="0"/>
                            </a:rPr>
                            <m:t>−</m:t>
                          </m:r>
                          <m:r>
                            <a:rPr lang="en-US" altLang="zh-CN" sz="2100" b="1" i="1">
                              <a:latin typeface="Cambria Math" panose="02040503050406030204" pitchFamily="18" charset="0"/>
                            </a:rPr>
                            <m:t>𝒙</m:t>
                          </m:r>
                        </m:e>
                      </m:d>
                    </m:oMath>
                  </m:oMathPara>
                </a14:m>
                <a:endParaRPr lang="zh-CN" altLang="en-US" sz="2100" dirty="0"/>
              </a:p>
            </p:txBody>
          </p:sp>
        </mc:Choice>
        <mc:Fallback>
          <p:sp>
            <p:nvSpPr>
              <p:cNvPr id="7" name="矩形 6"/>
              <p:cNvSpPr>
                <a:spLocks noRot="1" noChangeAspect="1" noMove="1" noResize="1" noEditPoints="1" noAdjustHandles="1" noChangeArrowheads="1" noChangeShapeType="1" noTextEdit="1"/>
              </p:cNvSpPr>
              <p:nvPr/>
            </p:nvSpPr>
            <p:spPr>
              <a:xfrm>
                <a:off x="1906363" y="2838026"/>
                <a:ext cx="2846805" cy="415498"/>
              </a:xfrm>
              <a:prstGeom prst="rect">
                <a:avLst/>
              </a:prstGeom>
              <a:blipFill>
                <a:blip r:embed="rId5"/>
                <a:stretch>
                  <a:fillRect/>
                </a:stretch>
              </a:blipFill>
            </p:spPr>
            <p:txBody>
              <a:bodyPr/>
              <a:lstStyle/>
              <a:p>
                <a:r>
                  <a:rPr lang="en-US">
                    <a:noFill/>
                  </a:rPr>
                  <a:t> </a:t>
                </a:r>
              </a:p>
            </p:txBody>
          </p:sp>
        </mc:Fallback>
      </mc:AlternateContent>
      <p:sp>
        <p:nvSpPr>
          <p:cNvPr id="8" name="左大括号 7"/>
          <p:cNvSpPr/>
          <p:nvPr/>
        </p:nvSpPr>
        <p:spPr>
          <a:xfrm rot="16200000">
            <a:off x="3908353" y="2812938"/>
            <a:ext cx="185627" cy="1066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p:cNvSpPr txBox="1"/>
          <p:nvPr/>
        </p:nvSpPr>
        <p:spPr>
          <a:xfrm>
            <a:off x="3549993" y="3575057"/>
            <a:ext cx="1181100" cy="369332"/>
          </a:xfrm>
          <a:prstGeom prst="rect">
            <a:avLst/>
          </a:prstGeom>
          <a:noFill/>
        </p:spPr>
        <p:txBody>
          <a:bodyPr wrap="square" rtlCol="0">
            <a:spAutoFit/>
          </a:bodyPr>
          <a:lstStyle/>
          <a:p>
            <a:r>
              <a:rPr lang="zh-CN" altLang="en-US" dirty="0"/>
              <a:t>残差函数</a:t>
            </a:r>
          </a:p>
        </p:txBody>
      </p:sp>
      <p:sp>
        <p:nvSpPr>
          <p:cNvPr id="10" name="矩形 9"/>
          <p:cNvSpPr/>
          <p:nvPr/>
        </p:nvSpPr>
        <p:spPr>
          <a:xfrm>
            <a:off x="2409244" y="3575057"/>
            <a:ext cx="1107996" cy="369332"/>
          </a:xfrm>
          <a:prstGeom prst="rect">
            <a:avLst/>
          </a:prstGeom>
        </p:spPr>
        <p:txBody>
          <a:bodyPr wrap="none">
            <a:spAutoFit/>
          </a:bodyPr>
          <a:lstStyle/>
          <a:p>
            <a:r>
              <a:rPr lang="zh-CN" altLang="en-US" dirty="0">
                <a:solidFill>
                  <a:srgbClr val="FF0000"/>
                </a:solidFill>
              </a:rPr>
              <a:t>恒等函数</a:t>
            </a:r>
            <a:endParaRPr lang="zh-CN" altLang="en-US" dirty="0"/>
          </a:p>
        </p:txBody>
      </p:sp>
      <p:sp>
        <p:nvSpPr>
          <p:cNvPr id="11" name="左大括号 10"/>
          <p:cNvSpPr/>
          <p:nvPr/>
        </p:nvSpPr>
        <p:spPr>
          <a:xfrm rot="16200000">
            <a:off x="2882979" y="3174888"/>
            <a:ext cx="185627" cy="3429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2" name="矩形 11"/>
              <p:cNvSpPr/>
              <p:nvPr/>
            </p:nvSpPr>
            <p:spPr>
              <a:xfrm>
                <a:off x="3677911" y="4361629"/>
                <a:ext cx="93762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𝐹</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𝑥</m:t>
                          </m:r>
                          <m:r>
                            <a:rPr lang="en-US" altLang="zh-CN" i="1" dirty="0">
                              <a:latin typeface="Cambria Math" panose="02040503050406030204" pitchFamily="18" charset="0"/>
                            </a:rPr>
                            <m:t>,</m:t>
                          </m:r>
                          <m:r>
                            <a:rPr lang="en-US" altLang="zh-CN" i="1" dirty="0">
                              <a:latin typeface="Cambria Math" panose="02040503050406030204" pitchFamily="18" charset="0"/>
                            </a:rPr>
                            <m:t>𝜃</m:t>
                          </m:r>
                        </m:e>
                      </m:d>
                    </m:oMath>
                  </m:oMathPara>
                </a14:m>
                <a:endParaRPr lang="zh-CN" altLang="en-US" dirty="0"/>
              </a:p>
            </p:txBody>
          </p:sp>
        </mc:Choice>
        <mc:Fallback>
          <p:sp>
            <p:nvSpPr>
              <p:cNvPr id="12" name="矩形 11"/>
              <p:cNvSpPr>
                <a:spLocks noRot="1" noChangeAspect="1" noMove="1" noResize="1" noEditPoints="1" noAdjustHandles="1" noChangeArrowheads="1" noChangeShapeType="1" noTextEdit="1"/>
              </p:cNvSpPr>
              <p:nvPr/>
            </p:nvSpPr>
            <p:spPr>
              <a:xfrm>
                <a:off x="3677911" y="4361629"/>
                <a:ext cx="937629" cy="369332"/>
              </a:xfrm>
              <a:prstGeom prst="rect">
                <a:avLst/>
              </a:prstGeom>
              <a:blipFill>
                <a:blip r:embed="rId6"/>
                <a:stretch>
                  <a:fillRect/>
                </a:stretch>
              </a:blipFill>
            </p:spPr>
            <p:txBody>
              <a:bodyPr/>
              <a:lstStyle/>
              <a:p>
                <a:r>
                  <a:rPr lang="en-US">
                    <a:noFill/>
                  </a:rPr>
                  <a:t> </a:t>
                </a:r>
              </a:p>
            </p:txBody>
          </p:sp>
        </mc:Fallback>
      </mc:AlternateContent>
      <p:cxnSp>
        <p:nvCxnSpPr>
          <p:cNvPr id="14" name="直接箭头连接符 13"/>
          <p:cNvCxnSpPr>
            <a:stCxn id="9" idx="2"/>
            <a:endCxn id="12" idx="0"/>
          </p:cNvCxnSpPr>
          <p:nvPr/>
        </p:nvCxnSpPr>
        <p:spPr>
          <a:xfrm>
            <a:off x="4140543" y="3944389"/>
            <a:ext cx="6182" cy="4172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4" name="Picture 3">
            <a:extLst>
              <a:ext uri="{FF2B5EF4-FFF2-40B4-BE49-F238E27FC236}">
                <a16:creationId xmlns:a16="http://schemas.microsoft.com/office/drawing/2014/main" id="{72E313ED-6B4C-F70F-BF6F-0820553135E0}"/>
              </a:ext>
            </a:extLst>
          </p:cNvPr>
          <p:cNvPicPr>
            <a:picLocks noChangeAspect="1"/>
          </p:cNvPicPr>
          <p:nvPr/>
        </p:nvPicPr>
        <p:blipFill>
          <a:blip r:embed="rId7"/>
          <a:stretch>
            <a:fillRect/>
          </a:stretch>
        </p:blipFill>
        <p:spPr>
          <a:xfrm>
            <a:off x="1797050" y="4830288"/>
            <a:ext cx="8502650" cy="2049864"/>
          </a:xfrm>
          <a:prstGeom prst="rect">
            <a:avLst/>
          </a:prstGeom>
        </p:spPr>
      </p:pic>
      <p:sp>
        <p:nvSpPr>
          <p:cNvPr id="5" name="Rectangle 4">
            <a:extLst>
              <a:ext uri="{FF2B5EF4-FFF2-40B4-BE49-F238E27FC236}">
                <a16:creationId xmlns:a16="http://schemas.microsoft.com/office/drawing/2014/main" id="{C70F85CD-1B09-0B1C-D6F5-6E0BD51289A1}"/>
              </a:ext>
            </a:extLst>
          </p:cNvPr>
          <p:cNvSpPr/>
          <p:nvPr/>
        </p:nvSpPr>
        <p:spPr>
          <a:xfrm>
            <a:off x="1301750" y="4844347"/>
            <a:ext cx="9124950" cy="1999654"/>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8709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1114DF1-8B3F-72BE-C486-B01847319F1F}"/>
                  </a:ext>
                </a:extLst>
              </p:cNvPr>
              <p:cNvSpPr txBox="1"/>
              <p:nvPr/>
            </p:nvSpPr>
            <p:spPr>
              <a:xfrm>
                <a:off x="613591" y="5222649"/>
                <a:ext cx="4902875" cy="810863"/>
              </a:xfrm>
              <a:prstGeom prst="rect">
                <a:avLst/>
              </a:prstGeom>
              <a:noFill/>
            </p:spPr>
            <p:txBody>
              <a:bodyPr wrap="square" rtlCol="0">
                <a:spAutoFit/>
              </a:bodyPr>
              <a:lstStyle/>
              <a:p>
                <a:pPr marL="608738" indent="372524">
                  <a:tabLst>
                    <a:tab pos="600272" algn="l"/>
                  </a:tabLst>
                </a:pPr>
                <a:endParaRPr lang="en-SG" sz="1867" dirty="0">
                  <a:latin typeface="Times New Roman" panose="02020603050405020304" pitchFamily="18" charset="0"/>
                  <a:ea typeface="KaiTi" panose="02010609060101010101" pitchFamily="49" charset="-122"/>
                  <a:cs typeface="Times New Roman" panose="02020603050405020304" pitchFamily="18" charset="0"/>
                </a:endParaRPr>
              </a:p>
              <a:p>
                <a:pPr algn="just">
                  <a:lnSpc>
                    <a:spcPct val="107000"/>
                  </a:lnSpc>
                  <a:spcAft>
                    <a:spcPts val="1067"/>
                  </a:spcAft>
                </a:pPr>
                <a14:m>
                  <m:oMath xmlns:m="http://schemas.openxmlformats.org/officeDocument/2006/math">
                    <m:sSub>
                      <m:sSubPr>
                        <m:ctrlPr>
                          <a:rPr lang="en-SG" altLang="ja-JP" sz="2400" i="1"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ja-JP" sz="2400" b="1" dirty="0">
                            <a:latin typeface="Cambria Math" panose="02040503050406030204" pitchFamily="18" charset="0"/>
                            <a:ea typeface="KaiTi" panose="02010609060101010101" pitchFamily="49" charset="-122"/>
                            <a:cs typeface="Times New Roman" panose="02020603050405020304" pitchFamily="18" charset="0"/>
                          </a:rPr>
                          <m:t>𝐱</m:t>
                        </m:r>
                      </m:e>
                      <m:sub>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𝑡</m:t>
                        </m:r>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+1</m:t>
                        </m:r>
                      </m:sub>
                    </m:sSub>
                  </m:oMath>
                </a14:m>
                <a:r>
                  <a:rPr lang="en-SG" sz="2400" dirty="0">
                    <a:latin typeface="Times New Roman" panose="02020603050405020304" pitchFamily="18" charset="0"/>
                    <a:ea typeface="KaiTi" panose="02010609060101010101" pitchFamily="49" charset="-122"/>
                    <a:cs typeface="Times New Roman" panose="02020603050405020304" pitchFamily="18" charset="0"/>
                  </a:rPr>
                  <a:t>=</a:t>
                </a:r>
                <a:r>
                  <a:rPr lang="en-SG" altLang="ja-JP" sz="2400" dirty="0">
                    <a:ea typeface="KaiTi" panose="02010609060101010101" pitchFamily="49" charset="-122"/>
                    <a:cs typeface="Times New Roman" panose="02020603050405020304" pitchFamily="18" charset="0"/>
                  </a:rPr>
                  <a:t> </a:t>
                </a:r>
                <a14:m>
                  <m:oMath xmlns:m="http://schemas.openxmlformats.org/officeDocument/2006/math">
                    <m:sSub>
                      <m:sSubPr>
                        <m:ctrlPr>
                          <a:rPr lang="en-SG" altLang="ja-JP" sz="2400" i="1"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ja-JP" sz="2400" b="1" dirty="0">
                            <a:latin typeface="Cambria Math" panose="02040503050406030204" pitchFamily="18" charset="0"/>
                            <a:ea typeface="KaiTi" panose="02010609060101010101" pitchFamily="49" charset="-122"/>
                            <a:cs typeface="Times New Roman" panose="02020603050405020304" pitchFamily="18" charset="0"/>
                          </a:rPr>
                          <m:t>𝐱</m:t>
                        </m:r>
                      </m:e>
                      <m:sub>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𝑡</m:t>
                        </m:r>
                      </m:sub>
                    </m:sSub>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m:t>
                    </m:r>
                    <m:sSub>
                      <m:sSubPr>
                        <m:ctrlPr>
                          <a:rPr lang="en-US" altLang="ja-JP" sz="2400" i="1"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𝑓</m:t>
                        </m:r>
                      </m:e>
                      <m:sub>
                        <m:sSub>
                          <m:sSubPr>
                            <m:ctrlPr>
                              <a:rPr lang="en-US" altLang="ja-JP" sz="2400" i="1"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𝜃</m:t>
                            </m:r>
                          </m:e>
                          <m:sub>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𝑡</m:t>
                            </m:r>
                          </m:sub>
                        </m:sSub>
                      </m:sub>
                    </m:sSub>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m:t>
                    </m:r>
                    <m:sSub>
                      <m:sSubPr>
                        <m:ctrlPr>
                          <a:rPr lang="en-SG" altLang="ja-JP" sz="2400" i="1"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ja-JP" sz="2400" b="1" dirty="0">
                            <a:latin typeface="Cambria Math" panose="02040503050406030204" pitchFamily="18" charset="0"/>
                            <a:ea typeface="KaiTi" panose="02010609060101010101" pitchFamily="49" charset="-122"/>
                            <a:cs typeface="Times New Roman" panose="02020603050405020304" pitchFamily="18" charset="0"/>
                          </a:rPr>
                          <m:t>𝐱</m:t>
                        </m:r>
                      </m:e>
                      <m:sub>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𝑡</m:t>
                        </m:r>
                      </m:sub>
                    </m:sSub>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m:t>
                    </m:r>
                  </m:oMath>
                </a14:m>
                <a:endParaRPr lang="en-SG" sz="2400" dirty="0">
                  <a:latin typeface="Times New Roman" panose="02020603050405020304" pitchFamily="18" charset="0"/>
                  <a:ea typeface="KaiTi" panose="02010609060101010101" pitchFamily="49" charset="-122"/>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51114DF1-8B3F-72BE-C486-B01847319F1F}"/>
                  </a:ext>
                </a:extLst>
              </p:cNvPr>
              <p:cNvSpPr txBox="1">
                <a:spLocks noRot="1" noChangeAspect="1" noMove="1" noResize="1" noEditPoints="1" noAdjustHandles="1" noChangeArrowheads="1" noChangeShapeType="1" noTextEdit="1"/>
              </p:cNvSpPr>
              <p:nvPr/>
            </p:nvSpPr>
            <p:spPr>
              <a:xfrm>
                <a:off x="613591" y="5222649"/>
                <a:ext cx="4902875" cy="810863"/>
              </a:xfrm>
              <a:prstGeom prst="rect">
                <a:avLst/>
              </a:prstGeom>
              <a:blipFill>
                <a:blip r:embed="rId3"/>
                <a:stretch>
                  <a:fillRect b="-1230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6B9D05A-64C1-9E6C-AF05-822496B4CA85}"/>
              </a:ext>
            </a:extLst>
          </p:cNvPr>
          <p:cNvPicPr>
            <a:picLocks noChangeAspect="1"/>
          </p:cNvPicPr>
          <p:nvPr/>
        </p:nvPicPr>
        <p:blipFill>
          <a:blip r:embed="rId4"/>
          <a:stretch>
            <a:fillRect/>
          </a:stretch>
        </p:blipFill>
        <p:spPr>
          <a:xfrm>
            <a:off x="422172" y="1464467"/>
            <a:ext cx="2642857" cy="3761568"/>
          </a:xfrm>
          <a:prstGeom prst="rect">
            <a:avLst/>
          </a:prstGeom>
        </p:spPr>
      </p:pic>
      <p:pic>
        <p:nvPicPr>
          <p:cNvPr id="6" name="Picture 5">
            <a:extLst>
              <a:ext uri="{FF2B5EF4-FFF2-40B4-BE49-F238E27FC236}">
                <a16:creationId xmlns:a16="http://schemas.microsoft.com/office/drawing/2014/main" id="{3C70AA0A-9D54-B045-E2A6-D181921236C3}"/>
              </a:ext>
            </a:extLst>
          </p:cNvPr>
          <p:cNvPicPr>
            <a:picLocks noChangeAspect="1"/>
          </p:cNvPicPr>
          <p:nvPr/>
        </p:nvPicPr>
        <p:blipFill>
          <a:blip r:embed="rId5"/>
          <a:stretch>
            <a:fillRect/>
          </a:stretch>
        </p:blipFill>
        <p:spPr>
          <a:xfrm>
            <a:off x="4515901" y="1598542"/>
            <a:ext cx="2437304" cy="356713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3D63B3D-5921-D545-F6C0-F3B4A7894F71}"/>
                  </a:ext>
                </a:extLst>
              </p:cNvPr>
              <p:cNvSpPr txBox="1"/>
              <p:nvPr/>
            </p:nvSpPr>
            <p:spPr>
              <a:xfrm>
                <a:off x="2929037" y="5417240"/>
                <a:ext cx="6096000" cy="7957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400" i="1" dirty="0">
                              <a:latin typeface="Cambria Math" panose="02040503050406030204" pitchFamily="18" charset="0"/>
                            </a:rPr>
                          </m:ctrlPr>
                        </m:fPr>
                        <m:num>
                          <m:sSub>
                            <m:sSubPr>
                              <m:ctrlPr>
                                <a:rPr lang="en-SG" altLang="ja-JP" sz="2400" i="1"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𝑑</m:t>
                              </m:r>
                              <m:r>
                                <a:rPr lang="en-US" altLang="ja-JP" sz="2400" b="1" dirty="0">
                                  <a:latin typeface="Cambria Math" panose="02040503050406030204" pitchFamily="18" charset="0"/>
                                  <a:ea typeface="KaiTi" panose="02010609060101010101" pitchFamily="49" charset="-122"/>
                                  <a:cs typeface="Times New Roman" panose="02020603050405020304" pitchFamily="18" charset="0"/>
                                </a:rPr>
                                <m:t>𝐱</m:t>
                              </m:r>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m:t>
                              </m:r>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𝑡</m:t>
                              </m:r>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m:t>
                              </m:r>
                            </m:e>
                            <m:sub>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 </m:t>
                              </m:r>
                            </m:sub>
                          </m:sSub>
                        </m:num>
                        <m:den>
                          <m:r>
                            <a:rPr lang="en-US" sz="2400" i="1" dirty="0">
                              <a:latin typeface="Cambria Math" panose="02040503050406030204" pitchFamily="18" charset="0"/>
                            </a:rPr>
                            <m:t>𝑑𝑡</m:t>
                          </m:r>
                        </m:den>
                      </m:f>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𝑓</m:t>
                          </m:r>
                        </m:e>
                        <m:sub>
                          <m:r>
                            <a:rPr lang="en-US" sz="2400" i="1" dirty="0">
                              <a:latin typeface="Cambria Math" panose="02040503050406030204" pitchFamily="18" charset="0"/>
                            </a:rPr>
                            <m:t>𝜃</m:t>
                          </m:r>
                        </m:sub>
                      </m:sSub>
                      <m:r>
                        <a:rPr lang="en-US" sz="2400" i="1" dirty="0">
                          <a:latin typeface="Cambria Math" panose="02040503050406030204" pitchFamily="18" charset="0"/>
                        </a:rPr>
                        <m:t>(</m:t>
                      </m:r>
                      <m:r>
                        <a:rPr lang="en-US" sz="2400" b="1" dirty="0">
                          <a:latin typeface="Cambria Math" panose="02040503050406030204" pitchFamily="18" charset="0"/>
                        </a:rPr>
                        <m:t>𝐱</m:t>
                      </m:r>
                      <m:d>
                        <m:dPr>
                          <m:ctrlPr>
                            <a:rPr lang="en-US" altLang="ja-JP" sz="2400" b="1" i="1" dirty="0">
                              <a:latin typeface="Cambria Math" panose="02040503050406030204" pitchFamily="18" charset="0"/>
                              <a:ea typeface="KaiTi" panose="02010609060101010101" pitchFamily="49" charset="-122"/>
                              <a:cs typeface="Times New Roman" panose="02020603050405020304" pitchFamily="18" charset="0"/>
                            </a:rPr>
                          </m:ctrlPr>
                        </m:dPr>
                        <m:e>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𝑡</m:t>
                          </m:r>
                        </m:e>
                      </m:d>
                      <m:r>
                        <a:rPr lang="en-US" altLang="ja-JP" sz="2400" i="1" dirty="0">
                          <a:latin typeface="Cambria Math" panose="02040503050406030204" pitchFamily="18" charset="0"/>
                          <a:ea typeface="KaiTi" panose="02010609060101010101" pitchFamily="49" charset="-122"/>
                          <a:cs typeface="Times New Roman" panose="02020603050405020304" pitchFamily="18" charset="0"/>
                        </a:rPr>
                        <m:t>,</m:t>
                      </m:r>
                      <m:r>
                        <a:rPr lang="en-US" sz="2400" i="1" dirty="0">
                          <a:latin typeface="Cambria Math" panose="02040503050406030204" pitchFamily="18" charset="0"/>
                        </a:rPr>
                        <m:t>𝑡</m:t>
                      </m:r>
                      <m:r>
                        <a:rPr lang="en-US" sz="2400" i="1" dirty="0">
                          <a:latin typeface="Cambria Math" panose="02040503050406030204" pitchFamily="18" charset="0"/>
                        </a:rPr>
                        <m:t>)</m:t>
                      </m:r>
                    </m:oMath>
                  </m:oMathPara>
                </a14:m>
                <a:endParaRPr lang="en-US" sz="2400" dirty="0"/>
              </a:p>
            </p:txBody>
          </p:sp>
        </mc:Choice>
        <mc:Fallback xmlns="">
          <p:sp>
            <p:nvSpPr>
              <p:cNvPr id="8" name="TextBox 7">
                <a:extLst>
                  <a:ext uri="{FF2B5EF4-FFF2-40B4-BE49-F238E27FC236}">
                    <a16:creationId xmlns:a16="http://schemas.microsoft.com/office/drawing/2014/main" id="{F3D63B3D-5921-D545-F6C0-F3B4A7894F71}"/>
                  </a:ext>
                </a:extLst>
              </p:cNvPr>
              <p:cNvSpPr txBox="1">
                <a:spLocks noRot="1" noChangeAspect="1" noMove="1" noResize="1" noEditPoints="1" noAdjustHandles="1" noChangeArrowheads="1" noChangeShapeType="1" noTextEdit="1"/>
              </p:cNvSpPr>
              <p:nvPr/>
            </p:nvSpPr>
            <p:spPr>
              <a:xfrm>
                <a:off x="2929037" y="5417240"/>
                <a:ext cx="6096000" cy="795795"/>
              </a:xfrm>
              <a:prstGeom prst="rect">
                <a:avLst/>
              </a:prstGeom>
              <a:blipFill>
                <a:blip r:embed="rId6"/>
                <a:stretch>
                  <a:fillRect b="-6250"/>
                </a:stretch>
              </a:blipFill>
            </p:spPr>
            <p:txBody>
              <a:bodyPr/>
              <a:lstStyle/>
              <a:p>
                <a:r>
                  <a:rPr lang="en-US">
                    <a:noFill/>
                  </a:rPr>
                  <a:t> </a:t>
                </a:r>
              </a:p>
            </p:txBody>
          </p:sp>
        </mc:Fallback>
      </mc:AlternateContent>
      <p:sp>
        <p:nvSpPr>
          <p:cNvPr id="10" name="Right Arrow 9">
            <a:extLst>
              <a:ext uri="{FF2B5EF4-FFF2-40B4-BE49-F238E27FC236}">
                <a16:creationId xmlns:a16="http://schemas.microsoft.com/office/drawing/2014/main" id="{18D0D7DD-A618-AF37-7405-35298B3CF8E1}"/>
              </a:ext>
            </a:extLst>
          </p:cNvPr>
          <p:cNvSpPr/>
          <p:nvPr/>
        </p:nvSpPr>
        <p:spPr>
          <a:xfrm>
            <a:off x="3206891" y="3049089"/>
            <a:ext cx="1004511" cy="499653"/>
          </a:xfrm>
          <a:prstGeom prst="rightArrow">
            <a:avLst/>
          </a:prstGeom>
          <a:solidFill>
            <a:schemeClr val="accent1">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3" name="Rounded Rectangle 12">
            <a:extLst>
              <a:ext uri="{FF2B5EF4-FFF2-40B4-BE49-F238E27FC236}">
                <a16:creationId xmlns:a16="http://schemas.microsoft.com/office/drawing/2014/main" id="{E4798961-5B22-A7DC-1E6E-D37B6EE82DBD}"/>
              </a:ext>
            </a:extLst>
          </p:cNvPr>
          <p:cNvSpPr/>
          <p:nvPr/>
        </p:nvSpPr>
        <p:spPr>
          <a:xfrm>
            <a:off x="7597322" y="1826399"/>
            <a:ext cx="4147456" cy="3660001"/>
          </a:xfrm>
          <a:prstGeom prst="round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a:solidFill>
              <a:schemeClr val="accent1">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2" name="Picture 1">
            <a:extLst>
              <a:ext uri="{FF2B5EF4-FFF2-40B4-BE49-F238E27FC236}">
                <a16:creationId xmlns:a16="http://schemas.microsoft.com/office/drawing/2014/main" id="{7DB865C2-E7CE-FE35-63E6-EB0111F168C9}"/>
              </a:ext>
            </a:extLst>
          </p:cNvPr>
          <p:cNvPicPr>
            <a:picLocks noChangeAspect="1"/>
          </p:cNvPicPr>
          <p:nvPr/>
        </p:nvPicPr>
        <p:blipFill>
          <a:blip r:embed="rId7"/>
          <a:stretch>
            <a:fillRect/>
          </a:stretch>
        </p:blipFill>
        <p:spPr>
          <a:xfrm>
            <a:off x="7547531" y="1939123"/>
            <a:ext cx="4214539" cy="3509920"/>
          </a:xfrm>
          <a:prstGeom prst="rect">
            <a:avLst/>
          </a:prstGeom>
        </p:spPr>
      </p:pic>
      <p:sp>
        <p:nvSpPr>
          <p:cNvPr id="11" name="标题 1">
            <a:extLst>
              <a:ext uri="{FF2B5EF4-FFF2-40B4-BE49-F238E27FC236}">
                <a16:creationId xmlns:a16="http://schemas.microsoft.com/office/drawing/2014/main" id="{BE0F11FC-D298-3C6D-37F3-A2FBA4A382B3}"/>
              </a:ext>
            </a:extLst>
          </p:cNvPr>
          <p:cNvSpPr>
            <a:spLocks noGrp="1"/>
          </p:cNvSpPr>
          <p:nvPr>
            <p:ph type="title"/>
          </p:nvPr>
        </p:nvSpPr>
        <p:spPr>
          <a:xfrm>
            <a:off x="95623" y="-280754"/>
            <a:ext cx="10515600" cy="1325563"/>
          </a:xfrm>
        </p:spPr>
        <p:txBody>
          <a:bodyPr/>
          <a:lstStyle/>
          <a:p>
            <a:r>
              <a:rPr lang="zh-CN" altLang="en-US" dirty="0">
                <a:latin typeface="+mj-ea"/>
                <a:ea typeface="+mj-ea"/>
              </a:rPr>
              <a:t>残差网络 </a:t>
            </a:r>
            <a:r>
              <a:rPr lang="en-US" altLang="zh-CN" dirty="0">
                <a:latin typeface="+mj-ea"/>
                <a:ea typeface="+mj-ea"/>
              </a:rPr>
              <a:t>vs Neural ODE</a:t>
            </a:r>
            <a:endParaRPr lang="zh-CN" altLang="en-US" dirty="0">
              <a:latin typeface="+mj-ea"/>
              <a:ea typeface="+mj-ea"/>
            </a:endParaRPr>
          </a:p>
        </p:txBody>
      </p:sp>
      <p:sp>
        <p:nvSpPr>
          <p:cNvPr id="12" name="Arc 11">
            <a:extLst>
              <a:ext uri="{FF2B5EF4-FFF2-40B4-BE49-F238E27FC236}">
                <a16:creationId xmlns:a16="http://schemas.microsoft.com/office/drawing/2014/main" id="{C987E942-73AF-86D2-A873-717AF6F1051B}"/>
              </a:ext>
            </a:extLst>
          </p:cNvPr>
          <p:cNvSpPr/>
          <p:nvPr/>
        </p:nvSpPr>
        <p:spPr>
          <a:xfrm rot="20928049">
            <a:off x="3992180" y="1387041"/>
            <a:ext cx="3756885" cy="2373687"/>
          </a:xfrm>
          <a:custGeom>
            <a:avLst/>
            <a:gdLst>
              <a:gd name="connsiteX0" fmla="*/ 446 w 3756885"/>
              <a:gd name="connsiteY0" fmla="*/ 1160995 h 2373687"/>
              <a:gd name="connsiteX1" fmla="*/ 1840650 w 3756885"/>
              <a:gd name="connsiteY1" fmla="*/ 240 h 2373687"/>
              <a:gd name="connsiteX2" fmla="*/ 3742878 w 3756885"/>
              <a:gd name="connsiteY2" fmla="*/ 1042170 h 2373687"/>
              <a:gd name="connsiteX3" fmla="*/ 3239481 w 3756885"/>
              <a:gd name="connsiteY3" fmla="*/ 1081232 h 2373687"/>
              <a:gd name="connsiteX4" fmla="*/ 2773372 w 3756885"/>
              <a:gd name="connsiteY4" fmla="*/ 1117400 h 2373687"/>
              <a:gd name="connsiteX5" fmla="*/ 2344552 w 3756885"/>
              <a:gd name="connsiteY5" fmla="*/ 1150676 h 2373687"/>
              <a:gd name="connsiteX6" fmla="*/ 1878443 w 3756885"/>
              <a:gd name="connsiteY6" fmla="*/ 1186844 h 2373687"/>
              <a:gd name="connsiteX7" fmla="*/ 1408944 w 3756885"/>
              <a:gd name="connsiteY7" fmla="*/ 1180382 h 2373687"/>
              <a:gd name="connsiteX8" fmla="*/ 901885 w 3756885"/>
              <a:gd name="connsiteY8" fmla="*/ 1173403 h 2373687"/>
              <a:gd name="connsiteX9" fmla="*/ 488725 w 3756885"/>
              <a:gd name="connsiteY9" fmla="*/ 1167716 h 2373687"/>
              <a:gd name="connsiteX10" fmla="*/ 446 w 3756885"/>
              <a:gd name="connsiteY10" fmla="*/ 1160995 h 2373687"/>
              <a:gd name="connsiteX0" fmla="*/ 446 w 3756885"/>
              <a:gd name="connsiteY0" fmla="*/ 1160995 h 2373687"/>
              <a:gd name="connsiteX1" fmla="*/ 1840650 w 3756885"/>
              <a:gd name="connsiteY1" fmla="*/ 240 h 2373687"/>
              <a:gd name="connsiteX2" fmla="*/ 3742878 w 3756885"/>
              <a:gd name="connsiteY2" fmla="*/ 1042170 h 2373687"/>
            </a:gdLst>
            <a:ahLst/>
            <a:cxnLst>
              <a:cxn ang="0">
                <a:pos x="connsiteX0" y="connsiteY0"/>
              </a:cxn>
              <a:cxn ang="0">
                <a:pos x="connsiteX1" y="connsiteY1"/>
              </a:cxn>
              <a:cxn ang="0">
                <a:pos x="connsiteX2" y="connsiteY2"/>
              </a:cxn>
            </a:cxnLst>
            <a:rect l="l" t="t" r="r" b="b"/>
            <a:pathLst>
              <a:path w="3756885" h="2373687" stroke="0" extrusionOk="0">
                <a:moveTo>
                  <a:pt x="446" y="1160995"/>
                </a:moveTo>
                <a:cubicBezTo>
                  <a:pt x="-212536" y="380110"/>
                  <a:pt x="670999" y="74225"/>
                  <a:pt x="1840650" y="240"/>
                </a:cubicBezTo>
                <a:cubicBezTo>
                  <a:pt x="2819805" y="-8631"/>
                  <a:pt x="3611176" y="438516"/>
                  <a:pt x="3742878" y="1042170"/>
                </a:cubicBezTo>
                <a:cubicBezTo>
                  <a:pt x="3575380" y="1091305"/>
                  <a:pt x="3346214" y="1051743"/>
                  <a:pt x="3239481" y="1081232"/>
                </a:cubicBezTo>
                <a:cubicBezTo>
                  <a:pt x="3132748" y="1110721"/>
                  <a:pt x="2994349" y="1045204"/>
                  <a:pt x="2773372" y="1117400"/>
                </a:cubicBezTo>
                <a:cubicBezTo>
                  <a:pt x="2552395" y="1189597"/>
                  <a:pt x="2466412" y="1126518"/>
                  <a:pt x="2344552" y="1150676"/>
                </a:cubicBezTo>
                <a:cubicBezTo>
                  <a:pt x="2222692" y="1174834"/>
                  <a:pt x="2092021" y="1163133"/>
                  <a:pt x="1878443" y="1186844"/>
                </a:cubicBezTo>
                <a:cubicBezTo>
                  <a:pt x="1739737" y="1199122"/>
                  <a:pt x="1554058" y="1147511"/>
                  <a:pt x="1408944" y="1180382"/>
                </a:cubicBezTo>
                <a:cubicBezTo>
                  <a:pt x="1263830" y="1213253"/>
                  <a:pt x="1030231" y="1119119"/>
                  <a:pt x="901885" y="1173403"/>
                </a:cubicBezTo>
                <a:cubicBezTo>
                  <a:pt x="773539" y="1227687"/>
                  <a:pt x="662579" y="1165553"/>
                  <a:pt x="488725" y="1167716"/>
                </a:cubicBezTo>
                <a:cubicBezTo>
                  <a:pt x="314871" y="1169879"/>
                  <a:pt x="99015" y="1119752"/>
                  <a:pt x="446" y="1160995"/>
                </a:cubicBezTo>
                <a:close/>
              </a:path>
              <a:path w="3756885" h="2373687" fill="none" extrusionOk="0">
                <a:moveTo>
                  <a:pt x="446" y="1160995"/>
                </a:moveTo>
                <a:cubicBezTo>
                  <a:pt x="219096" y="352767"/>
                  <a:pt x="877477" y="-191347"/>
                  <a:pt x="1840650" y="240"/>
                </a:cubicBezTo>
                <a:cubicBezTo>
                  <a:pt x="2696492" y="5611"/>
                  <a:pt x="3530755" y="372723"/>
                  <a:pt x="3742878" y="1042170"/>
                </a:cubicBezTo>
              </a:path>
              <a:path w="3756885" h="2373687" fill="none" stroke="0" extrusionOk="0">
                <a:moveTo>
                  <a:pt x="446" y="1160995"/>
                </a:moveTo>
                <a:cubicBezTo>
                  <a:pt x="95322" y="633599"/>
                  <a:pt x="845217" y="128958"/>
                  <a:pt x="1840650" y="240"/>
                </a:cubicBezTo>
                <a:cubicBezTo>
                  <a:pt x="2859204" y="73377"/>
                  <a:pt x="3715114" y="547892"/>
                  <a:pt x="3742878" y="1042170"/>
                </a:cubicBezTo>
              </a:path>
            </a:pathLst>
          </a:custGeom>
          <a:ln w="38100">
            <a:prstDash val="dashDot"/>
            <a:extLst>
              <a:ext uri="{C807C97D-BFC1-408E-A445-0C87EB9F89A2}">
                <ask:lineSketchStyleProps xmlns:ask="http://schemas.microsoft.com/office/drawing/2018/sketchyshapes" sd="1219033472">
                  <a:prstGeom prst="arc">
                    <a:avLst>
                      <a:gd name="adj1" fmla="val 10847314"/>
                      <a:gd name="adj2" fmla="val 21333775"/>
                    </a:avLst>
                  </a:prstGeom>
                  <ask:type>
                    <ask:lineSketchScribble/>
                  </ask:type>
                </ask:lineSketchStyleProps>
              </a:ext>
            </a:extLst>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743065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A082C-1E5A-62DA-023C-71DC3E7BFB3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B51984-4015-904E-4A71-84D179D3F0AE}"/>
              </a:ext>
            </a:extLst>
          </p:cNvPr>
          <p:cNvSpPr>
            <a:spLocks noGrp="1"/>
          </p:cNvSpPr>
          <p:nvPr>
            <p:ph type="title"/>
          </p:nvPr>
        </p:nvSpPr>
        <p:spPr/>
        <p:txBody>
          <a:bodyPr/>
          <a:lstStyle/>
          <a:p>
            <a:r>
              <a:rPr lang="zh-CN" altLang="en-US" dirty="0"/>
              <a:t>权重初始化</a:t>
            </a:r>
          </a:p>
        </p:txBody>
      </p:sp>
      <p:pic>
        <p:nvPicPr>
          <p:cNvPr id="3" name="Picture 2">
            <a:extLst>
              <a:ext uri="{FF2B5EF4-FFF2-40B4-BE49-F238E27FC236}">
                <a16:creationId xmlns:a16="http://schemas.microsoft.com/office/drawing/2014/main" id="{7D036CD8-C582-8EAB-E931-C04CD01C43F7}"/>
              </a:ext>
            </a:extLst>
          </p:cNvPr>
          <p:cNvPicPr>
            <a:picLocks noChangeAspect="1"/>
          </p:cNvPicPr>
          <p:nvPr/>
        </p:nvPicPr>
        <p:blipFill>
          <a:blip r:embed="rId2"/>
          <a:stretch>
            <a:fillRect/>
          </a:stretch>
        </p:blipFill>
        <p:spPr>
          <a:xfrm>
            <a:off x="1062984" y="933038"/>
            <a:ext cx="10066031" cy="5543961"/>
          </a:xfrm>
          <a:prstGeom prst="rect">
            <a:avLst/>
          </a:prstGeom>
        </p:spPr>
      </p:pic>
      <p:sp>
        <p:nvSpPr>
          <p:cNvPr id="4" name="Rectangle 3">
            <a:extLst>
              <a:ext uri="{FF2B5EF4-FFF2-40B4-BE49-F238E27FC236}">
                <a16:creationId xmlns:a16="http://schemas.microsoft.com/office/drawing/2014/main" id="{C984AACC-2586-9499-0893-4476F62FBCBB}"/>
              </a:ext>
            </a:extLst>
          </p:cNvPr>
          <p:cNvSpPr/>
          <p:nvPr/>
        </p:nvSpPr>
        <p:spPr>
          <a:xfrm>
            <a:off x="7877815" y="6051549"/>
            <a:ext cx="3143250" cy="425450"/>
          </a:xfrm>
          <a:prstGeom prst="rect">
            <a:avLst/>
          </a:prstGeom>
          <a:solidFill>
            <a:srgbClr val="FE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42B58B21-304E-7112-6F0E-97B7A72CA857}"/>
              </a:ext>
            </a:extLst>
          </p:cNvPr>
          <p:cNvSpPr/>
          <p:nvPr/>
        </p:nvSpPr>
        <p:spPr>
          <a:xfrm>
            <a:off x="1170935" y="5316467"/>
            <a:ext cx="9958080" cy="1160532"/>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4536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ACF27-ECAE-06C1-8786-87DDE833178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41BCB82-613A-8F9E-C66B-A0457578EEFB}"/>
              </a:ext>
            </a:extLst>
          </p:cNvPr>
          <p:cNvSpPr>
            <a:spLocks noGrp="1"/>
          </p:cNvSpPr>
          <p:nvPr>
            <p:ph type="title"/>
          </p:nvPr>
        </p:nvSpPr>
        <p:spPr/>
        <p:txBody>
          <a:bodyPr/>
          <a:lstStyle/>
          <a:p>
            <a:r>
              <a:rPr lang="zh-CN" altLang="en-US" dirty="0"/>
              <a:t>权重初始化</a:t>
            </a:r>
          </a:p>
        </p:txBody>
      </p:sp>
      <p:pic>
        <p:nvPicPr>
          <p:cNvPr id="6" name="Picture 5">
            <a:extLst>
              <a:ext uri="{FF2B5EF4-FFF2-40B4-BE49-F238E27FC236}">
                <a16:creationId xmlns:a16="http://schemas.microsoft.com/office/drawing/2014/main" id="{C7BC477E-C997-A6F2-3433-60C53FAAA72F}"/>
              </a:ext>
            </a:extLst>
          </p:cNvPr>
          <p:cNvPicPr>
            <a:picLocks noChangeAspect="1"/>
          </p:cNvPicPr>
          <p:nvPr/>
        </p:nvPicPr>
        <p:blipFill>
          <a:blip r:embed="rId2"/>
          <a:stretch>
            <a:fillRect/>
          </a:stretch>
        </p:blipFill>
        <p:spPr>
          <a:xfrm>
            <a:off x="1985583" y="2573079"/>
            <a:ext cx="8495964" cy="4284921"/>
          </a:xfrm>
          <a:prstGeom prst="rect">
            <a:avLst/>
          </a:prstGeom>
        </p:spPr>
      </p:pic>
      <p:pic>
        <p:nvPicPr>
          <p:cNvPr id="7" name="Picture 6">
            <a:extLst>
              <a:ext uri="{FF2B5EF4-FFF2-40B4-BE49-F238E27FC236}">
                <a16:creationId xmlns:a16="http://schemas.microsoft.com/office/drawing/2014/main" id="{46011783-AADF-B04F-BC21-C3480F409504}"/>
              </a:ext>
            </a:extLst>
          </p:cNvPr>
          <p:cNvPicPr>
            <a:picLocks noChangeAspect="1"/>
          </p:cNvPicPr>
          <p:nvPr/>
        </p:nvPicPr>
        <p:blipFill>
          <a:blip r:embed="rId3"/>
          <a:srcRect t="17587" b="9055"/>
          <a:stretch/>
        </p:blipFill>
        <p:spPr>
          <a:xfrm>
            <a:off x="2811489" y="0"/>
            <a:ext cx="6569022" cy="2654091"/>
          </a:xfrm>
          <a:prstGeom prst="rect">
            <a:avLst/>
          </a:prstGeom>
        </p:spPr>
      </p:pic>
      <p:sp>
        <p:nvSpPr>
          <p:cNvPr id="8" name="Rectangle 7">
            <a:extLst>
              <a:ext uri="{FF2B5EF4-FFF2-40B4-BE49-F238E27FC236}">
                <a16:creationId xmlns:a16="http://schemas.microsoft.com/office/drawing/2014/main" id="{BB1264B6-B41F-7B54-CB25-C3B04092CA75}"/>
              </a:ext>
            </a:extLst>
          </p:cNvPr>
          <p:cNvSpPr/>
          <p:nvPr/>
        </p:nvSpPr>
        <p:spPr>
          <a:xfrm>
            <a:off x="1671090" y="5049430"/>
            <a:ext cx="9124950" cy="1808570"/>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7826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41213-DCD5-F8D9-7DF1-4DE8B240C4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A890729-0C3B-A3FA-AE97-E9FF56639D5F}"/>
              </a:ext>
            </a:extLst>
          </p:cNvPr>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Xavier</a:t>
            </a:r>
            <a:r>
              <a:rPr lang="zh-CN" altLang="en-US" dirty="0">
                <a:latin typeface="Microsoft YaHei" panose="020B0503020204020204" pitchFamily="34" charset="-122"/>
                <a:ea typeface="Microsoft YaHei" panose="020B0503020204020204" pitchFamily="34" charset="-122"/>
              </a:rPr>
              <a:t>初始化</a:t>
            </a:r>
          </a:p>
        </p:txBody>
      </p:sp>
      <p:pic>
        <p:nvPicPr>
          <p:cNvPr id="3" name="Picture 2">
            <a:extLst>
              <a:ext uri="{FF2B5EF4-FFF2-40B4-BE49-F238E27FC236}">
                <a16:creationId xmlns:a16="http://schemas.microsoft.com/office/drawing/2014/main" id="{41958676-809D-2E3C-1FDD-1331EB4BE566}"/>
              </a:ext>
            </a:extLst>
          </p:cNvPr>
          <p:cNvPicPr>
            <a:picLocks noChangeAspect="1"/>
          </p:cNvPicPr>
          <p:nvPr/>
        </p:nvPicPr>
        <p:blipFill>
          <a:blip r:embed="rId2"/>
          <a:stretch>
            <a:fillRect/>
          </a:stretch>
        </p:blipFill>
        <p:spPr>
          <a:xfrm>
            <a:off x="2460076" y="0"/>
            <a:ext cx="7498522" cy="6858000"/>
          </a:xfrm>
          <a:prstGeom prst="rect">
            <a:avLst/>
          </a:prstGeom>
        </p:spPr>
      </p:pic>
      <p:sp>
        <p:nvSpPr>
          <p:cNvPr id="4" name="Rectangle 3">
            <a:extLst>
              <a:ext uri="{FF2B5EF4-FFF2-40B4-BE49-F238E27FC236}">
                <a16:creationId xmlns:a16="http://schemas.microsoft.com/office/drawing/2014/main" id="{212602E9-5DF1-51CF-653F-0C716D476431}"/>
              </a:ext>
            </a:extLst>
          </p:cNvPr>
          <p:cNvSpPr/>
          <p:nvPr/>
        </p:nvSpPr>
        <p:spPr>
          <a:xfrm>
            <a:off x="2322414" y="1432290"/>
            <a:ext cx="7727894" cy="16264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22B0413-5D23-126A-2948-72F447DA512E}"/>
              </a:ext>
            </a:extLst>
          </p:cNvPr>
          <p:cNvSpPr/>
          <p:nvPr/>
        </p:nvSpPr>
        <p:spPr>
          <a:xfrm>
            <a:off x="2281954" y="5129001"/>
            <a:ext cx="7792630" cy="17289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7313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41FC4-3826-74FC-942F-EBE34E4950A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2218776-F946-E3DD-0556-365F38E0BD97}"/>
              </a:ext>
            </a:extLst>
          </p:cNvPr>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Xavier</a:t>
            </a:r>
            <a:r>
              <a:rPr lang="zh-CN" altLang="en-US" dirty="0">
                <a:latin typeface="Microsoft YaHei" panose="020B0503020204020204" pitchFamily="34" charset="-122"/>
                <a:ea typeface="Microsoft YaHei" panose="020B0503020204020204" pitchFamily="34" charset="-122"/>
              </a:rPr>
              <a:t>初始化</a:t>
            </a:r>
          </a:p>
        </p:txBody>
      </p:sp>
      <p:pic>
        <p:nvPicPr>
          <p:cNvPr id="6" name="Picture 5">
            <a:extLst>
              <a:ext uri="{FF2B5EF4-FFF2-40B4-BE49-F238E27FC236}">
                <a16:creationId xmlns:a16="http://schemas.microsoft.com/office/drawing/2014/main" id="{2112A6D2-7391-1C78-999F-A5C0066B8208}"/>
              </a:ext>
            </a:extLst>
          </p:cNvPr>
          <p:cNvPicPr>
            <a:picLocks noChangeAspect="1"/>
          </p:cNvPicPr>
          <p:nvPr/>
        </p:nvPicPr>
        <p:blipFill>
          <a:blip r:embed="rId2"/>
          <a:srcRect r="4644"/>
          <a:stretch/>
        </p:blipFill>
        <p:spPr>
          <a:xfrm>
            <a:off x="196165" y="2721624"/>
            <a:ext cx="11799669" cy="1737087"/>
          </a:xfrm>
          <a:prstGeom prst="rect">
            <a:avLst/>
          </a:prstGeom>
        </p:spPr>
      </p:pic>
    </p:spTree>
    <p:extLst>
      <p:ext uri="{BB962C8B-B14F-4D97-AF65-F5344CB8AC3E}">
        <p14:creationId xmlns:p14="http://schemas.microsoft.com/office/powerpoint/2010/main" val="2127868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A154-F56B-FA3A-8C5D-882FCB964E2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6402A19-EC49-6262-6188-B6C919812E71}"/>
              </a:ext>
            </a:extLst>
          </p:cNvPr>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He</a:t>
            </a:r>
            <a:r>
              <a:rPr lang="zh-CN" altLang="en-US" dirty="0">
                <a:latin typeface="Microsoft YaHei" panose="020B0503020204020204" pitchFamily="34" charset="-122"/>
                <a:ea typeface="Microsoft YaHei" panose="020B0503020204020204" pitchFamily="34" charset="-122"/>
              </a:rPr>
              <a:t>初始化：补偿</a:t>
            </a:r>
            <a:r>
              <a:rPr lang="en-US" altLang="zh-CN" dirty="0" err="1">
                <a:latin typeface="Microsoft YaHei" panose="020B0503020204020204" pitchFamily="34" charset="-122"/>
                <a:ea typeface="Microsoft YaHei" panose="020B0503020204020204" pitchFamily="34" charset="-122"/>
              </a:rPr>
              <a:t>ReLU</a:t>
            </a:r>
            <a:r>
              <a:rPr lang="zh-CN" altLang="en-US" dirty="0">
                <a:latin typeface="Microsoft YaHei" panose="020B0503020204020204" pitchFamily="34" charset="-122"/>
                <a:ea typeface="Microsoft YaHei" panose="020B0503020204020204" pitchFamily="34" charset="-122"/>
              </a:rPr>
              <a:t>截断作用</a:t>
            </a:r>
          </a:p>
        </p:txBody>
      </p:sp>
      <p:pic>
        <p:nvPicPr>
          <p:cNvPr id="3" name="Picture 2">
            <a:extLst>
              <a:ext uri="{FF2B5EF4-FFF2-40B4-BE49-F238E27FC236}">
                <a16:creationId xmlns:a16="http://schemas.microsoft.com/office/drawing/2014/main" id="{BAA3464D-6322-C96B-45C6-73230A7815A4}"/>
              </a:ext>
            </a:extLst>
          </p:cNvPr>
          <p:cNvPicPr>
            <a:picLocks noChangeAspect="1"/>
          </p:cNvPicPr>
          <p:nvPr/>
        </p:nvPicPr>
        <p:blipFill>
          <a:blip r:embed="rId2"/>
          <a:stretch>
            <a:fillRect/>
          </a:stretch>
        </p:blipFill>
        <p:spPr>
          <a:xfrm>
            <a:off x="900761" y="1953030"/>
            <a:ext cx="10390478" cy="3444357"/>
          </a:xfrm>
          <a:prstGeom prst="rect">
            <a:avLst/>
          </a:prstGeom>
        </p:spPr>
      </p:pic>
    </p:spTree>
    <p:extLst>
      <p:ext uri="{BB962C8B-B14F-4D97-AF65-F5344CB8AC3E}">
        <p14:creationId xmlns:p14="http://schemas.microsoft.com/office/powerpoint/2010/main" val="3790057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488B9-DD7F-6AFD-22E3-24A222ADC01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DEE0B79-5A00-D506-1A3D-B43977C0E37A}"/>
              </a:ext>
            </a:extLst>
          </p:cNvPr>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He</a:t>
            </a:r>
            <a:r>
              <a:rPr lang="zh-CN" altLang="en-US" dirty="0">
                <a:latin typeface="Microsoft YaHei" panose="020B0503020204020204" pitchFamily="34" charset="-122"/>
                <a:ea typeface="Microsoft YaHei" panose="020B0503020204020204" pitchFamily="34" charset="-122"/>
              </a:rPr>
              <a:t>初始化：补偿</a:t>
            </a:r>
            <a:r>
              <a:rPr lang="en-US" altLang="zh-CN" dirty="0" err="1">
                <a:latin typeface="Microsoft YaHei" panose="020B0503020204020204" pitchFamily="34" charset="-122"/>
                <a:ea typeface="Microsoft YaHei" panose="020B0503020204020204" pitchFamily="34" charset="-122"/>
              </a:rPr>
              <a:t>ReLU</a:t>
            </a:r>
            <a:r>
              <a:rPr lang="zh-CN" altLang="en-US" dirty="0">
                <a:latin typeface="Microsoft YaHei" panose="020B0503020204020204" pitchFamily="34" charset="-122"/>
                <a:ea typeface="Microsoft YaHei" panose="020B0503020204020204" pitchFamily="34" charset="-122"/>
              </a:rPr>
              <a:t>截断作用</a:t>
            </a:r>
          </a:p>
        </p:txBody>
      </p:sp>
      <p:pic>
        <p:nvPicPr>
          <p:cNvPr id="4" name="Picture 3">
            <a:extLst>
              <a:ext uri="{FF2B5EF4-FFF2-40B4-BE49-F238E27FC236}">
                <a16:creationId xmlns:a16="http://schemas.microsoft.com/office/drawing/2014/main" id="{ACC2153B-1A09-C729-E3B8-E8A27DD75A99}"/>
              </a:ext>
            </a:extLst>
          </p:cNvPr>
          <p:cNvPicPr>
            <a:picLocks noChangeAspect="1"/>
          </p:cNvPicPr>
          <p:nvPr/>
        </p:nvPicPr>
        <p:blipFill>
          <a:blip r:embed="rId2"/>
          <a:stretch>
            <a:fillRect/>
          </a:stretch>
        </p:blipFill>
        <p:spPr>
          <a:xfrm>
            <a:off x="2088419" y="855311"/>
            <a:ext cx="8156098" cy="5860027"/>
          </a:xfrm>
          <a:prstGeom prst="rect">
            <a:avLst/>
          </a:prstGeom>
        </p:spPr>
      </p:pic>
      <p:sp>
        <p:nvSpPr>
          <p:cNvPr id="5" name="Rectangle 4">
            <a:extLst>
              <a:ext uri="{FF2B5EF4-FFF2-40B4-BE49-F238E27FC236}">
                <a16:creationId xmlns:a16="http://schemas.microsoft.com/office/drawing/2014/main" id="{8E3AF21A-0A07-0410-8DB1-B66218ED23FE}"/>
              </a:ext>
            </a:extLst>
          </p:cNvPr>
          <p:cNvSpPr/>
          <p:nvPr/>
        </p:nvSpPr>
        <p:spPr>
          <a:xfrm>
            <a:off x="2006824" y="5518437"/>
            <a:ext cx="8156099" cy="1325563"/>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4104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神经网络优化的挑战</a:t>
            </a:r>
          </a:p>
        </p:txBody>
      </p:sp>
      <p:pic>
        <p:nvPicPr>
          <p:cNvPr id="7" name="图片 6">
            <a:extLst>
              <a:ext uri="{FF2B5EF4-FFF2-40B4-BE49-F238E27FC236}">
                <a16:creationId xmlns:a16="http://schemas.microsoft.com/office/drawing/2014/main" id="{91D6E549-D082-4B90-81DF-A4FFFBD2B1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5104" y="2268479"/>
            <a:ext cx="8364246" cy="3870214"/>
          </a:xfrm>
          <a:prstGeom prst="rect">
            <a:avLst/>
          </a:prstGeom>
        </p:spPr>
      </p:pic>
      <p:sp>
        <p:nvSpPr>
          <p:cNvPr id="11" name="矩形 10">
            <a:extLst>
              <a:ext uri="{FF2B5EF4-FFF2-40B4-BE49-F238E27FC236}">
                <a16:creationId xmlns:a16="http://schemas.microsoft.com/office/drawing/2014/main" id="{A7AB0EE1-B369-438A-B73B-CF57D2D4918B}"/>
              </a:ext>
            </a:extLst>
          </p:cNvPr>
          <p:cNvSpPr/>
          <p:nvPr/>
        </p:nvSpPr>
        <p:spPr>
          <a:xfrm>
            <a:off x="5667375" y="6363644"/>
            <a:ext cx="4537771" cy="415498"/>
          </a:xfrm>
          <a:prstGeom prst="rect">
            <a:avLst/>
          </a:prstGeom>
        </p:spPr>
        <p:txBody>
          <a:bodyPr wrap="square">
            <a:spAutoFit/>
          </a:bodyPr>
          <a:lstStyle/>
          <a:p>
            <a:r>
              <a:rPr lang="en-US" altLang="zh-CN" sz="1050" dirty="0">
                <a:solidFill>
                  <a:srgbClr val="222222"/>
                </a:solidFill>
              </a:rPr>
              <a:t>Li H, Xu Z, Taylor G, et al. Visualizing the loss landscape of neural nets[C] //Advances in Neural Information Processing Systems. 2018: 6389-6399.</a:t>
            </a:r>
            <a:endParaRPr lang="zh-CN" altLang="en-US" sz="1050" dirty="0"/>
          </a:p>
        </p:txBody>
      </p:sp>
      <p:sp>
        <p:nvSpPr>
          <p:cNvPr id="12" name="矩形 11"/>
          <p:cNvSpPr/>
          <p:nvPr/>
        </p:nvSpPr>
        <p:spPr>
          <a:xfrm>
            <a:off x="2231571" y="1417340"/>
            <a:ext cx="7728858" cy="738664"/>
          </a:xfrm>
          <a:prstGeom prst="rect">
            <a:avLst/>
          </a:prstGeom>
          <a:solidFill>
            <a:schemeClr val="accent6">
              <a:lumMod val="20000"/>
              <a:lumOff val="80000"/>
            </a:schemeClr>
          </a:solidFill>
        </p:spPr>
        <p:txBody>
          <a:bodyPr wrap="square">
            <a:spAutoFit/>
          </a:bodyPr>
          <a:lstStyle/>
          <a:p>
            <a:r>
              <a:rPr lang="zh-CN" altLang="en-US" sz="2100" dirty="0"/>
              <a:t>优化地形（ </a:t>
            </a:r>
            <a:r>
              <a:rPr lang="en-US" altLang="zh-CN" sz="2100" dirty="0"/>
              <a:t>Optimization Landscape </a:t>
            </a:r>
            <a:r>
              <a:rPr lang="zh-CN" altLang="en-US" sz="2100" dirty="0"/>
              <a:t>）：在高维空间中损失函数的曲面形状</a:t>
            </a:r>
            <a:endParaRPr lang="en-US" altLang="zh-CN" sz="2100" dirty="0"/>
          </a:p>
        </p:txBody>
      </p:sp>
    </p:spTree>
    <p:extLst>
      <p:ext uri="{BB962C8B-B14F-4D97-AF65-F5344CB8AC3E}">
        <p14:creationId xmlns:p14="http://schemas.microsoft.com/office/powerpoint/2010/main" val="665869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修改网络结构获得更好的优化地形</a:t>
            </a:r>
          </a:p>
        </p:txBody>
      </p:sp>
      <p:sp>
        <p:nvSpPr>
          <p:cNvPr id="3" name="内容占位符 2"/>
          <p:cNvSpPr>
            <a:spLocks noGrp="1"/>
          </p:cNvSpPr>
          <p:nvPr>
            <p:ph idx="1"/>
          </p:nvPr>
        </p:nvSpPr>
        <p:spPr/>
        <p:txBody>
          <a:bodyPr/>
          <a:lstStyle/>
          <a:p>
            <a:r>
              <a:rPr lang="zh-CN" altLang="en-US" dirty="0"/>
              <a:t>好的优化地形通常比较平滑，更容易优化</a:t>
            </a:r>
          </a:p>
          <a:p>
            <a:endParaRPr lang="en-US" altLang="zh-CN" dirty="0"/>
          </a:p>
          <a:p>
            <a:r>
              <a:rPr lang="zh-CN" altLang="en-US" dirty="0"/>
              <a:t>使用 </a:t>
            </a:r>
            <a:r>
              <a:rPr lang="en-US" altLang="zh-CN" dirty="0" err="1"/>
              <a:t>ReLU</a:t>
            </a:r>
            <a:r>
              <a:rPr lang="en-US" altLang="zh-CN" dirty="0"/>
              <a:t> </a:t>
            </a:r>
            <a:r>
              <a:rPr lang="zh-CN" altLang="en-US" dirty="0"/>
              <a:t>激活函数、残差连接、逐层归一化等</a:t>
            </a:r>
          </a:p>
          <a:p>
            <a:endParaRPr lang="zh-CN" altLang="en-US" dirty="0"/>
          </a:p>
        </p:txBody>
      </p:sp>
      <p:pic>
        <p:nvPicPr>
          <p:cNvPr id="7" name="图片 6">
            <a:extLst>
              <a:ext uri="{FF2B5EF4-FFF2-40B4-BE49-F238E27FC236}">
                <a16:creationId xmlns:a16="http://schemas.microsoft.com/office/drawing/2014/main" id="{AA1D8BD7-AA4B-4A57-98DD-A8DEAE94B0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4220" y="3163871"/>
            <a:ext cx="7526846" cy="3301514"/>
          </a:xfrm>
          <a:prstGeom prst="rect">
            <a:avLst/>
          </a:prstGeom>
        </p:spPr>
      </p:pic>
    </p:spTree>
    <p:extLst>
      <p:ext uri="{BB962C8B-B14F-4D97-AF65-F5344CB8AC3E}">
        <p14:creationId xmlns:p14="http://schemas.microsoft.com/office/powerpoint/2010/main" val="318484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数据归一化</a:t>
            </a:r>
          </a:p>
        </p:txBody>
      </p:sp>
      <p:sp>
        <p:nvSpPr>
          <p:cNvPr id="7" name="文字方塊 5"/>
          <p:cNvSpPr txBox="1"/>
          <p:nvPr/>
        </p:nvSpPr>
        <p:spPr>
          <a:xfrm>
            <a:off x="3464789" y="5780489"/>
            <a:ext cx="5536206" cy="415498"/>
          </a:xfrm>
          <a:prstGeom prst="rect">
            <a:avLst/>
          </a:prstGeom>
          <a:solidFill>
            <a:schemeClr val="accent2">
              <a:lumMod val="20000"/>
              <a:lumOff val="80000"/>
            </a:schemeClr>
          </a:solidFill>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2100" b="1" dirty="0">
                <a:solidFill>
                  <a:schemeClr val="tx1"/>
                </a:solidFill>
              </a:rPr>
              <a:t>数据归一化</a:t>
            </a:r>
            <a:r>
              <a:rPr lang="zh-CN" altLang="en-US" sz="2100" dirty="0">
                <a:solidFill>
                  <a:schemeClr val="tx1"/>
                </a:solidFill>
              </a:rPr>
              <a:t>：使得不同的特征有相同的尺度</a:t>
            </a:r>
            <a:endParaRPr lang="zh-TW" altLang="en-US" sz="2100" dirty="0">
              <a:solidFill>
                <a:schemeClr val="tx1"/>
              </a:solidFill>
            </a:endParaRPr>
          </a:p>
        </p:txBody>
      </p:sp>
      <p:pic>
        <p:nvPicPr>
          <p:cNvPr id="8" name="圖片 8"/>
          <p:cNvPicPr>
            <a:picLocks noChangeAspect="1"/>
          </p:cNvPicPr>
          <p:nvPr/>
        </p:nvPicPr>
        <p:blipFill>
          <a:blip r:embed="rId2"/>
          <a:stretch>
            <a:fillRect/>
          </a:stretch>
        </p:blipFill>
        <p:spPr>
          <a:xfrm>
            <a:off x="2439521" y="2190510"/>
            <a:ext cx="3262313" cy="3250662"/>
          </a:xfrm>
          <a:prstGeom prst="rect">
            <a:avLst/>
          </a:prstGeom>
        </p:spPr>
      </p:pic>
      <p:pic>
        <p:nvPicPr>
          <p:cNvPr id="9" name="圖片 9"/>
          <p:cNvPicPr>
            <a:picLocks noChangeAspect="1"/>
          </p:cNvPicPr>
          <p:nvPr/>
        </p:nvPicPr>
        <p:blipFill>
          <a:blip r:embed="rId3"/>
          <a:stretch>
            <a:fillRect/>
          </a:stretch>
        </p:blipFill>
        <p:spPr>
          <a:xfrm>
            <a:off x="6511912" y="2190510"/>
            <a:ext cx="3344206" cy="3250662"/>
          </a:xfrm>
          <a:prstGeom prst="rect">
            <a:avLst/>
          </a:prstGeom>
        </p:spPr>
      </p:pic>
      <mc:AlternateContent xmlns:mc="http://schemas.openxmlformats.org/markup-compatibility/2006" xmlns:a14="http://schemas.microsoft.com/office/drawing/2010/main">
        <mc:Choice Requires="a14">
          <p:sp>
            <p:nvSpPr>
              <p:cNvPr id="11" name="文字方塊 11"/>
              <p:cNvSpPr txBox="1"/>
              <p:nvPr/>
            </p:nvSpPr>
            <p:spPr>
              <a:xfrm>
                <a:off x="3977123" y="5275822"/>
                <a:ext cx="3729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oMath>
                  </m:oMathPara>
                </a14:m>
                <a:endParaRPr lang="zh-TW" altLang="en-US" sz="2400" dirty="0"/>
              </a:p>
            </p:txBody>
          </p:sp>
        </mc:Choice>
        <mc:Fallback xmlns="">
          <p:sp>
            <p:nvSpPr>
              <p:cNvPr id="11" name="文字方塊 11"/>
              <p:cNvSpPr txBox="1">
                <a:spLocks noRot="1" noChangeAspect="1" noMove="1" noResize="1" noEditPoints="1" noAdjustHandles="1" noChangeArrowheads="1" noChangeShapeType="1" noTextEdit="1"/>
              </p:cNvSpPr>
              <p:nvPr/>
            </p:nvSpPr>
            <p:spPr>
              <a:xfrm>
                <a:off x="3977123" y="5275822"/>
                <a:ext cx="372923" cy="369332"/>
              </a:xfrm>
              <a:prstGeom prst="rect">
                <a:avLst/>
              </a:prstGeom>
              <a:blipFill>
                <a:blip r:embed="rId4"/>
                <a:stretch>
                  <a:fillRect l="-6452" r="-6452"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字方塊 12"/>
              <p:cNvSpPr txBox="1"/>
              <p:nvPr/>
            </p:nvSpPr>
            <p:spPr>
              <a:xfrm>
                <a:off x="8089092" y="5260601"/>
                <a:ext cx="3729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oMath>
                  </m:oMathPara>
                </a14:m>
                <a:endParaRPr lang="zh-TW" altLang="en-US" sz="2400" dirty="0"/>
              </a:p>
            </p:txBody>
          </p:sp>
        </mc:Choice>
        <mc:Fallback xmlns="">
          <p:sp>
            <p:nvSpPr>
              <p:cNvPr id="12" name="文字方塊 12"/>
              <p:cNvSpPr txBox="1">
                <a:spLocks noRot="1" noChangeAspect="1" noMove="1" noResize="1" noEditPoints="1" noAdjustHandles="1" noChangeArrowheads="1" noChangeShapeType="1" noTextEdit="1"/>
              </p:cNvSpPr>
              <p:nvPr/>
            </p:nvSpPr>
            <p:spPr>
              <a:xfrm>
                <a:off x="8089092" y="5260601"/>
                <a:ext cx="372923" cy="369332"/>
              </a:xfrm>
              <a:prstGeom prst="rect">
                <a:avLst/>
              </a:prstGeom>
              <a:blipFill>
                <a:blip r:embed="rId5"/>
                <a:stretch>
                  <a:fillRect l="-6452" r="-3226"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字方塊 13"/>
              <p:cNvSpPr txBox="1"/>
              <p:nvPr/>
            </p:nvSpPr>
            <p:spPr>
              <a:xfrm>
                <a:off x="2253508" y="3562209"/>
                <a:ext cx="3800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oMath>
                  </m:oMathPara>
                </a14:m>
                <a:endParaRPr lang="zh-TW" altLang="en-US" sz="2400" dirty="0"/>
              </a:p>
            </p:txBody>
          </p:sp>
        </mc:Choice>
        <mc:Fallback xmlns="">
          <p:sp>
            <p:nvSpPr>
              <p:cNvPr id="13" name="文字方塊 13"/>
              <p:cNvSpPr txBox="1">
                <a:spLocks noRot="1" noChangeAspect="1" noMove="1" noResize="1" noEditPoints="1" noAdjustHandles="1" noChangeArrowheads="1" noChangeShapeType="1" noTextEdit="1"/>
              </p:cNvSpPr>
              <p:nvPr/>
            </p:nvSpPr>
            <p:spPr>
              <a:xfrm>
                <a:off x="2253508" y="3562209"/>
                <a:ext cx="380039" cy="369332"/>
              </a:xfrm>
              <a:prstGeom prst="rect">
                <a:avLst/>
              </a:prstGeom>
              <a:blipFill>
                <a:blip r:embed="rId6"/>
                <a:stretch>
                  <a:fillRect l="-9677" r="-3226"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字方塊 14"/>
              <p:cNvSpPr txBox="1"/>
              <p:nvPr/>
            </p:nvSpPr>
            <p:spPr>
              <a:xfrm>
                <a:off x="6325900" y="3562209"/>
                <a:ext cx="3800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oMath>
                  </m:oMathPara>
                </a14:m>
                <a:endParaRPr lang="zh-TW" altLang="en-US" sz="2400" dirty="0"/>
              </a:p>
            </p:txBody>
          </p:sp>
        </mc:Choice>
        <mc:Fallback xmlns="">
          <p:sp>
            <p:nvSpPr>
              <p:cNvPr id="14" name="文字方塊 14"/>
              <p:cNvSpPr txBox="1">
                <a:spLocks noRot="1" noChangeAspect="1" noMove="1" noResize="1" noEditPoints="1" noAdjustHandles="1" noChangeArrowheads="1" noChangeShapeType="1" noTextEdit="1"/>
              </p:cNvSpPr>
              <p:nvPr/>
            </p:nvSpPr>
            <p:spPr>
              <a:xfrm>
                <a:off x="6325900" y="3562209"/>
                <a:ext cx="380039" cy="369332"/>
              </a:xfrm>
              <a:prstGeom prst="rect">
                <a:avLst/>
              </a:prstGeom>
              <a:blipFill>
                <a:blip r:embed="rId7"/>
                <a:stretch>
                  <a:fillRect l="-10000" r="-6667" b="-13333"/>
                </a:stretch>
              </a:blipFill>
            </p:spPr>
            <p:txBody>
              <a:bodyPr/>
              <a:lstStyle/>
              <a:p>
                <a:r>
                  <a:rPr lang="zh-CN" altLang="en-US">
                    <a:noFill/>
                  </a:rPr>
                  <a:t> </a:t>
                </a:r>
              </a:p>
            </p:txBody>
          </p:sp>
        </mc:Fallback>
      </mc:AlternateContent>
      <p:sp>
        <p:nvSpPr>
          <p:cNvPr id="15" name="箭號: 向右 15"/>
          <p:cNvSpPr/>
          <p:nvPr/>
        </p:nvSpPr>
        <p:spPr>
          <a:xfrm>
            <a:off x="5779326" y="3523250"/>
            <a:ext cx="453567" cy="58518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6" name="文字方塊 10"/>
              <p:cNvSpPr txBox="1"/>
              <p:nvPr/>
            </p:nvSpPr>
            <p:spPr>
              <a:xfrm>
                <a:off x="4974631" y="1777852"/>
                <a:ext cx="2516522" cy="323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2100" i="1">
                              <a:latin typeface="Cambria Math" panose="02040503050406030204" pitchFamily="18" charset="0"/>
                            </a:rPr>
                          </m:ctrlPr>
                        </m:accPr>
                        <m:e>
                          <m:r>
                            <a:rPr lang="en-US" altLang="zh-TW" sz="2100" i="1">
                              <a:latin typeface="Cambria Math" panose="02040503050406030204" pitchFamily="18" charset="0"/>
                            </a:rPr>
                            <m:t>𝑦</m:t>
                          </m:r>
                        </m:e>
                      </m:acc>
                      <m:r>
                        <a:rPr lang="en-US" altLang="zh-TW" sz="2100" i="1">
                          <a:latin typeface="Cambria Math" panose="02040503050406030204" pitchFamily="18" charset="0"/>
                        </a:rPr>
                        <m:t>=</m:t>
                      </m:r>
                      <m:r>
                        <a:rPr lang="en-US" altLang="zh-TW" sz="2100" i="1">
                          <a:latin typeface="Cambria Math" panose="02040503050406030204" pitchFamily="18" charset="0"/>
                        </a:rPr>
                        <m:t>𝑏</m:t>
                      </m:r>
                      <m:r>
                        <a:rPr lang="en-US" altLang="zh-TW" sz="2100" i="1">
                          <a:latin typeface="Cambria Math" panose="02040503050406030204" pitchFamily="18" charset="0"/>
                        </a:rPr>
                        <m:t>+</m:t>
                      </m:r>
                      <m:sSub>
                        <m:sSubPr>
                          <m:ctrlPr>
                            <a:rPr lang="en-US" altLang="zh-TW" sz="2100" i="1">
                              <a:latin typeface="Cambria Math" panose="02040503050406030204" pitchFamily="18" charset="0"/>
                            </a:rPr>
                          </m:ctrlPr>
                        </m:sSubPr>
                        <m:e>
                          <m:r>
                            <a:rPr lang="en-US" altLang="zh-TW" sz="2100" i="1">
                              <a:latin typeface="Cambria Math" panose="02040503050406030204" pitchFamily="18" charset="0"/>
                            </a:rPr>
                            <m:t>𝑤</m:t>
                          </m:r>
                        </m:e>
                        <m:sub>
                          <m:r>
                            <a:rPr lang="en-US" altLang="zh-TW" sz="2100" i="1">
                              <a:latin typeface="Cambria Math" panose="02040503050406030204" pitchFamily="18" charset="0"/>
                            </a:rPr>
                            <m:t>1</m:t>
                          </m:r>
                        </m:sub>
                      </m:sSub>
                      <m:sSub>
                        <m:sSubPr>
                          <m:ctrlPr>
                            <a:rPr lang="en-US" altLang="zh-TW" sz="2100" i="1">
                              <a:latin typeface="Cambria Math" panose="02040503050406030204" pitchFamily="18" charset="0"/>
                            </a:rPr>
                          </m:ctrlPr>
                        </m:sSubPr>
                        <m:e>
                          <m:r>
                            <a:rPr lang="en-US" altLang="zh-TW" sz="2100" i="1">
                              <a:latin typeface="Cambria Math" panose="02040503050406030204" pitchFamily="18" charset="0"/>
                            </a:rPr>
                            <m:t>𝑥</m:t>
                          </m:r>
                        </m:e>
                        <m:sub>
                          <m:r>
                            <a:rPr lang="en-US" altLang="zh-TW" sz="2100" i="1">
                              <a:latin typeface="Cambria Math" panose="02040503050406030204" pitchFamily="18" charset="0"/>
                            </a:rPr>
                            <m:t>1</m:t>
                          </m:r>
                        </m:sub>
                      </m:sSub>
                      <m:r>
                        <a:rPr lang="en-US" altLang="zh-TW" sz="2100" i="1">
                          <a:latin typeface="Cambria Math" panose="02040503050406030204" pitchFamily="18" charset="0"/>
                        </a:rPr>
                        <m:t>+</m:t>
                      </m:r>
                      <m:sSub>
                        <m:sSubPr>
                          <m:ctrlPr>
                            <a:rPr lang="en-US" altLang="zh-TW" sz="2100" i="1">
                              <a:latin typeface="Cambria Math" panose="02040503050406030204" pitchFamily="18" charset="0"/>
                            </a:rPr>
                          </m:ctrlPr>
                        </m:sSubPr>
                        <m:e>
                          <m:r>
                            <a:rPr lang="en-US" altLang="zh-TW" sz="2100" i="1">
                              <a:latin typeface="Cambria Math" panose="02040503050406030204" pitchFamily="18" charset="0"/>
                            </a:rPr>
                            <m:t>𝑤</m:t>
                          </m:r>
                        </m:e>
                        <m:sub>
                          <m:r>
                            <a:rPr lang="en-US" altLang="zh-TW" sz="2100" i="1">
                              <a:latin typeface="Cambria Math" panose="02040503050406030204" pitchFamily="18" charset="0"/>
                            </a:rPr>
                            <m:t>2</m:t>
                          </m:r>
                        </m:sub>
                      </m:sSub>
                      <m:sSub>
                        <m:sSubPr>
                          <m:ctrlPr>
                            <a:rPr lang="en-US" altLang="zh-TW" sz="2100" i="1">
                              <a:latin typeface="Cambria Math" panose="02040503050406030204" pitchFamily="18" charset="0"/>
                            </a:rPr>
                          </m:ctrlPr>
                        </m:sSubPr>
                        <m:e>
                          <m:r>
                            <a:rPr lang="en-US" altLang="zh-TW" sz="2100" i="1">
                              <a:latin typeface="Cambria Math" panose="02040503050406030204" pitchFamily="18" charset="0"/>
                            </a:rPr>
                            <m:t>𝑥</m:t>
                          </m:r>
                        </m:e>
                        <m:sub>
                          <m:r>
                            <a:rPr lang="en-US" altLang="zh-TW" sz="2100" i="1">
                              <a:latin typeface="Cambria Math" panose="02040503050406030204" pitchFamily="18" charset="0"/>
                            </a:rPr>
                            <m:t>2</m:t>
                          </m:r>
                        </m:sub>
                      </m:sSub>
                    </m:oMath>
                  </m:oMathPara>
                </a14:m>
                <a:endParaRPr lang="zh-TW" altLang="en-US" sz="2100" dirty="0"/>
              </a:p>
            </p:txBody>
          </p:sp>
        </mc:Choice>
        <mc:Fallback xmlns="">
          <p:sp>
            <p:nvSpPr>
              <p:cNvPr id="16" name="文字方塊 10"/>
              <p:cNvSpPr txBox="1">
                <a:spLocks noRot="1" noChangeAspect="1" noMove="1" noResize="1" noEditPoints="1" noAdjustHandles="1" noChangeArrowheads="1" noChangeShapeType="1" noTextEdit="1"/>
              </p:cNvSpPr>
              <p:nvPr/>
            </p:nvSpPr>
            <p:spPr>
              <a:xfrm>
                <a:off x="4974631" y="1777852"/>
                <a:ext cx="2516522" cy="323165"/>
              </a:xfrm>
              <a:prstGeom prst="rect">
                <a:avLst/>
              </a:prstGeom>
              <a:blipFill>
                <a:blip r:embed="rId8"/>
                <a:stretch>
                  <a:fillRect l="-2010" t="-23077" r="-503" b="-230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171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p:bldP spid="12" grpId="0"/>
      <p:bldP spid="13" grpId="0"/>
      <p:bldP spid="14" grpId="0"/>
      <p:bldP spid="15" grpId="0" animBg="1"/>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数据归一化</a:t>
            </a:r>
          </a:p>
        </p:txBody>
      </p:sp>
      <p:sp>
        <p:nvSpPr>
          <p:cNvPr id="8" name="矩形 7"/>
          <p:cNvSpPr/>
          <p:nvPr/>
        </p:nvSpPr>
        <p:spPr>
          <a:xfrm>
            <a:off x="3367856" y="1899348"/>
            <a:ext cx="538582" cy="467726"/>
          </a:xfrm>
          <a:prstGeom prst="rect">
            <a:avLst/>
          </a:prstGeom>
          <a:solidFill>
            <a:schemeClr val="accent1">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TW" altLang="en-US"/>
          </a:p>
        </p:txBody>
      </p:sp>
      <p:sp>
        <p:nvSpPr>
          <p:cNvPr id="9" name="矩形 8"/>
          <p:cNvSpPr/>
          <p:nvPr/>
        </p:nvSpPr>
        <p:spPr>
          <a:xfrm>
            <a:off x="3359283" y="3221370"/>
            <a:ext cx="538582" cy="467726"/>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zh-TW" altLang="en-US"/>
          </a:p>
        </p:txBody>
      </p:sp>
      <p:sp>
        <p:nvSpPr>
          <p:cNvPr id="10" name="矩形 9"/>
          <p:cNvSpPr/>
          <p:nvPr/>
        </p:nvSpPr>
        <p:spPr>
          <a:xfrm>
            <a:off x="4999346" y="3163552"/>
            <a:ext cx="538582" cy="46772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cxnSp>
        <p:nvCxnSpPr>
          <p:cNvPr id="11" name="直線單箭頭接點 6"/>
          <p:cNvCxnSpPr>
            <a:endCxn id="22" idx="1"/>
          </p:cNvCxnSpPr>
          <p:nvPr/>
        </p:nvCxnSpPr>
        <p:spPr>
          <a:xfrm flipV="1">
            <a:off x="3879781" y="2130909"/>
            <a:ext cx="1142392" cy="13130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1"/>
          <p:cNvCxnSpPr/>
          <p:nvPr/>
        </p:nvCxnSpPr>
        <p:spPr>
          <a:xfrm flipV="1">
            <a:off x="5363688" y="2160635"/>
            <a:ext cx="482383"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3"/>
          <p:cNvCxnSpPr>
            <a:stCxn id="8" idx="3"/>
            <a:endCxn id="22" idx="1"/>
          </p:cNvCxnSpPr>
          <p:nvPr/>
        </p:nvCxnSpPr>
        <p:spPr>
          <a:xfrm flipV="1">
            <a:off x="3906439" y="2130909"/>
            <a:ext cx="1115735" cy="23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5022174" y="1870750"/>
            <a:ext cx="520319" cy="52031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100" dirty="0"/>
              <a:t>+</a:t>
            </a:r>
            <a:endParaRPr lang="zh-TW" altLang="en-US" sz="2100" dirty="0"/>
          </a:p>
        </p:txBody>
      </p:sp>
      <p:cxnSp>
        <p:nvCxnSpPr>
          <p:cNvPr id="21" name="直線單箭頭接點 22"/>
          <p:cNvCxnSpPr/>
          <p:nvPr/>
        </p:nvCxnSpPr>
        <p:spPr>
          <a:xfrm flipV="1">
            <a:off x="5273380" y="2398338"/>
            <a:ext cx="0" cy="7547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36"/>
          <p:cNvSpPr txBox="1"/>
          <p:nvPr/>
        </p:nvSpPr>
        <p:spPr>
          <a:xfrm>
            <a:off x="2484499" y="1916042"/>
            <a:ext cx="1335483" cy="415498"/>
          </a:xfrm>
          <a:prstGeom prst="rect">
            <a:avLst/>
          </a:prstGeom>
          <a:noFill/>
        </p:spPr>
        <p:txBody>
          <a:bodyPr wrap="square" rtlCol="0">
            <a:spAutoFit/>
          </a:bodyPr>
          <a:lstStyle/>
          <a:p>
            <a:r>
              <a:rPr lang="en-US" altLang="zh-TW" sz="2100" dirty="0"/>
              <a:t>1, 2 …</a:t>
            </a:r>
            <a:endParaRPr lang="zh-TW" altLang="en-US" sz="2100" dirty="0"/>
          </a:p>
        </p:txBody>
      </p:sp>
      <p:sp>
        <p:nvSpPr>
          <p:cNvPr id="25" name="文字方塊 37"/>
          <p:cNvSpPr txBox="1"/>
          <p:nvPr/>
        </p:nvSpPr>
        <p:spPr>
          <a:xfrm>
            <a:off x="1874309" y="3231547"/>
            <a:ext cx="1859024" cy="415498"/>
          </a:xfrm>
          <a:prstGeom prst="rect">
            <a:avLst/>
          </a:prstGeom>
          <a:noFill/>
        </p:spPr>
        <p:txBody>
          <a:bodyPr wrap="square" rtlCol="0">
            <a:spAutoFit/>
          </a:bodyPr>
          <a:lstStyle/>
          <a:p>
            <a:r>
              <a:rPr lang="en-US" altLang="zh-TW" sz="2100" dirty="0"/>
              <a:t>100, 200 …</a:t>
            </a:r>
            <a:endParaRPr lang="zh-TW" altLang="en-US" sz="2100" dirty="0"/>
          </a:p>
        </p:txBody>
      </p:sp>
      <p:cxnSp>
        <p:nvCxnSpPr>
          <p:cNvPr id="26" name="直線單箭頭接點 39"/>
          <p:cNvCxnSpPr/>
          <p:nvPr/>
        </p:nvCxnSpPr>
        <p:spPr>
          <a:xfrm>
            <a:off x="2410403" y="6183313"/>
            <a:ext cx="383739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40"/>
          <p:cNvCxnSpPr/>
          <p:nvPr/>
        </p:nvCxnSpPr>
        <p:spPr>
          <a:xfrm flipV="1">
            <a:off x="2993724" y="4072241"/>
            <a:ext cx="0" cy="24857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字方塊 45"/>
          <p:cNvSpPr txBox="1"/>
          <p:nvPr/>
        </p:nvSpPr>
        <p:spPr>
          <a:xfrm>
            <a:off x="3367857" y="4043665"/>
            <a:ext cx="1947131" cy="415498"/>
          </a:xfrm>
          <a:prstGeom prst="rect">
            <a:avLst/>
          </a:prstGeom>
          <a:noFill/>
        </p:spPr>
        <p:txBody>
          <a:bodyPr wrap="square" rtlCol="0">
            <a:spAutoFit/>
          </a:bodyPr>
          <a:lstStyle/>
          <a:p>
            <a:pPr algn="ctr"/>
            <a:r>
              <a:rPr lang="zh-CN" altLang="en-US" sz="2100" dirty="0"/>
              <a:t>损失曲线</a:t>
            </a:r>
            <a:endParaRPr lang="zh-TW" altLang="en-US" sz="2100" dirty="0"/>
          </a:p>
        </p:txBody>
      </p:sp>
      <p:sp>
        <p:nvSpPr>
          <p:cNvPr id="31" name="橢圓 46"/>
          <p:cNvSpPr/>
          <p:nvPr/>
        </p:nvSpPr>
        <p:spPr>
          <a:xfrm>
            <a:off x="3224351" y="4910055"/>
            <a:ext cx="2207802" cy="706239"/>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47"/>
          <p:cNvSpPr/>
          <p:nvPr/>
        </p:nvSpPr>
        <p:spPr>
          <a:xfrm>
            <a:off x="2675671" y="4774125"/>
            <a:ext cx="3298704" cy="995327"/>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48"/>
          <p:cNvSpPr/>
          <p:nvPr/>
        </p:nvSpPr>
        <p:spPr>
          <a:xfrm>
            <a:off x="2305023" y="4649169"/>
            <a:ext cx="3942773" cy="1226798"/>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文字方塊 94"/>
          <p:cNvSpPr txBox="1"/>
          <p:nvPr/>
        </p:nvSpPr>
        <p:spPr>
          <a:xfrm>
            <a:off x="6680142" y="1916042"/>
            <a:ext cx="1335483" cy="415498"/>
          </a:xfrm>
          <a:prstGeom prst="rect">
            <a:avLst/>
          </a:prstGeom>
          <a:noFill/>
        </p:spPr>
        <p:txBody>
          <a:bodyPr wrap="square" rtlCol="0">
            <a:spAutoFit/>
          </a:bodyPr>
          <a:lstStyle/>
          <a:p>
            <a:r>
              <a:rPr lang="en-US" altLang="zh-TW" sz="2100" dirty="0"/>
              <a:t>1, 2 …</a:t>
            </a:r>
            <a:endParaRPr lang="zh-TW" altLang="en-US" sz="2100" dirty="0"/>
          </a:p>
        </p:txBody>
      </p:sp>
      <p:cxnSp>
        <p:nvCxnSpPr>
          <p:cNvPr id="52" name="直線單箭頭接點 96"/>
          <p:cNvCxnSpPr/>
          <p:nvPr/>
        </p:nvCxnSpPr>
        <p:spPr>
          <a:xfrm>
            <a:off x="6606046" y="6154737"/>
            <a:ext cx="383739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97"/>
          <p:cNvCxnSpPr/>
          <p:nvPr/>
        </p:nvCxnSpPr>
        <p:spPr>
          <a:xfrm flipV="1">
            <a:off x="7189367" y="4043665"/>
            <a:ext cx="0" cy="24857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文字方塊 100"/>
          <p:cNvSpPr txBox="1"/>
          <p:nvPr/>
        </p:nvSpPr>
        <p:spPr>
          <a:xfrm>
            <a:off x="7641170" y="4046849"/>
            <a:ext cx="1947131" cy="415498"/>
          </a:xfrm>
          <a:prstGeom prst="rect">
            <a:avLst/>
          </a:prstGeom>
          <a:noFill/>
        </p:spPr>
        <p:txBody>
          <a:bodyPr wrap="square" rtlCol="0">
            <a:spAutoFit/>
          </a:bodyPr>
          <a:lstStyle/>
          <a:p>
            <a:pPr algn="ctr"/>
            <a:r>
              <a:rPr lang="zh-CN" altLang="en-US" sz="2100" dirty="0"/>
              <a:t>损失曲线</a:t>
            </a:r>
            <a:endParaRPr lang="zh-TW" altLang="en-US" sz="2100" dirty="0"/>
          </a:p>
        </p:txBody>
      </p:sp>
      <p:sp>
        <p:nvSpPr>
          <p:cNvPr id="57" name="文字方塊 104"/>
          <p:cNvSpPr txBox="1"/>
          <p:nvPr/>
        </p:nvSpPr>
        <p:spPr>
          <a:xfrm>
            <a:off x="6717514" y="3231547"/>
            <a:ext cx="1335483" cy="415498"/>
          </a:xfrm>
          <a:prstGeom prst="rect">
            <a:avLst/>
          </a:prstGeom>
          <a:noFill/>
        </p:spPr>
        <p:txBody>
          <a:bodyPr wrap="square" rtlCol="0">
            <a:spAutoFit/>
          </a:bodyPr>
          <a:lstStyle/>
          <a:p>
            <a:r>
              <a:rPr lang="en-US" altLang="zh-TW" sz="2100" dirty="0"/>
              <a:t>1, 2 …</a:t>
            </a:r>
            <a:endParaRPr lang="zh-TW" altLang="en-US" sz="2100" dirty="0"/>
          </a:p>
        </p:txBody>
      </p:sp>
      <p:sp>
        <p:nvSpPr>
          <p:cNvPr id="58" name="橢圓 105"/>
          <p:cNvSpPr/>
          <p:nvPr/>
        </p:nvSpPr>
        <p:spPr>
          <a:xfrm>
            <a:off x="1966913" y="4529884"/>
            <a:ext cx="4639132" cy="145175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橢圓 107"/>
          <p:cNvSpPr/>
          <p:nvPr/>
        </p:nvSpPr>
        <p:spPr>
          <a:xfrm>
            <a:off x="8391745" y="5300937"/>
            <a:ext cx="558518" cy="558518"/>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橢圓 108"/>
          <p:cNvSpPr/>
          <p:nvPr/>
        </p:nvSpPr>
        <p:spPr>
          <a:xfrm>
            <a:off x="8131004" y="5040196"/>
            <a:ext cx="1080000" cy="108000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橢圓 109"/>
          <p:cNvSpPr/>
          <p:nvPr/>
        </p:nvSpPr>
        <p:spPr>
          <a:xfrm>
            <a:off x="7807004" y="4716196"/>
            <a:ext cx="1728000" cy="172800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橢圓 110"/>
          <p:cNvSpPr/>
          <p:nvPr/>
        </p:nvSpPr>
        <p:spPr>
          <a:xfrm>
            <a:off x="7591004" y="4500196"/>
            <a:ext cx="2160000" cy="216000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3" name="直線單箭頭接點 112"/>
          <p:cNvCxnSpPr/>
          <p:nvPr/>
        </p:nvCxnSpPr>
        <p:spPr>
          <a:xfrm flipH="1" flipV="1">
            <a:off x="9214219" y="6145501"/>
            <a:ext cx="418053" cy="4473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114"/>
          <p:cNvCxnSpPr/>
          <p:nvPr/>
        </p:nvCxnSpPr>
        <p:spPr>
          <a:xfrm flipH="1" flipV="1">
            <a:off x="8926678" y="5873755"/>
            <a:ext cx="262309" cy="2588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116"/>
          <p:cNvCxnSpPr/>
          <p:nvPr/>
        </p:nvCxnSpPr>
        <p:spPr>
          <a:xfrm flipH="1" flipV="1">
            <a:off x="8722449" y="5680043"/>
            <a:ext cx="203430" cy="2007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118"/>
          <p:cNvCxnSpPr/>
          <p:nvPr/>
        </p:nvCxnSpPr>
        <p:spPr>
          <a:xfrm flipV="1">
            <a:off x="7448336" y="5916704"/>
            <a:ext cx="498810" cy="2604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119"/>
          <p:cNvCxnSpPr/>
          <p:nvPr/>
        </p:nvCxnSpPr>
        <p:spPr>
          <a:xfrm flipV="1">
            <a:off x="7940467" y="5792975"/>
            <a:ext cx="287068" cy="1393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120"/>
          <p:cNvCxnSpPr/>
          <p:nvPr/>
        </p:nvCxnSpPr>
        <p:spPr>
          <a:xfrm flipV="1">
            <a:off x="8233610" y="5652869"/>
            <a:ext cx="310106" cy="1446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126"/>
          <p:cNvCxnSpPr/>
          <p:nvPr/>
        </p:nvCxnSpPr>
        <p:spPr>
          <a:xfrm flipH="1" flipV="1">
            <a:off x="5191126" y="5614064"/>
            <a:ext cx="169407" cy="42705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130"/>
          <p:cNvCxnSpPr/>
          <p:nvPr/>
        </p:nvCxnSpPr>
        <p:spPr>
          <a:xfrm flipH="1" flipV="1">
            <a:off x="5022174" y="5299702"/>
            <a:ext cx="177181" cy="3320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132"/>
          <p:cNvCxnSpPr/>
          <p:nvPr/>
        </p:nvCxnSpPr>
        <p:spPr>
          <a:xfrm flipH="1" flipV="1">
            <a:off x="4860996" y="5230412"/>
            <a:ext cx="206489" cy="1100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135"/>
          <p:cNvCxnSpPr/>
          <p:nvPr/>
        </p:nvCxnSpPr>
        <p:spPr>
          <a:xfrm flipH="1">
            <a:off x="4647415" y="5250700"/>
            <a:ext cx="200272" cy="22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138"/>
          <p:cNvCxnSpPr/>
          <p:nvPr/>
        </p:nvCxnSpPr>
        <p:spPr>
          <a:xfrm flipH="1">
            <a:off x="4455333" y="5269507"/>
            <a:ext cx="200272" cy="22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文本框 73"/>
              <p:cNvSpPr txBox="1"/>
              <p:nvPr/>
            </p:nvSpPr>
            <p:spPr>
              <a:xfrm>
                <a:off x="3388723" y="1934112"/>
                <a:ext cx="527050"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𝑥</m:t>
                          </m:r>
                        </m:e>
                        <m:sub>
                          <m:r>
                            <a:rPr lang="en-US" altLang="zh-CN" sz="2100" i="1">
                              <a:latin typeface="Cambria Math" panose="02040503050406030204" pitchFamily="18" charset="0"/>
                            </a:rPr>
                            <m:t>1</m:t>
                          </m:r>
                        </m:sub>
                      </m:sSub>
                    </m:oMath>
                  </m:oMathPara>
                </a14:m>
                <a:endParaRPr lang="zh-CN" altLang="en-US" sz="2100" dirty="0"/>
              </a:p>
            </p:txBody>
          </p:sp>
        </mc:Choice>
        <mc:Fallback xmlns="">
          <p:sp>
            <p:nvSpPr>
              <p:cNvPr id="74" name="文本框 73"/>
              <p:cNvSpPr txBox="1">
                <a:spLocks noRot="1" noChangeAspect="1" noMove="1" noResize="1" noEditPoints="1" noAdjustHandles="1" noChangeArrowheads="1" noChangeShapeType="1" noTextEdit="1"/>
              </p:cNvSpPr>
              <p:nvPr/>
            </p:nvSpPr>
            <p:spPr>
              <a:xfrm>
                <a:off x="3388723" y="1934112"/>
                <a:ext cx="527050" cy="415498"/>
              </a:xfrm>
              <a:prstGeom prst="rect">
                <a:avLst/>
              </a:prstGeom>
              <a:blipFill>
                <a:blip r:embed="rId2"/>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p:cNvSpPr txBox="1"/>
              <p:nvPr/>
            </p:nvSpPr>
            <p:spPr>
              <a:xfrm>
                <a:off x="3379626" y="3220583"/>
                <a:ext cx="527050"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𝑥</m:t>
                          </m:r>
                        </m:e>
                        <m:sub>
                          <m:r>
                            <a:rPr lang="en-US" altLang="zh-CN" sz="2100" i="1">
                              <a:latin typeface="Cambria Math" panose="02040503050406030204" pitchFamily="18" charset="0"/>
                            </a:rPr>
                            <m:t>2</m:t>
                          </m:r>
                        </m:sub>
                      </m:sSub>
                    </m:oMath>
                  </m:oMathPara>
                </a14:m>
                <a:endParaRPr lang="zh-CN" altLang="en-US" sz="2100" dirty="0"/>
              </a:p>
            </p:txBody>
          </p:sp>
        </mc:Choice>
        <mc:Fallback xmlns="">
          <p:sp>
            <p:nvSpPr>
              <p:cNvPr id="75" name="文本框 74"/>
              <p:cNvSpPr txBox="1">
                <a:spLocks noRot="1" noChangeAspect="1" noMove="1" noResize="1" noEditPoints="1" noAdjustHandles="1" noChangeArrowheads="1" noChangeShapeType="1" noTextEdit="1"/>
              </p:cNvSpPr>
              <p:nvPr/>
            </p:nvSpPr>
            <p:spPr>
              <a:xfrm>
                <a:off x="3379626" y="3220583"/>
                <a:ext cx="527050" cy="41549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p:cNvSpPr txBox="1"/>
              <p:nvPr/>
            </p:nvSpPr>
            <p:spPr>
              <a:xfrm>
                <a:off x="4057614" y="1740636"/>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1</m:t>
                          </m:r>
                        </m:sub>
                      </m:sSub>
                    </m:oMath>
                  </m:oMathPara>
                </a14:m>
                <a:endParaRPr lang="zh-CN" altLang="en-US" sz="2100" dirty="0"/>
              </a:p>
            </p:txBody>
          </p:sp>
        </mc:Choice>
        <mc:Fallback xmlns="">
          <p:sp>
            <p:nvSpPr>
              <p:cNvPr id="79" name="文本框 78"/>
              <p:cNvSpPr txBox="1">
                <a:spLocks noRot="1" noChangeAspect="1" noMove="1" noResize="1" noEditPoints="1" noAdjustHandles="1" noChangeArrowheads="1" noChangeShapeType="1" noTextEdit="1"/>
              </p:cNvSpPr>
              <p:nvPr/>
            </p:nvSpPr>
            <p:spPr>
              <a:xfrm>
                <a:off x="4057614" y="1740636"/>
                <a:ext cx="600145" cy="415498"/>
              </a:xfrm>
              <a:prstGeom prst="rect">
                <a:avLst/>
              </a:prstGeom>
              <a:blipFill>
                <a:blip r:embed="rId4"/>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p:cNvSpPr txBox="1"/>
              <p:nvPr/>
            </p:nvSpPr>
            <p:spPr>
              <a:xfrm>
                <a:off x="4057614" y="2377082"/>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2</m:t>
                          </m:r>
                        </m:sub>
                      </m:sSub>
                    </m:oMath>
                  </m:oMathPara>
                </a14:m>
                <a:endParaRPr lang="zh-CN" altLang="en-US" sz="2100" dirty="0"/>
              </a:p>
            </p:txBody>
          </p:sp>
        </mc:Choice>
        <mc:Fallback xmlns="">
          <p:sp>
            <p:nvSpPr>
              <p:cNvPr id="80" name="文本框 79"/>
              <p:cNvSpPr txBox="1">
                <a:spLocks noRot="1" noChangeAspect="1" noMove="1" noResize="1" noEditPoints="1" noAdjustHandles="1" noChangeArrowheads="1" noChangeShapeType="1" noTextEdit="1"/>
              </p:cNvSpPr>
              <p:nvPr/>
            </p:nvSpPr>
            <p:spPr>
              <a:xfrm>
                <a:off x="4057614" y="2377082"/>
                <a:ext cx="600145" cy="415498"/>
              </a:xfrm>
              <a:prstGeom prst="rect">
                <a:avLst/>
              </a:prstGeom>
              <a:blipFill>
                <a:blip r:embed="rId5"/>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p:cNvSpPr txBox="1"/>
              <p:nvPr/>
            </p:nvSpPr>
            <p:spPr>
              <a:xfrm>
                <a:off x="4964240" y="3190970"/>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100" i="1">
                          <a:latin typeface="Cambria Math" panose="02040503050406030204" pitchFamily="18" charset="0"/>
                        </a:rPr>
                        <m:t>𝑏</m:t>
                      </m:r>
                    </m:oMath>
                  </m:oMathPara>
                </a14:m>
                <a:endParaRPr lang="zh-CN" altLang="en-US" sz="2100" dirty="0"/>
              </a:p>
            </p:txBody>
          </p:sp>
        </mc:Choice>
        <mc:Fallback xmlns="">
          <p:sp>
            <p:nvSpPr>
              <p:cNvPr id="83" name="文本框 82"/>
              <p:cNvSpPr txBox="1">
                <a:spLocks noRot="1" noChangeAspect="1" noMove="1" noResize="1" noEditPoints="1" noAdjustHandles="1" noChangeArrowheads="1" noChangeShapeType="1" noTextEdit="1"/>
              </p:cNvSpPr>
              <p:nvPr/>
            </p:nvSpPr>
            <p:spPr>
              <a:xfrm>
                <a:off x="4964240" y="3190970"/>
                <a:ext cx="600145" cy="415498"/>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p:cNvSpPr txBox="1"/>
              <p:nvPr/>
            </p:nvSpPr>
            <p:spPr>
              <a:xfrm>
                <a:off x="5696712" y="1894602"/>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100" i="1">
                          <a:latin typeface="Cambria Math" panose="02040503050406030204" pitchFamily="18" charset="0"/>
                        </a:rPr>
                        <m:t>𝑦</m:t>
                      </m:r>
                    </m:oMath>
                  </m:oMathPara>
                </a14:m>
                <a:endParaRPr lang="zh-CN" altLang="en-US" sz="2100" dirty="0"/>
              </a:p>
            </p:txBody>
          </p:sp>
        </mc:Choice>
        <mc:Fallback xmlns="">
          <p:sp>
            <p:nvSpPr>
              <p:cNvPr id="85" name="文本框 84"/>
              <p:cNvSpPr txBox="1">
                <a:spLocks noRot="1" noChangeAspect="1" noMove="1" noResize="1" noEditPoints="1" noAdjustHandles="1" noChangeArrowheads="1" noChangeShapeType="1" noTextEdit="1"/>
              </p:cNvSpPr>
              <p:nvPr/>
            </p:nvSpPr>
            <p:spPr>
              <a:xfrm>
                <a:off x="5696712" y="1894602"/>
                <a:ext cx="600145" cy="415498"/>
              </a:xfrm>
              <a:prstGeom prst="rect">
                <a:avLst/>
              </a:prstGeom>
              <a:blipFill>
                <a:blip r:embed="rId7"/>
                <a:stretch>
                  <a:fillRect b="-6061"/>
                </a:stretch>
              </a:blipFill>
            </p:spPr>
            <p:txBody>
              <a:bodyPr/>
              <a:lstStyle/>
              <a:p>
                <a:r>
                  <a:rPr lang="zh-CN" altLang="en-US">
                    <a:noFill/>
                  </a:rPr>
                  <a:t> </a:t>
                </a:r>
              </a:p>
            </p:txBody>
          </p:sp>
        </mc:Fallback>
      </mc:AlternateContent>
      <p:grpSp>
        <p:nvGrpSpPr>
          <p:cNvPr id="95" name="组合 94"/>
          <p:cNvGrpSpPr/>
          <p:nvPr/>
        </p:nvGrpSpPr>
        <p:grpSpPr>
          <a:xfrm>
            <a:off x="7554927" y="1740636"/>
            <a:ext cx="2877445" cy="1925566"/>
            <a:chOff x="6030926" y="1740636"/>
            <a:chExt cx="2877445" cy="1925566"/>
          </a:xfrm>
        </p:grpSpPr>
        <p:sp>
          <p:nvSpPr>
            <p:cNvPr id="35" name="矩形 34"/>
            <p:cNvSpPr/>
            <p:nvPr/>
          </p:nvSpPr>
          <p:spPr>
            <a:xfrm>
              <a:off x="6039499" y="1899348"/>
              <a:ext cx="538582" cy="467726"/>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zh-TW" altLang="en-US"/>
            </a:p>
          </p:txBody>
        </p:sp>
        <p:sp>
          <p:nvSpPr>
            <p:cNvPr id="36" name="矩形 35"/>
            <p:cNvSpPr/>
            <p:nvPr/>
          </p:nvSpPr>
          <p:spPr>
            <a:xfrm>
              <a:off x="6030926" y="3192794"/>
              <a:ext cx="538582" cy="467726"/>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zh-TW" altLang="en-US"/>
            </a:p>
          </p:txBody>
        </p:sp>
        <p:sp>
          <p:nvSpPr>
            <p:cNvPr id="37" name="矩形 36"/>
            <p:cNvSpPr/>
            <p:nvPr/>
          </p:nvSpPr>
          <p:spPr>
            <a:xfrm>
              <a:off x="7670989" y="3198476"/>
              <a:ext cx="538582" cy="46772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cxnSp>
          <p:nvCxnSpPr>
            <p:cNvPr id="38" name="直線單箭頭接點 81"/>
            <p:cNvCxnSpPr>
              <a:endCxn id="49" idx="1"/>
            </p:cNvCxnSpPr>
            <p:nvPr/>
          </p:nvCxnSpPr>
          <p:spPr>
            <a:xfrm flipV="1">
              <a:off x="6551424" y="2130909"/>
              <a:ext cx="1142392" cy="12526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85"/>
            <p:cNvCxnSpPr/>
            <p:nvPr/>
          </p:nvCxnSpPr>
          <p:spPr>
            <a:xfrm flipV="1">
              <a:off x="8035330" y="2132058"/>
              <a:ext cx="482383"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86"/>
            <p:cNvCxnSpPr>
              <a:stCxn id="35" idx="3"/>
              <a:endCxn id="49" idx="1"/>
            </p:cNvCxnSpPr>
            <p:nvPr/>
          </p:nvCxnSpPr>
          <p:spPr>
            <a:xfrm flipV="1">
              <a:off x="6578081" y="2130909"/>
              <a:ext cx="1115735" cy="23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7693816" y="1870749"/>
              <a:ext cx="520319" cy="52031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100" dirty="0"/>
                <a:t>+</a:t>
              </a:r>
              <a:endParaRPr lang="zh-TW" altLang="en-US" sz="2100" dirty="0"/>
            </a:p>
          </p:txBody>
        </p:sp>
        <p:cxnSp>
          <p:nvCxnSpPr>
            <p:cNvPr id="48" name="直線單箭頭接點 91"/>
            <p:cNvCxnSpPr/>
            <p:nvPr/>
          </p:nvCxnSpPr>
          <p:spPr>
            <a:xfrm flipV="1">
              <a:off x="7945023" y="2433262"/>
              <a:ext cx="0" cy="7547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文本框 75"/>
                <p:cNvSpPr txBox="1"/>
                <p:nvPr/>
              </p:nvSpPr>
              <p:spPr>
                <a:xfrm>
                  <a:off x="6048834" y="1934112"/>
                  <a:ext cx="527050"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𝑥</m:t>
                            </m:r>
                          </m:e>
                          <m:sub>
                            <m:r>
                              <a:rPr lang="en-US" altLang="zh-CN" sz="2100" i="1">
                                <a:latin typeface="Cambria Math" panose="02040503050406030204" pitchFamily="18" charset="0"/>
                              </a:rPr>
                              <m:t>1</m:t>
                            </m:r>
                          </m:sub>
                        </m:sSub>
                      </m:oMath>
                    </m:oMathPara>
                  </a14:m>
                  <a:endParaRPr lang="zh-CN" altLang="en-US" sz="2100" dirty="0"/>
                </a:p>
              </p:txBody>
            </p:sp>
          </mc:Choice>
          <mc:Fallback xmlns="">
            <p:sp>
              <p:nvSpPr>
                <p:cNvPr id="76" name="文本框 75"/>
                <p:cNvSpPr txBox="1">
                  <a:spLocks noRot="1" noChangeAspect="1" noMove="1" noResize="1" noEditPoints="1" noAdjustHandles="1" noChangeArrowheads="1" noChangeShapeType="1" noTextEdit="1"/>
                </p:cNvSpPr>
                <p:nvPr/>
              </p:nvSpPr>
              <p:spPr>
                <a:xfrm>
                  <a:off x="6048834" y="1934112"/>
                  <a:ext cx="527050" cy="415498"/>
                </a:xfrm>
                <a:prstGeom prst="rect">
                  <a:avLst/>
                </a:prstGeom>
                <a:blipFill>
                  <a:blip r:embed="rId8"/>
                  <a:stretch>
                    <a:fillRect b="-14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p:cNvSpPr txBox="1"/>
                <p:nvPr/>
              </p:nvSpPr>
              <p:spPr>
                <a:xfrm>
                  <a:off x="6039737" y="3220583"/>
                  <a:ext cx="527050"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𝑥</m:t>
                            </m:r>
                          </m:e>
                          <m:sub>
                            <m:r>
                              <a:rPr lang="en-US" altLang="zh-CN" sz="2100" i="1">
                                <a:latin typeface="Cambria Math" panose="02040503050406030204" pitchFamily="18" charset="0"/>
                              </a:rPr>
                              <m:t>2</m:t>
                            </m:r>
                          </m:sub>
                        </m:sSub>
                      </m:oMath>
                    </m:oMathPara>
                  </a14:m>
                  <a:endParaRPr lang="zh-CN" altLang="en-US" sz="2100" dirty="0"/>
                </a:p>
              </p:txBody>
            </p:sp>
          </mc:Choice>
          <mc:Fallback xmlns="">
            <p:sp>
              <p:nvSpPr>
                <p:cNvPr id="77" name="文本框 76"/>
                <p:cNvSpPr txBox="1">
                  <a:spLocks noRot="1" noChangeAspect="1" noMove="1" noResize="1" noEditPoints="1" noAdjustHandles="1" noChangeArrowheads="1" noChangeShapeType="1" noTextEdit="1"/>
                </p:cNvSpPr>
                <p:nvPr/>
              </p:nvSpPr>
              <p:spPr>
                <a:xfrm>
                  <a:off x="6039737" y="3220583"/>
                  <a:ext cx="527050" cy="415498"/>
                </a:xfrm>
                <a:prstGeom prst="rect">
                  <a:avLst/>
                </a:prstGeom>
                <a:blipFill>
                  <a:blip r:embed="rId9"/>
                  <a:stretch>
                    <a:fillRect b="-14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p:cNvSpPr txBox="1"/>
                <p:nvPr/>
              </p:nvSpPr>
              <p:spPr>
                <a:xfrm>
                  <a:off x="6699507" y="1740636"/>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1</m:t>
                            </m:r>
                          </m:sub>
                        </m:sSub>
                      </m:oMath>
                    </m:oMathPara>
                  </a14:m>
                  <a:endParaRPr lang="zh-CN" altLang="en-US" sz="2100" dirty="0"/>
                </a:p>
              </p:txBody>
            </p:sp>
          </mc:Choice>
          <mc:Fallback xmlns="">
            <p:sp>
              <p:nvSpPr>
                <p:cNvPr id="81" name="文本框 80"/>
                <p:cNvSpPr txBox="1">
                  <a:spLocks noRot="1" noChangeAspect="1" noMove="1" noResize="1" noEditPoints="1" noAdjustHandles="1" noChangeArrowheads="1" noChangeShapeType="1" noTextEdit="1"/>
                </p:cNvSpPr>
                <p:nvPr/>
              </p:nvSpPr>
              <p:spPr>
                <a:xfrm>
                  <a:off x="6699507" y="1740636"/>
                  <a:ext cx="600145" cy="415498"/>
                </a:xfrm>
                <a:prstGeom prst="rect">
                  <a:avLst/>
                </a:prstGeom>
                <a:blipFill>
                  <a:blip r:embed="rId10"/>
                  <a:stretch>
                    <a:fillRect b="-14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p:cNvSpPr txBox="1"/>
                <p:nvPr/>
              </p:nvSpPr>
              <p:spPr>
                <a:xfrm>
                  <a:off x="6699507" y="2377082"/>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2</m:t>
                            </m:r>
                          </m:sub>
                        </m:sSub>
                      </m:oMath>
                    </m:oMathPara>
                  </a14:m>
                  <a:endParaRPr lang="zh-CN" altLang="en-US" sz="2100" dirty="0"/>
                </a:p>
              </p:txBody>
            </p:sp>
          </mc:Choice>
          <mc:Fallback xmlns="">
            <p:sp>
              <p:nvSpPr>
                <p:cNvPr id="82" name="文本框 81"/>
                <p:cNvSpPr txBox="1">
                  <a:spLocks noRot="1" noChangeAspect="1" noMove="1" noResize="1" noEditPoints="1" noAdjustHandles="1" noChangeArrowheads="1" noChangeShapeType="1" noTextEdit="1"/>
                </p:cNvSpPr>
                <p:nvPr/>
              </p:nvSpPr>
              <p:spPr>
                <a:xfrm>
                  <a:off x="6699507" y="2377082"/>
                  <a:ext cx="600145" cy="415498"/>
                </a:xfrm>
                <a:prstGeom prst="rect">
                  <a:avLst/>
                </a:prstGeom>
                <a:blipFill>
                  <a:blip r:embed="rId11"/>
                  <a:stretch>
                    <a:fillRect b="-14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p:cNvSpPr txBox="1"/>
                <p:nvPr/>
              </p:nvSpPr>
              <p:spPr>
                <a:xfrm>
                  <a:off x="7641049" y="3224590"/>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100" i="1">
                            <a:latin typeface="Cambria Math" panose="02040503050406030204" pitchFamily="18" charset="0"/>
                          </a:rPr>
                          <m:t>𝑏</m:t>
                        </m:r>
                      </m:oMath>
                    </m:oMathPara>
                  </a14:m>
                  <a:endParaRPr lang="zh-CN" altLang="en-US" sz="2100" dirty="0"/>
                </a:p>
              </p:txBody>
            </p:sp>
          </mc:Choice>
          <mc:Fallback xmlns="">
            <p:sp>
              <p:nvSpPr>
                <p:cNvPr id="84" name="文本框 83"/>
                <p:cNvSpPr txBox="1">
                  <a:spLocks noRot="1" noChangeAspect="1" noMove="1" noResize="1" noEditPoints="1" noAdjustHandles="1" noChangeArrowheads="1" noChangeShapeType="1" noTextEdit="1"/>
                </p:cNvSpPr>
                <p:nvPr/>
              </p:nvSpPr>
              <p:spPr>
                <a:xfrm>
                  <a:off x="7641049" y="3224590"/>
                  <a:ext cx="600145" cy="415498"/>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p:cNvSpPr txBox="1"/>
                <p:nvPr/>
              </p:nvSpPr>
              <p:spPr>
                <a:xfrm>
                  <a:off x="8308226" y="1886256"/>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100" i="1">
                            <a:latin typeface="Cambria Math" panose="02040503050406030204" pitchFamily="18" charset="0"/>
                          </a:rPr>
                          <m:t>𝑦</m:t>
                        </m:r>
                      </m:oMath>
                    </m:oMathPara>
                  </a14:m>
                  <a:endParaRPr lang="zh-CN" altLang="en-US" sz="2100" dirty="0"/>
                </a:p>
              </p:txBody>
            </p:sp>
          </mc:Choice>
          <mc:Fallback xmlns="">
            <p:sp>
              <p:nvSpPr>
                <p:cNvPr id="86" name="文本框 85"/>
                <p:cNvSpPr txBox="1">
                  <a:spLocks noRot="1" noChangeAspect="1" noMove="1" noResize="1" noEditPoints="1" noAdjustHandles="1" noChangeArrowheads="1" noChangeShapeType="1" noTextEdit="1"/>
                </p:cNvSpPr>
                <p:nvPr/>
              </p:nvSpPr>
              <p:spPr>
                <a:xfrm>
                  <a:off x="8308226" y="1886256"/>
                  <a:ext cx="600145" cy="415498"/>
                </a:xfrm>
                <a:prstGeom prst="rect">
                  <a:avLst/>
                </a:prstGeom>
                <a:blipFill>
                  <a:blip r:embed="rId13"/>
                  <a:stretch>
                    <a:fillRect b="-724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7" name="文字方塊 10"/>
              <p:cNvSpPr txBox="1"/>
              <p:nvPr/>
            </p:nvSpPr>
            <p:spPr>
              <a:xfrm>
                <a:off x="5873987" y="753202"/>
                <a:ext cx="2516522" cy="323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2100" i="1">
                              <a:latin typeface="Cambria Math" panose="02040503050406030204" pitchFamily="18" charset="0"/>
                            </a:rPr>
                          </m:ctrlPr>
                        </m:accPr>
                        <m:e>
                          <m:r>
                            <a:rPr lang="en-US" altLang="zh-TW" sz="2100" i="1">
                              <a:latin typeface="Cambria Math" panose="02040503050406030204" pitchFamily="18" charset="0"/>
                            </a:rPr>
                            <m:t>𝑦</m:t>
                          </m:r>
                        </m:e>
                      </m:acc>
                      <m:r>
                        <a:rPr lang="en-US" altLang="zh-TW" sz="2100" i="1">
                          <a:latin typeface="Cambria Math" panose="02040503050406030204" pitchFamily="18" charset="0"/>
                        </a:rPr>
                        <m:t>=</m:t>
                      </m:r>
                      <m:r>
                        <a:rPr lang="en-US" altLang="zh-TW" sz="2100" i="1">
                          <a:latin typeface="Cambria Math" panose="02040503050406030204" pitchFamily="18" charset="0"/>
                        </a:rPr>
                        <m:t>𝑏</m:t>
                      </m:r>
                      <m:r>
                        <a:rPr lang="en-US" altLang="zh-TW" sz="2100" i="1">
                          <a:latin typeface="Cambria Math" panose="02040503050406030204" pitchFamily="18" charset="0"/>
                        </a:rPr>
                        <m:t>+</m:t>
                      </m:r>
                      <m:sSub>
                        <m:sSubPr>
                          <m:ctrlPr>
                            <a:rPr lang="en-US" altLang="zh-TW" sz="2100" i="1">
                              <a:latin typeface="Cambria Math" panose="02040503050406030204" pitchFamily="18" charset="0"/>
                            </a:rPr>
                          </m:ctrlPr>
                        </m:sSubPr>
                        <m:e>
                          <m:r>
                            <a:rPr lang="en-US" altLang="zh-TW" sz="2100" i="1">
                              <a:latin typeface="Cambria Math" panose="02040503050406030204" pitchFamily="18" charset="0"/>
                            </a:rPr>
                            <m:t>𝑤</m:t>
                          </m:r>
                        </m:e>
                        <m:sub>
                          <m:r>
                            <a:rPr lang="en-US" altLang="zh-TW" sz="2100" i="1">
                              <a:latin typeface="Cambria Math" panose="02040503050406030204" pitchFamily="18" charset="0"/>
                            </a:rPr>
                            <m:t>1</m:t>
                          </m:r>
                        </m:sub>
                      </m:sSub>
                      <m:sSub>
                        <m:sSubPr>
                          <m:ctrlPr>
                            <a:rPr lang="en-US" altLang="zh-TW" sz="2100" i="1">
                              <a:latin typeface="Cambria Math" panose="02040503050406030204" pitchFamily="18" charset="0"/>
                            </a:rPr>
                          </m:ctrlPr>
                        </m:sSubPr>
                        <m:e>
                          <m:r>
                            <a:rPr lang="en-US" altLang="zh-TW" sz="2100" i="1">
                              <a:latin typeface="Cambria Math" panose="02040503050406030204" pitchFamily="18" charset="0"/>
                            </a:rPr>
                            <m:t>𝑥</m:t>
                          </m:r>
                        </m:e>
                        <m:sub>
                          <m:r>
                            <a:rPr lang="en-US" altLang="zh-TW" sz="2100" i="1">
                              <a:latin typeface="Cambria Math" panose="02040503050406030204" pitchFamily="18" charset="0"/>
                            </a:rPr>
                            <m:t>1</m:t>
                          </m:r>
                        </m:sub>
                      </m:sSub>
                      <m:r>
                        <a:rPr lang="en-US" altLang="zh-TW" sz="2100" i="1">
                          <a:latin typeface="Cambria Math" panose="02040503050406030204" pitchFamily="18" charset="0"/>
                        </a:rPr>
                        <m:t>+</m:t>
                      </m:r>
                      <m:sSub>
                        <m:sSubPr>
                          <m:ctrlPr>
                            <a:rPr lang="en-US" altLang="zh-TW" sz="2100" i="1">
                              <a:latin typeface="Cambria Math" panose="02040503050406030204" pitchFamily="18" charset="0"/>
                            </a:rPr>
                          </m:ctrlPr>
                        </m:sSubPr>
                        <m:e>
                          <m:r>
                            <a:rPr lang="en-US" altLang="zh-TW" sz="2100" i="1">
                              <a:latin typeface="Cambria Math" panose="02040503050406030204" pitchFamily="18" charset="0"/>
                            </a:rPr>
                            <m:t>𝑤</m:t>
                          </m:r>
                        </m:e>
                        <m:sub>
                          <m:r>
                            <a:rPr lang="en-US" altLang="zh-TW" sz="2100" i="1">
                              <a:latin typeface="Cambria Math" panose="02040503050406030204" pitchFamily="18" charset="0"/>
                            </a:rPr>
                            <m:t>2</m:t>
                          </m:r>
                        </m:sub>
                      </m:sSub>
                      <m:sSub>
                        <m:sSubPr>
                          <m:ctrlPr>
                            <a:rPr lang="en-US" altLang="zh-TW" sz="2100" i="1">
                              <a:latin typeface="Cambria Math" panose="02040503050406030204" pitchFamily="18" charset="0"/>
                            </a:rPr>
                          </m:ctrlPr>
                        </m:sSubPr>
                        <m:e>
                          <m:r>
                            <a:rPr lang="en-US" altLang="zh-TW" sz="2100" i="1">
                              <a:latin typeface="Cambria Math" panose="02040503050406030204" pitchFamily="18" charset="0"/>
                            </a:rPr>
                            <m:t>𝑥</m:t>
                          </m:r>
                        </m:e>
                        <m:sub>
                          <m:r>
                            <a:rPr lang="en-US" altLang="zh-TW" sz="2100" i="1">
                              <a:latin typeface="Cambria Math" panose="02040503050406030204" pitchFamily="18" charset="0"/>
                            </a:rPr>
                            <m:t>2</m:t>
                          </m:r>
                        </m:sub>
                      </m:sSub>
                    </m:oMath>
                  </m:oMathPara>
                </a14:m>
                <a:endParaRPr lang="zh-TW" altLang="en-US" sz="2100" dirty="0"/>
              </a:p>
            </p:txBody>
          </p:sp>
        </mc:Choice>
        <mc:Fallback xmlns="">
          <p:sp>
            <p:nvSpPr>
              <p:cNvPr id="87" name="文字方塊 10"/>
              <p:cNvSpPr txBox="1">
                <a:spLocks noRot="1" noChangeAspect="1" noMove="1" noResize="1" noEditPoints="1" noAdjustHandles="1" noChangeArrowheads="1" noChangeShapeType="1" noTextEdit="1"/>
              </p:cNvSpPr>
              <p:nvPr/>
            </p:nvSpPr>
            <p:spPr>
              <a:xfrm>
                <a:off x="5873987" y="753202"/>
                <a:ext cx="2516522" cy="323165"/>
              </a:xfrm>
              <a:prstGeom prst="rect">
                <a:avLst/>
              </a:prstGeom>
              <a:blipFill>
                <a:blip r:embed="rId14"/>
                <a:stretch>
                  <a:fillRect l="-2010" t="-19231" r="-503" b="-2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p:cNvSpPr txBox="1"/>
              <p:nvPr/>
            </p:nvSpPr>
            <p:spPr>
              <a:xfrm>
                <a:off x="5817510" y="6157125"/>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1</m:t>
                          </m:r>
                        </m:sub>
                      </m:sSub>
                    </m:oMath>
                  </m:oMathPara>
                </a14:m>
                <a:endParaRPr lang="zh-CN" altLang="en-US" sz="2100" dirty="0"/>
              </a:p>
            </p:txBody>
          </p:sp>
        </mc:Choice>
        <mc:Fallback xmlns="">
          <p:sp>
            <p:nvSpPr>
              <p:cNvPr id="88" name="文本框 87"/>
              <p:cNvSpPr txBox="1">
                <a:spLocks noRot="1" noChangeAspect="1" noMove="1" noResize="1" noEditPoints="1" noAdjustHandles="1" noChangeArrowheads="1" noChangeShapeType="1" noTextEdit="1"/>
              </p:cNvSpPr>
              <p:nvPr/>
            </p:nvSpPr>
            <p:spPr>
              <a:xfrm>
                <a:off x="5817510" y="6157125"/>
                <a:ext cx="600145" cy="415498"/>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p:cNvSpPr txBox="1"/>
              <p:nvPr/>
            </p:nvSpPr>
            <p:spPr>
              <a:xfrm>
                <a:off x="2456426" y="3989319"/>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2</m:t>
                          </m:r>
                        </m:sub>
                      </m:sSub>
                    </m:oMath>
                  </m:oMathPara>
                </a14:m>
                <a:endParaRPr lang="zh-CN" altLang="en-US" sz="2100" dirty="0"/>
              </a:p>
            </p:txBody>
          </p:sp>
        </mc:Choice>
        <mc:Fallback xmlns="">
          <p:sp>
            <p:nvSpPr>
              <p:cNvPr id="89" name="文本框 88"/>
              <p:cNvSpPr txBox="1">
                <a:spLocks noRot="1" noChangeAspect="1" noMove="1" noResize="1" noEditPoints="1" noAdjustHandles="1" noChangeArrowheads="1" noChangeShapeType="1" noTextEdit="1"/>
              </p:cNvSpPr>
              <p:nvPr/>
            </p:nvSpPr>
            <p:spPr>
              <a:xfrm>
                <a:off x="2456426" y="3989319"/>
                <a:ext cx="600145" cy="415498"/>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p:cNvSpPr txBox="1"/>
              <p:nvPr/>
            </p:nvSpPr>
            <p:spPr>
              <a:xfrm>
                <a:off x="9873749" y="6157125"/>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1</m:t>
                          </m:r>
                        </m:sub>
                      </m:sSub>
                    </m:oMath>
                  </m:oMathPara>
                </a14:m>
                <a:endParaRPr lang="zh-CN" altLang="en-US" sz="2100" dirty="0"/>
              </a:p>
            </p:txBody>
          </p:sp>
        </mc:Choice>
        <mc:Fallback xmlns="">
          <p:sp>
            <p:nvSpPr>
              <p:cNvPr id="90" name="文本框 89"/>
              <p:cNvSpPr txBox="1">
                <a:spLocks noRot="1" noChangeAspect="1" noMove="1" noResize="1" noEditPoints="1" noAdjustHandles="1" noChangeArrowheads="1" noChangeShapeType="1" noTextEdit="1"/>
              </p:cNvSpPr>
              <p:nvPr/>
            </p:nvSpPr>
            <p:spPr>
              <a:xfrm>
                <a:off x="9873749" y="6157125"/>
                <a:ext cx="600145" cy="415498"/>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p:cNvSpPr txBox="1"/>
              <p:nvPr/>
            </p:nvSpPr>
            <p:spPr>
              <a:xfrm>
                <a:off x="6646015" y="3989319"/>
                <a:ext cx="60014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𝑤</m:t>
                          </m:r>
                        </m:e>
                        <m:sub>
                          <m:r>
                            <a:rPr lang="en-US" altLang="zh-CN" sz="2100" i="1">
                              <a:latin typeface="Cambria Math" panose="02040503050406030204" pitchFamily="18" charset="0"/>
                            </a:rPr>
                            <m:t>2</m:t>
                          </m:r>
                        </m:sub>
                      </m:sSub>
                    </m:oMath>
                  </m:oMathPara>
                </a14:m>
                <a:endParaRPr lang="zh-CN" altLang="en-US" sz="2100" dirty="0"/>
              </a:p>
            </p:txBody>
          </p:sp>
        </mc:Choice>
        <mc:Fallback xmlns="">
          <p:sp>
            <p:nvSpPr>
              <p:cNvPr id="91" name="文本框 90"/>
              <p:cNvSpPr txBox="1">
                <a:spLocks noRot="1" noChangeAspect="1" noMove="1" noResize="1" noEditPoints="1" noAdjustHandles="1" noChangeArrowheads="1" noChangeShapeType="1" noTextEdit="1"/>
              </p:cNvSpPr>
              <p:nvPr/>
            </p:nvSpPr>
            <p:spPr>
              <a:xfrm>
                <a:off x="6646015" y="3989319"/>
                <a:ext cx="600145" cy="415498"/>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p:cNvSpPr txBox="1"/>
              <p:nvPr/>
            </p:nvSpPr>
            <p:spPr>
              <a:xfrm>
                <a:off x="5261682" y="1198930"/>
                <a:ext cx="2768664"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100" i="1">
                          <a:latin typeface="Cambria Math" panose="02040503050406030204" pitchFamily="18" charset="0"/>
                        </a:rPr>
                        <m:t>ℒ</m:t>
                      </m:r>
                      <m:r>
                        <a:rPr lang="en-US" altLang="zh-CN" sz="2100" i="1">
                          <a:latin typeface="Cambria Math" panose="02040503050406030204" pitchFamily="18" charset="0"/>
                        </a:rPr>
                        <m:t>=</m:t>
                      </m:r>
                      <m:sSup>
                        <m:sSupPr>
                          <m:ctrlPr>
                            <a:rPr lang="en-US" altLang="zh-CN" sz="2100" i="1">
                              <a:latin typeface="Cambria Math" panose="02040503050406030204" pitchFamily="18" charset="0"/>
                            </a:rPr>
                          </m:ctrlPr>
                        </m:sSupPr>
                        <m:e>
                          <m:d>
                            <m:dPr>
                              <m:ctrlPr>
                                <a:rPr lang="en-US" altLang="zh-CN" sz="2100" i="1">
                                  <a:latin typeface="Cambria Math" panose="02040503050406030204" pitchFamily="18" charset="0"/>
                                </a:rPr>
                              </m:ctrlPr>
                            </m:dPr>
                            <m:e>
                              <m:r>
                                <a:rPr lang="en-US" altLang="zh-CN" sz="2100" i="1">
                                  <a:latin typeface="Cambria Math" panose="02040503050406030204" pitchFamily="18" charset="0"/>
                                </a:rPr>
                                <m:t>𝑦</m:t>
                              </m:r>
                              <m:r>
                                <a:rPr lang="en-US" altLang="zh-CN" sz="2100" i="1">
                                  <a:latin typeface="Cambria Math" panose="02040503050406030204" pitchFamily="18" charset="0"/>
                                </a:rPr>
                                <m:t>−</m:t>
                              </m:r>
                              <m:acc>
                                <m:accPr>
                                  <m:chr m:val="̂"/>
                                  <m:ctrlPr>
                                    <a:rPr lang="en-US" altLang="zh-CN" sz="2100" i="1">
                                      <a:latin typeface="Cambria Math" panose="02040503050406030204" pitchFamily="18" charset="0"/>
                                    </a:rPr>
                                  </m:ctrlPr>
                                </m:accPr>
                                <m:e>
                                  <m:r>
                                    <a:rPr lang="en-US" altLang="zh-CN" sz="2100" i="1">
                                      <a:latin typeface="Cambria Math" panose="02040503050406030204" pitchFamily="18" charset="0"/>
                                    </a:rPr>
                                    <m:t>𝑦</m:t>
                                  </m:r>
                                </m:e>
                              </m:acc>
                            </m:e>
                          </m:d>
                        </m:e>
                        <m:sup>
                          <m:r>
                            <a:rPr lang="en-US" altLang="zh-CN" sz="2100" i="1">
                              <a:latin typeface="Cambria Math" panose="02040503050406030204" pitchFamily="18" charset="0"/>
                            </a:rPr>
                            <m:t>2</m:t>
                          </m:r>
                        </m:sup>
                      </m:sSup>
                    </m:oMath>
                  </m:oMathPara>
                </a14:m>
                <a:endParaRPr lang="zh-CN" altLang="en-US" sz="2100" dirty="0"/>
              </a:p>
            </p:txBody>
          </p:sp>
        </mc:Choice>
        <mc:Fallback xmlns="">
          <p:sp>
            <p:nvSpPr>
              <p:cNvPr id="93" name="文本框 92"/>
              <p:cNvSpPr txBox="1">
                <a:spLocks noRot="1" noChangeAspect="1" noMove="1" noResize="1" noEditPoints="1" noAdjustHandles="1" noChangeArrowheads="1" noChangeShapeType="1" noTextEdit="1"/>
              </p:cNvSpPr>
              <p:nvPr/>
            </p:nvSpPr>
            <p:spPr>
              <a:xfrm>
                <a:off x="5261682" y="1198930"/>
                <a:ext cx="2768664" cy="415498"/>
              </a:xfrm>
              <a:prstGeom prst="rect">
                <a:avLst/>
              </a:prstGeom>
              <a:blipFill>
                <a:blip r:embed="rId18"/>
                <a:stretch>
                  <a:fillRect t="-5882" b="-58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7082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4"/>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8"/>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30" grpId="0"/>
      <p:bldP spid="31" grpId="0" animBg="1"/>
      <p:bldP spid="32" grpId="0" animBg="1"/>
      <p:bldP spid="33" grpId="0" animBg="1"/>
      <p:bldP spid="51" grpId="0"/>
      <p:bldP spid="56" grpId="0"/>
      <p:bldP spid="57" grpId="0"/>
      <p:bldP spid="58" grpId="0" animBg="1"/>
      <p:bldP spid="59" grpId="0" animBg="1"/>
      <p:bldP spid="60" grpId="0" animBg="1"/>
      <p:bldP spid="61" grpId="0" animBg="1"/>
      <p:bldP spid="62" grpId="0" animBg="1"/>
      <p:bldP spid="88" grpId="0"/>
      <p:bldP spid="89" grpId="0"/>
      <p:bldP spid="90" grpId="0"/>
      <p:bldP spid="91" grpId="0"/>
      <p:bldP spid="9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BDDEA-BD61-63E9-394E-4CD27C8D2F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8371CC-1E26-88C1-EA3E-0276D2A42C03}"/>
              </a:ext>
            </a:extLst>
          </p:cNvPr>
          <p:cNvSpPr>
            <a:spLocks noGrp="1"/>
          </p:cNvSpPr>
          <p:nvPr>
            <p:ph type="title"/>
          </p:nvPr>
        </p:nvSpPr>
        <p:spPr/>
        <p:txBody>
          <a:bodyPr/>
          <a:lstStyle/>
          <a:p>
            <a:r>
              <a:rPr lang="zh-CN" altLang="en-US" dirty="0"/>
              <a:t>隐藏层特征归一化</a:t>
            </a:r>
          </a:p>
        </p:txBody>
      </p:sp>
      <p:pic>
        <p:nvPicPr>
          <p:cNvPr id="3" name="Picture 2">
            <a:extLst>
              <a:ext uri="{FF2B5EF4-FFF2-40B4-BE49-F238E27FC236}">
                <a16:creationId xmlns:a16="http://schemas.microsoft.com/office/drawing/2014/main" id="{D4E81D5E-CADF-9F12-8CDB-DE223CAB472E}"/>
              </a:ext>
            </a:extLst>
          </p:cNvPr>
          <p:cNvPicPr>
            <a:picLocks noChangeAspect="1"/>
          </p:cNvPicPr>
          <p:nvPr/>
        </p:nvPicPr>
        <p:blipFill>
          <a:blip r:embed="rId2"/>
          <a:stretch>
            <a:fillRect/>
          </a:stretch>
        </p:blipFill>
        <p:spPr>
          <a:xfrm>
            <a:off x="1797106" y="774173"/>
            <a:ext cx="8710206" cy="5950308"/>
          </a:xfrm>
          <a:prstGeom prst="rect">
            <a:avLst/>
          </a:prstGeom>
        </p:spPr>
      </p:pic>
      <p:sp>
        <p:nvSpPr>
          <p:cNvPr id="4" name="Rectangle 3">
            <a:extLst>
              <a:ext uri="{FF2B5EF4-FFF2-40B4-BE49-F238E27FC236}">
                <a16:creationId xmlns:a16="http://schemas.microsoft.com/office/drawing/2014/main" id="{2773D420-7665-C7E6-7769-3BE9032F9C5B}"/>
              </a:ext>
            </a:extLst>
          </p:cNvPr>
          <p:cNvSpPr/>
          <p:nvPr/>
        </p:nvSpPr>
        <p:spPr>
          <a:xfrm>
            <a:off x="8250048" y="6299031"/>
            <a:ext cx="2257264" cy="425450"/>
          </a:xfrm>
          <a:prstGeom prst="rect">
            <a:avLst/>
          </a:prstGeom>
          <a:solidFill>
            <a:srgbClr val="FC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EFF5D37-2953-7810-FA70-CDBA2CAF2EE1}"/>
              </a:ext>
            </a:extLst>
          </p:cNvPr>
          <p:cNvSpPr/>
          <p:nvPr/>
        </p:nvSpPr>
        <p:spPr>
          <a:xfrm>
            <a:off x="2851312" y="4169477"/>
            <a:ext cx="2257264" cy="425450"/>
          </a:xfrm>
          <a:prstGeom prst="rect">
            <a:avLst/>
          </a:prstGeom>
          <a:solidFill>
            <a:srgbClr val="FC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9E3CE31-F4D5-E974-7AF2-C39A4D956D44}"/>
              </a:ext>
            </a:extLst>
          </p:cNvPr>
          <p:cNvSpPr/>
          <p:nvPr/>
        </p:nvSpPr>
        <p:spPr>
          <a:xfrm>
            <a:off x="1533525" y="2145547"/>
            <a:ext cx="9204606" cy="425450"/>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F053D4C-3255-C1BB-BC93-D437D20CFC0F}"/>
              </a:ext>
            </a:extLst>
          </p:cNvPr>
          <p:cNvSpPr/>
          <p:nvPr/>
        </p:nvSpPr>
        <p:spPr>
          <a:xfrm>
            <a:off x="1533525" y="4676275"/>
            <a:ext cx="9204606" cy="365063"/>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093872"/>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30843</TotalTime>
  <Words>1807</Words>
  <Application>Microsoft Macintosh PowerPoint</Application>
  <PresentationFormat>Widescreen</PresentationFormat>
  <Paragraphs>355</Paragraphs>
  <Slides>30</Slides>
  <Notes>4</Notes>
  <HiddenSlides>0</HiddenSlides>
  <MMClips>0</MMClips>
  <ScaleCrop>false</ScaleCrop>
  <HeadingPairs>
    <vt:vector size="6" baseType="variant">
      <vt:variant>
        <vt:lpstr>Fonts Used</vt:lpstr>
      </vt:variant>
      <vt:variant>
        <vt:i4>11</vt:i4>
      </vt:variant>
      <vt:variant>
        <vt:lpstr>Theme</vt:lpstr>
      </vt:variant>
      <vt:variant>
        <vt:i4>5</vt:i4>
      </vt:variant>
      <vt:variant>
        <vt:lpstr>Slide Titles</vt:lpstr>
      </vt:variant>
      <vt:variant>
        <vt:i4>30</vt:i4>
      </vt:variant>
    </vt:vector>
  </HeadingPairs>
  <TitlesOfParts>
    <vt:vector size="46" baseType="lpstr">
      <vt:lpstr>等线</vt:lpstr>
      <vt:lpstr>等线 Light</vt:lpstr>
      <vt:lpstr>楷体</vt:lpstr>
      <vt:lpstr>楷体</vt:lpstr>
      <vt:lpstr>微软雅黑</vt:lpstr>
      <vt:lpstr>微软雅黑</vt:lpstr>
      <vt:lpstr>Arial</vt:lpstr>
      <vt:lpstr>Cambria Math</vt:lpstr>
      <vt:lpstr>STIX Two Math</vt:lpstr>
      <vt:lpstr>Times New Roman</vt:lpstr>
      <vt:lpstr>Wingdings</vt:lpstr>
      <vt:lpstr>1_Office 主题​​</vt:lpstr>
      <vt:lpstr>自定义设计方案</vt:lpstr>
      <vt:lpstr>1_自定义设计方案</vt:lpstr>
      <vt:lpstr>2_自定义设计方案</vt:lpstr>
      <vt:lpstr>2_Office 主题​​</vt:lpstr>
      <vt:lpstr>PowerPoint Presentation</vt:lpstr>
      <vt:lpstr>神经网络动机</vt:lpstr>
      <vt:lpstr>多层感知机Multilayer Perceptron (MLP)</vt:lpstr>
      <vt:lpstr>卷积</vt:lpstr>
      <vt:lpstr>万能近似定理 Universal Approximation Theorem </vt:lpstr>
      <vt:lpstr>梯度下降</vt:lpstr>
      <vt:lpstr>随机梯度下降 (SGD)</vt:lpstr>
      <vt:lpstr>如何计算梯度？</vt:lpstr>
      <vt:lpstr>反向传播算法—前向</vt:lpstr>
      <vt:lpstr>反向传播算法—后向</vt:lpstr>
      <vt:lpstr>反向传播算法—后向</vt:lpstr>
      <vt:lpstr>后向传播算法 — 一般情形</vt:lpstr>
      <vt:lpstr>正则化 (Regularization)</vt:lpstr>
      <vt:lpstr>Dropout动机</vt:lpstr>
      <vt:lpstr>深度模型训练的困境</vt:lpstr>
      <vt:lpstr>梯度消失 Gradient Vanishing</vt:lpstr>
      <vt:lpstr>梯度消失 Gradient Vanishing</vt:lpstr>
      <vt:lpstr>典型的卷积网络—ResNet</vt:lpstr>
      <vt:lpstr>残差网络 vs Neural ODE</vt:lpstr>
      <vt:lpstr>权重初始化</vt:lpstr>
      <vt:lpstr>权重初始化</vt:lpstr>
      <vt:lpstr>Xavier初始化</vt:lpstr>
      <vt:lpstr>Xavier初始化</vt:lpstr>
      <vt:lpstr>He初始化：补偿ReLU截断作用</vt:lpstr>
      <vt:lpstr>He初始化：补偿ReLU截断作用</vt:lpstr>
      <vt:lpstr>神经网络优化的挑战</vt:lpstr>
      <vt:lpstr>修改网络结构获得更好的优化地形</vt:lpstr>
      <vt:lpstr>数据归一化</vt:lpstr>
      <vt:lpstr>数据归一化</vt:lpstr>
      <vt:lpstr>隐藏层特征归一化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第一章：简介</dc:title>
  <dc:creator>Dove Lian</dc:creator>
  <cp:lastModifiedBy>Qiyu Kang</cp:lastModifiedBy>
  <cp:revision>1379</cp:revision>
  <dcterms:created xsi:type="dcterms:W3CDTF">2020-09-10T02:05:53Z</dcterms:created>
  <dcterms:modified xsi:type="dcterms:W3CDTF">2026-09-28T05:42:31Z</dcterms:modified>
</cp:coreProperties>
</file>